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ink/ink17.xml" ContentType="application/inkml+xml"/>
  <Override PartName="/ppt/notesSlides/notesSlide20.xml" ContentType="application/vnd.openxmlformats-officedocument.presentationml.notesSlide+xml"/>
  <Override PartName="/ppt/ink/ink18.xml" ContentType="application/inkml+xml"/>
  <Override PartName="/ppt/notesSlides/notesSlide21.xml" ContentType="application/vnd.openxmlformats-officedocument.presentationml.notesSlide+xml"/>
  <Override PartName="/ppt/ink/ink19.xml" ContentType="application/inkml+xml"/>
  <Override PartName="/ppt/notesSlides/notesSlide2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23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24.xml" ContentType="application/inkml+xml"/>
  <Override PartName="/ppt/notesSlides/notesSlide26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27.xml" ContentType="application/inkml+xml"/>
  <Override PartName="/ppt/notesSlides/notesSlide29.xml" ContentType="application/vnd.openxmlformats-officedocument.presentationml.notesSlide+xml"/>
  <Override PartName="/ppt/ink/ink28.xml" ContentType="application/inkml+xml"/>
  <Override PartName="/ppt/notesSlides/notesSlide30.xml" ContentType="application/vnd.openxmlformats-officedocument.presentationml.notesSlide+xml"/>
  <Override PartName="/ppt/ink/ink29.xml" ContentType="application/inkml+xml"/>
  <Override PartName="/ppt/notesSlides/notesSlide31.xml" ContentType="application/vnd.openxmlformats-officedocument.presentationml.notesSlide+xml"/>
  <Override PartName="/ppt/ink/ink30.xml" ContentType="application/inkml+xml"/>
  <Override PartName="/ppt/notesSlides/notesSlide32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33.xml" ContentType="application/vnd.openxmlformats-officedocument.presentationml.notesSlide+xml"/>
  <Override PartName="/ppt/ink/ink34.xml" ContentType="application/inkml+xml"/>
  <Override PartName="/ppt/notesSlides/notesSlide34.xml" ContentType="application/vnd.openxmlformats-officedocument.presentationml.notesSlide+xml"/>
  <Override PartName="/ppt/ink/ink35.xml" ContentType="application/inkml+xml"/>
  <Override PartName="/ppt/notesSlides/notesSlide35.xml" ContentType="application/vnd.openxmlformats-officedocument.presentationml.notesSlide+xml"/>
  <Override PartName="/ppt/ink/ink36.xml" ContentType="application/inkml+xml"/>
  <Override PartName="/ppt/notesSlides/notesSlide36.xml" ContentType="application/vnd.openxmlformats-officedocument.presentationml.notesSlide+xml"/>
  <Override PartName="/ppt/ink/ink37.xml" ContentType="application/inkml+xml"/>
  <Override PartName="/ppt/notesSlides/notesSlide37.xml" ContentType="application/vnd.openxmlformats-officedocument.presentationml.notesSlide+xml"/>
  <Override PartName="/ppt/ink/ink38.xml" ContentType="application/inkml+xml"/>
  <Override PartName="/ppt/notesSlides/notesSlide38.xml" ContentType="application/vnd.openxmlformats-officedocument.presentationml.notesSlide+xml"/>
  <Override PartName="/ppt/ink/ink39.xml" ContentType="application/inkml+xml"/>
  <Override PartName="/ppt/notesSlides/notesSlide39.xml" ContentType="application/vnd.openxmlformats-officedocument.presentationml.notesSlide+xml"/>
  <Override PartName="/ppt/ink/ink40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ink/ink41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42.xml" ContentType="application/inkml+xml"/>
  <Override PartName="/ppt/notesSlides/notesSlide45.xml" ContentType="application/vnd.openxmlformats-officedocument.presentationml.notesSlide+xml"/>
  <Override PartName="/ppt/ink/ink43.xml" ContentType="application/inkml+xml"/>
  <Override PartName="/ppt/notesSlides/notesSlide46.xml" ContentType="application/vnd.openxmlformats-officedocument.presentationml.notesSlide+xml"/>
  <Override PartName="/ppt/ink/ink44.xml" ContentType="application/inkml+xml"/>
  <Override PartName="/ppt/notesSlides/notesSlide47.xml" ContentType="application/vnd.openxmlformats-officedocument.presentationml.notesSlide+xml"/>
  <Override PartName="/ppt/ink/ink45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46.xml" ContentType="application/inkml+xml"/>
  <Override PartName="/ppt/notesSlides/notesSlide50.xml" ContentType="application/vnd.openxmlformats-officedocument.presentationml.notesSlide+xml"/>
  <Override PartName="/ppt/ink/ink47.xml" ContentType="application/inkml+xml"/>
  <Override PartName="/ppt/notesSlides/notesSlide51.xml" ContentType="application/vnd.openxmlformats-officedocument.presentationml.notesSlide+xml"/>
  <Override PartName="/ppt/ink/ink48.xml" ContentType="application/inkml+xml"/>
  <Override PartName="/ppt/notesSlides/notesSlide52.xml" ContentType="application/vnd.openxmlformats-officedocument.presentationml.notesSlide+xml"/>
  <Override PartName="/ppt/ink/ink49.xml" ContentType="application/inkml+xml"/>
  <Override PartName="/ppt/notesSlides/notesSlide53.xml" ContentType="application/vnd.openxmlformats-officedocument.presentationml.notesSlide+xml"/>
  <Override PartName="/ppt/ink/ink50.xml" ContentType="application/inkml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ink/ink51.xml" ContentType="application/inkml+xml"/>
  <Override PartName="/ppt/notesSlides/notesSlide57.xml" ContentType="application/vnd.openxmlformats-officedocument.presentationml.notesSlide+xml"/>
  <Override PartName="/ppt/ink/ink52.xml" ContentType="application/inkml+xml"/>
  <Override PartName="/ppt/notesSlides/notesSlide58.xml" ContentType="application/vnd.openxmlformats-officedocument.presentationml.notesSlide+xml"/>
  <Override PartName="/ppt/ink/ink53.xml" ContentType="application/inkml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324" r:id="rId31"/>
    <p:sldId id="282" r:id="rId32"/>
    <p:sldId id="283" r:id="rId33"/>
    <p:sldId id="284" r:id="rId34"/>
    <p:sldId id="285" r:id="rId35"/>
    <p:sldId id="286" r:id="rId36"/>
    <p:sldId id="287" r:id="rId37"/>
    <p:sldId id="323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5765800" cy="3244850"/>
  <p:notesSz cx="5765800" cy="3244850"/>
  <p:embeddedFontLst>
    <p:embeddedFont>
      <p:font typeface="Lucida Sans" panose="020B0602030504020204" pitchFamily="34" charset="0"/>
      <p:regular r:id="rId75"/>
      <p:bold r:id="rId76"/>
      <p:italic r:id="rId77"/>
      <p:boldItalic r:id="rId78"/>
    </p:embeddedFont>
    <p:embeddedFont>
      <p:font typeface="Cambria" panose="02040503050406030204" pitchFamily="18" charset="0"/>
      <p:regular r:id="rId79"/>
      <p:bold r:id="rId80"/>
      <p:italic r:id="rId81"/>
      <p:boldItalic r:id="rId82"/>
    </p:embeddedFont>
    <p:embeddedFont>
      <p:font typeface="Calibri" panose="020F0502020204030204" pitchFamily="34" charset="0"/>
      <p:regular r:id="rId83"/>
      <p:bold r:id="rId84"/>
      <p:italic r:id="rId85"/>
      <p:boldItalic r:id="rId86"/>
    </p:embeddedFont>
    <p:embeddedFont>
      <p:font typeface="Tahoma" panose="020B0604030504040204" pitchFamily="34" charset="0"/>
      <p:regular r:id="rId87"/>
      <p:bold r:id="rId88"/>
    </p:embeddedFont>
    <p:embeddedFont>
      <p:font typeface="Quattrocento Sans" panose="020B0604020202020204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CDN2bvx9UKdUVco0lvKLMqNW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3A80E9-8C9B-4F1C-9C85-0C3D0799B159}">
  <a:tblStyle styleId="{2B3A80E9-8C9B-4F1C-9C85-0C3D0799B1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624" autoAdjust="0"/>
    <p:restoredTop sz="94677"/>
  </p:normalViewPr>
  <p:slideViewPr>
    <p:cSldViewPr snapToGrid="0">
      <p:cViewPr>
        <p:scale>
          <a:sx n="110" d="100"/>
          <a:sy n="110" d="100"/>
        </p:scale>
        <p:origin x="96" y="30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0.fntdata"/><Relationship Id="rId89" Type="http://schemas.openxmlformats.org/officeDocument/2006/relationships/font" Target="fonts/font1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1.xml"/><Relationship Id="rId90" Type="http://schemas.openxmlformats.org/officeDocument/2006/relationships/font" Target="fonts/font16.fntdata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font" Target="fonts/font17.fntdata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2.fntdata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18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3.fntdata"/><Relationship Id="rId61" Type="http://schemas.openxmlformats.org/officeDocument/2006/relationships/slide" Target="slides/slide57.xml"/><Relationship Id="rId82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3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05:29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9209 1647 9691,'-4'-9'1260,"3"0"-1080,-6 5 0,6 0 89,-1 2-89,1 0 90,0-1-90,0 1 90,1 0-90,0 0 90,0 1-1,-1-1 1,1 1 0,0-1-90,0 1 90,0-1 0,0 1-90,0-1 89,0 1 1,0-1 270,0-1-360,0 1 360,-4-3-450,3 4 179,-3-3-89,2 3-360,-1 0 180,-1 1 0,1 6 0,-2 5 90,2 3-90,-2 1 0,0 1 0,1 1 0,0-1 0,0 0 0,0 0 0,1 6 0,2-2 90,0-5-90,0 1 0,2 0 0,5-3 0,0 13 90,9-16-90,-3 1 0,1-1 45,6-6 0,0-1-45,-3 2 0,0-1 0,9-4 0,-2-3 0,-3-5 0,3-3 0,1-1-376,-3-6 316,-6 4 0,2-2 0,-3 1 60,5-10-30,-7 4 0,0-3 0,-2 3 30,-3 5 0,-3-1-30,2-7 0,-1-3 0,-2 3-1482,-5 8 1,0 0 1511,3-9 0,-2 1-1193,-11 4 0,-2 3 1103,2-4-290,-8 3 0,-2 3 380,3 7-582,-3 6 0,0 4 43,3 5-586,-2 9 1,1 3-45,4 3 76,7-2 1,-1 4 0,2-3 828,3-5 1,2 0-1,-2 10 1,2 0 0,2 1-1</inkml:trace>
  <inkml:trace contextRef="#ctx0" brushRef="#br0" timeOffset="737">9282 2278 12390,'0'-20'2518,"0"9"-2068,0-3-360,0 11-90,-4 7 90,-9 23-1729,4-6 1,-1 1 1625,1-2 1,1 1 12,-1 5 0,2-2 0,5-7 45,2 0 0,2 0-45,-1-3 0,10 0 0,3 0-90,-4-6 45,10 1 0,4-4 0,-4-7 0,1-1-836,0 3 1,-1-1 880,2-6 0,-1-2 45,1-1 0,-3-2-90,-6 2 0,-2-2 75,3-5 0,1-2 0,-4 1 150,-1-11 60,-7 6 0,-1-4 0,-1 4-150,-1 6 0,-1 0 0,-7-4 0,-3-3 0,0 4-90,-2-3-45,-13 6 0,-3 4 45,6 14 389,-1 2 0,1 4-928,4 11-554,7 0 1,-1 5 0,2-3-547,3-4 1,2 1 1446,-2 9 0,0 6 0,2-5 0,4-10 1,2-1-1,-1 10 0,0 0 0</inkml:trace>
  <inkml:trace contextRef="#ctx0" brushRef="#br0" timeOffset="1354">9279 3001 12750,'0'-15'1529,"0"-7"-989,0 7 899,0-11-1169,0 15 269,0-6-539,-3 14 0,2 5 90,-12 14-90,7 1 0,-5 2 0,0 1 0,2 0 0,-1 5 0,1 0 0,4-3-90,1 2 0,1 0 0,3-4-90,7 1 1,2-1-1,-1-4 0,9-2 0,1-1 0,-1-5-1459,13-5 1,1-4 1343,-1-6 295,-5-2 0,3-3 0,-4 0-188,-8 2 1,-2-1 187,5-8 0,1-4 0,-5 2 90,-5 4 0,-3 1-316,4-11 0,-2-1 450,-6 6 1,-3 0-135,-2 6 0,-1-1 45,-6-12 0,-3 2-45,-8 4-90,-6 6 0,-1 4 0,-2 8 0,7 6 0,-1 5-225,0 5 0,2 4-45,7-3 1,1 1-811,-3 6 1,-2 3-1,4-3 1,5-4 0,3 0 1079,-2 8 0,2 2 0,1-2 0,2 8 0,2-7 0,0 0 0</inkml:trace>
  <inkml:trace contextRef="#ctx0" brushRef="#br0" timeOffset="4034">9511 1564 8522,'0'8'0</inkml:trace>
  <inkml:trace contextRef="#ctx0" brushRef="#br0" timeOffset="5103">10767 1576 10501,'-3'-9'1169,"-2"-2"-719,5 6 629,-5-6-809,4 6 1080,-4-6-1081,2 6 271,-2-3-450,3 6 0,-3-2-90,4 3 0,-1 1-90,1 0 90,0 7 0,1 4 0,-4 2 0,4 6 0,-4-11 90,4 10-90,0-9 0,0 2 0,0-7 1349,0-2-1349,0 16 0,0-7 45,0 7 0,0 1-45,0-3 0,2 2 0,1 1 0,2-4 0,1 9 90,11-2-90,-7-10 0,2 0-45,9 1 0,2-1 45,-7-2 0,1-3 0,8-1 0,-1-4 0,-5-8 0,9 4 0,-10-16 0,-6 9 0,-2-7 0,-2-4 0,-1 0-822,-1-8 0,-4-1 912,-7-1-45,5 7 0,-2-1 90,-7 5 0,-2 2-135,1-9 0,1 10 0,-3 0 0,-1 2 0,0 1 0,-4-2-497,-1 5 0,1 2 407,1 4-450,-1 8 1,-1 3-91,2 2-463,1 5 1,-1 5 0,2 1 775,2 7 0,2 0 1,1-6-1,-1 0 0,2-1 1,3 8-1,1 0 0</inkml:trace>
  <inkml:trace contextRef="#ctx0" brushRef="#br0" timeOffset="5835">10907 2257 14189,'-7'-12'1169,"6"1"270,-13 1-1259,9 5-270,-7-1 180,-6 22-1729,4 0 1,0 2 1196,2-3 0,0 3 472,1 3 0,-1 3 0,3-1-308,4-2 1,2-1 277,-4 5 0,3-1-468,10 0 0,4-3 468,0-2-90,12 0 0,3-1 90,-3-7-90,3-2 0,1-1-1429,-1-6 1519,-9-5 0,2-1 0,7-6 0,-1-3 618,-9 4 1,1-3-649,5-6 0,2-3 0,-4 2 30,-7 4 0,-2-2 90,2-9 0,-2-4 0,-2 3 0,-3 7 0,-4 1 30,-5-8 0,-4-4 0,0 6-75,2 8 0,-3 3-45,-8-3 0,-5 0 0,2 4-45,5 6 0,0 4-375,-8 1 0,-4 3 1,3 1-76,7 2 0,1 2-225,-10 3 1,1 3-920,7 0 1,2 1-1294,-6 7 2932,8-6 0,1 0 0,2 5 0,2 0 0</inkml:trace>
  <inkml:trace contextRef="#ctx0" brushRef="#br0" timeOffset="7751">8237 4440 10411,'2'-12'900,"0"2"-451,-1 4-89,0 1 90,-1 0-180,1 1 89,-1 1 361,0-2-450,0 2 90,-5-1-270,0 3-90,-11 0 90,5 7-90,-15 9 90,12 1-46,-3 2 1,0 2 45,2 1-90,1 5 0,2 1 0,6-3 30,4-4 0,1 4 0,2-4-30,11 6 0,-4-8 0,2 3 0,3-3-985,5-7 1,2-3 0,0 0 939,2 5 0,1-2-15,4-7 0,3-2 0,-4-3 60,-9-2 0,0-3 0,7-4 0,3-4 0,-4 0 0,-7 3 0,-2-3 0,0-3 0,1-5 0,-2-1 0,-4 0-745,-7-3 1,-4-1-1,0 0 775,5 1 0,0 0 0,-4-1 37,-6 5 1,-5-2-1,0 3 1,0 3-90,1 5 0,-1 2-8,-7-2 0,-3 1 0,1 3 30,-9 2-270,7 10 0,-3 4 1,2 0-263,7 0 0,1 2-288,0 4 1,-3 5 0,0 0 0,4-1-516,2 1 0,1 0 1335,-1 2 0,0 2 0,3-2 0,4 0 0,3-1 0,-1 2 0,0-1 0</inkml:trace>
  <inkml:trace contextRef="#ctx0" brushRef="#br0" timeOffset="8401">8210 5413 12750,'0'-15'899,"-5"-8"-269,-2 6-540,-4 1 0,1 16-90,0 27 0,5-6 0,0 6 0,0 1 0,3-3 45,-1 3 0,2 0-45,0-4 0,8 2 0,2-1 0,1-5-135,9 0 0,1-2-2371,-1-5 2461,-4-3 0,2-2-1138,1-5 0,0-1 1183,6 1 0,3-10 0,0-4-166,-5-2 136,-8-3 0,2-5 0,-4 2 30,-5 4 0,-1-1-514,1-10 0,-1-5 0,-3 3 559,-4 7 0,-3 0 22,0-1 0,-1-3 1,-1 0-1,0 4-22,-4 2 0,0 1 256,-4-9 0,-2 3-301,3 12 0,-1 4 0,-7-1 2155,-6 1-2200,9 18 0,0 7-1048,3 3 1,1 3 0,0 1 82,1-5 0,1 1 0,0 1 1010,2 3 0,1 3 0,0 0 0,3-4 0,3 0 0,1-1 0,-1 8 0,1-1 0</inkml:trace>
  <inkml:trace contextRef="#ctx0" brushRef="#br0" timeOffset="8970">8352 6073 14009,'-9'-15'1259,"-3"2"-809,-5 8 270,-11 12-630,12 2-1,-3 9 1,2 2-814,1 3 754,6-4 0,-1 3 0,1-2-1669,4-4 1,1-1 1441,-3 9 0,1 1 197,2-1 0,2 0-565,4 5 1,1-1 474,-4-2 1,2-1-501,10 5 0,4-4 410,-5-11 0,10-4 1,2-2-1,-2-5 90,7-12 0,0-4 0,1-3 60,-7-1 0,2-5 0,-1-3-267,-7 2 1,-2-2-1,-1-1 1,0 2 326,3-1 0,0 2 0,-3-2 105,-2-5 0,-2-5 0,-3 2 0,-3 6 521,-3 8 0,-3 1-536,-5-3 0,-3-1 0,-1 4-120,-10 2 30,4 10 0,-4 2 0,2 1-75,5 0 0,1 4-75,-10 7 0,-2 6 0,3 0-870,8 2 1,3 0 210,-8 7 0,4 0-76,9-5 0,8-2 809,13-2 0,5-3 0,3 3 1,3-5-1,0 0 0</inkml:trace>
  <inkml:trace contextRef="#ctx0" brushRef="#br0" timeOffset="9552">10135 5352 12930,'-9'-21'1394,"0"-1"0,-1-2-1169,-5 7 0,-1 5-225,4 8 90,-14-1 0,14 14-90,-4 0 0,0 1 0,1 10 0,-4 2 0,0 0-3277,3 2 2409,4-6 0,0 1 868,4-4 0,1 0 102,-3 8-102,-1 6 0,9-12 0,0-1 0,0 5-45,7 0 0,3-1 45,2-5-90,7-2 0,4-3 0,-1-5 90,8-8 0,1-4 0,-1-4 0,-7-3 0,2-4 0,-3 1 0,-7 2 0,-2 0 0,7-9 0,-2-4 30,-10 4 0,-4-1 0,-1 2 15,0 0 0,-2-1 22,-3 1 1,-1-5-1,-1 1 1,-1 5-68,-2 2 0,-4 2 0,-5-3 0,-4-2 0,1 6 0,5 8 0,-1 2-270,-7 0 0,-4 1 0,5 3-450,-8 6-373,10 2 1,-2 2 0,4 0 436,0 8 1,4-3-1,3 0 1,6-2 0</inkml:trace>
  <inkml:trace contextRef="#ctx0" brushRef="#br0" timeOffset="10385">8565 4406 9871,'-9'-4'1529,"-1"0"-1259,6 2 90,-2 0-270,3 1 1709,-1 1-1529,3 5 0,6-4 449,0 15-449,8-10 0,-2 5 0,-1 1-90,7 0 45,5 4 0,1 1-559,-10-8 0,1 0 356,3 2 1,5 3 0,-1-1-1,-1-1-654,1 1 1,2 1 649,-3-2 0,4 3 0,1 1 0,-1-1 0,-3-1-458,-2-3 1,-2 0 0,3 1 457,3 3 0,5 3 0,0 1 0,0-1 0,-4-3-780,-4-1 0,-1-2 0,0 0 762,3 3 0,1 0 0,0 0 0,1 0 22,0 0 1,0 0-1,0-1 1,-2 0-173,-1-2 1,-2 0-1,3 0 150,2 3 0,5 1 0,1 1 0,-2 0 0,-4-4 30,-4-1 0,-3-3 0,2 2-30,2 2 0,4 1 0,0 0 0,-2 0 0,-3-2 0,1 1 0,-1 0 0,5 3 0,2 3 0,-4-3 0,2 2 0,-7-4 0,-2-1 344,-1 0-434,-6-5 52,3 4-592,-9-9 2392,1 1-5039,-3-3 2781,-1-8 0,0 5 0,0-6 0</inkml:trace>
  <inkml:trace contextRef="#ctx0" brushRef="#br0" timeOffset="10854">8446 5518 11760,'-11'-13'2069,"2"4"-1529,2 2-450,4 6 180,0-5 269,3 5-179,5-1 360,11-4-540,0 3 44,7-3 1,2-1-135,4 0-1101,-2 1 1,4-1-1,-2 0 1011,-6 2 0,1-1 18,-2 2 0,3-2 0,2 1 0,0 0 0,-4 0-403,7-2 1,1 1 398,-7 1 1,5 0 0,2-1 0,1 0 0,-3 1 0,-3 1-304,-1-1 0,-2 1 0,3 0 289,-1-1 0,5 0 0,1 0 0,2 0 0,-1 0 0,-3 0-346,0 1 1,-1-1 0,0 1 0,-1 1 0,0-1 345,3-1 0,0 1 0,-1 0 0,1-1-18,-1 1 0,2-1 0,0 1 0,-3 0 0,-5 1 800,-2-1 0,-3 1-1277,14-2 1,-5 1-226,-13 0-1598,0 0 879,-21 3 693,0 1-2222,-18 0 2968,7 7 0,-10-6 0,4 6 0</inkml:trace>
  <inkml:trace contextRef="#ctx0" brushRef="#br0" timeOffset="11486">8520 6234 13649,'-7'-6'1709,"1"-2"-1439,13 5 540,9-8-541,2 3 1,2-3 0,1 0-90,3-1-1273,-3 0 1,3-1 0,-2 1 763,-4 2 1,0-1 350,4-2 1,4-3 0,1 0-1,-4 1-737,2-1 1,-1 0 714,-6 4 0,2-1 0,1 0 0,0-1 22,1 0 1,0 0-1,0 0 1,-2 0-263,-1 2 0,-1 2 0,2-3 240,4 0 0,4-2 0,1-1 0,-1 2 0,-4 2 0,-3 2 0,-3 2 0,3-1 0,4-1 0,3-2 0,2 1 0,-1 0 0,-5 2 0,5-2 0,-1 1 17,-5 2 1,3-1 0,0 0 0,0 0 0,-5 1-18,4 0 0,-1-1 0,-2 1 0,4-2 0,0 0 0,-5 1 45,-2 2 0,-1 0 15,4-3 0,3-1 0,-5 1-60,4-2 45,-2 0 0,-1 1-454,-6 3 409,6-2 1489,-6 4-1489,-7 3 2459,6-2-2459,-11 4-242,2 0-1378,-9 5-1302,-5 1 1033,0 4 180,-3-5 1809,5 2 1,1-6 0,-1 3 0</inkml:trace>
  <inkml:trace contextRef="#ctx0" brushRef="#br0" timeOffset="12503">10198 5423 12120,'-17'0'1079,"3"0"-539,5 0-180,1 0-90,2 0-90,1 0 1529,1 0-1349,20 0-271,6 0 46,0 1 0,4-2-1206,3-2 1,4-2-1,-3 2 1116,0 1 0,1 1-45,-7-3 0,4-1 0,1 0 0,-1 0 0,-5 1-396,4 1 1,-1 1 395,3-2 0,4-1 0,0-1 0,-4 2 0,-2 1 0,0-1 0,0 1 0,4-1 0,0 0 0,-5 1 0,-3 0 0,1 0 22,-2 0 1,4 0-1,0-1 1,-5 2-23,-2-1 0,-1 1-30,5-1 0,3 0 0,-4 0 30,3-1-675,-1 0 0,-3-1-44,-10 1-2070,5-6 1260,-15 6 1529,-7-7 0,4 6 0,-5-4 0</inkml:trace>
  <inkml:trace contextRef="#ctx0" brushRef="#br0" timeOffset="12867">11056 5163 13649,'-17'-5'1439,"-1"-1"-989,9 3 719,-6 0-809,11 8 180,10 11-450,2-1 0,6 1 0,2-1 0,0-3-45,4 2 0,1 0-45,0-3 90,3-1 0,1 0 0,-2-4 179,3 0 1,0-2 0,-4-1 90,2-1 0,0-1-270,-9-1 90,13 1-91,-22-1 181,1 0-180,-5 5-90,-8-4-45,-3 12 0,-2 4-314,-11-1-461,7-2 1,-3 4 0,-1 0 0,2-2-820,-4 1 1,-1 0 982,0 0 1,-4 2-1,-1 2 1,0-1 0,3-3-438,1-1 1,2-2 0,-2 1 818,2 0 1,-2 0 0,0 1 0,0 0 0,2-2 0,-2 2 0,2-2 0,0 1 0,-1 0 0,-1 1 0,1 0 0</inkml:trace>
  <inkml:trace contextRef="#ctx0" brushRef="#br0" timeOffset="14267">7764 4091 14009,'0'-9'989,"0"1"-539,-6 3-90,5 1-90,-5 1 0,0 1-360,2 1 90,-6 9 0,3-6 0,0 15 0,1-8-180,-7 18-270,4-9 0,0 0-792,2-3 1,-1 1 1016,0 2 0,-1 0-405,2 0 1,1-2-798,-3 6 1022,3-6 1,0-1-2232,-1 5 1287,3-7 1327,-3 4 0,3-9 1,0 0-1</inkml:trace>
  <inkml:trace contextRef="#ctx0" brushRef="#br0" timeOffset="14453">7506 4126 12930,'-8'-11'269,"2"2"-269,1 5 0,4 10-89,17 19-91,-7-6 45,1-4 0,2 1-855,-2-2 1,-1-1-90,4 4 1079,3 2 0,1 0 0,-2-3 0,-3-5 0,0 1 0</inkml:trace>
  <inkml:trace contextRef="#ctx0" brushRef="#br0" timeOffset="14867">7828 4265 13379,'3'-7'1529,"0"-1"-1529,-7 25 0,0-1 0,0 15-269,1-3 179,3-13-270,5 5 180,0-13-90,12 2 270,-6-6-90,19-9 360,-11-16-90,3 4 135,-14-1 0,-5 0-136,-10 5-179,-2-13-89,-8 18-901,-6-2 91,6 17-740,0 3 1,2 3 1268,0 8 0,3-5 0,1-1 0,-1 5 0</inkml:trace>
  <inkml:trace contextRef="#ctx0" brushRef="#br0" timeOffset="15305">7672 5250 15088,'-11'-11'810,"-16"-2"-630,8 16-180,-6-6-45,9 18 0,3 4-135,2-4-1459,0 8 1,0 1 559,1-4-329,-1 4 1,0 1-232,4-8 1,-1 1 1429,0 2 1,-1 0 0,0 4 0,5-13 0</inkml:trace>
  <inkml:trace contextRef="#ctx0" brushRef="#br0" timeOffset="15502">7435 5328 14369,'-14'-20'270,"2"6"-180,4 5 179,1 7-179,6 10-90,12 9 0,-4 2-270,9-1 1,0 0-271,-1-1-675,2 2 1,1 0-135,-2-4 1349,1 1 0,1-1 0,-4-3 0,9 5 0</inkml:trace>
  <inkml:trace contextRef="#ctx0" brushRef="#br0" timeOffset="15684">7785 5321 14639,'1'-8'899,"-1"1"-899,-5 21 0,4-4-720,-1 12 1,0 1-540,2 0-380,2 6 1,1 0 982,4-3 1,-4-6-1,1-1 1,1 1 0</inkml:trace>
  <inkml:trace contextRef="#ctx0" brushRef="#br0" timeOffset="16101">7565 6278 14459,'-6'-17'1799,"-1"4"-1799,-4 4 0,1 12 0,1 6-90,-5 16 0,5-5-360,-1 2 0,1 0-89,1-1-451,0 3 1,0 0-1,3-3 990,0 5 0,1-1 0,2-6 0,0-3 0,0 1 0</inkml:trace>
  <inkml:trace contextRef="#ctx0" brushRef="#br0" timeOffset="16285">7399 6343 14998,'-7'-10'720,"-6"-5"-270,3 6-360,0 18-180,6-2-225,10 12 0,4 1-225,-1-3-764,9 3 0,3 0-498,-1-3 1802,5 1 0,1 0 0,-2-2 0,-5-4 0,0 0 0</inkml:trace>
  <inkml:trace contextRef="#ctx0" brushRef="#br0" timeOffset="16634">7683 6522 14549,'-6'-9'899,"-3"0"-719,4 4-180,0 0 0,1 3 0,13 1 0,10 0 0,1 7 90,-2-4 0,0 2 90,-3 10 539,8 5-449,-18-4 540,-7 15-630,-8-15 179,-1 2 1,-3 0-180,-4-2 270,-2 3 0,0 1-1,-3 0-404,11-7 0,0-1 225,0 3-180,17-10-90,11 1 0,2-4-1639,8-3 1,0-4 1086,-11 1 0,0-1-438,9-2 1,4-1-1,-4-1-649,-6 1 1,0 0-1,9-3 1,0 0-1,-7 2 1,-1-1 1260,-5 3 1,0-1-1,5-2 1,-1 0-1,7-7 1</inkml:trace>
  <inkml:trace contextRef="#ctx0" brushRef="#br0" timeOffset="18384">9951 5177 13469,'0'-7'1080,"0"1"-721,0 4 271,0 1 0,-5 1-450,1 0 179,-5 0-179,1 5 0,2-4-90,-2 11 90,2-6 0,-2 8-735,1 0 734,-2 2-89,1 3 0,-1 1 45,2 1 0,1 1-45,-2 5 0,3-6 0,0 2 0,1-2-90,0 6 0,1 3 0,1 0 0,2-7 45,2 5 0,1 0-45,4-8 0,1 2 0,4 0 45,3-12 0,1-2-45,9 9 0,1-9 0,1-6 0,-7-9 0,0-4 0,-1 2 0,0-2 0,-1 0-197,2-4 1,-3-4 196,-5 0 0,0-2 0,-3 1 0,1-8 0,-5 5 0,0-4 0,-1 2-45,-2 7 0,-1 0 45,-1-8 0,-1-5 0,-1 5 45,2 7 0,-1 2-15,-5-6 0,-2-2 0,0 4 60,0-3 45,-7 4 0,-1 1-45,2 7-90,-8-1 90,-3 7-90,8 4 0,-3 0 0,0 2 90,1 9 0,-1-3 0,-1 2-90,4 9 45,-2 1 0,2 1 335,2 2-350,6-3 0,0 3 0,1-1-30,-2 9 30,5-7 0,0 3 0,2-3-2794,-1 9 2764,2-8 0,1 1 0,0-2 0,2-1 0,7 6 0,-3 0 0,2 0 334,8-5-334,-1-1 0,0 0 0,1-6 0,3-2 0,0-1 90,-1-4-45,4-3 0,-1-1-45,-1-3 0,2-6 0,0-3 0,-3 0 0,-4-1 0,-1-2 0,0-5 0,-1 1-132,2-8 132,-4 4 0,1-5 0,-3 3 1121,-3 4 0,-2 0-1121,2-10 0,-1-5 0,-2 4 0,0 7 0,-2 1 30,-4-9 0,-1-4 0,-1 5 59,2 9 1,-1 2 30,-6-6 0,-3-1 0,1 4-30,-6-2-45,-6 4 0,-1 2-45,1 8 0,6 2 0,-1 3 0,1 4 0,-1 4-90,-2 7 0,-1 3-90,2-5 0,1 3-480,4 5 1,0 4 0,5-1 209,4-6 0,2 0-643,0 9 1,0 2 0,2-2-373,1-8 1,2 0 1464,4 6 0,2 1 0,1-3 0,4 4 0,2-7 0,0 0 0</inkml:trace>
  <inkml:trace contextRef="#ctx0" brushRef="#br0" timeOffset="19968">9800 4788 14369,'-2'7'2428,"1"-1"-1168,-2-6-1170,11-13-90,0 7 0,6-12 0,3 9 0,-6 1 90,5-2-90,4 0 0,-8 3 0,11-5 0,-14 8 0,5-2 0,-10 5 0,1 0 0,-4 8 0,-7 10 0,0-1 0,-2 7 0,-8 0 89,10-9 1,0 1-90,-10 11 90,7-9 0,1-3-90,2-4 180,-4 9-180,7-13 90,-2 5-90,4-9 270,-1 2-90,7-3-90,18-5-90,-6-3 0,6 2 0,0 0 0,-3-6 0,5 5 0,0 1 0,-2-3 45,1 3 0,-1 0-45,-6 1 0,7-2 0,-14 4 0,-5 1 90,0 0-3367,-4 0 0,-11 1 2457,4 0 1,-10 0 0,7 0 0</inkml:trace>
  <inkml:trace contextRef="#ctx0" brushRef="#br0" timeOffset="21305">10472 5090 12930,'-5'-8'809,"-1"1"-629,6 5-90,-2 1 630,0 0-361,2 8-89,3 1-180,-2 9-90,8-4 90,-7 1 90,11 3-180,-8-5 90,7 5-90,1-1 0,-5-6 0,11 10 0,-11-13 90,12 2-90,-9-7 0,15-8 90,-14-3-90,0-3 0,0-1-90,-3-5 180,1 0 0,-2-1 0,-2 1 404,1-3 1,0 1-315,-3 4-90,5-9 0,-7 21 180,0 0-90,-1 10 90,3 13-180,-2-1-1,0 8 1,1 1-587,-2 3 497,-1-8 0,-1 6 0,0 2 0,0-2-807,-1-2 0,-1-1 0,0 1 1,1 0 806,0 0 0,0-1 0,1 1 0,-2 0 22,0 3 1,-1 0-1,0-1 1,0-2-755,1 5 1,-1-3 776,0-1 0,-1-1 90,0 2 0,1-3 45,1-12 180,-2 7-270,3-17 154,1-1-334,-4-8 90,-11-10 0,3 2 0,-1-4 0,1 1 0,3 0-90,1-4 0,2-1-90,3 0-450,0-6 1,3 0 2002,8-1-2453,-2 5 1,1-3 0,0 2 1246,3 6 0,1 0-987,-1-2 1,1-4 0,0 0 0,-2 3 409,1 1 0,0 0 1,0 0-1,1-2 1,-2 3-1,-1 4 0,-1 0 1</inkml:trace>
  <inkml:trace contextRef="#ctx0" brushRef="#br0" timeOffset="21752">10559 4747 13379,'3'-15'1979,"0"0"-1979,1 8 0,-1 0 0,-8 20 0,-1 3 0,-3 10 0,1-6-409,2-5 409,1-5 0,-1 6 0,3-6 11,-2 8-11,4-13 0,1 3 0,0-7 0,0-7 0,4 4 90,2-24 0,0 15 449,-2-5 1,1-1-180,4-13-360,-2 12 488,6-3-398,-10 27-90,2-5 0,0 22 0,0-12-1529,5 14 0,1 2-1080,1-3 2211,0-6 0,3 3 0,-1-3 1,7 2-1,-3-6 0,-1 1 1</inkml:trace>
  <inkml:trace contextRef="#ctx0" brushRef="#br0" timeOffset="24750">7124 4450 12480,'0'-15'1169,"0"2"-809,0 5 0,-6 2-90,5 0-180,-5 2-90,1 1 0,4 22 0,-3-9-315,3 13 0,2 1-135,-1-1-495,0 6 1,0 0-187,0-1-508,2 3 1,-1 0-998,0-6 2636,0-6 0,1-1 0,1-3 0,0-2 0</inkml:trace>
  <inkml:trace contextRef="#ctx0" brushRef="#br0" timeOffset="25187">7063 4342 12300,'-14'-16'1439,"2"4"-989,-11 5-360,11 4 360,-17 15-271,17-2 1,-1 10 0,1 4-726,1 1 606,3 1 0,-1 6 0,2 1-1153,4-3 1,1 0 0,0 0 955,0 0 1,1-1 0,1 1 136,2-3 0,2 1 0,1-1 0,0-5 324,3-5 0,2-1-294,2 4 0,2 3 0,-1-4-30,8 2 30,-5-8 0,4 1 0,-3-4-30,10 1 0,-4-7 0,5-2 0,-2-3-45,2-9 0,-1-3-660,-6 5 0,1 1 0,-2-3 660,4-7 0,-4-4 0,-6-2 0,-2 0-616,-3 4 0,-1-2 661,3-5 0,-2-3-30,-4 1 0,-2-2 0,-1 2 30,2 1 0,-3-1-181,-1-1 1,-3-4 0,0 0 0,0 5 225,-1 2 0,-2 1 45,-2 2 0,-2-4 0,-1 2 0,0 3-90,0 4 0,-1 2 98,-8-3 0,-4-1 0,1 4-98,7 8 0,-2 3-90,-7 4 0,-5 2 0,-1 2 0,4 1-135,2 2 0,-1 3-431,2 2 1,-4 2-1,-1 1 1,1 1 0,6-1-190,-4 3 1,2 4 844,5-3 0,-2 5 0,-1 1 0,2 0 0,3-3 0,3-1 0,3-2 0,0 1 0,-2 5 0,0 0 0,0-1 0,0 1 0</inkml:trace>
  <inkml:trace contextRef="#ctx0" brushRef="#br0" timeOffset="37401">9377 4510 12750,'2'10'989,"0"-2"-629,-2-3-270,0-1 360,5 8-270,-4-5 629,12 8-539,-11-8 719,16 2-719,-13-7 270,15 1-360,-13-9 90,13-1-180,-9-9-1,2 5 1,0-1 0,0-7-45,3 0 0,1 0-252,-3-1 252,3-5 0,0-1-45,-2 1 30,-5 4 0,2-4 0,-1 0-30,-2-5 0,0 1-1093,-2 7 1,0-1 0,0 1 1024,0-7 0,-1 0 98,-2 6 0,0 0 0,0 2-293,0-1 1,0-1 239,-1 0 1,2-4-1,0 0 1,-1 4 67,-1 2 0,1 0-45,0-7 0,1-4 0,-1 6 0,-1 9 0,0 1 90,1-14 0,1 1-90,-2 8 45,-1 1 0,1 1 45,0 2-90,0-4 0,-2 12 127,1 5-127,-2 3 3127,0 0-3127,0-4 801,-5-1-711,4-2-90,-7 0 0,8 3 90,-5-1-90,5 3 90,-3-1-90,3 2 90,-1 0-90,0 1 0,0-1 0,0 2 0,0-1 0,-1 1 0</inkml:trace>
  <inkml:trace contextRef="#ctx0" brushRef="#br0" timeOffset="40483">9755 6089 14189,'0'-10'270,"0"1"-90,0 5 0,-5 1 89,3 1-269,-3 6 90,5 6-90,0 4 0,0 4-675,0-2 675,0 1 0,0 2 0,0 1-315,-2-1 0,0-1-45,1 6-405,2 1 1,0 0 134,0-6-899,4 1 0,1-2 270,-2-4 1230,2 6 1,0-15 0,-4 1 0</inkml:trace>
  <inkml:trace contextRef="#ctx0" brushRef="#br0" timeOffset="40884">9675 6062 13739,'-14'-9'360,"0"0"449,-4 4-629,6 2 90,-12 15-270,14-1 45,-2 9 0,2 2-45,1 3 0,2-3 0,1 6 0,1-1-1093,2-3 1,2-1 0,0 0 297,0 0 1,1 0 0,2 1 734,2 3 0,1 0 0,2-4 1313,11 2-1343,1 0 0,0-1 0,1-6 45,5-3 1,0-3 44,0-6 0,3-8 0,1-4 0,-4-4 0,-6-5 0,2-6 0,-4 1 230,-7 7 1,-1-3-171,1-11 0,1-5 0,-4 3 30,-3 9 0,-4 0 90,-2-2 0,-2-4 0,-1 1 0,0 3-90,1 1 0,-2 1 0,-7-6 0,-4-2 0,1 5-90,5 10 0,-1 2 0,-7-1 0,-3 0 0,2 5 0,-9 8-240,7 4 0,-2 3 0,3 1-75,6 1 0,2 2-180,-8 5 1,1 3-1145,6 5 1,4 1-1,4-9 1,1 0 1341,-3 11 1,4-2 0,12 3 0,4-1 0</inkml:trace>
  <inkml:trace contextRef="#ctx0" brushRef="#br0" timeOffset="41554">10302 6195 14099,'0'-16'2249,"0"3"-1080,-13-2-719,-15 10-360,1 5-90,1 5 0,1 3 0,4 7 0,2-1 0,1 0-90,7 0-135,3 2 0,3 1-45,9-2-135,2 3 1,2-1 224,6-1-180,2 1 0,1 0 180,-2-3-1459,3 2 1,-1-1 1163,-6-6 560,6 8-85,-14-14 90,-10-1 90,-2-1-90,-7-6-90,2 4 3119,6-13-3749,12 0 360,5-2-1369,12-3 1,2 1 542,0 1 1066,-4 2 0,2-3 0,-3 2-48,4-6 318,-8 6 0,1-3 0,-3 2 210,2-5 224,-3 0 1,-2 0-225,-4 8 539,-1-12-809,-3 19-90,-1-3 360,-5 8-270,-1 9-180,-4 4 45,2 5 0,1 2-45,-2 8-45,2 1 0,1 0 3042,2 0-3627,2 3 1,0 1-1,2-4-674,3 1 0,0 0 134,-2-5-469,7 1 1,0-2 1265,-5-6 1,12 8-1,-9-15 1</inkml:trace>
  <inkml:trace contextRef="#ctx0" brushRef="#br0" timeOffset="42367">10436 6372 13559,'-8'-10'1979,"-10"-5"-1889,12 6-90,-7-2-270,15 3 90,9 5-269,17-8 449,-6 6-90,-1-2 0,1-1 90,-3 2 269,1-2 1,-2-1 630,-4-3-540,3 0-90,-13 4 359,-9 4-269,-7 2-360,0-1 0,-9 16 0,12-10 0,-8 23 0,13-18 0,-2 7 0,4 0-90,9-3-360,5 16 270,4-18-270,1-1 1,1-1 89,1-3-90,6-1 1,1-2 359,-2-1 90,3-4 0,0-2 0,-5-5 0,0-2 0,-2-3 90,-5-4 539,0-3 1,0-2-1652,-8 9 1,-2 1 1111,3-3 0,-2 1 540,-1-2-450,-4 21-91,-7 5 91,0 20-180,-1-5 30,4-4 0,0 4 0,1 0-30,2 5 0,0-1-756,-1-6 0,-1 1 0,1-2 756,1 6 0,0-1 0,2 0 0,1-2 2188,-2 7-2188,1 0 0,0-1 0,-2-8 0,0-3 0,0-1 90,0-6-90,0 2 0,0-16 0,0-5 0,0-21 0,0 5 0,0 2 0,-1-5 0,2 3 0,1 7 0,1-1 0,0-10 0,-1-6 0,1 5-54,0 12 1,0 0 83,2-6 0,0-3 0,0 4-30,3-4 0,1 1 0,0 2 0,2 7 0,8-8 0,-10 18-14,11 0 14,-10 11 0,5-3 0,-2 20 0,-6-14 0,-1 8 0,-2 0 0,-1-4-90,-8 14 0,-4-16-270,-6 1 1,-2-1-91,-2-4-135,1-1 0,1 0-314,4-4-2378,-3 0 2246,11-9 1031,12-8 0,2-1 0,12-6 0</inkml:trace>
  <inkml:trace contextRef="#ctx0" brushRef="#br0" timeOffset="42634">11599 5782 14459,'-23'-13'2428,"9"4"-1798,-14 13-450,17 8-90,-1 6 0,1 1 0,2 11-1183,3-3 1,1 5 0,0-3-55,3-8 0,1 0 1124,-1 3 1,1 5 0,0 0-1,1-5 439,-1-4 0,2 0-896,-1 7 0,0 4 1,0-5 119,0-9 0,0-1-540,0 5 1,0 3 0,0-4-360,0 5-380,1 0 1,1-2 1265,-1-6 0,3 7 1,-4-15-1</inkml:trace>
  <inkml:trace contextRef="#ctx0" brushRef="#br0" timeOffset="43153">11392 6283 13469,'-14'-11'719,"1"0"1,-5-4-540,0-5-270,13 12 0,2-2-809,23 1 539,-7 4-90,13-1 1,1-1-262,0 2 591,-6 1 0,4-1 0,-4 0 120,9-1 180,0-2 0,0 0 89,-8 1 361,-2-2 0,-1 0-91,-6 1 811,6-8-991,-14 11 290,2-5-559,-6 7 89,1 0 721,-2 3-540,1 16-270,-1-8 90,0 8 0,0 1-91,0-2-44,2 1 0,0 0-45,0-2 0,6 14 0,-7-17 90,5 10-90,-5-15 90,3 2-90,-2-7 243,4-8-243,-1-2 0,4-4 0,1 0 0,0-5 0,5 1 0,0 0 0,-1 4 0,7-6 540,0 13-180,-9 3 359,10 7-359,-14-2-90,2 12 449,-2 2-539,-3 1-45,1-2 0,0 0-135,0-3-450,5-1 1,2 0-451,3-6-739,9 0 1,0-2-1111,3-11 1656,-8 3 1,2-3 0,-3 0 545,-6-1 1,-2-3 0,6-3 0,-2 0 0,-5-6 0</inkml:trace>
  <inkml:trace contextRef="#ctx0" brushRef="#br0" timeOffset="44251">9679 7049 16258,'-10'-11'2158,"4"-2"-1888,8 12-270,4 21 180,-5 0-180,-2-5 0,-3 1 180,-13 9-3363,2-12 3363,0 4-1747,-3 2 1567,8-8-26,-5 8 116,11-13 0,1 4-90,11-7 0,12 1 0,1-3-45,3-3 0,1-2 1454,1-3-1589,-6 2 0,3-2 0,-3 1 3136,7-7-3316,-7 3 0,2-1 1,-4 0 89,2-4-180,0-5 1,-3-1 269,-10 4 45,-2-6 0,-1-1 135,-3 2 135,-3-5 0,-3 0 135,-7 4 179,-3 0 1,-2 1-84,-7 6 38,-3 4 1,-2 2-2853,2 6 2583,5 1 0,-2 2 360,-2 9 0,1 2-361,8-5 1,0 2 135,-9 8 0,-2 4 0,3-2-180,7-4 0,1 2-45,-1 4 0,-3 4 0,0 1 0,3-3-45,2 1 0,0 2 0,4-3 0,-1 3 0,-1 2 0,1-1 0,3-4 0,-2 6 0,2 0 0,2-1 0,0 4 0,1-1 0,1-4-90,3-3 0,0-2 0,-1 10 0,4-2-315,9-8 0,2-4 136,2 5-704,4-10 1,4 0-1,-2-3 883,-4-4 0,1-2-60,11 0 0,5-2 1,-3-2 104,-6-3 0,0-3-378,3 0 1,5-1-1,1 0 1,-5-1 422,0-4 0,0-2-205,-5 4 1,4-3 0,1-1 0,-2 1 0,-4 1 204,-3 2 0,-2 0 0,0-3-15,3-2 1,1-5 0,1-1 0,-1 1 0,-4 3 14,2-6 0,-3 0 162,-2-1 0,1-5 0,-2 0 0,-2 5-73,-4 2 1,-2 1 0,2 1 0,-1-2 0,-5 2 225,-14-3 0,-4 3-270,8 9 0,-2 0 75,-12-2 0,-7 1 0,3 2-75,7 6 0,-1 3-90,-2 1 0,-4 0 0,-1 2 0,5 1-45,0 1 0,1 3-360,0 1 0,-3 2 1,0 1-1,4 0-45,3 0 0,1 2-598,-3 5 1,-2 4 0,4-1-466,9-7 0,2 2 1558,-4 12 0,3 0 0,6 0 0,2-10 0,1 0 0</inkml:trace>
  <inkml:trace contextRef="#ctx0" brushRef="#br0" timeOffset="46434">10310 7067 11940,'4'-9'1349,"-1"1"-809,-1 2-90,-2 1-90,1-1-91,-1 2-89,0-1-90,0 2-90,0 1 0,0 0 0,0 1 90,0 7-180,0 3-90,0 17-179,0-5-406,0 1 1,0 0 134,0 2-630,1 1 1,1 0 0,-1-4 1259,3 0 0,0-1 0,-1-7 0,4 7 0</inkml:trace>
  <inkml:trace contextRef="#ctx0" brushRef="#br0" timeOffset="46751">10298 7086 13110,'-17'-25'809,"4"7"-180,-1-1 1,-1 1-630,0 0-90,3-5 90,15 24-90,12 13 90,-1 2 0,-8 2 0,-1 0 0,2 3 0,-4 6 0,-3 2-349,-8-1 379,6-7 0,0 4 0,-2-4-30,-4-6 0,0-1 0,2 7 0,1 3 0,0-3 0,-4 1 44,3-1 1,4-2-134,10-8-721,9 2 270,3-10-584,2-4 0,2-1 134,2-9-103,-6 4 1,5-2 0,-4 0-547,-5 0 1,-1-1 1613,10-3 1,-1 1 0,0-3 0,0-1 0</inkml:trace>
  <inkml:trace contextRef="#ctx0" brushRef="#br0" timeOffset="47800">10613 7175 12480,'-2'-22'2339,"4"10"-1710,-23-3-449,14 13 90,-23 6-180,19-2-90,-3 8 0,1 2 0,1-3 0,-7 15 0,6-7-3277,4-3 1782,-2 4 1973,2 6-568,3-10 223,0 17-1123,11-13 811,0-3-271,15-4 180,-1-25 270,0 5-337,-6-13 0,-4-4 337,-1 3 30,-3 2 0,0-4 0,-2 3 455,0-7-246,-2 8 1,0-3 0,0 4 30,-1-5 135,0 1 0,0 2-226,0 8-89,-4-5-90,0 15 0,0 7 0,1 17 0,3-3 0,0 1 0,0 1 0,4-3 0,-1 4 0,0 1-90,2-2-180,2 3 1,0 1-1,-1-4-90,5 2 0,1 0 180,-1-4 0,1 0 1,1-1 89,-2-4 3318,5 4-3318,-7-9 0,-2-4 180,0 0 133,2-9-223,-3 5 0,9-23 0,-8 13 0,2-9 0,0-2 0,-1 2 224,1-3 1,0 0-45,-2 2 135,2 0 0,-1 0-135,-3 9 359,4-7-359,-7 17 540,-1-1-720,-6 9 90,0-6-90,-6 20 0,3-11 0,0 21 0,4-16 0,1 8 0,3 2-90,5-9-225,-2 2 0,1-2-44,9-3-721,8 10 630,-6-16-225,1-1 1,-1-2 224,0-2-180,1-7 1,0-2 359,-3 0 180,1-8 0,-2-1 90,-2 1 180,3-11 810,-6-3-451,-4 11 91,0-1 0,-1 1-270,-2 6 449,1-7-629,-1 14 0,-4 0-180,3 16 90,-3 9-90,4 0 0,5 10 0,-4-19 0,8 11 0,-5-14 0,1 6 90,-1-10-90,-1 1 0,-2-15 0,0 8 0,2-25 0,-1 20 0,4-18 0,-2 18-90,7-7 90,-5 11 0,13-1 0,-3 11 0,2 2-90,-3 0-360,-4 9 180,-2-11-90,3 8-899,3 0 630,-6-7-2610,9 8 2160,-11-12 1079,3 2 0,-4-5 0,-1 0 0</inkml:trace>
  <inkml:trace contextRef="#ctx0" brushRef="#br0" timeOffset="48200">11333 6904 13020,'3'-14'1619,"0"-3"-1170,-2 7 1,-1-3-180,-5 10-180,4 6 0,-4 12-90,5 9-90,0-5 0,0 0-90,0 7-630,1 1 1,2-1 359,4-4-135,-3 4 1,1 0 314,5-7 90,-4 0 0,-1 0 180,3-5 540,2 10-270,-6-17 629,0-1-629,-2-5 540,-1-14-720,-1 9 0,1-17 89,3 9-89,0 0-90,8-4 0,-3 9 0,14-1 0,-11 4 0,16 1 0,-16 3 0,13 0 0,-18 0-90,5 4-449,-11 3-1170,0 13-1568,-11 6 2724,3-5 1,-5-1-1,8-14 1</inkml:trace>
  <inkml:trace contextRef="#ctx0" brushRef="#br0" timeOffset="48334">11589 6891 14729,'-7'-13'-810,"5"2"-2467,-21 5 2567,12 4 0,-7 8 0,11 5 1</inkml:trace>
  <inkml:trace contextRef="#ctx0" brushRef="#br0" timeOffset="49084">9875 7922 14729,'-18'-13'1529,"4"3"-990,0-2-539,10 6-90,11-3 90,19 7-1639,-8 3 1,0 2 754,9 4 817,-5 15 67,-21-7 0,-2 16 0,-5-15 0,-2 0 0,-7 11 0,6-9 0,-1-2-90,-2-6-90,4 7 90,4-12 2843,9 4-2843,-3-7-90,20 1 90,-13-3-45,7 0 0,2 0-45,-3 0-90,15 0 91,-20 0 1115,2 5-1206,-10 2-720,-18 9 631,6-4-316,-8 0 0,0-1-44,1-2-271,-9 6-2287,1-4 3241,9-5 1,-7 1 0,11-6 0</inkml:trace>
  <inkml:trace contextRef="#ctx0" brushRef="#br0" timeOffset="49517">9848 7719 14279,'-17'-2'1169,"1"0"360,-11 10-1349,9 1-45,-2 8 0,1 3-1171,3 6 1125,6-2 1,-1 4 0,3-3-1729,1-3 1,2-1 1539,0 1 1,0 1 0,0 1 98,0 6 0,1-1-561,1-6 0,1 1 606,-1 5 0,1 2-75,1-6 0,0 1 0,1-2-15,4 0 0,1 0-68,-1-1 1,1 4 0,0-1-1,1-4 23,4-3 1,1-1-91,4 5 0,2 3 0,-1-5-77,-4-9 1,2-1-14,6 1 0,5-1 0,-3-2 225,-5-4 0,0-3-325,10-4 1,4-4 0,-3-1 369,-7 1 0,-1-3 0,4-6 0,3-5 0,0-1 0,-4 3 0,-4 0 0,-2-1-23,1-4 1,1-5-1,-1-1 1,-5 5 22,-4 1 0,-4 0 90,0-3 0,0-5 0,-2 0 0,-1 4 0,-4 0 0,-2 0 89,0-2 1,-2-4 0,0 0 0,-1 5-90,-3 3 0,-3 1-23,0 2 1,-3-2-1,-1 0 1,2 6 557,0 4 1,-2 4-596,-10 0 0,-4 2 0,4 4-30,7 6 0,0 2 0,0 1 0,-1 1 0,0 2-90,2 7 0,0 3 0,2 0 549,0-1 0,0 2-977,2 2 1,-2 5 0,1 0 0,3-3 22,1 0 0,3 1-325,1 0 1,0 4 0,1 0 0,2-3-820,1-2 1,2-2 1508,0 1 1,0 2-1,1-4 1,1-3-1,0-2 1,0 16-1</inkml:trace>
  <inkml:trace contextRef="#ctx0" brushRef="#br0" timeOffset="52250">10710 7907 14369,'0'-11'450,"0"0"-181,0 3 1,-7 0-90,6 2 90,-12 1-180,2 3-90,-2 1 0,-3 7-644,3-5 644,0 14 0,-1-8 0,1 9 0,1-2 0,2 0 0,2 1 0,1 0-112,3 5-518,7 4 450,-2-4-45,14-4 0,3-1 135,-5-3 0,11 2 0,0-1 1,-9-4 89,0 1 0,-2 1 89,-6-3 1,1 11 0,-14-11 270,-2 8-270,-6-11 270,-2 6-360,7-9-90,6-4 90,24-14 0,-3 2 0,5-1 0,0 2 0,0 3 30,-5 2 0,4 0 0,-1 2 60,-2 2 0,0 2 0,5 2 0,-2 2-90,2 0 0,-16 26 0,-7-19-180,0 21-90,-1-17-1529,0 10 899,0-15-2377,-3 6 2756,-2-11 0,-1-7 1,-1-4-1</inkml:trace>
  <inkml:trace contextRef="#ctx0" brushRef="#br0" timeOffset="52383">10760 7772 13020,'-5'-7'-360,"2"14"-270,9 2-1009,0 8 1,1 2-32,7 1 1315,-5-3 0,-1-1 0,4 3 0,-1 0 1</inkml:trace>
  <inkml:trace contextRef="#ctx0" brushRef="#br0" timeOffset="52753">11113 8086 13919,'9'-25'1304,"-5"8"1,0 0-46,-2-9-1169,0 2 270,-7 6-91,-1 15-89,-12 8-180,5-3 45,-2 10 0,0 3-135,1-4 90,2 2 0,1 2 0,4 0 0,1 0 0,0 4-90,1 5 0,3 1 0,11-3-90,-2 5 1,2 0-252,9-3 341,-1 3 0,-1 0 90,-2-4 0,1 0 0,0-1 0,-5-5 45,-3 0 0,0 0-45,-4-5 90,-12 11-90,6-14-90,-21 2 0,17-9-990,-18-6 451,17 2-1530,-8-19 1349,12 12-829,0-12 1,2-3 1389,9-5 1,-3 8 0,1 1 0,3 6-1,0 0 1</inkml:trace>
  <inkml:trace contextRef="#ctx0" brushRef="#br0" timeOffset="53584">11201 8013 13020,'8'-22'3276,"-4"3"-2505,2 2 129,-5 7-451,-1 22-359,-3-4-90,2 7 0,1 2 0,-6 0 0,5 2 0,1 1 0,-3-2 0,5 1 0,1-1 0,-2-4 90,13 12-90,-11-18-180,9 4 1,-11-16 179,2-4-180,-3-17 180,0 7 0,0-1 0,0 0 0,0 2 0,1 1 0,2 0 0,3 6-90,10-5 180,5 20-90,-4 1 0,-3 3 0,-2 2 0,0 2 0,11 8 0,-14-15 0,8 9 0,-11-13 0,6 5 0,-7-6 0,8-7 0,-7-4 0,9-14 0,-8 7 0,3-6 0,-2 4 0,-4 8 0,3-4 0,-4 12 0,1 8 0,-1-3 0,5 20 0,-2-14 90,9 19-90,-7-20 0,4 8 0,5-11-90,-6 1 0,17-2 90,-16-3-45,3-6 0,-1-2 45,-2 5 0,0-9 0,-2-1 90,-2 5 0,4-7-90,-10 17 0,-4 8 0,1 4 0,-4 3 0,5-4 90,7-1-90,0-2 0,12-4 90,-4-17-90,1 9 179,-5-23 1,-6 17-90,-3-12 90,-8 5-90,4 4-90,-12-3 0,-4 1 90,0 5-135,-1 4 0,2 0-45,1 3-809,-13 0 269,19 1 0,-2 5-629,9-3 90,1 7-720,14 0 1169,-4-4-539,8 3 0,1-3 359,1-4 90,1 2 1,1 0-2069,0-3 2878,6 0 0,-8 0 0,0 0 0</inkml:trace>
  <inkml:trace contextRef="#ctx0" brushRef="#br0" timeOffset="53751">11878 7973 11041,'12'-6'1169,"-3"-5"0,1 5-539,-4-2 809,-1-2-1079,-4 6 450,0-1-900,-5 15-180,-1 7-90,-1 1-1169,1 5 989,3-15-2248,8 5 1259,-4-9 1529,14 0 0,-14-12 0,8-2 0</inkml:trace>
  <inkml:trace contextRef="#ctx0" brushRef="#br0" timeOffset="53883">11953 7798 12840,'-6'-22'1304,"0"-1"0,-6-6-1169,5 13 0,1 2-135,-5 6-1259,3-1-450,5 14-810,7 7 900,2 1 1619,9 10 0,-3-11 0,2 5 0</inkml:trace>
  <inkml:trace contextRef="#ctx0" brushRef="#br0" timeOffset="54287">12258 7831 13829,'6'-14'2519,"-2"-1"-630,-2 2-990,-13 3-449,-7 8-360,-1 8-45,1 4 0,0 4-45,6 0 0,1 2-1639,-4 3 1,1 0 983,-1 7-706,16 0 1001,0-18-629,22 3 719,-13-9 0,7-6 0,1-4 180,-3-2 90,2-10 0,-1-3 0,-4-2 0,-4 0 0,1-7 0,-2 4-194,-3 8 1,-1 0 417,0-4 1,1-4 0,-1 0 0,-1 4-45,-1 4 0,-1 0 209,1-5 1,0-3 0,-1 4-120,0-2-45,-2 2 0,-1 9 45,-2 20 2791,-3-2-3061,3 17 0,2 6 90,-3 3-754,3-4 0,2 5 0,-1-4 484,1-5 0,-1 0 0,2 0 0,0 1 1,-1 1-914,1 3 1,0 0 0,0-2-418,0 0 0,0 1 1510,0 0 0,0 4 0,0 0 0,0-4 0,0-2 0,0-1 0,0 0 0,0 0 0,0 0 0</inkml:trace>
  <inkml:trace contextRef="#ctx0" brushRef="#br0" timeOffset="56334">7252 3581 9691,'8'0'180,"-1"0"0,-5 0 0,1 0 270,3 0-270,-2 0 270,8 0-271,-7 0 91,11 4-180,-7 2 0,11 7 0,-10-4 90,15 8-180,-12-8 90,5 1 0,1 1 0,1 1 30,0-2 0,3 2 0,1-1-1191,0 0 0,0-1 1,0 0 1070,-1 1 0,0-1 0,1 1 44,1-1 1,3 1 0,-2 0 0,-3-2-365,-1-1 1,-1 0 341,3 1 1,3 1 0,1 0-1,-4-2-22,0 1 0,0-1 72,0 0 0,4 1 0,1 0 0,2 0 0,-3 0-263,-2-1 0,-2-1 0,1 1 1,0-1-1,2 1 203,-2 0 1,2-1 0,1 1 0,0 1 0,0-1 0,-2-1 0,0 1-13,1-1 0,-2 1 0,0-1 0,0 0 0,1 0 18,5 1 0,1 0 0,1 1 0,-3-2 0,-5 0-18,4 0 0,0 0 54,-6-2 0,5 1 0,1 0 0,-2-1 0,-4 0-54,6 1 0,-1-1 35,-5-1 1,4 1 0,2 0 0,-2 0 0,-4-2 9,5 2 0,0-1-27,-4 0 0,3 0 0,2 0 0,-1 0 0,-4-1 27,6 1 0,0 0-45,-4 0 0,3 0 0,2 0 0,-2 1 0,-3-2-561,-4 1 1,-2-1 0,1 0 560,2 0 0,1 1 0,1 0 0,0 0 30,6 1 0,1 0 0,-3 0 486,0-1 0,1 1-516,-7-1 0,5 0 0,0 0 0,-1 0 0,-4 0 0,4-1 0,0 1 22,1-1 1,5 1-1,0 0 1,-6-1 22,-1 0 0,0-1 0,1 0 0,4 1 0,0-1 0,-4 0 0,-2 0 0,0 0 0,1-1 0,5 1 0,-1 0 0,-4 0-45,0-1 0,-2 1 0,0-1 0,3 1 0,-1-1 30,1 1 0,-1 0 0,-1-1-205,1 1 0,0 0 175,-2-1 0,2 1 0,1 0 0,-4-1 0,1 1 0,1-1 0,2 1 0,6 0 0,-1 1 0,-4-2 0,0 1 0,0 0 0,-5 0 0,5 0 0,1 0 0,-2 0 0,-5-1 0,1 1 0,-1 0 0,1-1 0,4 2 0,-1-1 0,-4 0 44,-1 0 1,0 0-45,9 2 0,3 0 0,-3-1 0,-10 0 0,0 0 30,10 2 0,3 0 0,-3 0-30,-10-1 0,0 0 0,0 0 0,2 0 0,-1 0 0,1 1 0,-1 1 0,0-1 0,-2 0 0,2 0 0,1 1 0,3 1 0,0 0 0,-3-1 0,-1 1 0,0-1 0,2 2 0,3 0 0,0 1 0,-3-1 0,-1 0 0,1 0 0,0 2 0,4 1 0,0 1 0,-4-2 0,-1 0 0,0 1 22,2 2 1,4 3 0,0 0-1,-4-1 23,-4-2 0,0 0 15,5 4 0,2 3 0,-3-2-15,-10-6 0,-2-1 0,3 4 0,1 1 225,3 6 0,-1 0-225,-7-8 0,1 1 15,5 7 0,1 3 0,-1-2-60,-6-6 0,0 0 67,1 2 0,2 3 1,-1 0-1,-1-2-67,-2 0 0,0 1 22,0 2 1,2 5 0,-1 0-1,-3-4-22,0 0 0,-1 1 0,-1 3 0,0 4 0,-1 0 0,-1-4-370,-1-1 0,-1-1 370,1 1 0,-1 1 0,-2 1-330,-1-3 0,-1-1 0,-1 2-490,-1-3 1,-1 0 0,0 1 0,0-1-274,1 4 1,-1 0 0,0 0 983,-3 4 1,-2 0 0,2-6 0,-4 3 0,5-11 0,-1-1 0</inkml:trace>
  <inkml:trace contextRef="#ctx0" brushRef="#br0" timeOffset="61701">9551 1510 10411,'-1'-8'810,"1"1"-541,0 5 541,0-1-630,0 1 539,0-2-629,0 2 360,0-2-360,0 3 180,0-2-180,0 2 90,0-1-180,0 0 0,5 0 90,5 0 0,1 1 45,5 0 0,1 1-46,0 0-44,8-1 0,2 2-45,-3 4 0,4-2 0,2 1-301,-2 2 331,-8-1 0,2 0 0,-1 0-30,8 0 0,-6 1 0,2 1 0,-2-1-292,-6-2 0,0 0 292,10 3 0,3 0 0,-3-1 0,-8-2 0,0 0 22,3 1 1,5 1-1,-1-1 1,-3 0-23,-4-1 0,0 0 0,9 2 0,4 0 0,-5-1 0,3 1 0,-10-2 0,3 0 0,-3 0 0,6 1 45,3 1 0,-1-1-45,-5 0-45,6 1 0,1 0 90,-10-3 0,-2 1-962,4 0 1,-1 0 916,8 2-2491,-8-3 2491,-9-1 113,9 1-113,-15-2 321,4 0-3598,-8-1 2621,-21-4 1,6-3-1,-3 2 1,0-1 0</inkml:trace>
  <inkml:trace contextRef="#ctx0" brushRef="#br0" timeOffset="62433">9520 1468 11760,'-6'-9'2249,"2"3"-1889,23 27-270,-9-9-1183,4 4 1,4 5 0,-1-3-932,3 5 2084,-1-4 0,2 3 0,-2-2 502,-6-8 0,0 1-532,7 7 0,4 2 0,-4-2 201,-5-6 0,0 1-186,1 0 0,4 4 0,0 0 0,-4-3 0,1 0 0,0 0 9,0 1 0,4 3 0,1 2 0,-1-2 0,-3-2-685,5 4 1,-1 0 666,-4-5 0,3 3 0,1 1 0,-1-1 0,-3-2 9,4 3 0,0-1-28,-4-4 1,1 2 0,2 1 0,-1-1 0,-2-3-18,0 1 0,-2-2 0,2 0 22,0 2 1,1 1 0,2 0-1,-2-1 8,7 4 0,-1-2 0,-1 0-127,-2-2 1,1 1 208,-1 0 1,4 2-1,-1-1 1,-3-3-68,-4-2 0,0 0-15,4 3 0,3 2 0,-5-3 60,4 3-45,-4-4 0,-2-1-45,-7-5 391,5 2-3668,-13-9 0,-5-6 1230,-7-5 2047,-6-5 0,-3-4 0,1 2 0</inkml:trace>
  <inkml:trace contextRef="#ctx0" brushRef="#br0" timeOffset="63001">9339 1322 10861,'-8'-9'450,"0"2"-181,6 4 361,0 1 180,6 17-541,3-5 1,2 11 0,1 2-180,4 1-1183,-3-3 1,2 4 0,-2-2 936,-1-6 1,0 1 245,2 2 0,3 4 0,0-1 0,-2-3-45,1 0 0,1 0 45,1 2 0,3 3 0,1 0 0,-3-4-776,1 0 0,-1-1 716,0 1 0,2 1 0,1 0 15,-4-4 0,0 1 0,0-1 0,-1-1-529,-1-1 1,0-1-1,0 2 484,2 1 0,1 2 0,0 0 0,0-1-314,3 3 1,-1 0 0,0-1 343,-5-5 0,0 0 0,2 2 34,1-1 1,2 3 0,2 1 0,1 0 0,-1 0 0,-1-2-47,0-1 0,-2-1 0,1-1 0,0 1 0,0 0-18,2 3 0,1 0 0,0 0 0,1 0 0,-1 0 18,0-2 0,2 1 0,-1-1 0,-2-1 0,-2-2 27,4 4 0,-2-1-45,0-1 0,2 2 0,-1-2 45,0 3 0,-2-2-45,-4-5 0,-1 0 45,4 4 0,0 1 45,2-1 0,-2 0-90,4 4 90,-1-2 0,-1-1 1043,-7-6-1133,10 7 0,-17-13-2442,3 1-835,-14-12 3158,-10-11 1,-4-1 0,5 4 0,0 1 0</inkml:trace>
  <inkml:trace contextRef="#ctx0" brushRef="#br0" timeOffset="63503">9527 2364 14279,'-7'-9'360,"3"0"179,16-2-449,-5 4 135,8-6 0,3 0-45,-1-2-1273,-1 2 1,4-3 0,-3 1 305,-3 3 0,1 0 809,3-3 1,2-3-1,1-1 1,-3 3 22,1-1 0,0 0-1,2-2 1,3-4 0,1 1 0,-4 3 0,-1 0 0,1 1-23,0 1 1,3-3 0,0 1-1,-3 2-22,-1 3 0,-1 0 0,0 1 0,2-1 0,0 0 0,-2 2 590,-3 1 1,1 1-591,7-4 0,4-3 0,-4 2 0,-10 7 0,1-1 0,5-2 0,3-3 0,-5 3 813,3-1-948,-2 1 0,-2 0-45,-3 3-2068,7-7-1029,-15 11 3124,-5-2 0,-7 5 0,-8 1 0</inkml:trace>
  <inkml:trace contextRef="#ctx0" brushRef="#br0" timeOffset="64167">9452 2397 12120,'-7'0'2429,"1"0"-2159,18 0-91,-6 0 91,9-1 0,2-2-90,1-2 90,7-1 0,1 0-90,2-3-1273,-6 3 1,4-1 0,-3 1 1030,-6 2 1,1-2 121,8-3 0,5-2 0,-4 0-60,-7 4 0,0-2 22,2-1 1,3-2-1,1-1 1,-4 2-23,0 0 0,0-1 0,1-1 0,5-3 0,-1-1 0,-3 3 0,-2 0 0,0 0 22,1-1 1,3-3-1,0 1 1,-4 2-23,-2 1 0,-1 1 0,0 0 0,1-1 0,-1 1 0,5-1 0,-2 1 0,-7 5 0,-1 0 0,6-2 0,2-1 0,-3 2 656,7-1-701,3-2 0,0 2 45,-3 2 0,-7 2 0,3 0 0,-3 1 0,9-2 30,-6 3 0,4-1 0,-2 0-30,-4 2 0,-1 0-779,5-2 1,-1 1 778,0 0-681,-14 2-129,-4 1-713,-1-1 354,-4 2-2108,-14-1 257,3 0 2924,-13 1 0,4 0 0,-2 0 0</inkml:trace>
  <inkml:trace contextRef="#ctx0" brushRef="#br0" timeOffset="65618">9264 2573 10951,'4'-13'2069,"-3"1"-1530,8-2 631,8-4-811,-5 7 46,6 1 0,0 0-225,-1 1 179,4-1 1,2 0-180,0 0-1441,6-3 1,0 0 1440,-1 0-60,-6 3 0,3-2 0,-3 1-30,-5 3 0,-1-1 0,9-5 0,3-2 0,-3 1-45,-8 4 0,1-1 22,1 0 1,3-3-1,0 0 1,-3 1-68,0 2 0,-1-2 67,4-1 0,4-4 1,0 1-1,-4 2-67,-3 2 0,1 0 22,2-1 1,3-2 0,0 0-1,-4 3-22,-3 2 0,0 2 30,7-5 0,4-2 0,-4 3-30,-7 5 0,0 0 0,8-4 0,4-1 0,-4 2 0,-7 4 0,-1 0 0,9-3 0,4-2 0,-5 2 0,-8 3 0,0 0 30,8-2 0,3-2 0,-5 1-30,-7 5 0,-1-1 0,8-3 0,3-1 0,-4 2 0,4-2 45,1-1 0,-2 2 638,-11 3-683,11-4 0,-18 7 0,5-1 0,-10 3-270,1 1 180,-15 5 90,-2 1-90,-1 3 0,-1 0 2330,-9 4-2375,-2 3 0,-1 0-246,11-7 1,0 0 320,-10 6 0,-4 2 1,3-1-476,7-4 0,0 0 490,-2 2 0,-4 3 0,0 1 0,3-3 45,1 0 0,-1 0 0,0 2 0,-4 3 0,0 0 0,4-3-1370,1 0 0,1-1 1370,0 1 0,-1 0 0,0 0 0,4-2 0,-1-1 0,3 0-80,-1-1 0,0 0 80,-4 3 0,-4 2 0,5-2 0,-6 2 0,1 1 0,0-2 0,7-3 45,2-2 0,1-1-45,4-4 531,-9 4-171,14-8-360,-1-9 0,11 5 90,8-23-90,2 14-45,4-8 0,1-3 313,4 1-268,-2 3 0,4-4 0,-2 3 0,-5 4 0,1 0 0,-1 0 0,4-3 0,2-1 0,0 0 0,-2 2 276,1-1 0,-1 1 0,0 1 1,1-2-277,-1 1 0,1-1 0,1 0 0,-1 1 0,-2 0-708,6-3 0,-2 1 0,-2 2 708,0 0 0,-2 2 0,-6 3 0,-2 1 0,3-3-45,-2 1 0,-2 0-135,-4 4-719,2-8 449,-8 12-1277,1-3 18,-2 5 1174,-8 1-724,-4 8 1259,-6 1 0,-1 1 0,4 0 0,-1 0 0,-6 3 0,1 0 0</inkml:trace>
  <inkml:trace contextRef="#ctx0" brushRef="#br0" timeOffset="66150">9589 2363 12390,'-5'-9'1529,"0"1"-270,1 1-449,2 2-91,0 0-179,6 3-360,3 2 360,22 0-450,-7 5-900,-1-3 0,4-1 0,-3 1 855,-3 4 0,1 0 22,4-1 1,4-1-1,1 0 1,-4 0-23,1 2 0,1 1-9,-4-2 0,4 0 0,1 0 0,-1 0 0,-3 0-36,6 1 0,2 0 59,-10-2 1,4 1 0,2 0 0,1 1 0,0-1 0,-3 0-494,1 0 1,-1-1-1,-1 0 1,0 0-1,1 1 452,0-1 0,-1 1 0,1-1 0,0 1 0,0-1 18,2 0 0,3 0 0,-2 0 0,-1-1 0,-5 0-168,1 0 1,-1-2 161,6 2 0,3-1 0,-6-1-30,4 1 0,-4-1 0,-2-1-90,-10 0-941,9 1 401,-17-1-2647,1 0 0,-20 0 2457,3 0 1,-16 0 0,5 0 0</inkml:trace>
  <inkml:trace contextRef="#ctx0" brushRef="#br0" timeOffset="66767">9435 3072 14459,'8'-9'1349,"6"-4"-900,1 6 1,1 0-180,10-8-30,-7 2 0,4-2 0,-4 2-1068,-4 2 1,-1-1 872,4-4 0,4-4 0,0 0 0,-4 2-543,0-1 0,0-2 534,-3 3 0,4-4 0,0-1 0,-1 1 0,-2 2-266,-1 2 0,-3 2 0,3-3 248,2-3 0,3-4 0,1-2 0,-2 2 0,-1 3-18,-4 4 0,-1 2 0,2-2 15,-1 0 0,2-3 0,1-2 0,0 1 0,0 0 0,-4 4-757,2-1 0,-3 2 0,2-2 742,1-2 0,1-1 0,0-1 0,-1 1 30,0-2 0,0 2 0,-1 0-42,-3 5 0,0 1 0,1-2 12,2-3 0,3-3 0,0 0 0,0 0 0,-2 4 28,-2 3 1,-2 2-1,3-1-28,2-3 0,2-4 0,1 0 0,-1 2 0,-2 4 0,-1 2 0,1 0 30,5-4 0,3-3 0,-3 4-30,-8 7 0,1 0 60,4-3 0,2-2 0,-2 3-60,4-4 45,1 0 0,-2 0-45,-6 6 832,8-8-832,-17 15 0,0 0 1942,-3 2-5180,-2 2 90,-13 12 1528,1-1 1446,-4 2 1,-4 3 0,2-1 0,1-2 0,0 1 0,-2 0 0,0 1 0,0 0 0</inkml:trace>
  <inkml:trace contextRef="#ctx0" brushRef="#br0" timeOffset="67316">9377 3114 17607,'11'-3'1079,"13"-8"-809,-6 5 0,1 0-225,0-1 0,0 0-380,3-2 1,2 0 364,-2 1 0,1-1 0,-1 0-717,0-1 1,2 0 704,-3 0 0,5-1 0,2-2 0,-2 1 0,-3 2-348,-1 0 1,-3 1-1,3-2 345,1 1 0,4-2 0,2-1 0,0 1 0,-1 0 0,-4 1 15,1 1 0,-2 0 0,4 0 15,-2 0 0,4 0 0,2-1 0,0 0 0,-1 1 0,-5 2 15,1 0 0,-4 1 0,3 0 29,-1 0 1,3 0 0,2 0 0,0-1 0,-3 2 0,-3 0-60,0 0 0,-3 1 0,3 0 24,2 0 0,4-2 0,1 0 0,-2 1 0,-3 0 36,2 0 0,0 0 67,0 0 1,4-1-1,-1 0 1,-5 1-158,-6 2 0,-1-1 30,6-1 0,1-2 0,-5 2-30,-3 0-420,10-5 240,-19 8-1061,2-1 431,-7 3-2467,0 0 2457,-9 1 1,5 5 0,-5 0 0</inkml:trace>
  <inkml:trace contextRef="#ctx0" brushRef="#br0" timeOffset="68483">9459 1635 9871,'-1'-16'900,"1"2"89,0 0 450,0-3-1079,0 2 900,0-4-451,0 11-629,0-1 0,0 4 0,5 10 0,-4 1 449,19 19-449,-10-7-1102,9 4 0,3 2 967,-10-12 0,0 0 15,8 8 0,4 3 0,-2-3-15,-5-5 0,1 0-23,2 2 1,4 3-1,1 0 1,-4-3 22,1-1 0,0 1-30,-3-2 0,3 2 0,2 2 0,1 1 0,-3-2 0,-2-3-15,1 1 0,-3-1 0,3 1 12,-3-1 1,4 2 0,2 2 0,0 1 0,0-1 0,-2-2-1,-3-2-12,2 2 0,-3-2 0,3 2 15,-1-2 0,3 4 0,2 0 0,-1 0 0,-1-1 0,-3-3-15,-1 0 0,-2-2 0,2 2 0,2 1 0,4 2 0,0 2 0,0-2 0,-5-3 45,4 2 0,-1 0-45,-1-1 0,3 3 0,0-1 0,-4-2 0,-2-3 0,-1 0 45,0 1 0,3 3 0,-1 0 0,-3-4-45,-3-2 0,-1 1 90,4 4 0,3 3 0,-4-3-90,0 1 90,1 1 0,-1-1-90,-4-4 45,1-1 0,-1-1-45,-3-3 90,9 3-90,-11-8 0,6 2-90,-8-5-90,1 1-2069,-3-1 1215,-1 0-2243,0-6 2859,-2-4 1,0-4-1,0-1 1</inkml:trace>
  <inkml:trace contextRef="#ctx0" brushRef="#br0" timeOffset="69949">8761 1351 14279,'0'-9'180,"-7"1"-90,6 3 0,-10 3-90,0 0 0,1 6 0,-12 13-180,12 0-225,-3 5 0,-2 2-2515,2 3 2650,2-6 0,-1 2-854,1-1 0,0 0 224,-3 5-584,0-1 0,1-1 1309,2-7 0,-2 7 0,7-17 1</inkml:trace>
  <inkml:trace contextRef="#ctx0" brushRef="#br0" timeOffset="70135">8482 1525 12300,'0'-15'1619,"0"-7"-1259,0 9 0,0-8-360,0 15 0,0 0 0,5 11 0,2-4-360,4 10 0,2 4-1034,1-1 0,0 1 809,-1 1 0,0 0 585,5 6 0,-2-2 0,-2-5 0,8 7 0</inkml:trace>
  <inkml:trace contextRef="#ctx0" brushRef="#br0" timeOffset="70451">8859 1556 13739,'-14'-4'360,"2"2"-360,5 9 0,-1 0 0,4 1 0,0 4-90,-1-3 90,3 3-90,0 0 0,1 1 90,1-5-90,12 5 180,-4-10-90,22 2 0,-15-11 135,3 3 0,0-2 135,-4-10 224,0 5 1,-3-1-225,-5-4 180,-5-11-450,-2 15-90,-12-1 0,-3 3-360,3 4-899,-10 2 0,-2 4-270,5 10 1619,-4 3 0,1 3 0,12-5 0,2 0 0,-7 5 0,1 0 0</inkml:trace>
  <inkml:trace contextRef="#ctx0" brushRef="#br0" timeOffset="70900">8694 2163 15988,'-6'-13'0,"0"2"0,-6 2-90,3 5 90,-1 8-630,-4 17 91,3-3-541,0 3 1,1 0-1,0-3-559,0 3 1,0-1 1355,3-3 1,-3 7-1,7-13 1</inkml:trace>
  <inkml:trace contextRef="#ctx0" brushRef="#br0" timeOffset="71099">8564 2207 14369,'-6'-15'90,"4"4"90,-8 2-180,9 12-90,2 7 0,6 10-855,4-3 1,2 0-136,1 5-559,3-3 1,0 0 1378,-4-4 0,8 7 0,-10-12 0</inkml:trace>
  <inkml:trace contextRef="#ctx0" brushRef="#br0" timeOffset="71251">8882 2287 15268,'0'-9'90,"-6"0"-90,0 12-180,-1 5-2068,-3 22 449,9-7 1799,-3 2 0,1 2 0,2-3 0,0-4 0,0 0 0</inkml:trace>
  <inkml:trace contextRef="#ctx0" brushRef="#br0" timeOffset="71587">8712 3004 15718,'-6'-10'540,"-7"3"-360,7 4-180,-7 2-450,1 14-90,3-6-1099,1 9 1,-1 2-1639,-3 7 2842,5-10 1,0-1 0,-3 7 0,6-10 0</inkml:trace>
  <inkml:trace contextRef="#ctx0" brushRef="#br0" timeOffset="71783">8596 3041 16797,'-14'-16'630,"6"4"-270,-2 1-360,9 8-180,-5-1-3097,18 22 1638,-2-5 1,1 1-1,1 1 1,1-1 1358,2 1 1,-1-3 0,0-2-1,0 0 1</inkml:trace>
  <inkml:trace contextRef="#ctx0" brushRef="#br0" timeOffset="72084">8815 3128 15988,'-7'-7'180,"-3"-3"180,9 2-270,-3-1-90,20 5 0,-8 10 0,22 1 89,-19 8 1,6 6 0,-13-7 270,-7 13-90,1-15 224,-9 1 1,-1-1-135,4-2 810,-16 6-811,14-12 1,2 2-180,2-6-180,11 0 0,4 0-495,7-4 1,2-1-316,10 2-10,-8-2 1,4-3 0,1-1 0,-4 2-820,2 3 1,-1-1 1310,2-1 0,4-2 0,0-1 1,-3 2-1,-1 0 0,0 0 1,-3 1-1,1 0 0,-1 0 1</inkml:trace>
  <inkml:trace contextRef="#ctx0" brushRef="#br0" timeOffset="73019">11319 1417 12210,'6'-9'1169,"-1"0"-809,-4 5 0,0 1 719,-1-2-809,0 2 540,0-2-630,0 4 0,-5-1-1,0 2 91,-9 6-90,4 1-45,-2 5 0,1 1-45,0 2-45,-1 1 0,1 1-45,6-5 0,-3 15 0,7-17 0,6 12-90,2-14-899,14 8 359,-5-11-720,2 0 1,0-2 90,2-1 1259,8-1 0,1-1 0,-5 0 0,-2 0 0,-1 0 0</inkml:trace>
  <inkml:trace contextRef="#ctx0" brushRef="#br0" timeOffset="73266">11596 1635 15358,'1'-13'3148,"-1"2"-5666,0 1-360,0 42 359,-4-18 2069,4 13 0,-1 2 0,-6-7 0,4 8 0</inkml:trace>
  <inkml:trace contextRef="#ctx0" brushRef="#br0" timeOffset="73734">11674 2308 15538,'-17'-10'1529,"4"2"-809,-9 2-630,0 11 0,2 2-180,-2 13 90,17-6-45,-1 2 0,3 1-2114,14 10 520,1-8 1,1 0-1,-1-6 1,2-2 982,5 0 1,0-4-1,-2-3 1,6 0 0</inkml:trace>
  <inkml:trace contextRef="#ctx0" brushRef="#br0" timeOffset="74067">11836 2445 15178,'0'-10'450,"0"1"-450,0 6 90,6 0-90,2 2 0,13 1 90,-7 6 270,9 0-180,-17 5 809,5 9-809,-20-8 90,2 2 0,-3-1-90,-8-1 224,0 0 1,1 1-135,2-3-45,1 0 0,1-1-225,3-3 90,-1 1 0,14-6-90,5 1 0,11-5 0,3 1-180,6 0-913,-5-2 1,4-1 0,-3 0-329,-8 2 0,0 0 328,6-3 1,3-2 0,-3 1-2185,4-3 2621,-7 2 1,-2 0-1,-4-2 1,-3 0 0</inkml:trace>
  <inkml:trace contextRef="#ctx0" brushRef="#br0" timeOffset="75200">10469 1153 16438,'1'7'2428,"3"-8"-2428,12-4 0,0-4 0,2-1 0,4 0 0,3 1 0,-2 0 0,-4 4 0,-1 0 0,-1 1 0,-5 2-90,4-1 180,-24 14-90,1 0 0,-5 3 0,-2 0 0,0 2 0,1-2 0,1-1 0,2-2 0,-6 10 0,11-13 90,0 6-90,4-10 270,7 3-90,5-6-180,2 1 90,3-2-90,11-5 90,-9 4-90,3-6 0,1-1 0,-3 6-90,9-10-450,-11 8 90,-6 1-2338,6-5 1619,-9 6-2108,6-6 617,-9 5 2660,4-3 0,-5 2 0,1-1 0</inkml:trace>
  <inkml:trace contextRef="#ctx0" brushRef="#br0" timeOffset="75399">10920 1089 14189,'2'-14'3276,"-1"5"-2954,-1 8-322,4 16-360,1 15-180,0 0-1099,0-4 1,-1 0-1639,-3 1 3271,2-4 0,2 4 1,-2-3-1,-1-5 0,-1-1 1,3 12-1,1 0 0</inkml:trace>
  <inkml:trace contextRef="#ctx0" brushRef="#br0" timeOffset="76199">10946 2909 15538,'-9'-5'1529,"22"-3"-1484,1 0 0,3 0-45,-1 2 0,2 1 0,9-3 0,-2 2 0,-6 1 90,-2 2 0,-2 0 0,-6 1 720,2 0-720,-9 7 89,-8-4-89,4 11 90,-22 4-180,14-1 135,-7 1 0,-1-1 45,3-1 0,-1 0 0,2 1-90,2-5 0,-5 11-90,12-14 0,-1 4 0,6-8 90,14 2-90,-5-4-180,10-3 0,3-1-270,-1-2-540,7-1 1,-1 0 90,-1-4-740,2 4 1,-2 2-1153,-4-4 1936,-5 5 1,0 2-2024,6-3 2729,-6 3 0,4 0 1,-10 1-1</inkml:trace>
  <inkml:trace contextRef="#ctx0" brushRef="#br0" timeOffset="76551">11384 3015 16528,'16'1'179,"-2"-4"1,-4 13 810,1-3-810,-8 1 179,2 4-269,-5-7 0,-7 3 270,-8 4-90,0-4 0,-2-1 0,-7 7 134,4-5 1,2 0-135,5-4 360,-11 4-540,17-7 180,-2 2-270,15-4-180,9-3 0,5-3-913,0 0 1,2-1 0,-1 0-53,9-1 1,0-2 324,-7 2 1,1-2 0,0 1 0,-4 1-820,-1 0 1,-1 0 1169,11-5 1,-1-1 0,-13 4 0,-1 1 0,-1-1 0,1 0 0</inkml:trace>
  <inkml:trace contextRef="#ctx0" brushRef="#br0" timeOffset="77399">11027 1704 12840,'-13'0'1259,"3"0"-1079,5-3-180,2 2 180,1-3-90,6 4 90,1 4-135,9-1 0,6-2-1684,-1 2 1,0-1 1535,2 0 1,-1-1-346,2-1 0,-3 0 178,-8 0-809,3-4-451,-12-2 181,0-4 1169,-2 2 3082,0 1-2902,-5 3 936,4 1-756,-4-1 810,-6-2 359,3-3-989,-4 1 0,4-1 269,6 3-269,0 1 629,-1-2-719,2 3-90,-1-1-180,7 9 0,2-3 0,8 14 90,-6-8-90,6 16 0,-11-11-540,2 16-89,-5-14-181,0 9-829,-10-9 1,-3 0-1201,0 6 2512,-4-4 0,0-1 0,-4 4 0,-1 0 0</inkml:trace>
  <inkml:trace contextRef="#ctx0" brushRef="#br0" timeOffset="77933">11173 2453 13020,'-13'0'1978,"0"0"-1618,3 0 90,2 0 180,1-4-630,9 3 0,-4-4 0,23 1 0,-11 0-450,10 0 0,2 0-180,0 0-494,5-2 0,1 0-2153,-3 0 2631,-6 2 0,1-1-993,-2 0 1,-2-1 1230,4-3 0,-5 3 1,0-1-1,-3-1 1</inkml:trace>
  <inkml:trace contextRef="#ctx0" brushRef="#br0" timeOffset="78119">11452 2272 13649,'-7'-2'2069,"11"12"-1439,8 6-406,-1 0 1,1 1-135,3 6-45,-7-2 0,-2 0-135,-2 1-810,-7 6 1,-4 2-740,1-14 1,-1-1-1,-6 10 1,-3 1 1477,1-9 1,-3 1-1,0 0 1,1-2 0,1 0-1,1-1 1,-2 1 0,-4 3-1,1 0 1,-1 0 0,1 0-1</inkml:trace>
  <inkml:trace contextRef="#ctx0" brushRef="#br0" timeOffset="79869">11753 1917 13649,'-7'-6'90,"2"-3"360,3 8-180,8-3 0,1 9-1,6-4 1,0 4-347,-1 0 257,3-3 0,4 6-90,3-7-1174,3 2 1174,3 0-1640,3-2 1595,-15 0 0,1 0-45,1-1 0,-1 0 0,1 0 0,1 0 0,-1 0 0,-1 0 45,2 0 0,-1 0-45,-1 1 0,0-2 0,7-1 0,-1-1 0,-7 3 0,0-1 0,13-3 0,-2 0 0,-4 3-441,-3-2 1,-2 1 350,-10 1-589,3-1 139,-10 1-652,-1-3 382,-4 0-382,-1-8 202,0 4 990,-6-13 0,9 10 0,-4-7 0</inkml:trace>
  <inkml:trace contextRef="#ctx0" brushRef="#br0" timeOffset="80166">12317 1782 12120,'-2'-13'2159,"-3"-5"-1709,1 10-91,-3-4 541,-1 5-720,3 3 90,-4-1-270,7 4 629,-2 0-269,4 7 270,14 5-450,-4 0 44,9 0 1,2 0-135,0-1-166,-4-3 1,2 1 75,4-1 0,0 0 90,6 1-60,-7-2 0,3 0 0,-3 0 60,6 1-45,0-1 0,-2 1-45,-7-2 180,6 6-90,-20-7-90,-6 9 90,0-4-1729,-19 10 1,-5 1-16,3 1 834,4-6 1,-5 2 0,-1 1 0,1 0-1,0 1 1,1 0 0,-1 0 0,1 0 521,2-3 0,1 0 0,0 0 0,-1 1 0,-1 2 0,-2 0 0,2 0 0,3-2 1,1-2-1,0 0 0</inkml:trace>
  <inkml:trace contextRef="#ctx0" brushRef="#br0" timeOffset="81484">13178 1706 15718,'4'-25'2609,"0"8"-2070,-4-3-539,0 13 0,0-1 0,-8 6 0,-7 0 0,0 6-90,-10 3 90,16 7-90,-5 7 0,10-6 90,7 16 0,-1-16-45,10 2 0,1 0-45,-2-2 0,7 1 1,-1-1-1,-3-3 0,1 6 0,-8-7 180,-7-5-90,4 3 0,-12-4 0,-1-1 0,-14 0-90,9-2-1259,-8 0 629,43-19 720,-13 9-45,17-6 0,3 0 45,-6 4 45,2-1 0,0 0-45,-7 3 180,1 0 0,-2-1 0,-6 3 269,8-7-449,-13 10-180,-4 6-179,-1 10 179,-4 1-180,4 6 180,0-14 0,6 8 90,1-10-90,10 2 180,-4-4 0,13-7 0,-16 3 270,10-15-180,-16 14 270,1-20-270,-4 17 0,-7-14-90,-1 14-90,-5-6 90,-1 8-630,-1-3 270,6 5-359,-2 0-181,9 1 1,5 0 629,-2-1-629,23-5 629,-14 1 45,11-4 0,0-1 135,-1-2 180,2-6 0,-2-1-1633,-3-1 1678,-6 5 0,0-2 405,-4-1 0,-2-2-1172,-2-2 1,0 1 766,0 2 0,0 0-182,-2 1 0,-2 3 47,0 10 0,-5 1 90,4 11-1,-16 14 1,10 1-61,-5 6 0,0 1-29,6-12 0,2-1 0,-4 10 0,2 2 45,1-4 0,2 0-45,0-5 0,2 0 0,-2 4 0,1 3 45,1 6 0,1 0-45,0-13 0,0 2 0,1 7 0,1 3 0,0-4 45,-1-9 0,0-1-45,2 6 0,0 3 0,0-5 0,-2 6 836,3-3 0,0-1-746,-4-8-337,3 7 517,-2-16 180,0-19 359,-4-11-629,2-3-45,-6 10 0,0 1-135,3 6 0,-12-12 0,10 15 762,-3-12-2561,13 6 990,-5-3 1126,14 2-3594,7-7 2138,-2 7 1139,0-2 0,-1 0 0,0-3 0,-4 7 0,-1-1 0</inkml:trace>
  <inkml:trace contextRef="#ctx0" brushRef="#br0" timeOffset="81683">13771 1460 12660,'0'-16'989,"1"5"-179,-1-5-810,0 11 180,0-2-90,0 23-90,0 10 0,0 5-1296,2-3 1,0-1 1115,-1 0-360,2-7 0,1 3 1,-1-3 110,-1 7-664,3-6 1,2 2 0,-2-2 491,0 2 1,1-2-1,-1-2 1,-1-5-1</inkml:trace>
  <inkml:trace contextRef="#ctx0" brushRef="#br0" timeOffset="82649">13790 1733 13379,'-12'-13'1080,"3"4"-631,1-12-449,5 12-89,7-9 89,-2 12 0,25-5-90,-14 8 90,13 0 0,2 0 0,-6 3-305,0 2 0,-1 1 305,-6-2 149,1 10-149,-2-4 0,-6 6 0,4 4 0,-9-6 90,0 8-90,-2-13 90,-1 8 0,0-11 630,0 3-720,0-27-90,0 12 90,5-9 0,1 0-90,1 6 90,5 0 0,1 1 0,-1 3 460,8-1-460,2 7 0,0 8 0,-1-4 0,-3 11 0,-5-2 0,-5 1 0,7 10 0,-11-12 90,5 10 0,-7-12 90,2 6 0,-3-10 809,0 2-989,0-17-90,-1-7 90,0-2 0,4 0-90,3 7 90,0 4 0,13-7 0,-12 10 0,13-3 0,-2 8-90,0 6 90,-1-4 0,-3 12 0,-8-1 0,-2 0-359,2 11 89,-4-13-810,2 13 631,-1-14-1080,4 9 989,-3-11 0,3 2-719,0-6 629,-1-1-899,22-7 1349,-13 3-1201,6-8 0,1-1 1921,-4 3 177,0-7 0,-1-2-87,-6 4-40,-2-2 0,-3 1-230,-4 4 539,-8-5-359,-15 18-450,2-5-45,-1 12 0,0 1-45,5-3 2726,-8 13-2726,13-5 0,5-6 0,8 10 0,3-12-180,7-1 1,2-2 89,3-2 45,4-1 0,1 0 45,-2-2 0,1-2 0,-1-2 90,-9-2 1398,7-1-1578,-24 9 610,-1 4-1150,-5 7-359,4-3-540,3 0-900,9-2-539,11-4 2968,1-1 0,7-3 0,-7 0 0</inkml:trace>
  <inkml:trace contextRef="#ctx0" brushRef="#br0" timeOffset="82817">15028 1600 15628,'-13'12'-120,"1"-1"0,-6 4 0,-1 0-1409,-2 2 0,-1-1 809,5-2 1,-1-2 719,-2 1 0,2-3 0,6-5 0,-6 2 0</inkml:trace>
  <inkml:trace contextRef="#ctx0" brushRef="#br0" timeOffset="82984">14856 1572 16078,'3'-6'2159,"-1"17"-2069,-2 0-90,5 12 0,0 2-360,-2 1-733,5-3 1,4 5 0,-2-4-547,-5-8 1,1 0 1169,3 4 1,3 4 0,-1-5 0,1 5 0,-4-10 0,0 0 0</inkml:trace>
  <inkml:trace contextRef="#ctx0" brushRef="#br0" timeOffset="118449">10958 4039 9602,'-2'-13'359,"0"2"-89,-1 3 0,1 0 90,-1-1-90,0 2-1,-1-1-89,1 0 90,-1 1-180,0 0 270,0-4-270,1 3 360,-2-8-360,3 8 179,-1-7-179,3 9 0,-1-8 0,1 7 270,5-16-90,6-3-180,-1 1-45,0 5 0,1 2 45,-2 2-45,3-3 0,1 1 45,-1 1-90,5-2 0,0 1 0,0 2 90,4 0 0,0-1-90,-1 4 89,3-2 1,1 2-90,-3 2 45,3 0 0,1 1 45,-3 2-45,8 0 0,0 1-45,-4 2-723,-6 3 1,4-1 0,-4 2 722,5 0 45,5 0 0,1 1-45,-4 0 0,-6 2 0,2 0 0,-3 1 0,9 4 30,-8-4 0,3 1 0,-2 0-30,6 7 60,-5-6 0,3-2 0,0 1-1248,4 0 1,-1 0 1232,0 1 0,0-2 15,-6-2 0,1 0 0,-4 0 30,4-1 0,2-3 0,0 0 0,-6 1 90,3-5 0,-1 0-90,-4 4-45,2-7 0,-1-1 45,-4 4 44,3-9 1,-1-1-45,-4 4-90,0-5 0,0 0 0,-5 3 45,0-2 0,-1-1-45,-2 3 0,1-3 0,-1 1 0,-2 2-1529,3-13 270,-5 17-2018,2-9 2457,-1 12 1,0-5 0,0 5 0</inkml:trace>
  <inkml:trace contextRef="#ctx0" brushRef="#br0" timeOffset="123033">10896 3955 11131,'0'-9'899,"4"2"-359,-3 3-360,2 1 359,-3-4-359,0 2 180,0-5-270,-3 5 360,2-9-270,-3-4-45,9 3 0,0 0-135,-3-9 89,7 6 1,-1 1-90,-6 3 90,6 0 0,0-1-90,-4 4 90,12-13-90,-10 15 0,11-9 0,3 8 0,9-1 0,-5 5 0,-2 3 0,4 2 90,-9 1-45,3 0 0,1-1 45,-3 1-45,4 3 0,0 0 45,-1-2 0,4 7 0,0 1-90,-1-7 90,-5 4 0,3 3 0,-1-2 45,0-2 0,-1-1-1508,5 3 1,-2 0 1417,-5-3 0,-1-1 0,0-1 0,-1 0 45,5 0-683,3-1 1,0 0 592,-3-1 90,2-2 0,1-1-90,-4 2-389,1-3 0,1-2 389,-4 2-251,3-2 0,0-1 251,-4 0 0,12-4 0,-14 5 0,0-1 0,5-1-179,3-3 0,-1-1 179,-2 0 0,2-2 0,-1-2 879,-3 1-879,1-3 0,-1-1 0,-3 0 0,-1-4 0,0-1 0,-5 1 0,0-5 0,-2 0-567,-4 2 522,-1 7 0,0-1-450,-1 2 1,-2 3-226,-6-5-919,4 1 1,-1 2-931,-10 5 2628,0-8 1,2 13-1,1-1 1</inkml:trace>
  <inkml:trace contextRef="#ctx0" brushRef="#br0" timeOffset="126599">6396 7506 10681,'-5'-6'630,"1"0"-451,3 5 91,0-1-90,0 1 360,-2-2-360,1 2 180,-2-4-270,3 3 179,-4-3-179,3 2 450,-4-6-180,2-1-180,-1 1 0,2 1 359,0 1-359,2 2 360,-2-3-360,2 5 180,-1-3-181,1 5 91,0-2 270,1 19-360,0-5 45,4 12 0,0 3-135,-2 3-1071,4-2 0,1 5 0,-2-3 1026,-3-5 0,-1 1 45,1-1 0,2 3 0,0 3 0,0-1 0,-1-4-449,-2-3 0,-1-1 0,1 2 359,0 1 0,0 3 0,1 2 0,0 1 0,-1-3 0,0-3 30,0 1 0,-1-4 0,0 3-30,0 4 0,1 4 0,-1 1 0,0-1 0,0-5-896,-2 5 0,-1-2 896,3-1 0,0 3 0,-1-1 30,0-2 0,-1-1 0,1-2-191,1-1 1,0 2 137,0-3 1,0 4 0,0-1-1,0-4 23,0-3 0,0-1-300,0 5 0,0 3 1,0-5-241,0 3-719,-1-1 0,2-2 179,2-9-2197,1 8 2660,1-24 1,-1 6 0,-3-10-1</inkml:trace>
  <inkml:trace contextRef="#ctx0" brushRef="#br0" timeOffset="127283">5883 8534 11670,'-10'-6'1170,"-4"5"-631,4-9 541,-11 10-900,9-4 719,-12 4-719,15 0 360,-5 0 179,10 0-89,5 8-450,7-2 134,4 3 1,2 1-225,6 0 45,7 0 0,2 0-626,-14-6 1,2 0 557,4-1 1,4 0-1,1 0 1,-3-1-639,3 0 1,1-1 588,-1-2 0,4 1 0,2-1 0,0 0 0,-5 0-601,-1 1 1,-3 0 0,4-1 607,-4 0 1,5-2 0,1 1-1,2-1 1,-1 0 0,-2 1-1,-4 0-709,9 1 1,-4 0 0,2 0 683,-3-2 0,1 0 0,1-1 0,1 0 0,0 1 15,-4 1 0,1 1 0,-1 0 0,1 1 0,-1-1 0,-2-1-230,2 0 1,-3-1 0,2 0-1,3 0 226,-3 2 0,4 0 1,2 0-1,1 0 0,0 0 1,0 0-1,-4 0 0,-2 0-11,2 0 0,-5 0 0,1 0 0,3 0 0,-2 0 0,3 1 0,2 0 0,2-1 0,-1 1 0,-1 0 0,-2 0 0,-4-1 0,1 1 0,-3 0 0,0 0 0,3 0 11,-1 0 0,3 0 1,3 0-1,1 0 0,-1 0 1,1 0-1,-3 0 0,-2 0-11,3 0 0,-4 0 0,0 0 0,0 0 0,1 0-141,4 0 0,2 0 0,0 0 0,-2 0 0,-1 0 141,-5 0 0,0 0 0,-2 0 0,-1 0 0,4 0 0,-1 0 0,-2 0 335,-2 0 0,1 0-335,5 0 0,2 0 0,-4 0 1518,3 0-1698,-5 0 1,-2 0-181,-8 0-181,1-4-719,-12 1-2017,-18-8 0,5 2 3613,-17-4 1,7 3-1,-2-1 1</inkml:trace>
  <inkml:trace contextRef="#ctx0" brushRef="#br0" timeOffset="128032">6298 7147 9691,'-4'-8'2069,"-6"-1"-1799,7 6 0,-5-1 180,3 0-270,1 2 0,0 0-1,-1 1-179,3 1 270,-2-1 90,3 7-90,1 11-270,5 0 45,-2 10 0,1 1-450,3-12 1,1 1 404,-1 11 0,1 5 0,0-4-1639,1-7 1,0 0 1429,-1 0 0,-1 2 0,2 0-884,0 0 1,1 1 0,0-3-460,-1 1 1,1 1 1551,-1-3 0,1 2 0,0 1 0,-1-4 0,0 2 0,-1-1 0,4 7 0,0 0 0</inkml:trace>
  <inkml:trace contextRef="#ctx0" brushRef="#br0" timeOffset="129466">6404 7499 8702,'0'-9'1439,"-4"0"-899,3 3 90,-5-2-181,5 1 1,-5-1-90,3 1 0,-3 0-1,2 0-89,-1 1 630,-3-4-720,2 3 179,-8-2-359,8 6 0,-6 0 90,7 2-90,-5 8 0,5-6 0,0 11 0,0-2 0,4 0 0,-1 8 0,1-10 0,8 6 0,1-9 90,14 2-180,-7-5 90,4-1 0,2-7 0,-3-7 0,0 1 0,-9-17 0,-15 16 0,-2-17 0,-9 20 0,1-5 0,1 12 0,3 6-90,4-1-1079,3 27 450,4-17-920,9 13 1,6 1 1296,1-11 1,1-2-1,3 5 1,2-2 0,-1-7-1,0 0 1</inkml:trace>
  <inkml:trace contextRef="#ctx0" brushRef="#br0" timeOffset="131065">7993 7253 11041,'-3'-10'1619,"1"2"-1259,0 3-1,0 1-89,0 1-90,0 0 180,-2 0 0,-2 1-270,0 1 449,-5 7-359,-1 9-180,1-2 0,-2 10 0,10-15 0,-2 8 0,5-11 0,5 6 0,2-8 0,11 1-90,-4-3-90,13-7 180,-14-2 90,7 0-90,-6-13 0,-7 13 360,1-18-180,-6 16 90,-16-8-270,11 13 0,-25-2 0,20 15-495,-7 2 0,0 1-404,3 11 224,2-8 1,1 1-965,3 3 1,2 0 1178,0 6 0,1-5 0,1 0 0,2 0 0</inkml:trace>
  <inkml:trace contextRef="#ctx0" brushRef="#br0" timeOffset="132399">8096 8239 13559,'-15'-3'2429,"-8"1"-2339,9 7 0,-5-4 0,7 16 0,6-15-90,-8 24 0,10-18 0,-4 18 0,5-17-180,1 9 90,2-11-360,6 3-90,8-8 450,0-6 90,1-2 0,0-2 90,-4-1 360,1-2 0,-1 0 359,-6 6-539,-7-6 90,-11 8-90,-2 2 0,-11 14-270,13-10 0,1 10 0,0-1 0,3-9 0,-3 15-90,8-14 90,2 4-180,14-4-270,11-9 495,-6 3 0,0-1-45,11-3 360,-7-3-270,-22 8 0,-9-3-90,-2 4 90,-9 6-90,16-2 0,-9 2 90,12-3 0,-4-3-90,5-11-90,4 1 90,4-7 0,0 7 0,7 4-90,-8 6 90,5-2 0,-2 2 0,-3 0 0,4 9 0,-8-6 0,0 16 0,-1-14 90,-8 14-90,0-12 0,-7 10 0,1-10 0,-2 8 0,5-10 0,-1 3 90,1-5-90,3-1 0,-8-1 0,8-7 0,-5-1 0,8-6-90,-1-3 90,4 4 0,9-6 0,0 10-90,14-8 90,-8 10-90,14-3 90,-15 8 0,8-1-90,-1 9 90,-8-6 0,7 15 90,-14-4-90,-7 3 90,-11 4-90,-1-11 45,-2 2 0,0 0-45,3-3 0,-2 1 0,0-1-90,4-4-900,-12 1 181,13-3-2468,-9-8 0,12 5 3161,-4-15 1,8 11-1,-1-10 1</inkml:trace>
  <inkml:trace contextRef="#ctx0" brushRef="#br0" timeOffset="133233">6415 8584 11311,'0'-14'1709,"0"4"-630,0-4-719,0 6 89,0-3 181,7 2-270,-6 2 270,11-9-451,-6 8 1,2-4 0,4 4 450,-8 3-630,0 8 0,-9 5 90,-14 16-90,-1-5 0,0-1 0,2-7-90,11-9 90,1 0 0,15-7 0,-7-2 90,23-3-90,-19 2 0,7 9 0,-15-2 0,-5 12 0,-7-5 0,3 2 0,-5 1 0,6-5 0,-2 1-90,-1-2-90,5-3-1169,-8-5 629,11 4-2557,-4-14 2747,12 4 0,-3-4 0,5 3 0</inkml:trace>
  <inkml:trace contextRef="#ctx0" brushRef="#br0" timeOffset="134999">6545 7022 9152,'-8'-8'989,"1"1"-719,4 5 180,-1-1-180,0 1 629,-7-3-719,6 3 630,-10-4-541,8 4 721,-11-6-720,11 5 269,-10-4-359,11 5 360,-6-4-450,8 5 450,-2-2-360,10 2 449,1 8-449,6-5 0,0 9-90,-3-8 270,4 5-270,-5-3 90,7 4-91,-6-4 91,10 6-90,-9-4 45,3 1 0,1 2-45,-1-2 135,3 3 0,0 1-135,-2-3 45,3 4 0,1 0-45,0 0 44,5 4 1,1 1-537,0-2 462,-5-3 0,4 1 0,-2-1-393,-5-4 1,0 0 422,8 4 0,4 2 0,-4-2-90,-6-4 0,1 1 60,7 3 0,3 2 0,-3-2-1436,-7-4 0,-1-1 1376,10 5 0,0 1 90,1-1 0,-1-1-45,-10-5 0,2 1-15,7 3 0,3 2 0,-3-2 15,-7-4 0,-1 0-15,10 4 0,3 1 0,-3-2-30,-7-2 0,-2-1 29,1 0 1,1 0 0,0 1-582,0 0 0,1-1 1,-3 1 596,0-1 0,1 0-411,7 4 1,3 1-1,-3-2 411,-10-3 0,0 0 75,6 2 0,3 2 0,-3-1 103,-8-4 0,-1 0 46,7 2 1,2 2 0,-3-2-180,6 2 30,-6-3 0,2 2 0,-2-2 1260,9 2-1260,-6-2 0,3 1 0,-2-1 591,-7-2 1,2 0-652,9 3 0,4 1 0,-3-1 1076,-8-3 1,0 1-1092,2 0 0,3 1 0,1 0 0,-4-1-45,-2 0 0,1-1 45,0 0 0,3 2 0,1 0 0,-5-2-45,-1 0 0,-1-1 45,10 4 0,0 0 0,-5-1 0,-1 0 45,5 3-1,2 0 1,-2 1 0,-6-2-45,2 2 0,0-1 45,-5-1 0,2 1 0,1 0 0,-4-1 0,2 1 0,1-1-90,-3 0 90,2 1 0,0-1 0,-2-1-90,8 4 180,-2-2-180,-10-3 90,8 2-251,-8-2 161,-3-2 180,8 4 0,-9-6 408,7 4-408,-10-5 713,4 2-713,-7-3 955,2 1-1045,-5-1 463,2-1-3830,-2 1 0,-5-7 0,-5-3 1638,-3-3 1,-1-2-1639,-8-6 2730,6 6 1,0 0 0,-7-6 0,9 9 0,1 1 0</inkml:trace>
  <inkml:trace contextRef="#ctx0" brushRef="#br0" timeOffset="135649">6088 8169 13199,'-11'-4'-3277,"8"-2"2657,11-8 0,3 1 0,1-3 1</inkml:trace>
  <inkml:trace contextRef="#ctx0" brushRef="#br0" timeOffset="136082">7612 7097 11850,'-13'-5'180,"1"2"-180,1 1 0,4 2 0,3 0 0</inkml:trace>
  <inkml:trace contextRef="#ctx0" brushRef="#br0" timeOffset="136751">6248 8121 11490,'-8'-10'630,"-14"2"-1260,14 3-1079,-9 2-1568,14-1 3219,3-1 0,0-2 1,0 0-1</inkml:trace>
  <inkml:trace contextRef="#ctx0" brushRef="#br0" timeOffset="137300">7581 7108 9961,'-21'-11'-820,"2"2"1,12 9 0,2 0 0</inkml:trace>
  <inkml:trace contextRef="#ctx0" brushRef="#br0" timeOffset="137799">6368 7960 10051,'1'-12'360,"0"0"-180,-7 3 0,0 2-360,-6-2-180,6 6-2917,1-1 3264,5 2 0,5 0 1,2-1-1</inkml:trace>
  <inkml:trace contextRef="#ctx0" brushRef="#br0" timeOffset="138167">7649 7068 10591,'-7'-13'-630,"-1"6"630,-5 2 0,6 5 0,3 0 0</inkml:trace>
  <inkml:trace contextRef="#ctx0" brushRef="#br0" timeOffset="139497">5907 7781 8432,'0'-15'1439,"0"1"-899,0 6 0,0 0-180,0 0-1,0 2-89,0 0 0,0 1 360,0-1-360,0 1 629,-5-3-719,0 5 180,-7-3-270,4 4 359,-11 1-359,9 6 90,-17 2-90,14 9 45,-1-3 0,0 1 45,2 8 45,2 3 0,1 2-135,5-7 0,3 1-45,2 7 0,3 0-45,0-10 0,3-2 0,6-1 0,2-3 89,2-5-89,0-1 0,-1-2-89,0-2-226,0 0 0,1-2-45,-4-6-1079,14 0 809,-17-6-2248,11-6 1888,-13 7-2158,7-7 3148,-11 13 0,2-1 0,-3 4 0</inkml:trace>
  <inkml:trace contextRef="#ctx0" brushRef="#br0" timeOffset="139685">6011 7947 12570,'0'21'-540,"5"-3"-809,0 13-1418,1-11 1552,-2-1 1,1 0 1214,5 10 0,-5-13 0,0-2 0,9 12 0</inkml:trace>
  <inkml:trace contextRef="#ctx0" brushRef="#br0" timeOffset="141117">6070 7795 9781,'-4'-7'1440,"-1"-3"-1171,3 8 1,0-4-90,0 1 0,1-1 0,-1-4-180,2 0 0,5 2-540,2 2 91,5 3-2250,2 0 2699,8 2 0,-6 0 0,3 1 0</inkml:trace>
  <inkml:trace contextRef="#ctx0" brushRef="#br0" timeOffset="141281">6126 7882 9512,'15'-9'-3277,"-3"2"3264,0 2 0,-3-2 0,0 3 0</inkml:trace>
  <inkml:trace contextRef="#ctx0" brushRef="#br0" timeOffset="141648">6313 7748 10141,'-11'-11'990,"1"4"-990,5 21 0,0-4 0,5 13 0,-2-4 0,2-6 0,0 6 0,5 0 0,1-6 90,8 10-90,-4-14-180,7 6 90,-8-10 0,12 0 90,-10-4 0,15-19 0,-14-7 0,-3 11 0,-3-1 225,-6-6 0,-2 0-46,0 5 1,-8-2 0,-1 1-90,2 4-90,-5 3 0,0 3 0,2 3 0,-10 1-180,14 10-1799,-5 8 810,9-1 1169,1 14 0,9-16 0,1 7 0</inkml:trace>
  <inkml:trace contextRef="#ctx0" brushRef="#br0" timeOffset="142214">7650 7004 10951,'-9'-9'2069,"0"0"-1620,-4 4-359,4 2 180,-6 1-180,10 8 0,-9 2-90,8 7 0,-4 6 0,6-6 0,1 8 0,2-13 0,1 2 0,11-3-180,-8-4-989,22 4 449,-18-6-2338,18 1 1799,-14-3 1259,11-5 0,-11 3 0,3-4 0</inkml:trace>
  <inkml:trace contextRef="#ctx0" brushRef="#br0" timeOffset="142432">7749 7072 12300,'4'23'-810,"-4"8"-829,3-12 1,0-1 1490,0 13 1,1-9-1,-1-13 1</inkml:trace>
  <inkml:trace contextRef="#ctx0" brushRef="#br0" timeOffset="142600">7852 6966 11940,'-6'-17'810,"-4"4"-2969,9 2 180,2 7 1979,12 5 0,-5 0 0,4 3 0</inkml:trace>
  <inkml:trace contextRef="#ctx0" brushRef="#br0" timeOffset="142751">7871 7023 13379,'-8'-3'-2698,"14"-2"1349,0-1 1349,21-8 0,-15 8 0,7-7 0</inkml:trace>
  <inkml:trace contextRef="#ctx0" brushRef="#br0" timeOffset="142949">8129 6809 13289,'0'-14'1619,"0"1"-629,-6 1-810,4 7 180,-3-3-270,11 7 0,7 7-90,2 4-45,0 3 0,0 2-315,0 7-733,-4-5 1,2 2 0,-2-1-547,-4-4 1,0 1 1599,1 9 0,1 3 0,-2-2 0,-4-5 0,0-1 0,0 11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08:06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10806 2611 10861,'1'-13'629,"0"2"-179,0 1-90,-1 4 0,0-1-90,0 1-1,0 0-179,0 0 90,0 1 270,0-2-180,0 2 1439,0-1-900,0 35-539,1-9 0,-1 4 0,-1 0-688,0-2 0,0 0 1,0 2 506,0 2 1,0 4 0,-1 1 0,1-1 0,-1-4-550,0-3 0,-1-3 0,0 4 505,1 0 0,-1 4 0,0 2 0,0 0 0,0-2 0,0-3-45,0 2 0,0-4 0,-1 5 51,1-3 1,-1 5-1,0 1 1,0 2-1,0 1 1,0-3-1,0-1-15,1 0 0,0-2 0,0 0 0,0 0 0,0 1-432,0-2 1,0 2 0,0-1 0,-1 1 0,1-2 0,1-1 417,-1 4 1,1-1 0,0-1-1,1-1-45,0-1 1,1 0 0,0-1-1,0-2-285,-1 8 0,1 1 326,1-8 0,0 4 0,1 1 0,-1-1 0,0-4-18,0 2 0,0 0-45,1-1 0,1 4 0,1-1 0,-2-4 0,1-4 0,-1-1-225,1 5 0,-1 3 1,0-5-91,1 5-1024,-2-2 0,-2-2-1893,1-8 2577,0-1 1,0-19 0,0-9 0</inkml:trace>
  <inkml:trace contextRef="#ctx0" brushRef="#br0" timeOffset="684">10250 4234 13289,'-13'0'270,"-3"0"90,6 0 719,-6 0-809,8 0 90,-3 0-270,9 0 1169,-1 0-1079,7 3 0,4-3 630,10 3-631,11-3 1,2 0-90,-13 0 0,1 0-893,4-1 0,3 0 0,1-1 0,-4 1 848,-1 1 0,-1-1-15,1 0 0,1-1 0,0 0-920,9 0 1,-2 1 889,-6 0 0,2 1-338,0-2 1,5 1 0,0-1-1,-4 0 338,-5 2 0,-3-1 0,5 0 45,2 1 0,6-1 0,2 1 0,1-1 0,-3 1 0,-4-1-249,1 0 1,-4 1-1,4 0 216,-3 0 1,5 1 0,2-1 0,1 1 0,-1 0 0,-3 0 0,-3 0 175,3-1 1,-3 1-1,3-1-86,-4 1 1,4 1 0,2-1 0,0 1 0,0 0 0,-2 0 0,-3-1-45,-2 0 1,-3 1 0,0-1 0,4 0-37,-2 0 1,3 0-1,2 1 1,2-1-1,-1 0 1,0 1-1,-3-1 1,-3 1-46,3 0 1,-4 0-1,-1 0 1,5 0 22,-3 0 0,3-1 0,2 1 0,2-1 0,-1 0 0,-1 0 0,-2 1 0,-3-1 30,9 2 0,-5-1 0,5 1-30,-8-2 0,4 1 0,2 0 0,1 0 0,-1 0 0,-2-1 0,-4 1 0,3 0 0,-3 0 0,4 0-15,-3-1 0,3 1 0,3 1 0,-1-1 0,-1 0 0,-5 0 15,-1 0 0,-3-1 0,2 1 0,1 0 0,2 0 0,0 0 0,-2 0 0,2 0 0,-1 0 0,-3 0 302,0 0 1,-1 0-303,3-1 0,2 1 0,-5 0 0,0-1 1072,8 0-4349,-22-1 0,-7 0 2457,-15 0 1,-3 0 0,-7 0 0</inkml:trace>
  <inkml:trace contextRef="#ctx0" brushRef="#br0" timeOffset="12767">13276 790 11670,'0'-9'630,"-5"2"-630,3 5 90,-7 6 0,-2 21-45,5-8 0,-1 2-1627,0 0 0,0 1 1582,1-2 0,2-1 45,-1 2 0,0 0 637,0 5-727,0 2 0,0-1-225,1-5-630,1 0 1,0 0 0,1-6-2069,-2 13 2968,3-19 0,-1 4 0,1-9 0</inkml:trace>
  <inkml:trace contextRef="#ctx0" brushRef="#br0" timeOffset="12983">13209 846 11670,'0'-16'764,"0"0"1,4-2-585,12 16-180,-3 9 90,9 15-90,-8-6 0,-1-1-187,5 6 187,-6-6 0,2 3 0,-1-1-90,2 8 1,-2-1-57,0-4 0,-1 2-947,-2 0 1,-1 1 0,-2-3-715,-1 2 1807,-1 0 0,-1-2 0,-3-7 0,0 4 0</inkml:trace>
  <inkml:trace contextRef="#ctx0" brushRef="#br0" timeOffset="13184">13260 1124 11760,'-17'-6'1350,"5"1"-1171,4 1-179,6 2-90,6 0-809,22 0 179,-4 1-373,-3-1 1,4-1 0,-2 0-357,-4 1 1,0-1 1448,6-1 0,3-1 0,-2 0 0,-4 0 0,0 0 0,7-2 0,1 0 0</inkml:trace>
  <inkml:trace contextRef="#ctx0" brushRef="#br0" timeOffset="13433">14297 667 12660,'0'-9'1439,"-5"-2"-1529,4 8 180,-4 5 0,9 24-90,-3-5-176,1-4 0,-1 0 176,-1 11-2217,0-5 2127,0 8-1549,0-10 1,0-1 395,0 6-396,0 1 1,0-1-606,0-6 2244,0 9 0,0-17 0,0-1 0</inkml:trace>
  <inkml:trace contextRef="#ctx0" brushRef="#br0" timeOffset="13866">14313 810 11670,'-4'-26'1214,"2"10"1,0 0-1125,-2-10-90,1-3 0,3 21 0,0-2 0,11 9 0,4 6 0,2-3 0,-4 9 0,-1 5 0,-4 6 45,-2-7 0,-1 0-45,-5 3 0,-2-1 0,0-2 0,-10 8 0,-2-5-90,-11 0 90,10-2-90,-4-4 90,26-10 0,-8-6 0,26-2 0,-16-1 0,8 2 0,0 1 0,-2 3 45,1 0 0,0-1-45,-4 2 90,8 6 360,-10 0-91,-4 1-89,1 3 450,-4 2-630,-2 0 0,-21 13-90,9-14-675,-13 4 0,-2-1-1008,1-1 590,5-3 1,-3 0 0,2 0 545,5-4 1,1 0 0,-8 4 0,1-2 0,-2 0 0</inkml:trace>
  <inkml:trace contextRef="#ctx0" brushRef="#br0" timeOffset="14983">13310 1593 12030,'1'-11'1889,"0"1"-1169,-1 2-91,0 0-179,0 1 0,0-1-90,0 1-1,0 0-89,0 2-90,0 0-90,0 2 0,0 0-270,0 1 270,0 16-90,0-6 0,2 10 0,1 1-270,2 0 45,-2-4 0,0 2-1259,0 1 0,0-1-45,-2 6-110,3 2 1,2-1 1036,1-5 0,0-4 1,1-1-1,3-2 1</inkml:trace>
  <inkml:trace contextRef="#ctx0" brushRef="#br0" timeOffset="15915">14329 1361 13739,'7'-11'2249,"-2"2"-1619,-2 3-271,-1 1-179,0 1 0,1 0-180,-2 3 90,3-1 0,-3 2 90,3 17-180,-3-6 45,2 10 0,-1 2-45,0 0-540,2 7 0,0 0-774,0-1 221,-1-8 1,2 3 0,-1-3-2185,3 7 2758,-1-7 1,0-1 0,3-1-1,1 0 1</inkml:trace>
  <inkml:trace contextRef="#ctx0" brushRef="#br0" timeOffset="16498">13446 2002 12750,'7'-14'1889,"-1"0"-1440,-5 8-89,1-2-360,-2 4 90,0 17-90,0-5-1639,1 11 1,1 1 1073,-1 1-604,1 6 0,0 1-256,1 0-214,1 3 1,2 0 1375,5-7 1,-3-5 0,1-1 0,4-3 0</inkml:trace>
  <inkml:trace contextRef="#ctx0" brushRef="#br0" timeOffset="16932">14288 1936 12840,'1'-10'449,"-10"28"-449,3-10 0,-2 10 0,1 1-2679,3-4 2679,-3 4-104,7 6 104,-3-10 131,7 1 0,0-1-131,-2-3-89,10-3 0,3 0 89,-5-4 0,17 0 0,-4-4 0,-5-7-45,2-1 0,-1-1 45,1-8 628,-6 6 1,0-2-494,-4-3 0,-3-1 760,1-4-760,-2-4 0,-3 0-45,-10 4-45,-1 0 0,-2 1-45,-8 6 0,-3 3 0,-1 2-180,0 5 0,4 4 0,-1 2-1349,-3 5 0,2 2 517,6-2 1,0 2 1011,-13 7 0,2 2 0,13-8 0,1 0 0,-3 4 0,-1 0 0</inkml:trace>
  <inkml:trace contextRef="#ctx0" brushRef="#br0" timeOffset="17533">13570 2440 12570,'0'-8'989,"0"1"-359,0 2-450,-5 3-90,0-1 0,-1 9 0,-10 11 0,6 11-45,2-8 0,1 0-45,-1 9-45,10-11 0,3-1 45,6-6-180,8 2 0,4-3 135,0-6 0,1-2-85,0 4 0,0-3 130,6-6 0,-4-2-1826,-5 3 1826,-6-4 0,-1-4 0,0-9 0,-8-1-471,-1 1 0,-3-1 471,-9 2 0,3-2 0,-1 1-89,-10 5-385,0-10 474,2 17-402,-1 1-48,4 5-2401,-3 20 2851,9 0 0,3 9 0,8-8 0</inkml:trace>
  <inkml:trace contextRef="#ctx0" brushRef="#br0" timeOffset="17799">14603 2322 13289,'0'-18'1979,"-5"2"-1979,4 13 90,-7 24-180,7-2-630,-2 6 1,1 1-180,2-4-740,2 5 1,1 1-1639,-2-2 2995,1-5 0,0 0 0,-2 2 1,0-1-1</inkml:trace>
  <inkml:trace contextRef="#ctx0" brushRef="#br0" timeOffset="18283">13529 2765 14279,'-16'4'270,"6"4"-270,-3 15 0,11-7 0,-4 0 0,2 1 0,3-3-45,1 5 0,3 0-45,18 2 90,-5 2-1639,6-16 1,2-3 663,-3-3 866,4-7 0,-1-2 109,-5 1-308,-2-7 1,-3-2 397,-7 2-150,-6-4 1,-2 0 149,-1 2-45,-8-1 0,-1 0-45,3 6 0,-11-3 0,3 11 0,6 8-270,-10 11-180,13-1-854,1 2 0,1 0-46,3-1 1350,3 3 0,3-1 0,8-3 0,7 7 0</inkml:trace>
  <inkml:trace contextRef="#ctx0" brushRef="#br0" timeOffset="18684">14447 2784 14009,'-5'-18'1709,"0"8"-1709,-4 0 0,0 23 0,5-5-90,-2 22-90,14-9 180,2-1-45,5-10 0,3-4 45,6-4-273,-2 0 1,0-1 317,-6-4 0,0-2 270,6-4 0,-1-3-90,-7 4 0,-1-2 224,1-10 1,-3-1-270,-6 3 135,-4-5 0,-3 1-135,-9 3-135,-4-2 0,-4 1-90,1 13 0,0 2-90,1-5 0,0 2-1170,-1 9 1,4 4-45,5 6-1928,-3 18 0,10-10 2885,0 5 0,9-12 0,3 0 1</inkml:trace>
  <inkml:trace contextRef="#ctx0" brushRef="#br0" timeOffset="19481">15056 556 12480,'10'-12'1619,"-3"1"-1349,-4 13-270,-12 13 0,6 2 45,-4 2 0,-1 1-135,6 5 0,-3 4 90,5-10-90,0-9 0,8-3 90,-6 0 0,22-5 0,-13 0-1639,7-6 1,2 0 1523,-3 2-338,2-9 0,-2-3 453,-5 4 45,-2-8 0,-3-1-45,-4 3-237,-5-2 0,-2 0 237,-6 3 0,-1 1 0,-1 2-90,-2 3 90,-4-2-203,5 8 24,4 2 1211,-9 8-1931,10-6-181,-4 11-1038,7-10 2118,-1 18 0,3-13 0,0 11 0</inkml:trace>
  <inkml:trace contextRef="#ctx0" brushRef="#br0" timeOffset="19732">15360 368 11760,'2'-13'810,"-1"2"-540,-1 4-90,0 12-90,0 24-90,5-5 44,-5 6 1,1 1-395,7-6 395,-7 6 0,-1 0-315,3-3-240,-3-6 0,0 3 1,0-4-211,0 10-240,0-8 1,0 4 0,0-3 197,0-8 0,0 1 762,0 12 0,0 0 0,0-3 0,0 5 0</inkml:trace>
  <inkml:trace contextRef="#ctx0" brushRef="#br0" timeOffset="19983">15549 611 11311,'3'-16'1619,"-1"1"0,0-2-1080,4-12-539,-6 24 0,2-2 90,-2 33-90,-3-13-90,0 14 0,1 1-269,-3-3-734,2-5 1,0 4 0,0-2-78,2-5 1,1 0 269,-3 8 1,-1 4 0,1-4 269,3-8 0,-1 0 630,0 5 0,0 2 0,0-4 0,1 5 0,0-9 0,0 1 0</inkml:trace>
  <inkml:trace contextRef="#ctx0" brushRef="#br0" timeOffset="20252">15579 680 10771,'-1'-24'764,"-1"0"1,0-1-1,0 0 1,0 0-450,2 0 0,0 3-225,0 6-45,6 0 0,0 2-135,-3 5 180,23-3 0,-12 17-1354,15 3 1264,-9 4 45,-4 0 0,-1 0-45,0 2 90,-1 2 0,-3 0-90,-5 0-136,-9 1 1,-3 0 225,-5-1-765,-11 3 1,-3-1 44,12-9 1,-1-1-464,-8 5 1,-3 2 0,2-2 768,7-5 1,0 1 0,-10 5-1,0 0 1,0-1 0</inkml:trace>
  <inkml:trace contextRef="#ctx0" brushRef="#br0" timeOffset="23399">15210 1276 16797,'-7'-9'0,"0"1"0,3 8 0,1 0 0,2-3 180,0 2 180,3-6-180,-2 3-90,2-1-90,-2 1 90,0 3-90,-4 0 0,4 0-90,-6 1 90,2 0 0,-2 0 0,2 0 0,0 6 0,0 0 0,0 7 0,0-3 0,0 6 0,2-7 0,1 12 0,0-11 0,1 14 0,5-14 0,1 13 90,0-13-90,11 7 0,-9-11 0,10 1 0,1-5 0,-3-2 0,7 0 45,-7-5 0,0-1-45,4 3 45,0-9 0,-1-2 45,-6 6-90,-2-7 0,-1-1 0,-5 4-45,-4-5 0,-2-1-45,-6-3 90,-9-4 0,1 15 0,-2 3 0,-5 3-1639,-3 5 1,1 1 1073,4-1-1020,-2 9 1,1 2 415,5-4-470,2 6 1,2 2-1639,5-3 3053,0 7 1,7-8 0,0-1-1</inkml:trace>
  <inkml:trace contextRef="#ctx0" brushRef="#br0" timeOffset="24366">15237 1810 13739,'5'-10'1619,"-2"3"-1349,-3 4-90,0 1-90,0 1-90,0 17 0,4-8-450,-1 12 0,-1 1-449,3-4-740,-1 5 1,0 1-1639,0-4 3010,4 11 1,-3-14 0,0 1 0</inkml:trace>
  <inkml:trace contextRef="#ctx0" brushRef="#br0" timeOffset="24682">15306 2254 14009,'1'-12'2159,"0"4"-2969,-1 36 1,0-14-830,3 15 1,-1 0-1639,0-8 3254,3 0 0,2 0 0,-2 0 0,7 7 0</inkml:trace>
  <inkml:trace contextRef="#ctx0" brushRef="#br0" timeOffset="25149">15414 2673 13649,'5'-12'1259,"0"-2"-269,-4 9-810,-6 7-90,-1 15-90,-8 1 0,6 1 0,1 1 0,-5-1 0,3 2 0,2 1 0,2-3-45,1 0 0,1 0-45,3-5-180,13 11 180,-5-19-45,9 0 0,1-4 135,0-8 0,12-1 45,-12-7 0,-2-2-265,5-4 340,-7 3 0,0-4 0,-3 2 60,0-9-60,-7 7 0,-1-4 0,-3 5-30,-5-7-45,-8 2 0,-3 2-45,-5 8-1093,0 8 1,-6 1 0,4 2 681,7 5 0,0 2-682,-9 0 1,-3 2 0,6 1-2185,-1 11 3228,4-3 1,3 1 0,8 2 0,0 6 0</inkml:trace>
  <inkml:trace contextRef="#ctx0" brushRef="#br0" timeOffset="34937">15398 1849 6903,'0'-6'0</inkml:trace>
  <inkml:trace contextRef="#ctx0" brushRef="#br0" timeOffset="35150">15329 2545 6723,'-16'0'0,"0"0"0</inkml:trace>
  <inkml:trace contextRef="#ctx0" brushRef="#br0" timeOffset="40115">10690 4208 10501,'3'-8'899,"-1"1"-269,-2 4-180,1 0 1529,0 1-1889,-1 20-90,0-12 0,8 17 0,-6-20 0,17 3 0,-13-5 90,16 0-90,-13-1 0,13-6 0,-14 1 90,9-15 449,-13 0-179,-4-4-360,-1 8 180,-17 7-180,12 7 90,-18 7-90,14 3 90,-14 11-90,13-6 0,0-1 0,0 0 90,4-1-90,-7 12 0,11-13 0,-1 7 0,4-10 0,0 2-90,9-5 90,7-2-90,0 1 90,10-12 0,-15 6 0,0-8 0,-1-2 0,-4 2 0,2-8 90,-13 6 0,4 9-90,-5-2 90,0 3-90,-1 1 90,-12 1-90,8 1 90,-6 6-90,6-1 0,4 4 0,0-4 0,7 1 0,0-5 0,5 3 0,-4-2 0,9 0 0,3-1-90,0-1 0,17-5 90,-16 3 0,0-5 0,1 0 90,-6 5-180,6-10 90,-13 8 0,1 0 0,-10 0 90,-10 3-90,1 3 0,0 1 90,-9-2-90,-4 8 0,15-6 0,17-2 90,-3 0-180,19-5 90,-2-1 0,-4 0 0,6 0 0,2-1 0,-9 4 90,5-2-90,-13 8 0,-8-2 0,-11 18 0,0-14 0,-8 14-1106,11-13 1106,-1 1-366,-1-2 456,5-3 90,-3 2-180,8-5 0,1-4 0,9-10 0,-4 3 525,10-3 1,4 1-616,8-3 90,-9 7 0,0 1-90,9-3 601,-20 10-511,-12 12 0,6-2 0,-23 10 0,18-8 0,-14-2 0,14-3 0,-2-3 89,3-1-89,2-2-89,-1 0 89,4-7 0,0 1 0,1-7-270,7-1-90,0 4-1709,5-4-539,-3 8 2608,-4-1 0,-2 6 0,-3 0 0</inkml:trace>
  <inkml:trace contextRef="#ctx0" brushRef="#br0" timeOffset="42048">10514 4514 12750,'0'-10'719,"0"2"-359,0 2 0,0 1 90,0-1-181,0 2-89,0 1-90,-4 0 0,3 1 180,-3 1-270,4 6 90,0 6-90,4 13 45,-2-7 0,1-1-45,2 11-180,-3-6 0,1-1-180,-1-1-719,1 3 0,0 2-2198,3 6 3158,-3-13 1,0 0 0,1 1 0,-2-11 0</inkml:trace>
  <inkml:trace contextRef="#ctx0" brushRef="#br0" timeOffset="42349">10511 4512 12120,'0'-26'900,"0"12"-451,0-15-449,0 19 0,10-8 90,-7 12 0,27-4 90,-12 9-180,9-2 90,-8 9 0,-8 0-90,-3 1 90,-1 3-90,-4 1 0,-3 0 0,-12 12-90,9-12-405,-10 1 1,-2-1-46,7-1-540,-5 0 1,1 0 90,6-1-271,-4 3 1260,9-1 0,-1-4 0,2 4 0</inkml:trace>
  <inkml:trace contextRef="#ctx0" brushRef="#br0" timeOffset="42581">10784 4576 13649,'1'-19'1529,"0"6"-1259,-5 4-270,3 13-180,-4 16-180,5-3-1279,2 5 1,0 1-1639,-1-3 1638,3 4 1,1 0 1089,-3-3 0,2-5 0,1 0 0,-1 0 0</inkml:trace>
  <inkml:trace contextRef="#ctx0" brushRef="#br0" timeOffset="46164">12644 4336 11940,'-4'-15'1889,"1"2"-1529,2 7 359,1 1 271,-4 0-810,1 3 270,-5-1-271,2 3 181,-8 0-270,6 0 90,-11 5-180,11 1 0,-7 4 0,10-2 0,-1-2 0,10-1-90,-3-2-180,13 0 90,-7-2-179,16 1 269,-11-2 180,13-6-90,-15 4 269,5-12 91,-11 9-180,0-7 90,-16 4-90,-3 4-180,-3 1 0,-6 3 0,14 4 0,-3-3 0,9 7-90,3-6 90,1 3-90,0-2 0,6 0-450,1 0 360,7-1-179,6 2 359,-6-3 0,11 0 0,-16 0 0,5 0 0,-11-1 0,0 1 0,-3 0 90,-6 1 179,5-1-179,-20 4 0,14-3 0,-11 2 180,9-3-270,4-1 180,-2 0-180,4 0 0,1 0 0,11-3 0,4-1 0,2-1-90,0 1 90,-10 3 90,0 0-90,-2 6 0,-17 3 0,7-1 0,-13 2 90,6-6-90,5 1 90,-11-1-90,12-2 0,-7 0 0,9-1 0,-5 0 0,7-4-90,-2-1 90,11-7-90,-5 3 90,16-1 0,-13 5 0,14 2 0,-8 1 0,1 1 0,0 1 0,-7 0-3277,1 0 2457,-13 0 1,7-5 0,-8-2 0</inkml:trace>
  <inkml:trace contextRef="#ctx0" brushRef="#br0" timeOffset="47199">10783 2755 11670,'-9'-5'1619,"-8"1"-1349,8 2-180,-5 0 90,6 2-90,3 0-90,-1 0 180,1 5-270,3-1 90,4 4 90,5-2-90,12 0 0,-6-3 0,14 0 90,-15-3 0,8-4 0,-15-3 0,-4-7 90,-8-1-90,-5 3 269,-13 0-179,-2 9-90,0-1 0,3 10 0,7 1-90,5 1 0,-3 3 90,2-4-90,7 5 0,-3 0 0,8-4 0,1-1 0,7 2 0,1-3 90,14 5-90,-7-8 0,4 2 0,-1-4 0,-5-1 0,10-6 0,-12 4 90,3-13-90,-18 1 90,5-1 90,-20-3-90,13 12 90,-17-4-90,13 8-90,-14 0 0,14 8 90,-11 0-90,13 5 0,-6 0-90,11 0 0,-1-3-1889,17 0 630,-10-4-1928,27 2 2679,-21-4 1,15 1-1,-14-2 1</inkml:trace>
  <inkml:trace contextRef="#ctx0" brushRef="#br0" timeOffset="54481">12481 4658 13829,'0'-7'1439,"0"0"-899,0 4 0,0 0-181,-4 0-89,3 1-90,-2 1-90,3 0-180,0 0-1439,0 7-630,0 20 1350,0-8-830,0 2 1,0 0-482,0-7 2120,0 6 0,0-10 0,0-1 0</inkml:trace>
  <inkml:trace contextRef="#ctx0" brushRef="#br0" timeOffset="54697">12601 4749 14279,'2'-8'629,"-1"2"-1258,-1 4-1710,0 26 1080,0-14-380,0 8 1,0-1 1400,0-8 0,0 2 1,0-6-1</inkml:trace>
  <inkml:trace contextRef="#ctx0" brushRef="#br0" timeOffset="55347">12477 4623 12930,'3'-9'1169,"0"2"-90,-3 2-899,0 3 90,0-2-180,0 3 0,-4 0 90,3 7-180,-3 8 0,-1 4 0,3 1 0,-1 5 0,0 1 0,2-10-315,3 2 0,1 0-224,-2-2-406,4 1 1,-1 0 134,-2-3-829,4 2 1,0-1 1175,-2-3 1,5 5-1,-5-11 1</inkml:trace>
  <inkml:trace contextRef="#ctx0" brushRef="#br0" timeOffset="55664">12521 4726 13199,'-9'-19'810,"0"0"0,-7-7-586,12 7 1,1 1-135,-1 2-90,6 0 0,1 0 0,-2 4-90,21-8 90,-12 14 0,10 3 0,1 0 0,-4 2 0,2 4 0,-1 1 0,-7-3 450,5 18-180,-20-4-180,5 3-45,-13-6 0,-2-2-45,5-2-45,-7-1 0,-1 0 45,4-1-1170,-11 4 451,15-6-181,-2 2-2377,6 1 708,3-3 2569,0 2 0,8-3 0,3 0 0</inkml:trace>
  <inkml:trace contextRef="#ctx0" brushRef="#br0" timeOffset="57868">12705 4796 12840,'-17'-11'-1093,"5"-2"1,1-3 0</inkml:trace>
  <inkml:trace contextRef="#ctx0" brushRef="#br0" timeOffset="58831">12606 1707 11580,'0'-19'1350,"0"4"-361,-5 0-809,4 9-180,-7-4 0,7 8 0,-2 5 0,3 4 90,4 12-90,3 8 0,-1-6 45,-1-3 0,-1-1-45,-3-4 0,2 7 0,-1-2 0,-2-7-180,1 11 180,0-14 0,-1 5 0,0-10 0,0-5 0,-9-17-45,6 4 0,-1-1 45,-3 0 0,0 0-179,4-1 0,0 0 269,-1 0 0,-1 2-1592,2-11 1592,0 9 0,-1-1 90,1-5 0,1 1-90,0-6-628,0 3 1,1 0 537,1 9-153,5-8 153,-4 19 162,13-1-162,-8 5 1388,9 8-1388,-2 0 0,-3 1 1408,2 6-1408,-1 1 0,-4 0 0,-1 11 0,-4-16 0,-9 12 0,0-13-720,-11 11 181,7-12-1440,-10 8 1079,13-9-2377,-7 8 2186,10-8 1091,-1 2 0,4-4 0,1 0 0</inkml:trace>
  <inkml:trace contextRef="#ctx0" brushRef="#br0" timeOffset="59082">12801 1737 12570,'5'-6'1439,"-1"-3"-3418,5 35 990,-7-17-650,4 16 1,0 2 1483,-3-7 1,-1-3 0,0 0 0,0 3 0</inkml:trace>
  <inkml:trace contextRef="#ctx0" brushRef="#br0" timeOffset="59516">12834 2202 11490,'0'-12'1350,"0"2"-1350,0 10 0,0 12 90,-3 13-90,0-2-45,1-6 0,0-1-45,-1 0-495,2 2 0,0 0-44,1-3-856,-1 1 1,1 0 405,5-3 1079,-4 9 0,7-14 0,-3 1 0</inkml:trace>
  <inkml:trace contextRef="#ctx0" brushRef="#br0" timeOffset="59814">12826 2249 11670,'-3'-16'1529,"-3"-6"-1349,1 5-180,-2-1 0,6 8-90,0 5 90,5-2 0,3 6 90,6 0-90,1 6 0,2 1 0,-4 0 0,-2 2 0,-6-4 0,-3 4 0,1-2-269,-8 1-91,-1-4-1709,-5 5 990,3-4 1079,1 5 0,2-3 0,1 3 0</inkml:trace>
  <inkml:trace contextRef="#ctx0" brushRef="#br0" timeOffset="60148">12995 2260 11400,'6'-14'990,"-2"5"-810,4-2-180,-4 9 90,9-2-90,-7 4 90,8 6-90,-8-5 180,3 14 89,-7-2-179,-8 2 90,-1 5-180,-8-12 90,8 3 0,-9-1-90,14-4 90,-10 4 0,11-7 0,-1 2-90,16-4-90,-5 0-765,12-2 1,5-2-785,1 0 1,0 0 1091,-2-2 1,1 0 0,2 3 0,-3-1 0,-3 0 0</inkml:trace>
  <inkml:trace contextRef="#ctx0" brushRef="#br0" timeOffset="60549">12938 2674 13020,'1'-12'1079,"0"4"-989,-1 10-90,-4 24 0,1-9-90,0 5 0,1 0-180,-2-5-450,3 3 1,2-1-1,-3-2-269,2 9-2288,0-4 3151,0-8 1,5 4 0,2-10 0</inkml:trace>
  <inkml:trace contextRef="#ctx0" brushRef="#br0" timeOffset="60832">12977 2689 12210,'-3'-19'719,"1"0"1,1 2 0,0 1-720,3-14 0,-1 13 0,21 9 0,-14 7 0,8-1 0,1 1 0,-6 6 0,13 0 0,-18 1 180,1 5-180,-12-2 0,-2 3-270,-13 4-180,6-9-1189,0 3 1,0 0 818,3-1 1,-9 9 0,12-8 0</inkml:trace>
  <inkml:trace contextRef="#ctx0" brushRef="#br0" timeOffset="61281">13205 2610 13559,'-6'-8'360,"6"1"-360,7 6 90,8 1-90,4 4 0,-5-3 0,1 7 0,-9-3 90,-3 6-90,-6-4 0,-4 7 0,-9-7 0,-1 8 0,2-7 0,4 1 0,4-1 0,7-6 0,5 4 0,-3-5 0,9 5 0,-4-3 90,8 5 0,-5-4 180,2 3-180,-7-3 90,-1 2-180,-3-4 89,-7 5-89,5-3-89,-13 4-451,4 0-90,-5-1-359,-1 3-2288,-8 3 527,9-4 2636,-7 4 0,13-6 0,0-1 0</inkml:trace>
  <inkml:trace contextRef="#ctx0" brushRef="#br0" timeOffset="61947">13195 3080 13020,'-5'-11'1079,"3"3"-809,-6 2-180,7 14-90,-2 0 0,3 16 0,0-9 0,0 14 0,0-15 0,0 2 0,0 0 0,0-1 90,4 13-90,-3-17 0,5 9 0,-5-14 0,3 3 0,-4-16 0,2-3 90,-7-18-90,4 8 90,-4-3 0,0 0-90,5 1 89,-3-4 1,2 0-90,7 5 45,-2 0 0,0 1-45,4 7 0,3-5 0,-4 12 0,2 3 0,13 0 0,-10 8 0,16 2 0,-18 6 0,6 6 0,-12-6-90,-8 12-89,2-13-361,-12 0 0,-2 1 0,5-1 180,-3-4 1,-1 1-2699,-8 8 1618,9-7 1440,-8 7 0,17-10 0,-1 1 0</inkml:trace>
  <inkml:trace contextRef="#ctx0" brushRef="#br0" timeOffset="62364">13386 3146 13919,'0'-7'540,"-4"2"-450,3 20-90,-3-7 0,4 13 0,6-8 0,-5-5 0,13 4 0,-12-8 0,10 1 0,-6-3 0,3-1 0,6-6 0,-8 3 0,8-13 90,-11 13 539,3-19-269,-5 16 540,0-12-721,-1 12-89,-1-2-90,-5 29 90,4-11-1729,-3 18 1,-1 3 174,1-6 371,2-5 1,-1 4 0,1-3-2185,-1 4 2955,2-5 1,0-2 0,0 0 0,1 0 0</inkml:trace>
  <inkml:trace contextRef="#ctx0" brushRef="#br0" timeOffset="63230">10857 4727 8522,'-6'5'450,"-3"0"-90,8 0 89,-5-1 721,1 4-1,-2-2-809,2 0 2428,2-2-2788,7-3 0,7-5 0,0-3 90,16-3-90,-13 1-225,2 5 0,1 0-224,-2-1-1440,15-2 989,-19 5-2377,12-4 1787,-16 3 1490,6-2 0,-9 2 0,1-1 0</inkml:trace>
  <inkml:trace contextRef="#ctx0" brushRef="#br0" timeOffset="63483">10980 4616 12300,'-3'-8'1619,"-1"-3"-809,1 6-451,0 7-179,7 19-180,-3-1 45,5 8 0,1 2-45,-6-5-30,2-3 0,1 3 0,-2-4-330,-1 7-674,0 1 0,0 2-605,-1-8 1,0-2 1091,-3-1 1,1-1 0,2-1 0,-1-2 0,-3-5 0</inkml:trace>
  <inkml:trace contextRef="#ctx0" brushRef="#br0" timeOffset="66699">12507 2713 13469,'0'-11'990,"-6"2"-630,4 4-91,-4 2 181,2 0-180,0 1-90,-4 1-90,4 6-90,-2-3 0,3 8 90,-2-8-90,1 11 0,0-7 0,0 6 0,0-2 0,1-1 0,0 4 0,0-4 0,2 7 0,1-8-270,6 6 180,0-9-180,12 1 270,-6-5 0,13-6 0,-14-2 0,9-16 630,-14-7-450,1 3 89,-8 8 1,-2 3-180,-4 4 90,-4-5-180,0 13 0,-2 0 0,3 3 0,-6 14 0,11-4-90,-3 10 90,7-7 0,1-2 0,0-1 90,4-3-90,2-3 0,3-1 0,-3-8-90,-3-5-899,-7 3-1170,0 4 1260,-2 6-2378,2 20 797,3-13 2394,1 14 0,6-10 0,2-1 0</inkml:trace>
  <inkml:trace contextRef="#ctx0" brushRef="#br0" timeOffset="67282">12706 2950 12570,'-3'-16'2518,"0"5"-2338,1 4-180,0 6 0,1 0 90,0 13-90,0 8 0,1 2 0,0 1 0,0 1 0,0-8 45,0 2 0,0 0-135,0-1-45,0 0 0,0 0-45,0-3-449,-4 14 449,3-18 0,-2 8 180,1-12 0,2 0 180,-5-20-90,4 5 90,-1-8 0,-1-1 0,2 1 134,-1-5 1,0-1-135,1 1 45,0-3 0,0 0-45,1 4-45,0-1 0,0 1-45,0 6-90,4-1 0,1 1 0,-3 5 0,12-6 0,-4 13 0,0 0 0,5 15 90,-7 8-180,-6 8 90,-5-6-450,-10-2 0,6-13 0,-6 3-1618,-2 2 1078,1-4-2287,-10 10 1157,15-9 2120,-5 3 0,9-5 0,1-1 0</inkml:trace>
  <inkml:trace contextRef="#ctx0" brushRef="#br0" timeOffset="67532">12899 3091 15178,'2'-8'1529,"-1"0"-1079,-1 7-450,-4 0 0,-3 19-180,1-8-720,0 8 1,0 1-270,4-4-360,-6 9-1748,6 0 2679,0-9 1,1 8-1,1-12 1</inkml:trace>
  <inkml:trace contextRef="#ctx0" brushRef="#br0" timeOffset="72447">12624 4844 12120,'-7'2'2339,"0"0"-1979,7-2 2158,-1 0-2518,13-8 0,-4 2 0,8-3 0,-1-1 0,-6 8 0,11-9-90,0 7 90,-2 0 0,6 2 0,-16 2 0,8 10 0,-11-8 0,2 21 0,-6-16 45,-3 9 0,-2 2 135,-5-2 0,-1-1-135,3 1 0,-2-1 90,-7 6 0,-1-3-45,4-5 44,-2 1 1,-1 0 45,-5 3-180,1-1 90,4-2-90,13-11 0,0 1 90,3-3-90,7 0 0,11-1 0,2 0-361,9-7 361,-13 3 0,1 0-1884,10-4 1884,-10 1 0,2 2-45,5 1 0,0 1 45,-10-3 0,1 0 0,16 1 0,0 0 0,-8-3-483,0 4 1,-1 1 482,-8-1-284,9-1-2993,-18 4 0,-9 0 2457,-5-3 1,-7 2 0,4-2 0</inkml:trace>
  <inkml:trace contextRef="#ctx0" brushRef="#br0" timeOffset="73481">10268 2448 12480,'-12'0'1169,"1"14"-539,8 17-540,1-1-1729,2 1 1,0 0 1027,0-3 611,-1-6 0,1 4 0,1-4 45,1-6 0,1 0-45,-2 8 0,1 3 0,0-2 45,3-3 0,1-1-45,-3 3 0,-1-2 1681,5 5-871,-7-22 122,1-12-842,-1 0-45,-1-9 0,-2-1 45,-3 0-90,2-8 0,-1-2 0,-3 0 0,5 1 0,1-4 0,0 0-852,0 5 1,1 1 0,-1 0 851,0-1 0,1 0 0,1 0-30,3-1 0,3 0 1,-2 5 1656,-1 0-1672,10 3 0,0 1 45,-6 8 0,18-3 0,-15 9 90,15 9-90,-13-4 0,1 9 0,-1 2 0,-4-5 45,-1 7 0,-2 1-45,-3-5 0,-8 12 0,5-13-270,-18 11 1,16-12-586,-10 1 1,-1-1 134,5 0-854,-5 0 0,-1 0 45,3 0 246,-5 4 1283,6-3 0,4-3 0,-2 2 0</inkml:trace>
  <inkml:trace contextRef="#ctx0" brushRef="#br0" timeOffset="73884">10421 2659 13199,'3'-8'1170,"0"2"-1170,-1 4 270,3 2-180,-2 0 89,2 0-89,-2 6 90,0-5-90,-1 10 0,-1-5-90,-1 3 0,-6 4 0,-1-6 0,-4 8 0,2-5 0,5 0 0,7-1 0,-2-5 90,17 3-90,-12-4 0,21 5 0,-17-6 90,11 3 0,-15-3 630,2 4-450,-7-3 179,-6 5-449,3-3 0,-11 4 0,-2-1 0,2 1-1093,-4-1 1,-6 2 0,3-1-2185,-5 3 3060,5-4 1,-3 2-1,3-1 1,-2-1 0,6-1-1,0-1 1</inkml:trace>
  <inkml:trace contextRef="#ctx0" brushRef="#br0" timeOffset="77948">10615 4322 14459,'-9'-3'1619,"2"1"-4896,7-2 0,6 2 926,0 1 2351,7 1 0,1 0 0,0 0 0</inkml:trace>
  <inkml:trace contextRef="#ctx0" brushRef="#br0" timeOffset="78598">10971 5226 11760,'-4'-18'1350,"1"6"-91,-8-8-899,5 12 359,-12-4-539,10 9 360,-14-1-360,11 4 90,-15 12-181,13-3-44,-2 7 0,0 2-45,2 0 0,-1 7 0,0 4 0,9-8 0,0-1 45,-3 2 0,3 0-180,6-1 1,2-2-46,-1-7-540,9 0 0,2-3 1,-3-3-810,10-2 0,1-1 89,-2-2 1440,4-8 0,1-2 0,-4-1 0,-5-1 0,1-1 0</inkml:trace>
  <inkml:trace contextRef="#ctx0" brushRef="#br0" timeOffset="78781">11050 5229 13829,'-7'-9'180,"-5"-3"-450,8 5-1619,-2 0 270,9 4-630,10 8 1170,1 0 1079,6 6 0,-11-6 0,4 0 0</inkml:trace>
  <inkml:trace contextRef="#ctx0" brushRef="#br0" timeOffset="78915">11085 5343 12300,'-11'9'1079,"-1"-2"-1978,10-5 359,-2-7-2068,9-1 1348,8-8 1260,0 3 0,1 1 0,7-5 0,2-3 0</inkml:trace>
  <inkml:trace contextRef="#ctx0" brushRef="#br0" timeOffset="79248">11278 5181 13199,'0'-9'1709,"-6"1"-1709,2 6 0,-5 13 0,4-4 0,3 19 0,0-14-359,2 14 89,7-15 90,-6 6-450,17-4 360,-2-3 270,4 0 90,-2-11 0,-2-1 0,-3 0 225,1-7 0,-2-4 584,-6-13-719,-5 0-90,-3 6 0,-2 3-90,-11 4 0,-4-8-90,5 16-1799,-15 8 720,10 10-470,4 3 1,0 1 1286,-1 8 0,8-9 0,3 0 0,2 0 0</inkml:trace>
  <inkml:trace contextRef="#ctx0" brushRef="#br0" timeOffset="81182">12689 4353 14908,'0'-8'-3277,"0"2"0,6 5 2914,2 0 0,4 8 1,-1 0-1</inkml:trace>
  <inkml:trace contextRef="#ctx0" brushRef="#br0" timeOffset="82013">13228 4582 12840,'8'-18'1889,"-3"6"-630,-2-2-989,-2 10-90,-1-1 539,0 4-719,1 7 90,-1 20-90,2-8 0,1 2 0,-1-2 0,1 0 0,1 4 0,0-3 0,2-6 0,-1 14 0,-1-18 0,-1 7 0,-2-11 180,1 2 180,-1-6-180,0-16-180,-1 6-1639,-2-10 1,-1 0 1703,2 1-305,-2-4 0,-2 0 420,1 1 180,1 0 0,-1 1-271,-1 5-89,2-2 90,0 14-90,2 3 2977,0 7-2707,-1 12-270,1 1 0,0 5 0,-1-1 0,1 2-90,0 4 0,-1 0-179,0-4-856,1 1 1,-1 0 1299,0-6-1814,1 1 1,-1-2-1639,1-6 2914,-1 7 0,1-14 0,-1 0 0</inkml:trace>
  <inkml:trace contextRef="#ctx0" brushRef="#br0" timeOffset="83915">10614 2317 12120,'-8'-10'1169,"1"2"-629,4 1-90,1 3 0,0 0-91,0 1-179,1 0 0,0 1-90,0 0 0,0 1 0,0-1-90,0 2 180,-1-1 0,1 1 90,0 6-180,0 6 90,1 15-180,0-7 89,2-3 1,0 0-90,-1-5 0,9 13 90,-6-15-90,4 8 0,-4-11 450,2 3 360,-6-7-810,3-7 0,-7-12-90,3 1 90,-1-3 0,0 1 0,-1 1 90,2-3 0,1-1 89,-3 4 46,2 0 0,0 0-225,1 6-90,-3-5 180,3 28-90,-1-7 0,3 11 0,1 2 0,-1-3-540,5 5 1,-1-1-541,-4-1-559,6 1 1,1 0-1639,-4-3 2616,8 9 1,-6-12-1,0-2 1</inkml:trace>
  <inkml:trace contextRef="#ctx0" brushRef="#br0" timeOffset="86541">12485 2803 7713,'0'0'0</inkml:trace>
  <inkml:trace contextRef="#ctx0" brushRef="#br0" timeOffset="87631">12368 2334 10681,'5'-9'809,"-1"1"-449,-3 3 0,0 1-90,-1 1 0,0 0-270,0 1 0,-4 2 90,3 5-90,-7-3 180,5 14-180,-4-13 90,3 16-1,0-14-89,2 12 0,1-12 90,1 8-90,5-9 0,1 5 0,1-6 0,12 2 0,-12-4 0,20 1 90,-16-7 0,11-1 90,-13-5 450,5-5-180,-11-6-360,1 5-90,-10-5 0,-1 14 0,0-1-90,-4 6-810,-8 9 181,5 4-920,-3 3 1,2 2-572,4 5 1981,1-3 1,2 0-1,3 0 1,0 5-1</inkml:trace>
  <inkml:trace contextRef="#ctx0" brushRef="#br0" timeOffset="96465">10210 3057 9242,'-9'-4'899,"2"0"-719,5 3-90,-1 0 0,1 0 90,-1 0 270,0 0-270,0 0 269,-3 0-359,4 0 270,-4-1 0,1 0-270,1 1 180,-2-2-270,3 2 269,-2-2-179,2 1 180,-3-1-180,3 1 180,-3 0-180,2 0 0,0 0 90,0 0-180,3 1 0,-3 0 90,2 0 90,-1 0-180,1 0 180,-1-1-180,1 2 90,1-1-1,0 0 1,-1 1 0,1-1 0,-1 1 0,1-1 0,-1 1 0,0 0 0,0 0 0,1 0 0,-1-1 90,0 1-90,0 0 0,0-1-90,1 1 180,-1-1-180,1 1 0,-1-1 0,1 8 90,5-5-90,-3 10 0,14-1 0,-8-1 90,6 1 0,3 0-90,-1 1 89,7 3 1,1 1-480,1 0 420,-4-3 0,3 3 0,-3-2-423,-4-3 0,0 1 415,2 2 1,3 2-1,0 2 1,-3-3-623,0 0 0,1 2 622,1 2 1,4 3 0,0 1-1,-3-4-1295,1 1 1,-2 0 1302,1 0 0,1 1 0,1 0 0,2 0 0,-1-1 0,-1-1-255,0-1 1,0 2 260,-5-6 0,3 3 0,1 0 0,0 1 0,-1-1 98,1 1 1,-1 1 0,-1-1 0,1 0-212,-2-2 1,-1-1 0,0 1-1,1 1 113,0 2 0,2 2 0,-1 0 0,-2-1 0,-2-3-488,1 3 0,-1 0 512,0 0 0,1 2 0,-1-1 0,-3-3 0,-1-1 0,0 0-60,2 3 0,0 0 0,-2-3 0,0 1 0,1 0-232,4 4 1,0 1 0,0-1 231,-2-2 0,2 2-117,0 0 0,3 3 0,1 0 0,-4-4 117,0-1 0,-1 0 22,2 0 1,2 5 0,0-1-1,-3-3-22,-1-1 0,0 0 0,0 1 0,2 4 0,0 0 0,-3-3 45,-1-2 0,-1 1-45,-1 0 0,2 3 0,-1 0 0,-2-3 0,-1-2 0,-2 0 123,2 6 0,1 2 1,-2-3-34,0 6 279,-1 0 1,-2-1-370,-2-6 45,-1 2 0,-1-1-45,0-7 568,0 2 1,0-2-659,-1-6 1362,2 6-1992,-2-12 1390,2 0-3908,-2-5 2013,2-6 1225,3-22 0,0 1 0,-2 6 0,1-1 0</inkml:trace>
  <inkml:trace contextRef="#ctx0" brushRef="#br0" timeOffset="97381">11225 2004 8522,'-14'-21'1349,"5"7"-359,-2-3-720,7 12 449,-3-7-449,3 8 270,-1-3-450,3 5 629,-1-1-89,13 12-450,-4 0 0,6 4 0,2 1-90,0 5-882,-1-5 0,3 4 0,-1-3 882,-3-1 0,0 0 67,5 4 0,3 4 1,1 1-1,-1-1-876,3 1 1,-1-2 0,0 1 762,-3-2 1,0-1 0,1 1 0,-1-2-186,2 3 1,1-2 0,0 0 260,3 1 0,0 0 0,-2-1-422,1-1 0,2 2 392,-5-2 0,5 2 0,0 2 0,-1-1 0,-3-3 25,-2-2 1,-2-1 0,2 2-86,0 1 0,4 3 0,1 2 0,1 0 0,-3-1 0,-2-3 0,1 1 0,-3-2 0,3 3-5,-4-4 1,2 3 0,2 1 0,0 0-1,-1 0 1,-1-2 0,-3-1 4,4 2 0,-4-2 0,3 2 47,-2-1 0,1 1 0,2 2 0,1 2 0,0-1 0,-1 0 0,-1-1-17,1 0 0,-1 0 0,-1 0 0,0-1 0,0 0 0,1 0 58,-1 1 0,0-1 0,-1 0 0,1 0 0,1 0 1,0 1-81,0 0 1,2 0-1,0 1 1,0 0-1,-1-1 1,-1-2 0,-3-3-10,2 2 1,-3-3 0,3 2 60,2 1 0,3 4 0,1 0 0,-1-1 0,-3-3 0,2 2 0,1-1-72,-7-3 0,4 2 0,0 0 0,-1 0 0,-3-3 27,3 3 0,-1-1-23,-1 1 1,2 3-1,0 0 1,-3-4 22,-2-1 0,-2 0-15,5 6 0,1 3 0,-3-4-30,-6-9 0,-1 0 135,8 13 0,-1-2 477,-5-8-253,5 10-269,-11-19 1074,1 1-895,-4-6 1463,-1-1-1822,1 0 1714,-1-1-2164,0 0-1439,1-4 990,-1 3-2288,1-13 0,-1 9 3161,0-15 1,-1 8-1,0-6 1</inkml:trace>
  <inkml:trace contextRef="#ctx0" brushRef="#br0" timeOffset="109380">12234 5576 12840,'-15'0'270,"-2"-6"-181,0 5-1481,-2-13 1392,0 12 0,2-13 0,0 13-180,3-11 172,2 12-3269,-2-6 2972,8 6 0,-1-2 0,7 3 0</inkml:trace>
  <inkml:trace contextRef="#ctx0" brushRef="#br0" timeOffset="127613">2960 2625 13649,'-12'-4'1439,"1"2"-1349,7 2 540,2-4 90,1-2-91,1-3-449,0 3 270,0-1-270,-4 7-90,3-2-90,-7 1 0,5 1 90,-6 5 0,4-4 0,-6 9-90,6-2 89,-9 11-89,10-4 90,-3 5-90,4 6 0,2-9 45,1 4 0,-1-1-45,1-3 0,6 3 0,0-1 0,-3-3 45,8 0 0,2-1-45,-6-3 0,6 0 0,3-1 0,8-4 0,1 3 0,-3-11 0,-1-4 0,-3-4 0,5-3 0,-2-1 0,-6-5 0,0-2 0,-2-1 0,-3-1 0,-2-6 0,-2 0 0,-3 1 0,-3 6 0,0-3 0,-4 1 270,-3 3 0,-4 0-225,-3-6 0,-2 2-45,3 10 0,-1 3-45,-7 3 0,1 6 45,1 10-315,-3 1 0,-1 3-727,2 11-51,7-6 1,-1 2 0,3-1 256,5-4 1,1 2-258,-1 7 1,1 5 0,2-4 545,6-6 1,0-1 0,-2 11 0,1-1 0,5 2 0</inkml:trace>
  <inkml:trace contextRef="#ctx0" brushRef="#br0" timeOffset="128380">2990 3311 13379,'2'-14'2879,"-1"4"-2160,-5 4-359,-3 11-270,-7 11 0,3 2-90,2 2 0,0 0 90,1 1-90,1 4 0,0-1 0,3-3 0,1 1 0,0-1 0,2-4 45,4 1 0,1-1-45,-2-4 0,10 0 0,3-2 0,-2-3 0,10-3 0,3-1-90,-1-2 90,-3-7 0,4-4 0,-5 1-316,7-6 286,-10-1 0,2-5 0,-5 1 30,-3-8 60,-6 4 0,0-4 0,-4 4-15,-5 5 0,-3 0 105,0-7 0,-2-2 0,-1 3-10,-1 9 0,-4 2-80,-5-3 0,-3 0 0,1 4-60,-7 2-120,6 9 0,-4 2 0,4 4-780,6 7 1,3 2 404,-6 0 0,3 2-1144,5 10 1,7 1 1203,4-6 1,2 0-1,-2 0 1,0 0 0,3-4-1,0 0 1</inkml:trace>
  <inkml:trace contextRef="#ctx0" brushRef="#br0" timeOffset="129263">3181 2591 15718,'-12'0'3058,"1"0"-1798,3 0-901,4 0 721,-3 0-451,6 0-539,11 0-180,21-4 90,-3-1-1095,3 2 1,0-1 1094,-4-3 45,1 4 0,-2 1-45,-6-2 1439,8 3-1349,-29 0-90,-12 1 90,-5 0 44,-5 2 1,0 1 45,0-2 0,-2 3 0,0 1-90,6-4-180,-8 3-180,27-1-3007,20-2 1607,-1 2 31,6-2 1,-1-2-1639,-2-5 3274,0 4 1,-2-2 0,-6-9-1,4 0 1</inkml:trace>
  <inkml:trace contextRef="#ctx0" brushRef="#br0" timeOffset="130229">1799 2460 10321,'0'-10'1709,"-4"1"-1169,3 3 359,-7-1-449,8 2 539,-11-3-809,8 5 0,-12-1-180,8 3 90,-16 7 0,3 9-90,-1 1 45,8 3 0,2 1-45,4-2 0,2 5 0,1 0 0,3-7 45,3 3 0,4-2-45,5-3-90,6 2 0,5-2 90,3-8 0,3-4-677,-7-2 0,1-1 1,-1-2 676,5 1 0,-2-5-907,-7-6 1,-1-5-1,-3 1 907,0-5 0,-2-7 0,-4 0-33,-12 5 33,-1-2 0,-1 3-90,-8 5-45,2 4 0,-2 2-224,1 7-496,-4 11 1,-1 4 44,0 5-283,4 2 1,-1 5 0,2-2-447,3-4 0,2 1 1539,-2 1 0,0 2 0,2-1 0,2-1 0,1 0 0,-1 1 0,1 0 0</inkml:trace>
  <inkml:trace contextRef="#ctx0" brushRef="#br0" timeOffset="130629">1884 2898 13379,'0'-17'450,"-13"-4"-90,-7 17-360,-11 9 0,7 10 90,6 10-135,9-9 0,1 1 45,-2 5-180,1 3 0,1 0 0,4-4 90,5 1 0,0-1 0,1-5 0,10-1 0,3-1 1,-2-5 44,14-2 0,3-3 45,-6-8-505,2 1 1,-1-3 594,-6-7-1424,-6-5 0,-1 0 1424,-4-1-384,-6-7 1,-4 1 293,-9 4-45,-3 1 0,-1 2 45,-7 6-466,1 6 0,0 4 106,2 8-720,-4 9 1,1 4-90,3 4 76,7-2 1,-2 3 0,3-2 1007,4-5 1,0 1 0,-2 10-1,2-1 1,4-11 0,0 0-1</inkml:trace>
  <inkml:trace contextRef="#ctx0" brushRef="#br0" timeOffset="130980">1896 3366 14157,'-8'-6'-90,"-13"2"90,13 3 45,-6 9 0,-2 4-45,3 1 0,-2 11 0,2 2 0,1-1-30,5-5 0,0 2 0,1-2 178,0 6-463,-1 5 0,6-1 45,11-14 1,2-2 264,-6 3 0,1-1-40,19-6 0,1-6 45,-2-12-706,-5 2 0,3-2 0,-3-1 840,-5-2 1,-1-2 195,5-5 0,2-3 0,-4 1-541,-6 5 1,-2-1 300,0-10 0,1-3 0,-4 2-90,-2 7 0,-3 1 45,-3-11 0,-5 0-45,-5 1 0,-3 3 0,3 9 0,-2 1-270,-4-5 0,-2 0 0,1 2-90,6 9 1,-1 1-734,-4-2 1,-3-1 0,3 3-1478,-4-2 2570,3 2 0,1 1 0,5-1 0,-2-2 0</inkml:trace>
  <inkml:trace contextRef="#ctx0" brushRef="#br0" timeOffset="131313">1874 2454 12210,'-21'-3'720,"7"1"-451,10 7 1,2 2 180,16 2 0,6 0-270,-2 3-1185,4-4 0,5 0 0,-1 0 1005,-6-3 0,0 1 0,1-1 0,2 1 0,1-1 30,5 1 0,2 0 0,-2 0-30,0 0 0,1-1 0,-4 0 0,4 1 0,2 0 0,-1 0 0,-5-1 0,-3 0 0,-3-2 0,3 2-126,2 0 0,5 1 0,1 0 0,-2 0 1,-4-1-55,2 1 0,0 0-203,-3 0 1,3 0 0,-1 1 0,-5-2-248,6 3-450,-8-1 1,-3-1 256,-13-4 823,-15 1 0,2-2 0,-12 1 0</inkml:trace>
  <inkml:trace contextRef="#ctx0" brushRef="#br0" timeOffset="131613">1840 3004 13739,'-14'4'0,"3"-1"1259,7-2-1079,29-12-90,-9 9-309,3-7 1,4-1 278,-4 4 0,1 0 0,2-2-810,2-2 1,1-1 0,1-1 0,0 1 749,3 0 0,-1 0 0,3-1 0,-8 2 0,3 0 0,1-2 0,0 1 0,-2 0 0,-4 2-352,1 0 1,-4 1 0,4-1 369,3-2 0,5-2 0,1-1 0,-2 1 0,-4 2-48,-4 1 0,-3 2 0,1-1-60,7-4 0,4-1 0,-1 1 1,-5 2-1,-6 2 0,-1 1-1549,10-4 1,-6 2 237,-20 6 142,1 8 1259,-15 6 0,-7 3 0,9-2 0,0 2 0,-8 4 0,1 1 0</inkml:trace>
  <inkml:trace contextRef="#ctx0" brushRef="#br0" timeOffset="131880">1887 3615 14549,'-18'10'1349,"9"-4"-989,24-22-270,1 4-1183,4-4 1,6-3 0,-3 2 241,-4 4 1,1 0 868,-2 0 0,3-2 0,2 0 0,-1-1 0,-2 3-386,-2 0 0,-2 2 1,2-1 389,1-2 1,3-1-1,-1 0 1,0 1-53,2-2 0,0 1 0,-2 0-120,-3 3 0,-1 1 1,1-1 149,4-3 0,0 0 0,2-1-413,-3 3 1,2-1-1,-1 0 1,-2 1 97,6-4 0,0-1-385,-2 1 0,3-3 0,0 1 0,-5 2 70,-4 1 1,-2 1 340,0 0 0,0 0 0,-3-1-1062,-4-1 0,-3 1 1351,0-10 0,-3 9 0,-1 1 0,-2-7 0</inkml:trace>
  <inkml:trace contextRef="#ctx0" brushRef="#br0" timeOffset="132197">1879 2450 12660,'0'-9'809,"7"2"-269,5 6-180,4 1 0,4 8-46,2 2 1,0 1-878,-6 0 1,0 1 584,3 2 1,4 3-1,0 0 1,-3-2-587,2 3 0,-1 2 582,-2-1 0,2 4 0,2 1 0,-2 0 0,-3-3-18,-1-1 0,-3-2 0,2 3 15,-1 0 0,4 4 0,0 1 0,0 1 0,-1-2 0,-3-4-638,2 3 1,-3-4 0,2 4 592,-1-3 0,2 4 0,2 2 0,-1-1 0,0-1 0,-3-4-626,0 0 0,-2-2 1,2 1 655,0 1 0,1 2 0,1-1 0,-1 0-60,3 3 0,1 0 0,-2-3-41,-1 0 1,0 0-80,0-2 0,3 3 0,-1-1 0,-2-3 381,-4-4 1,0-1-892,5 5 1,2 1 0,-4-4 1270,0-1-1885,-3-2 0,-2-3-1035,-8-7 3106,0-6 0,-3 1 1,0-3-1</inkml:trace>
  <inkml:trace contextRef="#ctx0" brushRef="#br0" timeOffset="132497">1823 2937 11490,'-18'-20'240,"0"0"0,7 8 0,1 0-105,-6-10 0,2 1-135,8 8 630,14-2-451,2 13 136,14 7 0,2 3-225,-11-3 0,1 0-910,4 4 1,4 3 0,1 0 0,-3-1 599,1 2 1,0 0 237,-2 0 0,3 2 0,1 2 0,0-1 0,-4-2-470,-2 0 0,-3-2 1,2 1 451,2 2 0,1 1 0,1 0 0,0 2-45,0 1 0,1 1 0,-1 0 0,-2-2-336,-1-1 0,-1-1 1,2 3 185,-2-1 0,3 2 0,0 3 0,1-1 0,-2-1 0,-3-3 75,0 1 0,-2-3 1,1 3-79,0 1 0,3 3 0,1 1 0,-2-1 0,-4-4 18,2 1 0,-2 0-630,2 3 1,1 3 0,-3-4-541,0 0 1350,-4-5 0,-2-1 0,-3-6 0,0 0 0</inkml:trace>
  <inkml:trace contextRef="#ctx0" brushRef="#br0" timeOffset="132796">2215 3701 13379,'-16'2'360,"-5"1"-90,8-2 360,-6 0-361,20-1 181,13 0-360,1-2 0,3-2-1156,6 0 1,5-2 0,-3 1 1065,4-3 0,-1 0 30,-2 1 0,1-1 0,0 0-30,-3 0 0,1 0 0,-1-1 0,-2 2 0,-2 0 0,-1 0 0,2 0 0,6-3 0,4-1 0,0 1 0,-5 0 0,0 0 0,-2 1 0,-4 1 0,1 0 0,0 0-60,0-1 0,1 0 0,-2 0-75,-2 2 1,0-2-556,2 0 0,2-2 1,-5 1 167,-2-2-1117,-5-1 1,-5-1 1197,-9 0 1,2-8 0,-4 8 0</inkml:trace>
  <inkml:trace contextRef="#ctx0" brushRef="#br0" timeOffset="133880">2977 2452 11940,'5'-10'1889,"0"2"-1439,-5 6 449,0 0-179,-6 1-180,0 1 359,-14 12-719,5-5-90,-7 12 0,6-6 0,0 1-288,-5 6 228,6-4 0,-1 2 0,2-1-30,-3 8 30,7-6 0,1 3 0,1-2-30,2 8 30,4-7 0,2 2 0,1-2 60,0 7-90,7-9 0,3 1 0,0-2 0,3 4 30,1-9 0,4 1 0,-1-2-30,7 1 0,3-3 0,2-2 0,-4-5 0,-6 0 0,0-2 0,-3-4 0,-2-2 0,4-7-45,-1-5 0,-3-2 45,-5-9-893,-4 6 1,-2-3-1,0 3 893,-2 4 0,-1 0 30,-2-9 0,0-4 0,-3 4-145,0 9 1,-3 0 264,-1-4 0,-1-3 0,-1 5 30,-10-2 10,8 6 1,-1 3-11,-11-1-180,9 9 0,-2 1 0,1 1 0,2 2 0,-3 9 0,0 1 0,0 1 45,-1 7 0,-1 2-45,5-2 45,-1 7 0,2 4 0,9-6 0,1 0-45,-3 3 0,2 1 0,9-1 0,3 2 0,1-3-961,2-1 0,2-2 961,-3-2 0,1 0 0,1-1-90,10 2 0,-2-5 2024,1-4-1979,3-2 0,1-3 45,-3-3-45,5-6 0,1-8 0,-9-7 0,-2-3-226,2 3 0,-1-1 241,-7-3 0,-2-2 0,-3 2-1038,-2 4 1,-1 0 1067,1-5 0,-1-3-30,-2 5 0,0-1 0,-1 1 732,2 2 0,-3-1-642,-2-6 0,-2-1 0,-1 3 29,-2-1 1,-5 2 0,-2 3 0,2 9-141,-4 2 0,-3 4 51,3 5 0,0 4 0,-5 2 0,0 4 45,-5 6 0,2 2 163,9-3 1,2 1-179,-1 2 0,-1 3 0,4-2-30,3-5 0,3 1 0,-3 7 0,0 4 0,2-3 45,3-6 0,2 0-45,-1 6 0,0 4 0,2-4 0,5 7 0,-1 0 0,2-2 90,11-7-90,-4-1 0,1-2 0,7-6 0,6-2 0,1-2-90,-1-5 60,-5-3 0,4-1 0,-4-2 39,6-9-9,-9 3 0,3-2 0,-5-1 0,4-12-30,-9 5 0,1-3 0,-4 3-56,-3 3 1,-3-1 85,0-8 0,-2-4 0,-1 4 45,2 7 0,-3 0-15,-7-5 0,-2-2 0,0 3-1301,-2-1 1271,-3 5 0,-1 2-45,1 8 0,1 3 45,-5-2 212,-2 8 1,-1 2-933,3 6-373,5 3 1,-2 4 0,2 0-463,4-3 1,1 2 1554,-4 10 0,-1 5 0,2-3 0,4-6 0,1 1 0,1 0 0,-1 1 0,1 0 0</inkml:trace>
  <inkml:trace contextRef="#ctx0" brushRef="#br0" timeOffset="135646">3008 3358 10861,'1'-12'1439,"1"-4"-989,0 5 89,0-3-89,-1 4 0,-1 1 0,0 1-91,0 1 1,0 1 90,0 0-90,0 2 90,0 0-1,-5 0-89,3 1-90,-3 0-90,0 0 90,4 1-90,-8 0-91,3 1 271,-11 6-225,4 6 0,1 2-45,-9 7 0,6 6 0,2 2-386,4-3 326,4-5 0,1 3 0,0-4 60,1 9-90,4 3 0,1-1 0,0-5 0,5 1 0,3-1 0,-3-6 0,1-4 0,2-1 90,15 4-90,-7-7-445,1-3 1,1-1 444,1-4 0,8 0 0,-9-3 90,8-6-90,-7-4 0,-2-2 0,0-3 0,-2-6-45,1-3 0,-3-2 45,-3-2 0,-6 5 0,-1-3 0,0 2 0,-3 5 0,-1 1 60,-1-9 0,-1-3 0,0 4-15,1 7 0,-2 2 254,-5-7 1,-3-3 0,1 5-30,0-2 45,-7 2 0,-2 3-225,6 9-90,-17-1 0,15 9 0,-4 4 0,0 2 0,-1-2 45,-3 10 0,-1 3-45,2-2-381,7 1 0,-1 5 0,3-3 381,-3 10 45,4-6 0,2 2 0,2 3 0,3 0-45,0-9 0,2 1 0,-1 5 0,0 4 0,2-3 0,-1 7-45,7-1 0,1 0-45,-3-7-525,10-1 0,3-2 615,-6-5-100,11-2 1,1-2 99,-1-5 0,-5-2 0,2-1-90,11-2 90,-6-8 0,7 5-1149,-12-11 1,-1-2 1148,4 4 0,-6-3 0,0-3 0,-3 1 660,2-6-690,-6 3 0,0-4 0,-1 3 30,-4 4 0,0 1 30,-1-9 0,1-4 0,-1 4-30,-1 7 0,-2 1 300,-3-6 0,-1-2 0,-1 3 858,-2-3-979,-8 3 1,-1 3-90,0 9 275,-10-2-365,-3 11 0,5 10 0,7-6 0,-1 2-180,-7 12 0,1 2-168,9-9 1,0 2-746,-5 8 1,-1 3 0,4-2-13,7-5 0,1 1 12,-1 8 1,0 4 0,3-4 545,4-7 1,1 0 0,-1 10 0,1 0 0,2 0 0</inkml:trace>
  <inkml:trace contextRef="#ctx0" brushRef="#br0" timeOffset="138996">5624 2788 10771,'4'-14'1349,"-1"0"-809,-2 5-1,-1-1-89,0-1-90,0 2 629,0-8-629,-5 8 540,3-11-630,-7 13 449,4-5-629,-1 8 270,-5-1-270,6 4 270,-16 0-270,9 8 44,-2-1 1,-1 0-45,1 9 90,-3 4 0,0 1-90,4 0-30,4-2 0,0 3 0,1-3-60,0 8 45,1 4 0,0 0-45,3-3 0,1 1 0,1 0 90,1-5-90,3 0 0,1-1 0,-2-6 45,7 1 0,1-2-45,-1-4 0,9-1 0,3-1 0,-2-4 0,8 0 0,0-3 0,-2-7 0,2 2 0,0-1 0,-4-11-45,0 3 0,-2-1 45,-4-5-45,-2-3 0,-1 0 45,-5-1-45,-1-6 0,-2-1-2263,-3 0 2308,0 7 0,-3-1-45,-5-2 0,0 2 45,2-8 0,-4 9 0,-3-1 0,2 2-90,0-5 90,-5 1 0,-1 2-90,3 7 90,-2 4 0,0 3 0,1 4 45,-7 6 0,-1 2-45,1 4 90,-3 5 0,-1 6-30,11-1 0,3 2 0,-1-1-147,-4 3 1,1 3 108,4-3 1,1 4-1,0 1 1,3-3-1098,1 5 0,1-1 1075,0-5 0,-1-1 0,2 1 45,5 11 0,1-4 1561,-1-7-1561,6 1 0,3 0-45,5-4 90,5 1-90,1-11 0,0-3 0,0-2 0,7-1 0,0-1 0,-4-9-45,3 4 0,-2-1 45,-2-13-45,0 6 0,-1-2 45,-4-6-45,0-2 0,-2-1 64,-4-1-49,-6 3 0,0-3 0,-2 3 46,-2 4 1,-1 1-17,1-10 0,-1-2-45,-5 0 0,-1 0 45,3 10 0,0-1 0,-6-5 0,-3-2 0,1 3 48,-1-4-3,-10 4 0,-1 3 45,0 8-45,-4 7 0,-2 3-45,-1 7-30,5 4 0,-5 6 0,4 2-1063,6-1 1,3 3 0,-1-1 752,-3 1 0,-1 0 0,2 3-480,4 1 1,0 3 0,2 0 0,3-5-820,1-1 1,0-2 1141,0 4 0,-1 2 0,3-4 1,0 4-1,1-2 0</inkml:trace>
  <inkml:trace contextRef="#ctx0" brushRef="#br0" timeOffset="139979">4492 2486 9781,'0'-10'1709,"0"0"-1079,0 5-180,0-1 539,-4-2-539,-4 2-450,2 0 90,-7 4-90,10 2 90,-9 15 0,7-5-90,-1 7 0,1 2 90,3-2-90,-1 4 0,2-1 90,8-1-45,1 4 0,3 2-45,3-8 0,2-2-45,-3 4 0,3-1-45,10-3 0,-1-4 0,-3-4 45,5-11 0,-1-3 45,-9-5 0,-1-10 0,-2-3 0,-6 1-45,-1-5 0,-4 0 45,-11 1-30,4 8 0,-2-4 0,-2 4-1609,-5 3 1,-1 2 1445,3-5 1,-2 4-1633,-15 14 1015,17 12-764,-4 10 0,0 3 405,1 4 958,6-8 0,-1 3 1,1-2-1,3-2 0,1 0 1,-2 6-1,1 0 1</inkml:trace>
  <inkml:trace contextRef="#ctx0" brushRef="#br0" timeOffset="140413">4460 3127 11580,'-5'-21'2069,"-1"8"-1889,-4 12 0,4 8 0,-6 15-180,7-5-320,-7 7 320,2 6-1171,2-7 1171,3-7 0,1 0 0,1 1 0,1-1 0,-1 9 0,1-9 0,1 1 0,0 3 0,2 0 0,7 3-90,-1 0 1,2-2 89,9-6-90,3 4-435,1-13 525,-4-2 0,-1-6 0,0-1-90,4-4-945,6-8 1035,-8 0 0,-3-5 0,-1-2-637,-6 8 0,-1 0 637,4-9 0,-1-2 0,-8 6 0,-2 0 90,2-9-719,-10 2 0,-3 2 629,1 1-271,-10 5 0,-2 3 271,2 7 0,-4 5 0,0 4 0,2 11-405,-2 4 1,1 4 89,12-6 0,1 2-778,-3 8 1,-1 5 0,2-3 302,4-5 0,1 0 790,-2 7 0,1 3 0,1-3 0,2-5 0,1-2 0,0 8 0,-1-1 0</inkml:trace>
  <inkml:trace contextRef="#ctx0" brushRef="#br0" timeOffset="140813">4571 3806 13559,'-15'-15'1080,"-6"6"-990,2 25-90,0 7 0,13-8 0,1 2 0,1 8-180,2 4 180,7-10-90,1 1 0,1-1 0,7-3 0,3-4 0,1-1 0,2-6 90,6-8 0,2-4-506,-1-5 506,-6-1 0,2-4 0,-2 1 0,-7 3 0,0-1 30,4-7 0,2-5 0,-4 3-1598,-6 6 1,-3 0 1567,6-9 0,-3-2 90,-9 1 0,-5-2-779,-4 5 1,-3-1-1,0 1 689,4 3 0,1 0 0,-4 0-376,-4 1 1,-3-2 0,-1 3 0,3 3 285,2 4 0,-2 1-545,-4-1 1,-3-1 0,2 2-176,-4 1-662,0 4 1,1 0 302,7 3 1169,-6 0 0,15 1 0,1-1 0</inkml:trace>
  <inkml:trace contextRef="#ctx0" brushRef="#br0" timeOffset="141163">4657 2633 10771,'-10'-9'1349,"-5"1"-899,5 6-360,0 1 180,4 17-90,5-6-91,6 16 271,4 0-2360,3-5 2090,-5-6 0,2 0 0,8 6 0,2-1-45,-7-7 0,3 0-23,2 1 1,4 1-1,0 1 1,-2-3-23,2-1 0,2-1 0,2 0 0,5 2 0,1 0 0,-5-3 0,1-1 0,1-1 22,-1 0 1,5 1-1,1 0 1,-5-2-23,3 0 0,-1 0-950,-2 0 0,2-1 0,-4 0 860,-6-2 0,-3 0-2405,11 4 1505,-23-7-2287,-9 2 1427,-7-2 1850,-5 0 0,-3 0 0,4 0 0</inkml:trace>
  <inkml:trace contextRef="#ctx0" brushRef="#br0" timeOffset="141512">4629 3473 11490,'-9'0'810,"1"0"179,2-13-899,10-4 90,-5-4 90,15 4 0,5 1 0,-3-2-1325,4 4 0,5-3 1,-3 3 1099,-4 2 0,1 0-45,4 0 0,5-3 0,0 0 0,-3 2 0,1 1 0,1 0 0,-4 1 0,5-1 0,1-1 0,-1 1 0,-4 2-562,-3 1 0,-2 2 0,1-2 562,2 0 0,1 0 0,1-1 0,-1 0 0,5-2 0,-2 0 0,-1 1-164,-2 0 0,0 0 164,5-2 0,2-2 0,-6 3 0,2-1-1214,-7 3 0,-5 1-495,-15 6-1568,-17 14 2236,0-3 1254,3 3 0,0 0 1,-1 1-1,-2 0 0</inkml:trace>
  <inkml:trace contextRef="#ctx0" brushRef="#br0" timeOffset="141897">4835 3818 13020,'-7'2'1799,"0"1"-1170,6-3-179,0-11-270,0 5 134,8-10 1,3-1-510,1 0 255,3 1 0,4-3 0,-1 2-589,-3 4 1,0-1 528,4-4 0,4-2 0,0-2 0,-2 3-706,1-2 1,0-1 705,-2 3 0,3-4 0,1-1 0,-1 1 0,-3 3 0,-2 2 0,-3 2 0,3-2 17,1-3 1,4-2 0,1-2 0,-1 2 0,-4 4-1213,3-3 1,-1 2 1224,0 0 0,1-1 0,-2 2 15,-2 4 0,-1 1-1518,5-5 1473,-9 9 0,0-1 375,2-2-375,-5 5 360,1-4-3637,-7 9 347,-5 4 2930,-4 6 0,-4 2 0,1 2 0</inkml:trace>
  <inkml:trace contextRef="#ctx0" brushRef="#br0" timeOffset="142830">5643 2740 10321,'0'-17'2339,"0"-1"-2249,-6 7 449,-4-2-269,-2 11 0,-3 0 540,-12 9-630,7 2-1361,-5 4 0,-1 1 1451,2 6-150,7-6 0,-2 3 0,2-2-75,5-4 0,2 2 75,-5 5 0,0 3 0,2-2-30,-2 7-31,6-7 1,1 3 0,2-2-60,2 5 0,0-5 0,3 0 90,4 0 0,2-2-90,-3 5 314,9 2 0,4-1-269,0-6 0,1-3-45,-1 1 0,3-3 0,9 2 0,1-5 0,-4-5 30,-3-6 0,3-1 0,-3 1-200,-5 0 0,0 0 140,7-8 0,4-3 0,-4 1 30,-8 5 0,0-1 0,4-7 0,2-5 0,-3 1-1293,-7 6 0,-2 0 1293,6-7 0,-2-2-45,-5-6 0,-3-1 432,-1 10 1,-2-1-388,-1-4 0,-1-4 0,0-1 0,0 4 0,0 0 0,-2 0-23,-2-1 1,-2-4-1,-1 0 1,1 5 22,2 2 0,-1 1 30,-6-3 0,-2-1 0,0 4-30,-2 0 0,-4 7 0,-1 3 0,0 7 45,-4 8 0,-1 3-45,0 4 30,6 2 0,-2 4 0,3-1 15,5-3 0,1 1 0,-7 8 0,0 2 15,9-4 0,0 1 0,2-1-60,-1-1 0,0 2 22,1-1 1,-1 5-1,1-1 1,1-3-23,1-2 0,1 0 0,0 6 0,-1 3 0,1-4 0,2 6-33,5-10 0,1 4 0,2-4 78,2-3 0,3-2-45,0 4 0,1-2 258,11 2-258,8-12 89,-9-3-134,7-4 1,0-3 2640,0-8-2626,-7 3 0,3-2 0,-4 0 30,-5 0 0,-2-1 0,5-5 0,1-2 0,-2 1-45,-7 4 0,-2-2 15,2-7 0,0-5 0,-3 3 56,-3 6 1,-2-1-57,-3-10 0,-1-5 0,-2 4-1266,1 8 1,-2 1 1295,-1 0 0,-1-2 0,-2 2-45,-3-1 0,-2 4-862,3 4 1,-1 1 906,-3-2 0,-2 1-362,-8 6 0,0 2 362,10 2 0,-1 2 0,-6 5 0,-4 3 0,5 1 0,-6 9-270,8 4 0,-1 8 1,3-3-1,7-8 0,1 1-180,-1 7 0,-2 4 1,4-5-361,2 6-829,2-1 1,2-1-422,1 0 1385,5-8 1,1-1 674,-3-3 0,15-2 0,-6-1 0</inkml:trace>
  <inkml:trace contextRef="#ctx0" brushRef="#br0" timeOffset="144261">5668 2661 7892,'0'-20'1799,"0"8"-899,-6-6-630,0 12 899,-11-7-539,0 7-450,1-1 0,4 4 89,2 2 1,1 0-90,-3 0 360,-6 1-360,7 0 0,-15 6-90,15-4 179,-14 16-89,14-10-90,-2 8 0,1 2-90,1 2 45,-2 7 0,2 3-231,1-1 216,4-3 0,-1 5 0,1-3-1028,3 2 0,0-2 998,1-5 0,-1 0 0,0-2 0,2 3 0,1-2 45,2-3 0,1-1-45,3 5 45,-1 0 0,2-1-45,5-4 45,-3-1 0,-1-1 45,4-3 0,0-1 0,-1-1-90,2-3 0,2-1 0,2-2 0,0-3 0,11 1 45,-12-5 0,2-2-45,3-4 0,1-1 109,-3 3 0,0-2-154,5-7 0,-2-1 45,-8 3 0,0-3 0,-1-2 0,-3 1-669,-1-8 0,-1-3 669,-3 3-30,-2 4 0,0-5 0,-2 1-756,-5 0 0,-3-1 0,1 1 786,2 4 0,2 0 0,-2-1-362,-4-2 0,-3-2 0,0 1 1,2 4 316,0 4 0,0 2-167,-5-4 1,-2-1-1,2 3 212,-6 1 397,-3 4 1,0 3-398,3 6 0,-3 2 0,1 4 0,2 6 45,-3 4 0,1 1-45,3 7 0,4-7 0,0 2 0,2 5 0,3-1 0,-5 7 30,7-7 0,-1 3 0,2-2-30,0 7 30,3-7 0,0 1 0,1-2-30,1 6 0,1 1 0,0-1 0,1-5 578,2 0 1,2-2-579,2-4 2018,5 12-2018,-2-17 0,-5 3 90,3-6 0,-6-3 1686,5 3-1686,-5-5 2212,1 0-1942,-1-2 725,-1-4-995,1 1 137,-1-3-227,0 2 90,0 1-90,0 3 0,0-1 0,5 0 0,1 0 0</inkml:trace>
  <inkml:trace contextRef="#ctx0" brushRef="#br0" timeOffset="147894">5673 2756 14369,'-13'0'1079,"2"-5"-539,5 4 0,0-3-181,3-1 181,-1 3-540,3-6 0,5 2 0,6-1 45,5-1 0,1 1-45,9-1 0,3-2 0,2 0 0,-1 2 60,-5 2 0,4-1 0,-2 0-1141,1 1 1,-2 1 1080,3-2 0,-1 1 134,-4 2 1,-4 0 45,-9 3 90,2 0-270,-17 1 45,-10 0 0,-5 0-1099,-10 2 1,-3 1 1143,6 0 0,-2 0 120,4-1 0,-1 1 0,4 1 1745,2 4-1730,2-6 0,2 0-135,7 1 450,-2-2-450,16 0-180,17-5 90,-2 3 0,6-5 0,0 1-1357,-2 3 1267,-4-3 0,1 0-585,-1 3 1,-2 1 2629,4-2-3529,-1 2 0,-1 0 45,-7 1-1748,9 0 2499,-14-2 1,3 0 0,-4 0 0</inkml:trace>
  <inkml:trace contextRef="#ctx0" brushRef="#br0" timeOffset="149063">5417 2537 11131,'7'-8'1079,"-1"-2"-809,-4 8 180,-1-3-181,0 2 181,-1-1-180,0 2 0,0 0 0,0 0 539,0 1-449,-5 0-90,-1 7 360,-12 9-406,3 6 1,-1 1-225,5-5 0,-1 0-953,-2 7 1,-1 3-1,3-3 953,5-7 0,1 1 30,-3 7 0,0 4 0,2-3 15,3-8 0,0 0-604,1 6 0,-1 3 1,2-4 648,0 7-664,8 0 0,2-1 574,0-7 30,4-5 0,3 1 0,-1-2-30,5 1 0,7 1 0,0-3 0,-4-7 0,5-3 0,-1-1 0,-2-3 0,5-7 0,-1-2 0,-3-1 0,-6-1 0,1-4 0,-2 2 0,7-6-30,-8 2 0,2-3 0,-3 1 30,-6 6 0,0-3 0,-1-4 0,2-4 0,-1-2 0,-3 0-484,-4-5 1,-2 0 0,0-1 513,4 2 0,0-1 0,-3 0 59,-6 3 1,-5-1 0,0 2 0,1 5 0,0 4 0,-1 3 74,-9-4 0,-6 0 0,3 3-164,6 8 0,-1 1 200,-9-1 1,-5 0 0,3 5-381,3 8 0,0 4-330,0 0 0,-2 2 1,5 1 59,2 5 0,4 1-90,1 3 1,4 3-1100,6 1 1,5-1-1,2-7 1,2-1 1631,-2 10 0,2-1 0,3-12 0,2-1 0,4 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10:03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10747 4488 11131,'-11'-2'539,"2"1"-359,3-2-180,2 2 180,-2-3-180,3 3 180,-4-2-90,5 3 90,-4-3-90,4 2 180,-4-1-180,4 1-90,-2-1 180,2 1-91,0 0 1,0 0 90,-1 0-90,1 0 0,-1 0-90,2 1 90,-2-1 810,2 1-810,0 4 0,1 1-1,5 0 1,-4 2-90,7-2 90,-7 2-90,5 0 0,-6-1 0,6 2 90,-3-2 0,5 6-90,-3-5 0,1 3 90,-2 0-90,1 1 90,0 4-90,0-3 90,1 6-90,-2-8 0,2 4 90,2 1 0,-2-5-90,5 9 90,-5-10-90,3 4 90,0 0 0,-2-3 0,2 3 90,4 3-90,-6-6-90,6 4 90,-5-4-90,-1-3 0,0 2 180,2 0-180,-4-3 89,3 3 1,4 1-90,-6-3 90,11 8-90,-10-9 90,10 9 0,-9-9-90,8 8 0,-8-7 0,3 2 90,-2-2-90,-2-2 0,3 2 90,3 2-90,6 3 0,-3-2 90,5 2-90,-13-7 0,2 1 0,5 2 90,-7-3-90,13 7 0,-8-3 0,7 3 0,-6-4 0,-1 0 90,7 1-90,-8-3 0,16 6 0,-16-6 0,9 4 0,-12-5 0,3 1 0,-4-1 90,3 1-90,-2-1 0,10 6 0,-10-5 90,6 4-90,-5-4 90,-3-1-90,2 1 90,3 1 0,0 2 0,1 0-90,-1 1 0,-2-2 90,-2-1-90,2 3 90,7 3-90,-7-3 90,7 4-1,-2-3-89,-5-2 0,12 7 0,-12-7 90,14 11 0,-14-11-90,4 5 90,-2-3-90,-3-3 0,2 4 0,2-1 0,-3-1 90,4 2 0,4 4-847,-5-5 757,7 6 0,-4-5 0,-3-2-63,12 8 63,-8-5 0,9 5-708,-10-7 708,-1-1 0,5 3 0,-7-5 45,2 2 0,0-1-45,-2-1-174,12 8 264,-14-9-90,4 3 180,2 2-90,-6-4 0,12 12-90,-13-11 746,4 5-656,0 1-90,-6-5 90,9 8-90,-10-9 149,3 3-59,0-1-90,-2-2 0,3 2 0,5 4 0,-1-1 45,-3-2 0,0-1 820,5 5-865,-3-3 0,-1 0 0,2 1 0,-4-3 0,0 0 0,6 5-696,-5-3 696,3 1-3091,-2 3 3091,-5-7 90,4 4-303,-6-5 213,-2-3 90,5 5-90,-5-7 180,3 5-90,-4-7 586,0 2-496,-1-2 3096,-1-2-5164,1 1-282,-6-6 461,3-2-720,-3-4-90,0-2 451,3 0 1947,-7-2 1,4-2 0,-4-1 0</inkml:trace>
  <inkml:trace contextRef="#ctx0" brushRef="#br0" timeOffset="2062">10470 6484 12030,'0'-8'180,"0"2"-90,-4 5 0,3 0 0,-3 0-68,4 1 1,0 4-1,0 2 1</inkml:trace>
  <inkml:trace contextRef="#ctx0" brushRef="#br0" timeOffset="2678">10510 6719 13289,'-12'-11'360,"1"0"-270,6 1 90,2-2-180,3 2 90,14-11-90,-3 9-514,5-2 1,1 1 513,3-2 45,-6 6 0,1-1 44,7-2 1,-1 1 0,6-2-90,2 1 0,-2 0 0,-7 5 180,6-2 156,-16 7-246,-6 1 0,-7 6-90,-16 9 0,-1 1 0,6-6 0,-1 2 134,-6 3 1,0-1-320,7-4 0,0 1 275,-6 3 0,-3 2 0,4-1 90,-6 4-90,1 0 0,1-1-90,8-6 735,-6 5-735,15-10 94,9-4-4,6-5-90,13-4 0,-2 0 0,4-7 0,-6 6 0,0 1 503,5-9-368,0 5 0,0 1-45,-9 4 0,5-4-90,-25 10 0,-2-2 90,-20 8 89,6 3-430,6-3 0,0 1 386,-3 2 0,1 0-2753,-11 2 2618,11-3 0,0 0 0,3-1 0,1-1-1070,-5 3 1070,-1 1-1170,13-3 271,10-4 101,3 0-2479,19-3 3218,-7-7 0,1-2 1,2 4-1,-1-1 0,4-7 1,0 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11:44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6904 2737 16258,'8'4'180,"4"0"-90,-5 7-90,1-5 0,3 4 0,-5-7 90,1 2-90,5 1 0,-5-3 89,11 4 1,-10-5 0,12 1 0,-11-3 180,16 1-180,-9-6 0,3 4-90,4-14 0,-13 8 90,13-13-90,-15 10 0,10-11 0,-4-2 0,-2 3 0,-4 4 0,-2 1 0,-2 2 0,2-16 0,-5 16-1639,1-7 1,-2-2 1523,-5 4-929,3-7 0,-2 1 1133,-8 5-284,4-2 1,1 1 284,-4 4-183,1-1 0,0 2 183,1 3 903,-2 0 0,-2 1-993,-4 2 0,-3-2 0,-4 8-90,12 2 90,-7 7 0,0 4 0,4 4 0,-7 4-45,4 2 0,0 1-402,5-6 0,1 1 327,-1 0 0,0 2 0,0 0-600,-3 9 1,2-1 179,3-5 0,0 1-280,3 0 1,0 4 0,0 0 0,1-4-820,2 4 1,0-2 1490,0 2 0,1 1 1,2-3-1,4-5 1,3-2-1,-1 1 0,1-1 1</inkml:trace>
  <inkml:trace contextRef="#ctx0" brushRef="#br0" timeOffset="6852">6625 2991 12030,'11'-1'990,"4"-1"-721,-3 9 1,4-6 45,0 4 0,1 0-225,8-2-1183,-3 1 1,4 0 0,-3 0 983,-3-1 1,1-1 175,3 1 1,4 0-1,0 1 1,-3-2-23,1 1 0,1 0-28,-5 0 1,5 0 0,0 1 0,0-1 0,-4 0 27,6 0 0,0 1-45,-6-1 0,4 0 0,1 0 0,2 1 0,0-1 0,-2 0-161,1 0 0,0 0 0,0-1 1,0 1-1,3-1 173,-3 1 1,2-1 0,2 1 0,0 0 0,-1-1 0,-1 0 0,-1 1-13,2-1 0,-2 0 0,-1 0 0,0 0 0,2-1 15,-1 1 0,1-1 0,1 0 0,-1 0 0,-2 0 0,-4 0-15,-1 0 0,-3-1 0,3 1 18,4-1 0,5 1 0,1-1 0,-1 1 0,-5-1-18,-4 0 0,-3 1 0,3-1 15,1 0 0,4 0 0,3 0 0,-1 1 0,1-1 0,-4 0 7,5 0 1,-2 0-1,-1 0 1,1 1-23,-4-1 0,1 0 0,-1 0 0,2 0 0,0 0 0,1 0 0,1 0 0,2 0 0,-1 1 0,-3-1 0,-4 0 30,0 0 0,-3 0 0,2 0 0,1-1 0,3 1 0,3-1 0,-1 0 0,-3 0 0,-4 0 15,6-2 0,-2 0-23,2 0 0,4 0 1,0 0-1,-4-1 23,-2 0 0,0-1-23,2 0 1,4 1 0,0-1-1,-5 1 23,-1-1 0,0 0-23,0 0 1,4-1 0,0-1-1,-4 2 23,-3-1 0,-1 0 0,0 0 0,3-1 0,0 0 0,-4 0-910,-2 1 1,-1-1 864,10-2 0,0-1 45,1-2 0,-3 1-174,-8 4 1,0-1 158,7-3 0,5-1 0,-1-1 30,-4 0 0,-1-1 0,0 1-30,-2 2 0,-1 1 0,1-2 105,-1-1 0,2-2 0,-2 0 0,-3 3-46,-4 1 1,-1-1-30,4-4 0,2-3 0,-3 2 30,3-5 90,-7 4 0,0-2 0,-2 1-135,-3 1 0,-3 0-45,3-3 0,-1 1 1451,-2-11-1406,-4 14 0,-2 0-45,-6-6 0,0-5 0,-3 1 584,2 13 0,-2 2-584,-5-8 0,-3-3 0,2 3 1052,3 6 1,-1-1-1053,-2 0 0,-4-4 0,-1 1 0,3 3 0,0-1 0,-2 1 0,2 1 0,-5-3 0,-1-1 0,-1 1 0,1 1 0,1 2 0,1 2 0,-1 0 0,0-1 0,1 1-252,0-1 1,0 0-1,0 0 1,0 0 0,-2 1 236,-2 0 0,-3 0 0,0 0 0,0 1 0,2 1 0,3 1 15,0 1 0,2 2 0,-4-1-15,0-1 0,-4 0 0,-3 0 0,-1 0 0,3 0 0,3 2-546,-2-1 1,3 1 0,-4 0 547,5 1 0,-4-1 0,-2 0 1,-1 0-1,1 0 0,2 0 0,3 1 13,2 1 0,3 0 0,-1 1 0,-2-1 0,-2-1 0,-4 0 0,-3 0 0,0 0 0,1 0 0,2 0 0,4 1-405,1 1 0,3 0 0,1 0 0,-2 0 405,-3-1 0,-2 0 0,-1 0 0,0 0 0,0 1 0,1 0 0,0 0 0,1 0 0,0 0 0,2 1-160,-5-1 0,3 0 0,-5 0 160,7 0 0,-3 1 0,-2-1 0,-1 1 0,0-1 0,3 1 0,4 0-1,-7-1 0,5 1 1,-4-1 0,7 2 0,-4-1 0,-1 0 0,-1 0 0,0 0 0,3 1 0,3-1 0,-4 0 0,4 0 0,-4 1 0,2-1 0,-5 1 0,-1 0 0,0-1 0,2 1 0,4 0 0,0 0 0,3 0 0,-3 0-15,1 0 0,-4 1 0,-2-1 0,0 1 0,3-1 0,3 1 15,0-1 0,4 1 0,-4 0 0,0 0 0,-3 1 0,-2 0 0,-2-1 0,2 1 0,1 0 71,1 0 0,2 0 0,0 0 0,-1 1 0,-1 0-71,2 0 0,-2 1 0,0-1 0,0 1 0,-1 1 0,2-2 0,2 1 0,-2-1 0,2 1 0,0-1 0,1 0 0,-1 1 0,-2 1 0,0 2 0,-1-1 0,4 0 0,3 0 0,-1 0 0,2 0 0,-7 2 0,-3 1 0,4 0 0,9-3 0,1 1 30,-8 2 0,-3 1 0,4 0-30,6-3 0,1 1 30,-9 3 0,-5 1 0,4-1-30,7-1 0,0-1 0,0 0 0,-2 0 0,0 1 30,0 2 0,-1-1 0,3 0-30,-1 0 0,1 1 0,-1 1 0,-3 2 0,1 1 0,3-2 0,2-1 0,0 2 22,0 1 1,-2 2-1,0 1 1,2-2-23,2-1 0,0 2 0,0-1 0,-2 3 0,0 1 0,3-4 0,1 0 0,1 0 30,-4 5 0,-2 3 0,3-3-30,6-8 0,1 1 0,-3 5 0,0 2 0,2-2 0,-2 7 0,3 4 0,0 0 0,3-3 45,1-6 0,1 1 0,2 2 0,0 0-45,0-9 0,1 2 0,-1 8 0,1 3 0,0-2 0,3-8 0,0 0 0,-2 9 0,1 4 0,1-5 0,4-8 0,1-1 30,0 6 0,0 4 0,1-5-30,0-8 0,2-1 30,4 5 0,4 0 0,-2-2-30,-3-6 0,2-2-180,4 0 0,5 0 0,1-1 0,-2-2-90,4 0 0,1-3 291,-7 1 1,1-1 0,2 0 0,2-1-678,0-1 1,3-1-1,0-1 1,-1 1 0,-2 0-57,-2 0 0,-2 1 1,0 0-1,4-1 712,-1 0 0,3 0 0,3-1 0,1 1 0,1-1 0,-2 1 0,-2-1 0,-4 2 0,4-1 0,-4 1 0,-1 0 0,4-1 0,-1 1 0,1-1 0,-1 0 0,1 0 0,0 0 0,-1 1 0</inkml:trace>
  <inkml:trace contextRef="#ctx0" brushRef="#br0" timeOffset="11734">7264 5731 10591,'-7'-1'899,"2"0"-719,4 1 3096,1 0-1065,6 9-2121,-4-4 0,6 7 0,-6-9 0,0 1 0,0-3 90,-1 1-180,-1-1 2428,1 1-2428,-5-6 0,1 2 1170,-4-2-1080,4-3-90,-5 6 90,2-8-90,-5 5 0,-2-6 0,4 4 180,-5-3-90,8 4-1,-2-1 1,2 2-90,2 1 90,-1-1-180,4 4-359,-1-2 539,2 6-90,3 0 90,1 3 0,2 2-1,0-3 1,2 6 0,-3-6 180,5 9-180,-5-9 180,7 11-180,-5-10 90,8 12-90,-8-11-1651,5 6 0,0 1 1651,-1-1-499,4 5 0,1 0 409,-4-3 90,4 5 0,0 0-90,-1-2 90,4 5 0,0 0-90,1-1 30,-5-6 0,2 2 0,-2-2-30,-4-5 0,1 0 60,4 5 0,2 2 0,-2-2-60,6 5-546,-5-4 0,3 3 0,-3-3 546,-6-6 0,0-1 179,5 7 1,3 3 0,-3-3-132,3 4 12,-5-4 0,2 1 0,-2-1-60,-4-5 0,1 0 22,1 3 1,3 4-1,0 1 1,0-1-23,1 0 0,-1 0 0,1 0 390,1 2 1,0 1 0,1 1-391,-1-4 0,1 1 0,0-1 0,-2-2-457,1 0 1,-1-1 456,1 0 0,1 2 0,0-1 0,2 0 0,0 0 0,-1-2 656,0 1 1,0 0-635,1 1 1,4 2-1,-1 0 1,-2-3-23,-3 0 0,1-1 0,0 1 0,3 3 0,0 0 0,-3-3 0,-2-1 0,0 1 0,1 0 0,2 3 0,0 0 0,-4-2 45,0-2 0,-1 1-45,0 0 0,2 2 0,0 0 0,-2-3 0,-2-1 0,-1 0 0,5 5 0,2 3 0,-2-4 0,-5-6 0,-1-2 45,5 8 0,1-1-45,-1-2 0,-1-2 0,5 4 0,1 1 0,-1-2 0,-3-4 0,-1-1 0,-1 0 0,-4-5 149,7 5-2937,-14-9 1993,1-5-844,-13-10 1,-4-3-1639,-1-9 2808,-2 3 1,-1-2 0,5 7 0,2 0 0,-2-3 0,1 1 0</inkml:trace>
  <inkml:trace contextRef="#ctx0" brushRef="#br0" timeOffset="12600">7295 5799 11670,'0'-10'1529,"-5"1"-4806,0-2 2513,-2 5 3252,0-7-2218,6 8 1489,-7-6-1579,7 7 630,-4-3-451,10 11 2917,1 1-2723,6 5 0,1 2-373,6 5-965,-4-3 0,3 3 0,-1-2 875,-4-3 0,1 2 135,4 4 0,5 4 0,1 2 0,-2-2-669,-5-5 1,0 0-1,-1-1 1,1 1 510,2 3 1,1-1-1,-1 1 1,1 0 111,2 3 1,0 1 0,0-2 0,-4-2-278,0-1 1,1 0 205,-3-1 0,3 3 0,2 1 0,-2-1 0,-3-3-296,3 3 0,-1 0 224,-1-3 0,2 4 0,1 0 0,0 0 0,-4-4 431,1 2 0,1 0-449,-3-3 0,2 3 0,2 1 0,-1-1 0,-3-3-18,5 4 0,-1 0 18,-2-3 0,1 1 0,2 2 0,-1-1 0,-3-3-18,4 3 0,0 0 45,0 0 0,3 4 0,0-1 0,-4-4-45,-1-1 0,-1 0 45,0-1 0,2 4 0,0-1 0,-3-2 0,-1-2 0,-1-1 45,4 7 0,3 2 0,-3-3-90,-6-7 0,-1 0 45,6 7 0,-1 0 0,-4-5 0,-1-1-45,6 7 45,-6-7 0,0-1-45,3 2 0,0 0 389,4 3-344,1 0 0,1-1-45,-4-4 45,2-1 0,-1 0-45,-3-4 619,8 5-619,-7-6 0,-5-3 952,11 4-952,-12-6 0,5 2 0,-1-2 0,-4-2 3276,8 1-3176,-10-2-1492,4 0 223,-7 0-2108,0-5 0,-4-2 2801,-13-14 1,4 6 0,-12-6 0</inkml:trace>
  <inkml:trace contextRef="#ctx0" brushRef="#br0" timeOffset="41466">2171 5113 9602,'0'-7'3276,"0"1"-436,-3 6-2480,1-1-180,-3 1-90,3-4 359,0 1-89,1-9-180,-1 6-90,0-3 270,0 2-270,0 2 90,-1-4-90,2 5 0,-1-2 0,1 3-90,0 0-90,1 2 180,11 17-1,-3-6 91,7 11 0,2 3-803,0 0 653,-2-2 0,4 4 0,-3-2-605,-3-5 1,1 0 596,2 4 1,3 4-1,1 1 1,-3-4 22,1 0 0,1 0 15,-5-6 0,3 3 0,1 2 0,1 0 0,-2-2 0,-2-3-559,0-1 1,-2-2 0,1 1 570,2 2 0,2 3 0,1 1 0,-1-2 0,-4-3-1107,3 1 0,-3-1 1125,6 6 0,-1 1-1,-3-4 1,-1 1 0,-1-2-61,0 0 1,1 2 82,-1 0 1,2 4 0,1 0-1,-4-4-112,-1 0 0,1-1 45,-1 2 0,3 3 0,0 0 0,-3-3-45,-1-2 0,1 0 22,-1 0 1,3 3-1,0 0 1,-2-3 22,-1-2 0,1 0-15,4 6 0,1 4 0,-1-4-30,-6-9 0,1 1 30,2 4 0,3 3 0,-3-3-30,3 5-324,-4-8 1,2 3 0,-3-4 323,2 4-295,0-1 1,0-1 384,-5-8 1328,7 7-1418,-11-12 697,5 1-697,-7-5 2244,1-18-2244,-2 0-45,-3-5 0,-1-1 45,-4-6 310,-1 0 1,-2 0-356,3 15 0,0-1-75,-5-8 0,-1-5 0,0 4 30,2 5 0,-1-2-54,0 1 0,-3-5 0,-2-2 0,0 0 1,2 1-531,-2 0 1,1 0 0,1 1 0,-2-2 655,3 4 0,-1-1 0,-1 0 0,1 0 0,1 1-149,-1-2 0,1 2 0,-1-1 1,1 1 143,0-1 1,0 1-1,0 0 1,1 2 22,1 2 0,2 1 0,-2-2 0,-1-2 0,-2-3 0,-1-1 0,1 1 0,2 4 0,-1-3 0,0 0-23,0 1 1,-2-4-1,1 1 1,2 3 22,1 4 0,1 0 0,-4-6 0,-2-4 0,2 5 0,6 10 0,-1 0-30,-2-4 0,-1-2 0,1 3 30,-3-2 45,0 1 0,1 1-135,2 4 54,1 1 1,1 0-55,1 2 90,-4-4 0,1 3 0,4 4-90,-10-7 90,10 9 1511,-9-5-1511,10 7 2800,-9-4-2800,10 5 1194,-4-2-1194,7 3 190,-1-1-190,4 6 133,-1 2-133,8 5 0,-5-2 0,12 2 0,-10-7 0,11 11 0,-7-7 0,4 4 0,0 2 90,3 2-944,-1-1 0,2 3 0,-1-1 854,-3-3 0,1 2 45,2 3 0,4 4 0,0 0 0,-2-2-1197,2 2 0,-1 0 1174,-4-5 1,2 1-1,-1 1 1,1 0 67,2 3 0,1-1 0,-1 0-554,-3-4 0,-1-1 1,1 1 522,4 5 1,1 0 0,2 3-157,-3-6 1,1 2 0,0 0 0,0 0 0,-1-2 96,-3-2 0,0-2 0,-1 1 0,4 2 20,-2 0 1,4 2 0,0 1 0,2 2-1,0-1 1,-1 0 0,-1-2 0,-2-2 23,2 2 1,-3-4 0,0 1 0,4 3 11,-3-3 0,3 3 1,1 1-1,2 1 0,-1 0 1,-1-1-1,-1-2 0,-3-2-34,2 1 1,-4-3-1,1 0 1,2 2 2,0 0 1,3 2 0,1 2 0,0 0-1,0 0 1,-3-2 0,-2-3 4,2 3 0,-3-3 0,1 2-15,-1-2 0,1 3 0,2 0 0,-1 1 0,-1-2 0,-4-3-15,5 6 0,-2-1 121,-2-2 0,3 3 0,-2-1 0,-2-3-76,-4-4 0,-2 0 0,5 5 0,0 0 405,2 8-270,-7-11 332,-1-1 1,0-1-513,-3-4 1629,3 4-1539,-5-10 1393,1 0-1483,-2-3 3170,0-1-3170,-2 0-589,2 0-2688,-1-4 617,0-1-617,-1-8 78,1 4 3199,-1-7 0,-7 6 0,-2-2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13:57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8268 3559 11580,'-10'9'270,"1"0"-90,5-2 0,-1 1-90,4-2 180,-3 3-90,1-2 449,-3 8-449,3-7 270,-2 8-270,3-10 0,0 2 449,2-5 631,-1-2-900,0 1-360,0-7 0,-1 4 0,-3-19 0,1 10 0,-3-9 0,0-3 89,-1 0-1165,-4-6 1,-1-2 1165,1 2-45,1 6 0,0-1-165,1 6 0,0 1 210,0 1 0,-1-1 45,-7-7 0,1 2-91,5 7 1,0 1 0,-4-3 0,0 3-45,1 4 90,-5 0-90,-9 5 90,10 2-45,-5 9 0,0 3-1162,0 2 1117,5 1 0,0 3 45,1 2 0,1 0-45,3-3 0,0 1 45,-5 5 0,0 2-15,6-6 0,-1 1 0,2-1-30,-3 4 0,0 0 30,2-3 0,0 1 0,0 0 30,1 1 0,0 1 0,0-1 30,-1 3 0,-1 1-30,3-4 0,-1 1 0,1 1 90,1 1 0,0 1 0,0-2-448,-1 5 1,0 1 327,2-5 0,0 1 0,0 2 82,2-2 0,0 1 1,0 1-1,0 0-289,1 0 0,0 0 1,-1 0-1,1 1 1,0-1 198,-1 3 1,0-1-1,0 1 1,0 1-159,2-4 0,-1 3 1,1 0-1,0-1 1,1-1-1,0-5 226,0 10 0,0-2-23,2-7 1,-1 1-1,1 1 1,0-1-146,1 2 1,1-1-1,0-1 78,-1 5 0,1-1 172,0-4 0,0 1 0,0 0-142,2-2 0,0 0 0,-1-1 15,0 3 0,-1 0 0,2 6 0,1 0 45,-1 0 0,1-2-45,-3-7 0,1 1-15,2 1 0,0 3 0,0-1 30,-1-5 0,-1-1 0,0 2-30,2 4 0,0 1 0,1 0 0,-1-1 0,0 1 0,0-2 155,1 5 0,0-1-185,0-3 0,0-1 45,0 0 0,0-2 306,0-5 1,-1-1-352,1 6 0,0 0 90,1-1 0,0-1-90,-1-5 0,0 0 45,2 4 0,0 1 45,4 5 0,0 0-45,-4-10 0,1 1-15,3 7 0,3 3 0,-3-3 15,-2-8 0,0 0-15,3 6 0,1 3 0,0-3-30,-4-8 0,0 0 0,3 5 0,2 3 0,-1-4 0,5 5 45,3-1 0,0 0-45,-2-6 0,-4-5 0,0 1 536,1-5 0,0 0-536,4 0 0,3-1 0,1-2 0,-2-3 45,3-3 0,1-1-45,-2-5 45,3-2 0,0-1-45,-2-3 0,-7 6 0,1-1 665,9-6-665,-14 7 0,1 0 0,4-3 0,0 1 423,-4 2 1,0 0-424,12-8 0,-1 0 0,-6 2 90,6-4 231,-12 7 0,-1 0-321,6-6 0,-5 5 0,-1-1 0,4-5 0,-4 3 0,0 1 0,5-9 90,0 1 0,0-2-90,-6 8 0,0 0 0,5-8 0,-1 0 0,-5 9 0,-2 0 0,0 1 0,0-1 45,-1 0 0,0 0-135,4-8 90,-4 7 0,0 0 0,-1-2 0,0 1 0,2-12 0,-3 11 0,0-3 0,0-10 0,-1 0 0,-1 10 0,0-1-345,0-6 0,0-4 1,-1 4 344,0 4 0,-1 1 0,0-6 0,1-3-30,-1 4 0,-1-1 0,1 2-777,-1 1 1,0-1 806,1 1 0,-1-3 0,0 2 0,0-4 0,0 2-288,0 6 1,0 0 287,-3-6 0,0 0-78,0 0 0,-1 1 78,-3-1 0,0-2 0,2 7 0,0-2 0,0 2 64,-2-5 0,0 2-64,0 1 0,0 2 0,2 7 0,-1 2 467,0-2 0,1 2-467,-1-1 0,0 0 0,0 1 0,0-1 0,1 1 0,-1-2-45,-2-6 0,0-1 45,2 6 0,0-1 0,-1-7 0,-1-4 0,1 3-19,1 4 1,1 1 18,0 0 0,-1-3 0,1 2 0,0-4 0,1 1-202,0 6 0,0 0 202,0-5 0,0 0 118,-1 2 1,0 1-119,2 5 0,0 1 95,-2-4 1,0-1-96,0 3 0,-1 1 0,-2-9-130,0 7 1,-1-3 0,0 3 39,-4-9 90,2 7 0,-2-4 0,2 4 257,-5-5-257,4 6 0,-1 0 0,1 4 0,2 1-90,-8-8 492,7 9 0,0-1-357,0 1 0,0 1-45,-4-7 0,5 8 0,-1 0 90,-8-8-90,-2 1 0,7 8 0,1 1 0,-10-2 0,2 4-90,-3 5 90,4 2 254,-7 8-299,6 2 0,0 3 0,7-2 0,-1 2-338,-2 2 1,-3 2 0,-1 2 0,3-3-158,-1 3 0,0 2-116,2-2 1,-3 3-1,-1 2 1,1 0 0,2-3-438,2-2 1,3-1 0,-2 1 272,-1 3 1,-2 1 0,0 1 0,2 0-274,-1 4 1,2 0 0,1-1 786,3-5 1,0 0 0,1 1 0,-3 6-1,-1 1 1,2-1 0,5-7 0,-1-1-1,0 1 1</inkml:trace>
  <inkml:trace contextRef="#ctx0" brushRef="#br0" timeOffset="1124">5707 4024 14369,'-7'-5'629,"-1"2"-359,4-4-180,0 4 90,-1-3-180,4 1 90,-1 0 0,2-2-90,0 2 90,7-3 0,4-4 0,4 2-90,4-4 90,7 0-2386,-3 2 2296,-7 5 0,1 0 45,10-2 0,1 2-45,-10 2 0,2 1 0,2 0 0,4-1 0,1 1 0,-3 1 0,0 1 0,2 0 22,2 0 1,5 0-1,1 1 1,-5 1-1339,1 3 0,-1 1 1316,0-4 0,3 0 0,-2 2 0,-8 3 0,0 2 0,-2 0-607,3-3 0,0 0 607,5 5 0,-1 2-343,-4-1 1,-2 1 387,-5-3 0,-1 1 45,4 2 0,-1 2 0,-2-1 0,-1 1 302,7 7-302,-9-7 0,0 0 45,2 1 0,-1 1-45,4 2-1,1 1 1,-1-1-90,-2-4 698,0-1 1,-1 0-699,-2-4 1545,4 4-1455,-7-7-90,-4-1 1510,1 0-1510,-3-1 1396,-1-2-1306,0 0 857,-1 0-4224,-1-1 0,-6 0 2576,-5-4 1,-5 3 0,-2-2 0</inkml:trace>
  <inkml:trace contextRef="#ctx0" brushRef="#br0" timeOffset="50684">11043 3808 13829,'0'-15'360,"-5"2"-180,-2-8 0,-5 3-1315,4 3 1,1-1 1224,-6-6 90,-1 0 90,-5-1-180,3 5-45,5 6 0,-1 0 89,-2 1 1,-1 0 86,-1 0 1,-3 1-162,-2 0 0,-1 0 0,0 1-62,-1 0 0,-1 2 62,-4 1 0,-4 1 0,4 1-15,8 2 0,-1 2 15,-8 3 0,-5 3 0,4 0-368,10-1 1,0 2 374,-1 3 0,-4 4 1,0 0-1,5-1-729,-1 1 0,3 1 662,-2 0 0,-1 2 0,0 1 90,0 5 0,1 1 0,2 0-45,-1-1 0,1 3-45,2-3 0,-2 5 0,1 0 0,2-4-848,1 4 1,2 0 847,2-5 0,-1 2 0,2 2 22,2-3 1,2 2-1,0 0 1,1-2-113,0-3 1,1-2 0,0 3 125,0 2 0,-1 4 0,1 2 0,2-2 0,1-3-6,3 1 0,2-2 0,0 1-154,-2 0 0,1 3 0,0 0 0,1-2 124,5 4 0,1-1 0,1-1 30,0 2 0,0 0 0,1-2-74,-3-5 0,1 0 0,0-2 74,0 0 0,0 0 0,0-2 29,2 0 1,-1 0 0,1-2 150,1 3 1,2-1-166,3 6 0,1-1-195,1-3 1,0-1 149,-5-5 0,2-1-77,1 0 0,4 1 0,1 0 0,-4-3 77,2 0 0,0-2 0,2 1 0,3 2 0,-2-4 213,2-6 0,-2-2-213,-5 1 0,1-1 0,7-3 0,0-2 182,2-1 0,0-2-182,-8 0 0,1-2 0,0 1 30,5-3 0,2 0 0,-1-1-175,-6 2 0,0 0 0,-1-1 145,-1 1 0,0-1 0,0-2-23,-2 0 1,1-3-1,0 1 1,-2 0 289,-2 1 1,0 1-1,1-2-249,2-5 0,3-3 0,1-2 0,-1 0 0,-4 4-18,-3 1 0,-2 3 0,1-4-15,0 0 0,1-3 0,1-1 0,0-1 0,-1 1 0,-3 4-126,1-2 1,-3 2-1,1-1 141,2-2 0,0-2 0,0-1 0,-2 2-30,0-3 0,-1 2 0,-2 0 56,-1 6 1,0 0 0,-1-2-27,-1-2 0,0-3 0,1-1 0,-2 0 0,-1 3 0,-1-6 0,-2 2 0,0-2-18,-1 6 0,0-2 0,-1 0 0,-1 1 0,0 2-12,-2-3 0,-2 3 0,-1 0-129,-1 2 0,-2 1 0,0 2 159,-2-1 0,-3 1-30,0 1 0,-3 1 0,1 0 30,-2-2 0,-3 0 0,4 6 0,-2-2 0,-3-1 0,2 2 0,2 1 19,0 1 0,2 2 0,-3-1-19,-4-2 0,-4 0 0,-2-1 0,1 1 0,4 2 0,3 3 0,2 2 0,-1-1 0,-2-1 0,-3 0 0,0 1 0,2 1 0,-3 1 0,2 2 0,-1 0 50,-1 1 0,0 0 1,-1 1-51,4 2 0,-2 0 0,1 1 0,1 0 8,-2 0 0,2 0 0,1 2-8,2 1 0,0 1 0,2 2 0,-9 4 0,2 2-213,6-4 0,0 2 213,-5 3 0,0 1 0,1 2 0,1 0 0,5-4 0,1 1 0,-5 3 0,1 1 0,1 1 0,1-2 0,5-3 0,1 0 0,-5 4 0,2 1 0,1-1 0,3 0 0,2-3 0,1-1 0,-2 5 0,0 1 0,5-7 0,1 1 292,-2 5 1,0 3-293,0-1 0,2 2 0,-2 5 0,0 0 325,3-6 0,0-2-325,1-1 0,1-1 0,0-2 0,0-1 773,0 7-773,-2 6 1817,2-5-1817,-1-7 0,1 3 601,0-5-511,1-4-90,0 1 1524,0-5-1434,1-1 854,0-1-944,1-1 678,-1 0-678,0-2 0,1 5 0,0-2 0,0 7 0,0-3 0,0 2 90,5 4-90,-4-4 0,9 12 90,-5-10 0,5 13 0,1 0-45,-5-7 0,0 1-1128,1 3 0,1 0 1128,-2-3 0,0-1-45,0 0 0,1 2-1338,3 7 1,1 0 1337,-4-10 0,1 0 0,2 4 0,1 2 0,-1-2-465,-1-6 1,0-2 464,2 5 0,1 1 45,1-2 0,0-1-45,-3-4 0,0 0 0,3 3 0,2 0 0,5 4 0,1-1 0,-8-7 0,1 0 0,3 3 0,3 0 0,-2-1-681,-4-4 1,-1 0 680,5 2 0,1 0 0,6 2 0,0-2 295,-10-4 0,2-1-295,8 2 0,3 0 0,-3-2 0,-7-3 0,-1-1 693,11 1 1,1 0-694,-6-3 0,-1-1-27,-4 0 1,0 0 26,5 0 0,0 0 0,1-3 0,-1-1 45,-5-1 0,-1 0-45,7-2 0,-1 0 0,2-4 0,-2-1 0,-5 4 0,0 0 0,5-3 0,1-1 0,-4 0 0,0-1 0,-1 2-84,0-1 0,0 0 84,1-2 0,3-2 0,-1 0 0,-2 1-483,-1 0 0,-1 1 483,1-1 0,1-1 0,-2-1 0,5-5 0,-3 1 0,-4 4 0,-1-1 0,5-6 0,0-1 0,-7 7 0,-2 0 0,0 0 0,2-3 0,0-1 0,-3 4 0,1-1 0,-2-1-232,2-6 1,-2-2 0,-1 3 231,1-1 0,-1 0 0,-3 2 0,2-3 0,-2 0 0,-1 3-45,-1-2 0,-1 2 45,0 2 0,-1-1 0,-1 0-187,-3-1 0,-1-1 1,-1 1 186,0-4 0,0 0 0,-2 4 0,0-1 0,-3-1 0,0 3 0,-2 0 0,-1 0 0,0 1-30,-4-3 0,0 1 0,-2-1 11,4 5 1,-2-1 0,0 0 0,-1 0 0,0 2 18,-2 0 0,0 1 0,-1 1 0,0 0 0,0 1 0,-1 0 0,-1 1 0,2 0-30,-3-1 0,2 1 0,-1 1 30,1 0 0,1 2 0,-1 0 0,-1 1 0,1 1 0,0 0-45,-4-1 0,1 1 75,3 2 0,-1 0 0,0 0-174,-6 2 0,-2 1 1,3 1 143,0 0 0,1 1 0,0 0 0,-3 0 0,3 2-83,-3 4 1,3 3 82,6-3 0,0 2 339,-6 2 1,1 3-340,1 3 0,1 1 0,5-3 0,0 1 405,-5 5 1,0 1-436,8-4 0,-1 1 0,1 0 308,-2 2 0,1 1 0,-1 1-256,2-1 1,-1 1-1,0 1 1,1-1-53,-1 2 0,0 0 0,1 0 30,1 0 0,1 0 0,1 1-90,0 0 0,2 1 0,1-1-668,-2 4 1,1 0 517,3-3 0,-1 0 0,1 0-501,3-1 0,1 0 0,0-1 21,0 2 1,1 2 664,3 1 0,1 3 0,0 0 1,0-3-1,0 0 0,0-1 0,1 4 1,1 0-1,0 1 0</inkml:trace>
  <inkml:trace contextRef="#ctx0" brushRef="#br0" timeOffset="54712">11706 3996 14369,'-13'0'1079,"-2"0"-809,7 0 270,-8 0-360,9 0-90,-4 0 629,8 0-269,8-5-270,9-3 0,3 0-90,-4 0 0,2 1-910,5-3 1,4-1 0,1 0 0,-3 1 851,4-1 0,0 0-32,-1 1 0,4-1 0,2-1 0,0 1 0,-5 1-417,-3 1 0,-2 2 0,3-2 417,-1 1 0,3 0 0,2-2 0,0 1 0,-2 0 0,-4 2 0,0 0 0,-3 0 0,2 0 22,7-3 1,4 0 0,-1-1-1,-5 2-22,-5 1 0,-1 1 0,3-3 0,2 0 0,-4 0 0,0-1 0,-7 3 0,-1 0-200,2-4 110,-8 5-1169,4-7-2018,-9 5 797,-7 2-758,-10 2 1978,-1 12 1753,-7-5 1,5 15 0,-1-5 0</inkml:trace>
  <inkml:trace contextRef="#ctx0" brushRef="#br0" timeOffset="55134">11483 4387 13829,'-3'-11'180,"1"1"90,1 4 629,1 0-359,0 2 180,7 1-451,3 3 1,5 0 90,5 5 0,0 2-180,7 1-1131,-2 1 0,5 3 0,-2-2 1041,-6-1 0,2-1-18,-3-1 0,3 1 0,3 1 0,-1-1 0,-2-1-626,5 2 0,-2-1 1,2 0 571,-5-1 0,2 1 0,1-1 0,-1 1 0,-2-2-551,6 2 0,-3-1 0,0 0 533,-1 0 0,0-1 0,1 1 0,-3 0 0,1 0 0,0 0 0,-2-1-181,-2 0 0,-2-1 1,3 0 180,5 2 0,2 2 0,1-1 0,-5-2 0,1 0 0,-3-1 0,6 1 0,0 0 0,-6-3 0,-2 0-90,8 0-90,2-1-334,-18-8-2454,-14-14-1,-3-3 1330,-4 4 1,-2 1 1716,-5-8 1,0 1-1,2 5 1</inkml:trace>
  <inkml:trace contextRef="#ctx0" brushRef="#br0" timeOffset="55579">12893 3437 14369,'-9'-27'30,"1"0"0,-3 3 0,2 6 60,2 11-90,-3 4 0,0 9 0,2 5 0,0 4 0,-3 13-2509,3-8 2509,-3 9 0,6-13 0,1-1 27,-2 9-27,3-4 0,2 0 0,5 11 0,0-13 0,1 1 0,3-2 0,2-1 0,7 8 0,2-4 0,4-6 0,-5-6 0,0-3 0,1-1 0,0-2 0,9-10 90,-11-17-587,-9 0 632,-2 1 0,-2-1-1131,-3-6 1131,-5 10 0,-1 0 0,2 5 0,-1 0-404,-7-6 0,-1 0 359,4 7 0,1-1-213,-3-4 0,-2 2 123,0 4 0,0 2 0,-7-2 90,-7 1-90,-2 16-90,5 5 76,8-1 0,0 3-391,-2 5 1,2 3 197,2-4 1,1 1-379,-4 6 0,1 2-1054,1 3 1,1 1 117,4-5 1,1-1 1520,-2 8 0,1 0 0,5-8 0,1 0 0,0 0 0,0 0 0</inkml:trace>
  <inkml:trace contextRef="#ctx0" brushRef="#br0" timeOffset="56006">12950 4687 15268,'2'-13'540,"-1"0"-180,0 2-90,-1 1 89,0 1 271,0 3-360,0 7-180,0 19-480,0 1 0,0 6 1,0-1-571,-1-5 1,-1 0-1,0 1 140,2 3 1,0 1 0,0 0 0,-1-2-820,-5 3 1,1-3 1169,3 1 1,-1-2 0,-2-7 0,-1-1 0,2 1 0,-1 0 0</inkml:trace>
  <inkml:trace contextRef="#ctx0" brushRef="#br0" timeOffset="59396">10709 3560 10861,'-3'8'719,"2"0"-629,-2-6 0,1 1 90,2-1 1169,-2-2-1349,2-5 90,-4-16 0,2 5 45,-3-2 0,-1-1-45,4 5 45,-6-1 0,0-1-135,3 3 90,-4-1 0,-2 1 0,1 2 0,-6-5-90,0 6 0,2 3 45,-1 2 0,-1 1 45,-2 1-90,-11 1 45,10 4 0,1 3-45,-6 6 59,5-2 1,-3 2 0,3 0-284,5-1 0,1 2 313,-7 5 1,-3 2 0,3-2-400,6-3 0,0 0 332,-2 2 1,-1 3 0,-1 1-1,2-1-559,2-2 1,0-1 0,0 2 581,0 0 0,-2 3 0,0-1 0,2-1-725,0 0 0,1-2 0,1 1 725,-6 7 0,2 2 45,5-9 0,1 1 0,1 0-45,-2 2 0,1 2-45,2-5 0,0 1 0,0 2 90,0 5 0,1 0 0,1-1-90,0-1 0,1 2 45,0 1 0,1 5 0,1 0 0,1-4-45,3-2 0,2 1 18,-1-4 0,1 4 0,0 1 0,0 0 0,1-5 27,4 7 0,0 0-28,-1-7 1,-1 4 0,2 1 0,-1-1 0,-1-4-18,3 5 0,0-1 0,-1-1 0,2 2 0,-1-1 45,1 1 0,1-2-45,-2-5 0,0-1-104,3 5 1,0 1 103,1-2 0,0-2 45,-2-4 0,0-1-45,2 4 0,2 0 45,1-3 0,0 0-45,-3-5 0,-1-1 45,4 3 0,2 0 44,5 0 1,0-2-90,-8-5 0,1 0 30,7 1 0,4 0 0,-3-1 15,-8-4 0,1-1-45,8 0 0,4 0 0,-4-2 0,-7 0 0,-1-1 0,11-2 0,0-2 0,-4 0 0,-2 0 45,-4 0 0,-1 0-45,6-4 0,1 0 0,-1 2 0,0-1 0,-6-1 0,0-1 0,5 0 0,0 1 0,-1-1 0,0 0 0,-6 2 0,1 0 0,3-2 0,2-1 0,4-4 0,-1 1 0,-8 3 0,0 0 0,7-5 0,3-3 0,-2-1 0,-1-1 0,0-1-324,-7 5 1,1-2-1,1 0 1,-3 1 323,1-1 0,-1 0 0,-1 0 0,-1-1 0,1 0 0,-1-2-26,-1-1 0,0-1 0,0-1 0,-1-1 3,1-3 1,-1 0-1,-1-1 1,1 0-21,0 1 1,1-1-1,-2 1 1,0 0 19,-1 0 1,-1 2-1,0-2 1,-2 1 22,-1-2 0,-2-1 0,0 1 0,0 2-147,0 2 0,-1 2 1,0-3 146,-1 1 0,-1-4 0,-1-1 0,1 2 0,-2 3 0,-2-5 0,-2 1-30,-2 0 0,-2-1 0,-3 2 30,1 7 0,-2 2 0,0 1 22,0-1 1,0 0 0,-2 2-53,1 2 0,-2 0 0,0 2 30,-1 1 0,0 0 0,-2 1 36,0 1 1,-1 0 0,-2 1-67,-4-1 0,-3 0 0,2 2 30,4 2 0,1 1 0,0 1 0,0 1 0,0 1 0,-1 2 0,-3 4 0,0 3 0,1 0-30,4-3 0,1 1 0,0 0-30,-8 5 0,0 1 0,-1 2-165,7-3 0,0 1 0,0 1 0,1 0-173,-2 1 0,1 0 0,-1 1 150,2-1 1,-1 1 0,0 1 0,0 3-409,1 1 1,0 3-1,0 2 1,0-1 0,2 1-1,1-2 1,2 0-1,0 0 1,0 1 0,0 0 634,-1-1 0,0 1 0,0 1 0,0-1 0,2 1 0,0-2 0,1 1 0,2 0 0,0 0 0,1-1 0,0-1 0,-2 6 0,1 0 0,-1 0 1</inkml:trace>
  <inkml:trace contextRef="#ctx0" brushRef="#br0" timeOffset="67714">1646 3888 7713,'-3'-7'179,"0"2"-89,3 4 270,-1 0 0,-1 1-180,0-2 0,-1 2 270,0-2-181,0 2 1,0-1 540,-3-2-540,2 1 449,-6-3-539,4 3 270,-4-1-180,4 1-90,0 0 449,-3-1-359,4 1 540,-6-1-541,7 1-89,-2 0 180,2 0 90,1 1 0,1 0-1,0 0-89,0 1 90,6 3-90,11 2 0,4-1-271,8 4-1001,-5-3 0,4-1 0,-2-1 1001,-2 0 1,0-1-60,-2-1 0,1 1 0,2-1-562,3 0 1,3 0 0,0-1-1,-3 0 562,-1 1 0,-2-1 0,4 0-15,0 0 0,5-1 0,2-1 0,1 1 0,-3 0 0,-4 0-382,3 0 0,-4 1 1,4-1 366,-5-1 0,3 0 0,3-1 0,0 0 0,0 0 0,-2 1 0,-5 0 0,7 1 0,-4 1 0,3-1 12,-6-1 1,3-1 0,1-1 0,2 1 0,-1-1 0,-3 1 0,-3 0-426,5 1 0,-4 0 1,2 0 412,2-1 0,2-1 0,0 0 0,-2 0 0,0 0 0,-1 1 0,-2-1-67,5 0 1,0-1 66,-6 2 0,1-1 0,1 0 0,2 0 0,1-2 0,-3 1 0,-1 1 0,1-1 35,2-1 1,2 0 0,-4 1-36,-10 2 0,-1-1 0,3 0 0,0 0 0,12-2 0,-14 3 973,7-2-4250,-19 5 2953,-8-1-845,-3 1-470,-11 1 1,-3 2-572,-6 4 2341,2-4 0,-1 0 0,6 3 0,-1-1 0,-1-2 0,0 0 0</inkml:trace>
  <inkml:trace contextRef="#ctx0" brushRef="#br0" timeOffset="68163">1596 3797 9451,'-17'0'0,"-2"0"1594,7 0-515,-1 0 432,14 0-521,13 0-675,5 2 0,5 0-16,2 0 1,2-1 0,2 1-749,-6 0 0,1-1 0,0 0 0,2 0 503,-2 0 0,2-2 0,-1 1 0,1-1 0,0 0-357,0 0 0,-1 0 0,1 0 0,-1-1 0,1 0 321,3-1 0,1 0 0,-1 0 0,0 0 0,0 0-405,1 0 1,0 0 0,-1 0-1,1 0 387,0 0 0,-1 0 0,1 0 0,0 0-201,-6 0 0,2 1 1,-1 0-1,-1-1 1,0 1 200,0 0 0,-2-1 0,1 1 0,3 0-10,-1 0 0,3-1 0,2 1 0,1-1 0,-1 1 0,-2 0 1,-2 0 9,1 0 0,-3 0 0,-1 0 0,3 0 13,-2 1 0,2-1 0,0 0 0,1 0 0,-2 1 1,-1-1-14,4 1 0,-1-1 0,-1 1 0,-2 0 0,3-1 0,-2 1 0,0 0 22,-2 0 0,1 0 1,0 0-1,1 0-22,1 0 0,2 0 0,-2 0 0,-1 1 218,-4-1 0,-1 0 0,2 1-236,2-1 0,2 0 0,2 1 0,-2-1 0,-5 0 18,3 1 0,-2-1 30,5 0 0,3 1 0,-5-1-30,1 0 0,-8 0 0,-1 0 1178,2 0-1178,-10 0 1741,5 0-1741,-12 0 2824,1 0-2824,-3 0-3277,1 1 0,-10 0 2501,1-1 1,-9 8-1,1 1 1</inkml:trace>
  <inkml:trace contextRef="#ctx0" brushRef="#br0" timeOffset="73401">5895 4308 13199,'0'-10'630,"0"2"-540,0 4 270,0-5-360,3 3 90,0-9 90,1 6-90,1-4 179,-1-10-269,1 7 90,-2-6 0,-1-2 0,-1-1-1042,-2 4 1,-1-5 0,-1 3 996,-2 6 0,-1-2 22,1-1 1,-1-3-1,-2-1 1,-1 0-470,-5-2 0,-2 0 0,-1 0 1,2 1 431,1-2 0,0 1 0,-1-2 6,-1 5 0,-2-3 0,-2 0 0,2 3 0,2 4-153,0 1 1,-1 1 161,-1 0 0,-2-2 0,-1 0 0,2 3-45,2 2 0,-1 1 45,0 0 0,-3-2 0,0 1 0,3 2-478,1 2 0,0 0 478,-8-4 0,-2 0 0,7 6 0,2 1 45,-10-3-90,-1 3 0,1 2 90,1 1-90,6 1 0,0 3 792,-8 9-792,6-1 45,8 0 0,-1 2 0,-3 4 0,1 1-45,3-3 0,0 1 45,-6 5 0,-1 3 44,1-1 1,-2 3 0,2-2 530,0 1 1,-1 1-549,4-4 0,-3 3 0,0 2 0,0-1 0,2-1-361,4-3 0,1-1 1,0 0-1,-1 2 343,-1 2 0,-1 1 0,-1 1 0,2 0 0,0-1-171,3-2 0,0-1 0,1-1 0,0 1 147,-3 7 0,1 0 0,0 0 0,0 1 0,1 1 0,0-2-304,4-5 1,-1 0-1,1 0 304,-3 5 0,0 2 0,0 0-190,2 0 1,0 0-1,0-1 190,3-6 0,0 0 0,-1 1 106,0 5 0,-1 2 0,1 2-100,3-8 0,0 2 0,0 0 0,1 0 0,0-2-36,0 3 0,0-1 0,0 3 45,1-1 0,0 4 0,0 2 0,0 0 0,1-2 0,0-4 112,0 1 0,1-4 1,1 4-128,2-1 0,0 4 0,1 2 0,1 0 0,-1-3 0,1-3 0,-1 0 0,0-3 0,2 3-1,1-1 1,1 4 0,1 1 0,1 1 0,-1-3 0,-1-4 0,0 0 0,0-3 0,1 3 15,-1-2 0,2 4 0,0 1 0,0 1 0,0-3 0,-1-3-15,0 0 0,0-3 0,0 2-8,0 1 1,2 3-1,-1 0 1,0-1 37,1 1 0,-1-2 0,0 0-60,2 4 0,0 1 30,-2-7 0,0 2 0,1 0-210,1 4 1,1 0-1,-1-2 180,-1-2 0,1 1-94,0-1 1,2 3-1,-1 0 1,-1-4 93,-1-4 0,1-1 32,3 8 1,3 2-1,-2-4-32,-5-9 0,1-1 78,3 5 1,3 2 0,-1-4-79,5 5 489,-5-7 1,2-2-490,-4-5 0,0-3 0,9 2 45,-8-4 0,2-1-45,1-1 0,0-3-90,12-7 669,-11 4 0,2 0-579,3-8 0,-1-1 53,-4 4 1,-1 0-54,7-3 0,1-1 0,1-1 0,0 0-224,-7 3 0,1 1 269,5-4 0,2-1-45,-5 2 0,1 0 0,-2 1-107,0-1 1,0 0 151,2 0 0,2-3 0,1-1 0,-4 3-459,0 0 1,-2 0 443,1-1 0,1 0 0,0 0-30,-5 1 0,0 1 0,-2-1 0,5-2 0,0-1-30,-4 2 0,1 0 0,0-2 11,0-1 1,1-2 0,-1 1 18,2-4 0,0-1 159,-2 3 0,0-1 0,0-1-189,-1-3 0,0 0 0,-1 1 0,-3 4 0,-1 1 0,1-2 30,-1 2 0,0-1 0,1-1 0,-1-1-18,0-3 0,1-2 0,-1 0 0,0 0 0,-1 2-134,-1 3 0,-2 2 1,1-1-1,1-4 129,-2 3 1,1-4-1,1-3 1,0 0-1,0-1 1,-1 1 0,-1 3-1,-1 2 0,0-2 1,-1 3 0,0 0-1,0-5 23,-1 4 0,0-4 0,0-2 0,1-2 0,-1 1 0,0 0 0,-1 3 0,-1 4 0,1-3 0,-2 4 0,0 0 0,-1-4-23,1 2 1,0-2-1,-1-3 1,1-1-1,-1 0 1,1 2 0,-2 1-1,0 4 6,-1-2 0,-1 3 0,0 0 0,1-1 17,0-4 0,2-3 0,-1 0 0,0 1 0,-2 1-23,-3 0 1,-2 1-1,1 2 1,0 0 22,2-2 0,0 2 0,0-1 0,-2 1 0,-1 0 0,0-1 0,-1 1-101,0 2 0,-1 0 1,1 0-1,-1 2 71,1-2 0,-1 1 0,-1-1-18,1 3 0,-1-2 0,0 1 0,0 2 3,-4-7 0,-2 1 45,1 3 0,-2-1 0,0 1-30,3 6 0,1 1 0,0-1 30,-5-4 0,-1-1 0,0 2 0,-2 0 0,-1 1 0,0 1 0,5 4 0,0 1 0,-2 0 69,-4-4 1,-1 0 0,-2 1-70,-1 2 0,-1 2 0,0 1 0,7 2 0,0 1 0,-2 1 0,-4-3 0,-2 1 0,0 1-30,1 3 0,0 0 0,2 2-60,-5-1 0,1 1 215,5 1 1,-1 1 0,1 0-366,3 1 0,1 0 1,1 2 14,-3 2 0,0 0-45,-5-4 0,1 3-360,3 9 1,1 3 269,5-7 0,1 0-135,-5 8 1,0 4-599,1 0 1,0 2 0,1-1 122,1 1 0,-2 1 970,4-2 0,-4 4 0,-1 2 0,2-1 0,2-3 0,2-2 0,1-2 0,0 2 0,-3 4 0,0-1 0,0 1 0,0-1 0</inkml:trace>
  <inkml:trace contextRef="#ctx0" brushRef="#br0" timeOffset="80787">8588 3830 7892,'7'-2'0,"-1"1"90,-4 1 1889,-1 0-1889,0-3 0,3 2 90,-3-4-180,3 4 0,-4-1-820,0 1 1,0 0 0,0 0 0</inkml:trace>
  <inkml:trace contextRef="#ctx0" brushRef="#br0" timeOffset="81397">8424 3963 10681,'0'-15'-360,"-6"7"90,5-5-3007,-5 8 3241,11-3 1,-4 5 0,4 3 0</inkml:trace>
  <inkml:trace contextRef="#ctx0" brushRef="#br0" timeOffset="81781">8953 3966 10771,'12'-7'-820,"-2"2"1,5 1 0,-3 0 0</inkml:trace>
  <inkml:trace contextRef="#ctx0" brushRef="#br0" timeOffset="96513">5839 4082 11311,'-12'3'1169,"-1"1"-719,8-2-91,-2 0 1,3 0-90,2 0 0,-1 0 0,2 0 0,0-1 449,1 1-269,0 1 0,0 0 269,6 2-359,3 0-90,4 1 45,3-2 0,2 0-136,5 1-29,-2-1 0,4 0 0,-1 0-611,-5-2 1,1 0 505,4 0 0,6 1 0,0 0 0,-4-1-1574,3 0 1,-1 0 1528,-6 0 0,2 0 0,1 0 0,-1 0 30,5 0 0,0 0 0,-2-1-394,-5 1 1,0-1-1,2 0 364,3 1 0,5 0 0,1 0 0,-1 0 0,-4-1 0,0 1 0,-3-1 0,5 1 11,-7-1 0,4 0 1,2 1-1,2 0 0,-1-1 1,0 1-1,-3 0 0,-3-1-11,8 1 0,-4 0 0,4 0 0,-6-1 0,4 1 0,2 0 0,1 0 0,-1 0 0,-3-1 0,-4 1 0,0-1 0,-4 1 0,2-1 0,1 0 0,4 1 0,1-1 0,-3 0 0,-3 0 0,0 0 0,-1-1 0,3 1 0,2-1 0,-5 0 0,0 0 0,4 0-269,-18 0-91,-3 0 467,-2 0-3384,-2-3 0,-15 2 2457,3-2 1,-15 3 0,8 0 0</inkml:trace>
  <inkml:trace contextRef="#ctx0" brushRef="#br0" timeOffset="97316">5613 4403 10771,'-7'-12'1709,"0"2"-1169,-4 1 269,-2 1-539,5 2-90,-1 0 180,2 2-180,2 1 809,0 1-90,19 16-539,-4-5-270,5 3 0,3 3 0,1-1-896,4 2 0,2 1 873,-7-3 1,3 0-1,0 1 1,0-1-608,0 1 0,1 0 1,-1 0-1,2 0 540,2 2 0,1 0 0,0 1 0,0 0-375,-3-3 0,0 1 0,1 0 1,0-1-1,0 1 375,2 1 0,1-1 0,-1 1 0,1-1 0,-2 0-245,-2-2 0,-2-1 1,0 0-1,1 0 0,-1 0 245,5 2 0,1 1 0,-1-1 0,0-1-114,1 1 0,0 0 1,-1 0-1,0-1 144,1 1 0,-1 0 0,2 0-67,-3-1 0,2 1 0,-1 0 0,-1-1 37,-2-1 0,-1 0 0,2 1 22,-1 0 1,2 2-1,-1-1 1,0 0-23,0 0 0,-1-1 0,2 2 0,-4-2 0,3 1 0,1 2 0,0-1 0,-1 0 0,-3-2 0,2 2 0,-2-3 0,3 3 0,0 0 0,4 2 0,1 1 0,-2-2 0,-5-3 0,2 2 0,-2-2 93,3 1 0,2 1 0,-5-3-93,-1-1 973,4 2-3401,-20-12 1633,-7-9-1093,2-5-271,-13-5 2159,5 3 0,0-1 0,-13-5 0,8 5 0,0 0 0</inkml:trace>
  <inkml:trace contextRef="#ctx0" brushRef="#br0" timeOffset="97901">5557 5442 11850,'-11'4'540,"1"1"-180,3-2 0,0 0-1,2-1 361,-2 1-360,3-2-1,1 2 631,2-3-181,6 1-179,12-1-360,1-6-557,11 5 467,-10-9 0,0 0-1739,-2 4 0,0 1 1604,7-7 0,1-1 0,-5 4 0,0 0-730,2-2 0,0-1 0,1 1 685,3-3 0,2 0-269,-5 1 0,4-1 0,1-2 0,0 1 1,-3 2 238,0-1 0,-1 1 0,1-1-125,-2 2 0,1-1 0,1-1 0,0 0 1,0 2 154,2-3 0,0 2 0,0-1 0,-2 1 0,3-1 0,-1 0 0,2-1 0,-3 2 0,1-1 0,1 0 0,1 0 0,-2 0 0,2-1 0,1 0 0,-2 1 0,-2 0 84,-3 3 1,-3 1-1,1-1 1,3-1-85,-1 0 0,3-2 0,2-1 0,1 0 0,-2 0 0,-1 2 0,-4 1 0,3-2 0,-4 2 0,3-1 0,-2 0 0,4-1 0,-1-1 0,0 0 0,-5 3 0,5-2 0,-3 0 30,-5 3 0,2-1 0,-1 0-30,1 1 0,0 0 0,-1 2 219,-2-1 0,0 1-264,8-4 0,-1 1 902,1 0-1127,-7 5-67,8-4-383,-15 7-1370,1 0-1187,-36 16 2938,7-3 1,-4 2 0,-1 0-1,7-3 1,0 0 0</inkml:trace>
  <inkml:trace contextRef="#ctx0" brushRef="#br0" timeOffset="98318">5442 5854 14639,'-26'-13'629,"11"10"225,2-8 1,4-1-225,25 0-450,-3-5-522,3 9 0,5 1 477,2 1 0,6-1 0,0 1 0,-3 0-961,-3 1 0,-1 1 0,2-1 841,0 0 0,3-1 0,3 1 0,0-1 0,0 0 0,-3 2-449,-1 0 1,-1 0 0,-1 1 0,0-1 0,2 1 433,2-1 0,0 1 0,1-1 0,1 0 0,-1 1 0,-1 0-302,1-1 1,0 1-1,-1 0 1,0 0-1,0 0 302,0 0 0,0 1 0,-1-1 0,1 1 0,0 0-174,1 0 0,0 0 0,0 0 1,0 0-1,-2 1 174,1-1 0,-1 1 0,-1 0 0,2 0 53,-1-1 0,0 1 0,2 0 0,-1 0 0,2 0-38,-3 0 0,2 0 0,-1 1 0,1-1 0,-1 0 0,-3 1 7,2-1 1,-3 0-1,0 1 1,3-1 41,0 0 0,2 1 0,2-1 1,1 0-1,-1 0 0,-3 1 1,-4-1 55,3 0 0,-5 0 0,2 0-8,2 0 0,1 0 1,0 0-1,-5 0 113,-2-1 0,-3 0 762,2 0 0,-1 0-627,11-4-360,-7 1-90,-6-4-90,-11 6 1561,1-3-3899,-1-1 3030,-1 1-3301,2-8 1080,-2 3-449,1-5-1119,2-7 3129,-2 3 0,4-9 1,-4 7-1</inkml:trace>
  <inkml:trace contextRef="#ctx0" brushRef="#br0" timeOffset="99047">8010 3911 11490,'3'-15'900,"0"0"-360,-3 0-1,0 1 451,-5-5-541,3 5 1,-12-3 540,-11 5-720,0 7-693,1 0 1,0 3 692,-4 8-135,9-3 0,-1 2 44,1 4 1,-1 4 0,1-1-135,1-1 0,-1 2 0,-2 3 0,-2 5 0,0-1 0,4-1-45,0 2 0,1 1 18,4-2 0,-1 2 0,-1 3 0,2-2 0,2-2-1419,-2 5 0,3 0 1401,-1 0 0,0 2 0,3 0 30,4-2 0,2-1 0,3 0-30,5 6 0,2-1 0,-4-5 0,-1 0 0,3-2-1003,8 2 1,2-4 1002,-5-6 0,2 0-60,5 1 0,2 0 0,-1 0-502,-1-2 0,2 1 532,0-1 0,2 1 0,-2-2-15,-1-4 0,-1-2 0,2 1 0,-1-2 45,0-1 0,2-1 0,4 0 0,4-2 0,-2-2-287,-1-4 1,1-2 286,0 4 0,2 0 0,-1-4 0,-5-3 0,-1-3 0,-1 0 0,3 1 0,2-2 0,-3-1 0,3-4 0,-1 0 0,-3 2-72,2-3 1,-2-1 71,1 1 0,1-3 0,-3-1 0,-7 3 0,-1-2 0,-2 0 0,-1 2 216,5-8 1,-2-2-172,-2 3 0,0-5 0,-1 0 0,-1 4 44,-2-3 1,-3 1-30,1 4 0,-1-1 0,-2 0 150,-4-3 0,-3-2 0,0 4-120,0 1 0,-2 0 89,-4 4 1,-4-4 0,-1 2 0,0 5-135,0 3 0,-4 3-23,-2 2 1,-5 0 0,-1 0-1,2 4-22,2 3 0,1 2 0,-2 1-23,-1 1 1,-2 0 0,1 2-1,1 0-60,2 1 1,2 1 0,0 1 52,2 1 0,1 1 0,-1 2-210,-2 4 0,-1 2 0,3 0-30,1-1 0,0 2-270,-3 4 1,-1 4-1,5-2-58,7-4 1,2 1-33,-2 4 0,2 4-463,5-4 1,2 2 0,2-2-547,2 0 1,2 0 1566,-2 0 1,1 2-1,2-3 1,4-4 0,1-2-1,0 0 1,-1 0 0</inkml:trace>
  <inkml:trace contextRef="#ctx0" brushRef="#br0" timeOffset="99947">8076 3939 10501,'0'-12'90,"0"0"90,2-8 180,-1 5 449,3-13-449,-4 12 0,2-5 539,-2-1-629,-6 9 270,-3-9-270,-3 15 89,-3-1 271,-3 3-270,2 2-320,1 1 0,-2 1 140,2 0 0,-1 1-90,0 4 0,-1 1 179,-12 3 1,2 3-180,11-2 0,1 2-460,-8 1 1,-1 2 504,5 0 0,3 1-1129,2-2 1,1 0 1038,-3 5 0,-1 2 0,1 4 0,2 1 0,3-5 0,1 1-45,-4 6 0,2 3 30,4-9 0,2 0 0,0 0-30,-1 4 0,1 0 0,1-5 0,0 2 0,1 0 30,1 4 0,1 2 0,1-3-30,2 0 0,1 0 22,1 0 1,0 4-1,2 0 1,1-3-444,2-5 1,1-2-1,1 1 421,-1 1 0,1 1 0,0 0 0,1-1 30,3 1 0,1-1 0,2-1-612,4 2 0,1-2 0,0-1 582,1 1 0,2-2-30,-2-6 0,3 0 0,-3-3-427,-4-5 1,0-2 456,5 2 0,1-3 102,2-7 1,-1-2-103,-6 3 0,0-2-151,7-6 1,0-1 150,-8 3 0,0-1 0,-2-2 0,1-1 0,0 0 94,2-2 1,1-1-95,-4 1 0,0 0 0,0 0-30,0-3 0,0 1 0,-2 0 30,3-4 0,0-1-23,-1 0 1,1-3-1,1-1 1,-4 2-62,-3 7 0,-1 1 0,0-2 84,1-1 0,0-2 0,1 0 0,-2 0-30,-1-2 0,-2 1 0,0 1-191,0-5 0,0 1 251,-2 4 0,0-1 0,-1 0-18,-3 2 0,-1 0 0,0 1-12,1-3 0,-1 1 44,-4-6 1,-3 0 0,-2 3 0,-2 4 45,-1 4 0,-1 1-45,-2-3 0,-3 0 195,-2 6 0,-4 2 0,2 1-150,-1 0 0,-2 2-36,3 2 0,-5 0 0,-2 1 0,2 0 0,2 2-130,-7 0 1,0 2 97,8 0 1,-3 0-1,0 0 1,2 2-23,-3 4 0,2 1 0,2 0 49,-5 0 0,0 1-49,6 0 0,-2 2 0,1 1-6,-2 4 0,0 2 1,1 0 5,2-2 0,0 3-23,3-2 1,-1 3-1,1 0 1,3-1-92,1 1 1,3 0-22,-4 6 0,1 1-145,5 1 1,2-1-216,2-5 1,1 0-91,-1 5 1,2 1-1055,6 4 1,3-1-1,-1-11 1,1 0 1396,4 8 1,2-1-1,9-5 1,1-1 0</inkml:trace>
  <inkml:trace contextRef="#ctx0" brushRef="#br0" timeOffset="101163">7329 3321 12030,'-10'0'1439,"-2"0"-899,4 0 359,-7 0-539,7 0 630,-7 0-630,8 4 359,-3-3-539,15 3-180,5-8 90,14-1-90,-2-1 0,3-2-1093,-3 3 1,1 0 0,-1 0 1034,8-1 1,0-1 87,-8 3 0,-1 0 0,-1 1-465,3 0 1,-1 0 434,-1 1 0,0 1 90,1-1 0,-1 0 0,5 1 89,-11 0 361,-9 1-360,-20 15-90,4-5-295,-7 4 1,-2 1 294,-1 1-45,6-5 0,-2 0 135,-6 4 0,0-1-135,7-4 0,0-1 75,-5 4 0,-3 2 0,3-2-30,-6 4-45,7-4 0,0-1 44,-4 5 2626,1-1-2715,8-5 0,1-1 0,-2 2 1281,1 1-1281,11-9 90,1 0-90,2-2 854,7-1-764,0 1-90,7-2 0,9 0 0,-2 0-1263,8-5 1,2 0 1262,-13 4 0,0 0 0,12-7 0,1 1 0,-4 3 0,-2 1 0,-5 0 0,0 0 0,6-2 0,0 1-750,-3 1 0,0 1 750,-6 0 0,-1-1 0,4 0 0,0 0 45,-2 2 0,-1-1-45,2-1 270,7 1-180,-21 1-990,-10 1 271,0 0 1920,-10 4-4568,-5 0 1607,7 1-1607,-13-1 257,14-4 3020,-4 0 0,8 0 0,-1 0 0</inkml:trace>
  <inkml:trace contextRef="#ctx0" brushRef="#br0" timeOffset="101997">7912 3388 12750,'-11'-5'1079,"4"4"-1169,3-7-180,10 8 0,3-3-539,8 2 179,-3 0-1259,6 0-719,-4 1 1708,0 0 900,-4 0 0,-6 0 0,-1 0 0</inkml:trace>
  <inkml:trace contextRef="#ctx0" brushRef="#br0" timeOffset="102131">7960 3488 12390,'-9'5'360,"2"-1"0,1-2-181,2-2-538,1 0-2160,9 0 900,11-5 1619,10-8 0,1-1 0,-15 5 0,1 0 0</inkml:trace>
  <inkml:trace contextRef="#ctx0" brushRef="#br0" timeOffset="103446">8416 3290 9781,'-11'4'-90,"2"-3"90,4 7 0,-1-7 90,4 3 90,-1-4 90,1 0 180,1 0-270,0 0 539,0-4-449,-1 4 90,1-6-90,-1 5-180,2-2 270,-1 2-1,0 0 1,1-1-270,-1 0 90,1 1-90,0-1 0,0 1 90,0-2 0,0 2 90,0-2 449,0-1-449,0 3 630,0-4-811,-9 27-89,3-12 0,0 4 0,-2 3 0,0-2 0,0 0 0,-4 5-1639,0 2 1,0 0 1344,2-4-522,0 2 0,1-1 276,3-4-676,0 0 1,0 0 315,2-5-269,-2 6-2108,2-8 3684,2-4 1,-1 0-1,2-4 1</inkml:trace>
  <inkml:trace contextRef="#ctx0" brushRef="#br0" timeOffset="103652">8207 3292 12840,'9'-6'809,"0"7"-719,-1 0 0,2 13-90,5-2 0,-2 4 0,6 1 90,2 3-90,1 1-270,-4-6 0,-1 1-572,5 5 122,-7-7 1,-2-1-361,-1-2-449,2 2-857,-4-4 2386,-3-4 0,1 0 0,-4-4 0</inkml:trace>
  <inkml:trace contextRef="#ctx0" brushRef="#br0" timeOffset="103913">8508 3065 12930,'0'-7'90,"0"0"0,3 5 269,-3 1-179,6 0 0,3 10-180,-3 1 90,7 14-90,-8-8-90,1 11-1720,-4-13 1540,1 6-629,-2 0-450,0 2 269,0-1-1618,-1 3 1708,0-11 990,0 3 0,0-7 0,0 0 0</inkml:trace>
  <inkml:trace contextRef="#ctx0" brushRef="#br0" timeOffset="104119">8426 3117 13110,'-12'-27'899,"5"9"-539,-1-4-360,6 15 0,1-4 0,9 8 0,2 1-180,19 0 0,-9 2-585,2 5 1,0 2-316,-2 0 63,-4 1 1,0 2-1952,5 7 2712,-6-2 0,2 6 1,-7-4-1</inkml:trace>
  <inkml:trace contextRef="#ctx0" brushRef="#br0" timeOffset="104681">8752 3351 14459,'0'-15'1259,"0"3"0,0 3-1079,0 4-90,0 12-90,0 13 0,4 5 0,-3-2 0,2-9 0,2-1 0,0-2 0,2 1 0,5 2-90,-5-7-90,10 7 90,-8-10 90,4 0 0,-2-3 0,0-7-90,6-1 90,-7-8 90,1-2-90,-8 3 90,1 1-90,-3 5 90,0-2-90,0 1 0,-1 2 0,0 8-90,6 7 90,0-1-90,7 4 90,-3-10-90,1 2 180,7-10-90,-6 5 45,1-8 0,-1-2 45,-3 3 0,3-13 0,-10 5 0,-1-2-90,-7-5 0,5 6 0,-11 2 0,5 4-90,0 4-90,-3-1-899,5 3 89,0 4-2287,-1-1 2814,4 8 1,-2-4 0,1 5-1</inkml:trace>
  <inkml:trace contextRef="#ctx0" brushRef="#br0" timeOffset="106013">9183 3253 11580,'-9'0'1170,"2"0"-361,3 0-449,1 0 450,-1 0-541,2 0 1171,0 0-1081,8 0-359,14 0 0,-3-3 0,13 2 0,-10-3 0,0 0 0,6 0-775,-5 2 0,2 0 0,-3-1 775,8-2 0,0 1 0,0 1 0,-8-1 45,-2 1 0,-1 0-45,-6 0 0,4-3 0,-11 2 0,0-1-90,-3-2 90,0 2 2325,-1-3-2325,0 3 0,0 0 0,-6 1 0,5 0 0,-9-2 0,9 2 0,-7 0 0,5 0 90,-1 2-90,0 0 0,4 1 0,-3 0 0,12 5 0,7 7 0,2-1 0,-2 0 0,-1-1 0,-2-2 0,5 3 0,-5 0 0,-6-4 90,2 8-90,-7-8 0,-1 5-90,-8-5 0,5 3-179,-11-2-721,2 4 271,-3-2-920,0 1 1,0 1-932,-2 0 92,-8 5 2478,11-9 0,2-1 0,1-1 0</inkml:trace>
  <inkml:trace contextRef="#ctx0" brushRef="#br0" timeOffset="107564">9838 2994 14009,'9'1'2698,"-4"-4"-2787,-3-2 89,-2-2 0,0 2 0,0 0 0,4 0 0,-4 0 0,3-1 0,-3-1 0,0 2 0,2-3 0,0-1 0,0 0 89,0-2-89,0 0 0,-1 2 0,0 2 90,-1 3-180,1 1 90,0 2 0,0 6 0,1-3 90,-1 13 0,3-2-90,0 5 90,1 1 0,1 4 0,-2-4-90,1 5 0,-1-1-909,-1-5 999,1 5-325,-1-3 235,1-5 0,0 3 90,1-3 0,-2-5-90,1 3 180,-1-3-90,-1-4 630,1 2-720,-2-11 787,0-2-787,-1-9 356,-5 3-356,4-9 0,-3 7 0,4-5 0,0 2-89,5 4 89,-4-1 0,9 5 0,-7 5 0,6 6 0,4 10 89,-2 1-89,6 2 0,2-1-1292,-3-4 842,6 3-1889,6-2 361,-6-4 628,-7-3 1,1-1 1349,1-1 0,-1-1 0,8 0 0,-8-1 0,0 0 0</inkml:trace>
  <inkml:trace contextRef="#ctx0" brushRef="#br0" timeOffset="111246">10867 4901 9422,'6'-8'-405,"-2"-2"0,-8 9 0,-5-3 1</inkml:trace>
  <inkml:trace contextRef="#ctx0" brushRef="#br0" timeOffset="112414">10479 4993 9422,'-9'-7'1169,"-4"0"-899,10 5 0,-5-1 179,3 1-359,2 0 90,-1 1 90,1 0 540,2 0-630,-1 7 179,11-1-179,-7 7-90,15-4 90,-5 5 0,4-5-45,1 1 0,2 0-45,3 0-421,-3-2 0,2-1 421,-2-1 0,2 0-612,3-1 0,1 1 582,-4-2 0,2 0 0,-2 0-1399,6 1 1,0-1 1383,-3-1 0,1 0 0,-1-1 0,-1 0-438,-5-1 0,0 1 438,11-1 0,2 0-45,-7-3 0,-1-2 0,1 1 0,-1-2 44,-1-1 1,0-1-45,1-3 0,0-1 0,2 0 0,2-1-334,-7 2 0,1-2 0,1-1 1,-2 2 333,-1-1 0,-1 2 0,1-4 0,3-4 0,2-3 0,-1-1 0,-4 3 72,-1-2 0,-1-1-72,-3 4 0,1-5 0,0 0 0,-1 0 0,-2 3 0,2-6 0,-2 0-23,-1 0 1,1-5 0,0 1-1,-3 4 23,-2 1 0,-1 1 0,-2 0 0,1-4 0,-1 0 0,-2 4 0,0 2 0,-2-1 0,-3-1 0,-1-6 0,-2 1 0,1 3 7,-1 0 1,0 2-8,-3-2 0,-1-3 0,-1 3 0,2 4 0,-1 1 0,0 1-45,-2-4 0,-1 1 45,2 4 0,0-1 0,-2 0-262,-5-1 1,-2-1 0,1 2 261,1 1 0,-1-1 0,2 4 0,-4-2 0,1 1 0,2 2 0,0 1 0,0 1-45,-6-4 0,0-1-187,5 4 1,-1-1 0,2 2 231,0 0 0,1-1 307,0 2 1,-1-2-1,0 0-307,-7-4 0,1 0 0,6 7 0,-1 0 0,1 0 97,0-1 0,-1 1 0,1 0-97,-7-2 0,0 2-45,4 4 0,1 3 45,4 0 0,0 1 0,-5 0 0,-1 1 346,-1 2 0,0 0-346,5 0 0,0 2 0,-5 2 0,-2 2-45,2 1 0,2 2 45,3 1 0,1 0 0,-4 1 0,-2 1 0,4 1 0,0 1 0,1 0-402,-1-1 0,0 1 402,1 0 0,-2 1 0,1 0 45,-5 3 0,0-1-45,7-3 0,-3 1 44,-2 2 1,-5 3 0,0 0 0,3-3 0,-1 1 0,0 1-9,4-2 0,-4 3 0,-1 2 0,2-2 0,4-2 9,-2 3 0,1 0-23,4-1 1,-3 3-1,2 0 1,2-2-149,1 3 0,3 0 126,1-4 0,0 1 0,1 2 30,0 5 0,1 2 0,2-2-30,-1-2 0,2 2 22,0 0 1,-1 4-1,1-1 1,2-4 22,1-1 0,1-3-45,-1 2 0,1 0 0,1 0 102,0 5 1,1-1-73,2-7 0,0 1 0,1 0 0,1 7 0,1 1 0,0 0-15,-1-6 0,1 0 0,0-1-15,1 0 0,1 0 0,0 0 30,-1 0 0,0-1 0,1-1-30,1 5 0,0-1 0,-1-5 0,1 0 0,0 1 45,7 6 0,1-1-202,-4-7 1,1 0 201,5 5 0,1-1-45,2-1 0,1-1-14,-5-5 1,0 0 13,6 4 0,1 2-246,-3-5 1,2 1 0,-2-2 65,0 0 0,1 0-480,2-1 0,4 2 0,1-2 1,-4-3-196,0-1 0,2-3 855,-3-4 0,5-1 0,1-1 0,0-1 0,-4-1 0,-2-2 0,-2-1 0,2-2 0,5 0 0,-1-1 0,1 1 0,-1-1 0</inkml:trace>
  <inkml:trace contextRef="#ctx0" brushRef="#br0" timeOffset="117934">7672 3705 13919,'11'-2'1079,"2"-2"-899,-4 12 0,2-7 0,-2 7 0,2-7 630,14 10-631,-8-6 136,8 3 0,1 0-680,1-1 485,-5-2 0,4 0 0,1 0-1101,4 0 0,1 0 1,-2-1 1010,-3 0 0,-2 0 0,3 0-12,-2-1 0,3 0 0,0 0 0,-1 0 0,-4 0-1062,5-1 0,-3 0 1044,2 1 0,2-1 0,-1 0-354,-6-1 0,0-1 1,-2 1 353,6-1 0,-1 1 30,-4-1 0,1 0 0,2 0-8,-2-1 1,1 0-1,1 0 1,1-1-166,1 1 0,1 0 0,0-1 0,1 1 1,-1-1 164,2-1 1,0 0-1,0 0 1,1 1 58,-5 0 1,1 1-1,0 0 1,-1-1-1,-2 0-21,4-3 0,-1 0 0,-1 0-14,4 3 0,1-1-16,-4-1 0,0-1 0,1 0 0,-1 0 0,0 1 0,-1 0-30,5-1 0,-1 0 30,-4 1 0,0-1 0,2 0-69,-4 1 1,1-2 0,0 1 0,-2 0 38,-2 0 0,-2 1 0,3-2 0,2 0 0,4-1 0,1-1 0,-1 0 0,-5 1 450,5-2 0,-1 0-414,-4 1 0,2-1 0,2-1 0,-2 0 0,-3 2-36,4-2 0,0-1 67,0 0 1,3-3-1,1 0 1,-5 2-126,-2 0 1,-2 1 57,1 0 0,1-2 0,-2 1 45,1-3 0,-3 1 250,-4 3 1,0 0-251,3-3 0,0-1 0,-1-1 0,-1 1-45,-4 3 0,0 0 0,4-3 0,0-1 0,2-5 0,0 1 0,-6 8 0,0-2 30,2-2 0,1-2 0,-3 1 60,7-7-45,-8 8 0,0-2 90,3-4 0,-1 0-45,-4 7 0,-1 1-1,2-7 1,1-2 0,-2 2-90,1-6 30,-6 7 0,0-3 0,-1 3-30,-1-8 0,-4 6 0,-3 0-45,-2 3 0,0 1 45,-2 4 0,-1-1 0,-7-9 0,-2-3 0,1 3 0,3 5 0,-1 2-23,0-1 1,-2-1 0,-2-1 0,3 4-433,0 1 0,-1 2 410,-4-4 0,-4-1-40,2 4 1,-2-1 0,1 2 84,1-1 0,-3 0-83,5 3 1,-5-1-1,-1-1 1,1 1-1,4 1 113,2 2 0,2 2 0,-2-2-12,-5-1 0,-5-1 0,-1-2 0,0 2 0,6 1-18,1 2 0,4 1 0,-2 0 136,-2-2 0,-2 0 1,0 0-1,-1 1-136,-2-1 0,-1 1 0,1 1 0,2 0 70,2 0 1,2 2 0,-3-2-71,-1 1 0,-3-1 0,-2 0 0,1 0 0,4 2 30,3 0 0,2 1 0,-2 0-30,3 0 0,-1 0 0,-2 0 0,0 1 0,-5-1 0,-3 2 0,1-1 0,2 1 71,2 0 1,2 0-1,-3 0-71,5 1 0,-3 0 0,-2 0 0,1 0 0,1 0 0,3 0-178,-4 1 1,3-1 0,-1 2 177,2 0 0,-1 1 0,-1 0 0,-1 0 18,0 0 0,-1 1 0,-1 0 0,1 1 0,2-1 23,-4 2 0,2 0 0,-4 1-16,7-1 1,-4 0 0,-3 0 0,0 1-1,0-1 1,1 1 0,3-1-26,1 1 0,2-1 0,1 0 0,-1 1 0,-1 0 12,1-1 1,-2 1 0,-1 1 0,0-1 0,1 1 0,1-1 0,1 0-60,-6 1 1,2 1 0,1-1 0,0 0 46,1 0 0,0 0 0,1 0 0,0 0 22,1 0 1,-1 0-1,1 0 1,1 0-23,-1 0 0,0 0 0,0 0 30,2 0 1,-1 0 0,0 0 0,1 0 59,-6 2 0,0 1 0,2-1-60,5-2 0,2 0 0,-1 0 18,-4 2 1,-2 1 0,3-1-4,-1 1 0,1 0-15,2 0 0,-2 1 0,2 0-30,-3 1 0,-2 2 36,6-3 0,-2 2 0,-1 1 0,0 0 0,4-2-36,-1 1 0,3-2 0,-2 3 0,1-1 0,-3 3 0,-2 1 0,1 0 0,1-1 0,4-1 30,-1 0 0,3-2 0,-1 2-30,-2 1 0,-1 2 0,0-1 0,2 0 0,2 0 0,1-1 0,1-1 174,-2 3 0,1 0-174,-4 4 0,1 0 56,3-2 0,2-1-56,4-4 0,0 0 0,-2 3 0,1 1 45,3 0 0,0 0 45,-1 10-90,3-11 0,1 3 90,2 7 0,1 1 129,0-10 1,1 0-220,2 11 0,3 1 45,1-6 0,1-1-45,1-5 0,2 0 45,-1 5 0,2 1-45,3-2 0,2-1 45,-4-5 0,1-1-45,4 4 0,2 1 0,1-6 0,1 0 0,3-1-315,-3-3 0,1-1 0,2 0 1,-2 1 66,0-1 1,0 1 0,0 0-1,1-2 104,0 0 1,0-1 0,0 0 0,1-2-677,1 1 1,1-1 0,-1-1 0,-2 0-274,-1-1 1,-3 0 0,3 0 1050,3 1 0,4-1 0,1 1 0,-1-1 0,-5-1 0,5 0 0,-2-1 0,1 0 0,0 0 0,0 0 0</inkml:trace>
  <inkml:trace contextRef="#ctx0" brushRef="#br0" timeOffset="200813">8007 4168 8432,'0'0'0</inkml:trace>
  <inkml:trace contextRef="#ctx0" brushRef="#br0" timeOffset="201445">8094 5753 11131,'-7'-4'269,"-3"3"-3546,4-12 3039,1 7 1,-5-9-1,4 6 1</inkml:trace>
  <inkml:trace contextRef="#ctx0" brushRef="#br0" timeOffset="201984">8083 4211 11760,'8'4'-449,"-1"0"-91,-7 5-270,0-3-269,0 1-90,0-1 179,-6 2 990,5-1 0,-10 2 0,4 0 0</inkml:trace>
  <inkml:trace contextRef="#ctx0" brushRef="#br0" timeOffset="202535">8140 5983 13379,'-5'-12'900,"4"2"-720,-5 2 449,6 3-359,0 3-2608,0 0 1348,0-4-449,-5 5-1799,3-17 3238,-8 7 0,9-11 0,-4 6 0</inkml:trace>
  <inkml:trace contextRef="#ctx0" brushRef="#br0" timeOffset="203280">7897 4329 7982,'-3'-11'-480,"3"-6"1,-6 8-1</inkml:trace>
  <inkml:trace contextRef="#ctx0" brushRef="#br0" timeOffset="204547">5544 4138 12840,'-9'0'899,"3"0"-629,4 0 719,1 0-719,0 0-180,-1 0 0,1 0 90,-1 0-90,0 0-90,1 3 90,-1-3 90,-1 5-180,2-5 180,-2 4-90,2-3-90,-1 1 270,-1 1-270,3-1 269,-4 2-179,3-1 0,0-1 0,-1 0 0,2 0-90,-2 0 180,1 0-180,-1-1 90,1 1-90,0 0 90,0-1-90,-1 0-3277,2 0 977,-4 5 771,2 2-270,-6 4 1799,0 5 0,-1-5 0,-3 6 0</inkml:trace>
  <inkml:trace contextRef="#ctx0" brushRef="#br0" timeOffset="205168">5499 5649 12750,'1'-9'899,"0"2"-89,-6 6-720,4 0 0,-3-1-90,4 1 0,8 1 0,3-1 0</inkml:trace>
  <inkml:trace contextRef="#ctx0" brushRef="#br0" timeOffset="206683">7998 5819 14099,'-6'-10'899,"4"3"-89,-7 3-360,8 2-90,-3 0-1,4 1-89,0 0 1439,-3 0-2069,3-5 360,-2 8-90,6-3 90,-3 5 0,4 0 0,-5-2 0,0-2 0,0-4 0,0-3 0</inkml:trace>
  <inkml:trace contextRef="#ctx0" brushRef="#br0" timeOffset="207245">5624 4192 10771,'4'-8'90,"-1"-6"-90,0 12 0,-1-13-90,-1 8-630,5-4-539,-1 5-360,5 8 1619,-2 5 0,-3 5 0,-1 1 0</inkml:trace>
  <inkml:trace contextRef="#ctx0" brushRef="#br0" timeOffset="207784">5684 5770 13020,'8'0'90,"-2"-6"-2429,-9 4-719,-3-3 1978,-5 10 1080,1 2 0,0 4 0,1-1 0</inkml:trace>
  <inkml:trace contextRef="#ctx0" brushRef="#br0" timeOffset="212712">9491 5692 12300,'-7'-8'1529,"-3"2"-1079,8 2-90,-8 2-91,8-1 1,-8 1 0,9 0-90,-8 0 270,6 0-360,-2 1 0,3-2-90,2 1 0,12-5 0,-4 2 0,11-2 0,2-2 0,-3 3 0,1-1-1225,9-2 1,2 0 1269,-9 3 0,0 0-45,-1 1 0,-1 0-350,-1 2 0,-1 0 350,7-1 0,3 1 167,-11 3-77,-7 0 90,-1 5-180,-16 8 0,0 0 45,-8 4 0,-3 0 45,-3 2-385,4-4 0,-1 1 340,1-2 0,2-1 318,3-2 1,0-2-274,-4 4 0,0 0 0,2-1 0,0-1-213,-5 5 213,-4 4-1,6-1-89,9-8 192,-1 7-102,9-11-90,9 1 90,14-5-90,0-1 45,5-4 0,2-2-1015,2 2 970,-6-5 0,2-1-225,-4 4 1,-2 0-1,-3-1 0,-1 0 244,5-1 0,0-1-874,-2 4 1,-1 1-135,7-5 892,5 0-3180,-8 4 887,-11-1 2390,5 0 0,-11 2 0,0 0 0</inkml:trace>
  <inkml:trace contextRef="#ctx0" brushRef="#br0" timeOffset="212930">10144 5740 14279,'2'-9'450,"-1"2"629,-1 0-1169,0 25-630,0-5 181,4 17-1298,-3-10 1117,3-4-1261,0 8 1981,1-5 0,1 1 0,3 7 0,-2-9 0,-1-1 0</inkml:trace>
  <inkml:trace contextRef="#ctx0" brushRef="#br0" timeOffset="213945">9792 7278 12930,'-11'1'1439,"0"-1"-810,3 1 361,-4-1-630,3 0-180,-4 0-90,8 0 179,-1 0-179,18 0 0,-4 0-90,13-6 0,-3 1 0,0-2 0,6-6-925,4 3 0,0 0 925,1 0 0,-9 4 0,1-1 0,4 1 0,0-1 0,-10 3 0,0 1 44,13-3 1,-3 1-210,-9 2 255,2 1-90,-15 10 0,-11 5 90,-4 13-90,-5-2-313,8-11 1,-1 1 312,-1 2 0,-2-1 19,4-2 0,-1-1-19,-3 4 0,0 0 45,-3 5 0,2-1 45,-5 6 30,8-9 0,-2 3 0,3-3 290,-2 4-365,2-1 0,1 0 45,3-6 180,-1 9-180,6-17 0,18 2 0,-7-6 564,16-1-744,-7-7 0,0-1-89,8 0-225,1-4 1,1 0-407,1 0 360,-12 4 1,2 0-1190,2-1 1,-1 1 58,6-3-59,-1 2 1,-1 1 1310,-5 3 0,8-1 1,-15 5-1</inkml:trace>
  <inkml:trace contextRef="#ctx0" brushRef="#br0" timeOffset="214329">10417 7563 14819,'-6'-8'1799,"4"-2"-1170,-9 4-449,10-4 0,-5 1 0,13 0-180,-6 4 90,14 1 0,-3 1-90,4 3 90,0-2 180,2 9-1,-7 17-269,-5-6 0,-5 13 180,-22-9-1637,9-4 1547,0-7 0,-1 1 90,0 0 0,1 1-264,-2 0 1,-1 1 218,-3 2 0,1 1-90,3-5 0,1 0-45,-9 9 0,5-2 0,9-9 180,-2 3-90,9-10 1347,10 0-1437,16-10 0,-1 5-226,-4-5 0,3-4 1,-1 1 225,2 3 0,1-1 0,-1-3 0,3-1 0,-3 2 0,2 1 0,-1 1-45,-2 0 0,1 1-180,3-1 0,0 0 45,-12 4 0,1-1-810,12-3 1,-4 0-90,-10 3-1620,0-3 721,-20 5-271,4 0 2249,-22 1 0,12 1 0,-16 0 0</inkml:trace>
  <inkml:trace contextRef="#ctx0" brushRef="#br0" timeOffset="215679">9856 5536 7982,'0'-11'1170,"0"-2"-900,0 2 179,5-4-179,-4 5 450,4-12-450,-5 10 359,0-16-449,0 16-90,-6-7 90,-3 6 90,-4 4-90,-2-3 89,0 8 1,-1 0 0,-7 0-729,-2 1 1,-1 2 638,-3 7-135,10-6 0,-1 2 135,-8 10 0,1 2-91,9-8 1,0 0 90,-7 6 0,-3 4 0,2 1 30,4 0 0,1 1 0,0 1-120,0-1 0,1 1 0,0 2-1,5 0 1,0 2 0,1 0 0,3-2-90,0 4 0,3 1 60,2 0 0,2 2 0,0-2-1545,2-4 1,2-1 1529,-1 9 0,0-1-45,0-7 0,2-1-993,3 10 1,2 0 1037,-2-8 0,1 1-224,3-3 0,2 2 0,2 1 1,0-4 208,0-1 0,2-2 0,1 1-219,0 0 0,2 1 0,1 0 0,-1-2 219,0-3 0,0-1 0,0-2-30,9 6 0,0-2 322,1-2 0,1-1-292,-8-5 0,0 1 0,2-1-8,2 0 1,2-1-1,0 0 1,-2 0-23,0-1 0,-2 0 0,2-1 0,1-1 0,2 0 0,-1-1 0,-2-2-252,1-2 0,0 0 252,-4 2 0,0 1 0,2-4 0,4-5 0,0-5 0,-1 2 0,-1 3 0,-1-2-135,0-4 0,3-5 0,-1-1 0,-4 2 90,-3-2 0,-2 0 45,0-1 0,1-2 0,-2-2 0,-5 1 0,-2-1 0,-2 0 0,0 4 0,-1 2 0,-1-2 127,2-6 1,0-2-1,-1 0-157,-2-1 0,-2 1 0,0 0 30,0 7 0,-1 0 0,1 0-30,-1-5 0,1-2 0,-3 1 30,-4 3 0,-1 1 0,-1 1 0,1-3 0,-2 0 215,-1 5 1,-3-1 0,0 2-246,-3 2 0,0 0 0,-1 2 30,-4-2 0,-1 1 0,2 2 0,-1 1 0,-2 2 0,-2 4 0,-2 3 0,-1 1 0,2-1 0,2 1 0,2-1 0,-3 4-15,1 2 0,-4 3 0,-2 1 0,0 1 0,2 0 0,4 0 168,-1 1 0,3 0 0,-2 4-408,1 2 0,-4 3 0,-1 3 0,0 0 0,2 0 0,4-3-210,-1 3 1,4-1 0,-2 1 284,2-2 0,0 2 0,-2 0 0,2 1 1,2-1-496,-1 4 0,2 1 1,2 0-1,0-2 75,-1 4 1,1-2-1,0 3 195,1-2 0,0 2 1,1 0-1,1-1 389,2 0 1,1 0-1,1-1 1,1 1 0,0 1-1,1 0 1,1-1-1,0 1 1,-1 0 0</inkml:trace>
  <inkml:trace contextRef="#ctx0" brushRef="#br0" timeOffset="216466">10298 7239 10501,'4'-15'720,"0"1"539,-4-8-989,0 6 90,0-14-3637,-5 14 3337,4-5 120,-4 5-430,-5-8 430,4 6 328,-4 2 1,-2 0-239,-1-3-45,0 3 0,-3 1 0,1 3 0,-1 2-639,0-1 0,0 1 503,-2 1 1,0 2 90,-3 1 0,1 1-90,3 1 0,1 1-45,-6 0 0,0 0 45,-1 2 0,1 0 0,5 0 0,0 1-45,-4 3 0,-1 0 90,0 2 0,2 0-90,4 2 0,0 0 0,-4 1 0,-1 2 44,3 2 1,-1 2 0,2-1-45,0 1 0,0 3 0,-1 3 0,-3 4 0,0 2 0,4-3 0,0 2 0,2 2-27,2-2 0,-1 4 0,0 2 0,1-1 0,2-4-323,1-2 1,3-3 0,-1 2 326,0 2 0,-1 2 1,0 1-1,2-1 0,2 0 1,1 0 0,1 0-1,1-3-92,-1-1 1,1-2 0,0 2 69,2 7 0,0 3 0,1 1 0,0-6 45,2 2 0,2-3-45,-1-3 0,2 0 0,1 1 30,4 3 0,2-1 0,-1-1-565,1-2 0,1 0 535,-1 0 0,2 0 0,1-2 0,4-1 0,0-4-45,-4-4 0,1-1 15,5 2 0,4-1 1,-2-2 29,-5-3 0,2-2-60,8 1 0,4 0 0,-3-4 15,-9-6 0,0-3 45,3 1 0,3-2 0,0-1 0,-4-1-45,1-5 0,-2-2 45,1 2 0,2 0 0,-2-2-60,-5-1 0,-1 0 0,-1 1 15,2-5 0,0 0 45,-3 2 0,0 0 0,-1-2-60,-2 0 0,-2 0 0,0 0-291,1-2 1,-1-1 320,-2 4 0,-1 0 0,0-1-375,-2-11 1,-1 2 833,-1 12 1,-1 0-910,-6-4 0,-3-2 1,0 4-151,-5-2-719,-10 0 0,-1 1 89,2 3-379,-1-3 1,1-1 1492,5 1 0,6 4 0,2-1 0,4-4 1</inkml:trace>
  <inkml:trace contextRef="#ctx0" brushRef="#br0" timeOffset="217728">10535 5673 11850,'-19'0'720,"1"0"-270,3-5 629,-7 4-719,6-3 269,-10 4-539,13 0 990,0 0-631,17 0-359,7 0 90,6 0 90,14 0-2298,-6-5 2073,-8 4 0,2 0-15,1-3 0,3-1 0,-2 1 15,0 2 0,1 2-45,3-4 0,4-1 0,1 1 0,-5 0 0,1 2 0,-1-1 22,1 0 1,5-1-1,0-1 1,-4 2-1185,-2 0 0,0 0 1192,-1 0 0,2 0 0,-1 0 60,-2 0 0,0 0 0,-1 1-347,5-1 1,-1 0 286,-3 0 0,2 0 0,-3 0 15,-4 1 0,-2 1 315,12-3-360,-19 3-90,1 0 0,-15 0 1355,0 1-1265,-9 0-90,3-5 90,-2 4-90,-3-7 90,5 7 2536,-6-7-2536,-2-1 0,7 0 90,-12-8-90,15 9 90,-9-8-90,12 9 1333,-6-3-1333,7 7 0,-1-1 90,4 2 90,6 12-90,-3-3 180,19 13-270,-11-11 90,14 3-90,0-5-1067,-4-1 1067,8 0 0,-11-3 0,0 0 0,9 1 0,-9-2 0,0 0 0,15 1 0,-9-1 0,5 1-308,-8-2 398,-6 0-90,2 0 476,-6-1 334,-4 0-900,-11 0 90,-2 8-180,-11-2-135,5 4 0,1 1-890,-11 3 890,7-3 1,-1 0-586,-4 4 1,0 0 269,4-3 0,1 0-135,-6 5 1,0 1-329,4 0 1,-1 1 0,2 0 682,0-1 0,1 1 1,-1 1-1,0 1 1,2-1-1,3-4 0,1 1 1</inkml:trace>
  <inkml:trace contextRef="#ctx0" brushRef="#br0" timeOffset="219245">11738 5389 10951,'5'-16'1259,"0"-1"-719,0 1-91,-1 1 541,0-4-540,-1 7-181,0-5 271,-2 11-270,0 7-90,-1 21-180,0-3 90,0 3 0,0 1 0,0-4-90,0 0 0,0-1-1091,0-2 1091,6 5 0,0 2 0,6-9-792,-2 14 792,1-17 0,-3 3-90,3-8 90,-5-2 0,4 0-90,6-3 0,7-21 90,-4 9 166,-5-5 1,-3-1-257,-2 3 914,2-5-824,-2 0 0,-3 9 0,1-4 0,-5 11 0,1 2 0,-1 7 726,1-5-726,1 11 0,4-4 0,-2 6 0,10 0 0,-8-2 0,10-4 0,-8-3 0,3-3 0,6-7 0,-7 3 0,0-8 0,0-4 0,-5-3 0,-1-1 0,0 0 0,-1 0 0,0-3 0,-4 0 0,-4-1 0,0 2 0,1-7-225,-8 0 0,0 1-135,7 7-135,-9 6 1,0 1-46,6 7-179,-8 1-2558,1 23 1067,5-7 2030,-3 16 0,5-11 0,1 1 0</inkml:trace>
  <inkml:trace contextRef="#ctx0" brushRef="#br0" timeOffset="219682">12108 5342 11139,'8'-15'1440,"0"-3"-901,-4 5 843,0-5-1202,-3 10 134,-11 16-314,3 0 90,-9 15-90,1 0-1497,2-3 1497,5-7 0,-1 1 0,0 1 0,1-1 0,-5 8 0,5-7 0,1-1 0,-3 6-180,-2 7 0,4-6-450,0-2 1,1 0 0,0 0 83,-2 8-1523,2-10 450,3-6 270,-1 3 1349,1-5 0,2-3 0,-1 1 0</inkml:trace>
  <inkml:trace contextRef="#ctx0" brushRef="#br0" timeOffset="220083">12147 5333 11670,'1'-15'1170,"0"-3"-1080,-5 12 0,3 5-90,-7 2 90,8 14-90,-9-7 89,5 8-1728,-5-2 1,-1 1 1523,-1 5-1019,-4 5 0,0 0 1044,1-2-14,3-6 0,0 1-256,-3 9 0,3-7-495,2-1 1,0 1 45,0-2-181,-4 9-1169,6-11 2159,3-5 0,-3 1 0,4-5 0</inkml:trace>
  <inkml:trace contextRef="#ctx0" brushRef="#br0" timeOffset="220329">11952 5428 11490,'-3'-18'1079,"1"-1"1,0-6-1080,-2 8 180,4 13-90,5 1-90,-4 8 90,22 3-90,-6 12-870,0-9 0,1-1 870,-6 1 0,0-1 0,11 9-1195,1 0 1105,-5-4-90,4 5-858,-7-7 588,-2 0-179,0 0-91,-2-1-2557,9 6 1967,-8-7 1310,5 3 0,-10-10 0,-1-1 0</inkml:trace>
  <inkml:trace contextRef="#ctx0" brushRef="#br0" timeOffset="220995">12140 5347 9602,'-2'-11'1349,"0"3"0,2-2-450,0 5 631,0-1-1351,-5 19-89,-4-3-90,-3 15-1639,0-8 1,-1 0 1523,-3 6 115,4-5 0,-2 3 0,2-3-1127,-5 8 1082,4-6 0,0-1-503,5-4 1,0-2 277,-2 6-94,-2 5-625,5-4 359,2-6 2198,0 3-4845,2-2 1606,2-8 2038,-1 2 0,2-8 0,-1-1 1</inkml:trace>
  <inkml:trace contextRef="#ctx0" brushRef="#br0" timeOffset="221195">11926 5293 11400,'0'-22'630,"0"7"90,0-3-540,11 21-180,0 3 0,1 4 0,0 2 0,0 1 0,-1 1-901,3 3 0,0-1 901,-2-2 0,0 0-90,-1-1 0,1 1-887,-1 0 1,0-1 436,7 9-28,-8-9 1,1 1-558,-1-1 1,0 0-45,5 6-395,4 4 1564,-7-9 0,0-1 0,-1-2 0</inkml:trace>
  <inkml:trace contextRef="#ctx0" brushRef="#br0" timeOffset="221700">12366 5274 12570,'0'-15'899,"-5"4"-629,4-2 270,-4 8-450,5 8-90,0 5 90,0 16-90,0-8 90,5 12-90,-4-15 90,7 5-90,-3-2 0,2-3 0,1 2 0,3 1 0,-4-6-180,8 5 180,-9-11 0,3 1 0,-3-4 0,-2-1 0,1-5 0,0-3 0,-2 1 0,1-5 0,-2 5-90,-1-1 90,0-1 0,0 13 0,-1-2 0,0 9 0,6 0 0,-5-2 0,11-3 0,4-3 0,-1-3 0,15-6 0,-13-4-208,6-3 297,-2-9-1604,-6 7 1515,2-8-278,-11 5 0,-2-1 278,-1 2 0,-2-1 0,-1-9 0,-3 1 0,-2 8 0,0 2 0,-2 1 0,-1 1 0,-10-8-90,7 7 0,1-2-719,1 8-2362,5 11 1642,-2 5 489,3 10 1040,3-1 0,5 1 0,2-5 0</inkml:trace>
  <inkml:trace contextRef="#ctx0" brushRef="#br0" timeOffset="222694">11791 5154 11940,'0'-11'1349,"1"0"-809,-1 3 270,-5 0-630,3 3 449,-8 0-179,5 10-360,-3 5 90,2 6-90,1 6-45,3 4 0,0 2-393,0-10 1,0 2 347,1 4 0,0 4 0,0 1 0,0-4-496,0 0 0,2 1 518,1 1 1,1 4 0,1 0-1,-1-4-67,1-2 0,2-2-90,2 1 0,4 2 0,0 0 1,0-4-1197,1-2 0,0-2 1181,1 1 0,2 0 0,1-1-660,8 0 1,0-2 134,-5-3 1,2-1-146,0-3 1,4 2 0,1-2 0,-3-1 409,3-1 0,1-1 1,0 0-1,3 0 1,-3-2-1,-3-4 0,-1 1 1</inkml:trace>
  <inkml:trace contextRef="#ctx0" brushRef="#br0" timeOffset="223113">12670 4911 12120,'6'-12'270,"-4"1"90,10 1 89,-6 1 271,12 0-450,-5 4-90,6 2 0,-1 10 0,-1 4-1,7 1-1209,0 7 0,0 3 1075,-12-10 0,0 1 45,3 4 0,-1 3 0,-2 1 0,0 2 0,-2-1-46,0 0 1,-1 2-45,0 3 0,1 5 0,-1 1 0,-2-4 0,-1 0 0,-2 1 18,-1-6 0,0 4 0,0 2 0,-1-2 0,-2-5-63,-2 6 0,-3-1-180,0-1 0,-1 3 1,-1 0-1,-1-5-135,-4-3 0,-2-1-460,-1-1 1,-3 4 0,-1-2 0,2-3-820,-1-1 1,-1-2 1379,-2 0 1,-1 2 0,2-2-1,1-4 1,0 0 0,-1-1-1,1 1 1</inkml:trace>
  <inkml:trace contextRef="#ctx0" brushRef="#br0" timeOffset="224046">11523 5818 10951,'-8'-8'2608,"0"-4"-2068,5 5 90,0-3-451,1 4 91,1 1 0,1 1-90,0 0 0,0-2 0,0 1-90,4 0 0,-2-1 0,7 1 180,-2-2-180,3 2 89,9-5-89,-7 7-90,6-3 180,-2 5-180,-4 0 0,3 1 90,-2 0-90,-2 0 90,3 11-90,-6-4 0,-2 18 90,-5-13-90,-4 4 0,1 0 0,1 0 0,-10 9-90,4-6 180,-6 3-90,2 3-829,1-5 829,1-4-270,0-2 270,1-5 0,-3 2 90,-1-3-90,2-2 90,-4 1 0,-1-3 0,4-1 0,-3-1-1,-1-2 1,5 1-90,-3-6 180,-1-8-180,6 0 45,1-4 0,1 0 45,3-3-205,1 4 0,0 0 205,9-12-450,-6 7 450,13-5-90,0 2 0,5 6 0,3-4-45,-3 10 0,1 0-45,7-4-120,-9 7 0,3 0 0,-2 1-150,-3 1 1,-1 2-721,12-4 1,2 0-560,-5 2 1,0 1 128,0-1 1,0 1-50,-1 0 0,-1 1 1559,9-2 0,-1 0 0,-1 1 0</inkml:trace>
  <inkml:trace contextRef="#ctx0" brushRef="#br0" timeOffset="225895">10769 7323 10141,'-11'0'2069,"-2"-1"-1619,2 1 0,-1 0 269,-1 0-359,4 0 359,-7 0-629,11 0 900,-3 0-810,35 0-180,-11-6-117,4 6 0,3-2 117,4-9 0,0-1-328,-9 7 0,1 0 328,2-2 0,2-2 0,1-1 0,0 1 30,4-2 0,1 1 0,-2-1-30,-2 2 0,-1 0 0,0 0 30,6-2 0,1-1 0,-7 2-910,-1 0 790,5-2-13,-23 5 13,-2 1 270,-2-1-359,-16-3 179,11 4-45,-11-1 0,-3 1 45,9 1 0,-20-3 0,17 5 605,-3-1-605,-2 2 0,7 1 871,-6-1-871,12 2 216,7 6-216,10 1 0,1 7 0,5-3 0,-7 0 0,0 1 0,4 1 0,0 3 0,0 0 0,-4-1 45,-4 1 0,-1 1-45,-4-2-90,-10 3 0,-4 0-180,-1-1-69,-2-4 1,-1 1-742,-8 7 225,11-11 1,0 1-495,-3 2 0,2 0-877,-7 5 967,7-2 1259,9-7 0,2-2 0,2 0 0</inkml:trace>
  <inkml:trace contextRef="#ctx0" brushRef="#br0" timeOffset="226479">11549 7250 10861,'-8'-14'1529,"2"6"-1169,-1-6 359,1 2-449,2-3-90,1-1 180,2-7-180,6 6 0,2-9-180,7 10 90,2 4-90,-2 4 0,9 2 0,-4 4 0,7 0-828,-8 8 828,-3-4 90,4 17-90,-9-11-224,7 16 224,-12-11 0,0 4 270,-4 8-180,-8-10 90,4 1 0,-2 0 0,-10-4 269,-6 11-269,7-14 0,-2 2 270,1-6-450,7-3 90,-6 1-90,10-3 800,-1-6-800,3-2 0,1-3 0,0-2-90,6-15 90,4 9-315,3-7 1,3-1 114,-6 14 0,3 1-250,3-6 0,3-1 1,-1 1-830,-4 7 1,1 0 873,7-6 1,1 1-496,-3 6 1,0 1 224,-4 2 0,0 0-135,5-2 1,1 1 809,1 1 0,-1 0 0,-4 1 0,0 1 0,6-2 0,-1 0 0</inkml:trace>
  <inkml:trace contextRef="#ctx0" brushRef="#br0" timeOffset="226962">12396 6699 11490,'1'-12'1440,"-6"-1"-1171,4 8 91,-10-1 0,3 4-180,-6 10 270,-6 13-270,5 0-440,6-7 0,0 1 305,1 0 0,1 0-1138,-4 9 1138,3-8 0,1 1-45,0 1 0,1-1 0,-4 10 0,4-9 0,1 0 45,-1 6 0,2 1-45,2 1 0,0 1 0,-2 0 0,3-1-681,4-2 0,1-2 681,-2 2-180,8-9 0,4 1-514,-5-2 1,1 1-117,7 1 1,3 0 179,-6-5 1,0-2-720,15 3 1349,-8-12 0,1-2 0,7-4 0,-6 0 0,0-1 0</inkml:trace>
  <inkml:trace contextRef="#ctx0" brushRef="#br0" timeOffset="227179">12801 6743 12300,'0'-10'1799,"-5"0"-1619,-1 5-90,-4 1 0,4 9 0,-4 5-90,4 4 0,-13 10 0,6-7-211,-6 8 76,4-7 0,0 0-1962,-6 5 1872,6-4 0,-1 0-270,5-5 0,0-1-453,1 1 1,0 0-177,-2 2 0,0 1-136,-3 6 1260,1 1 0,8-13 0,0 3 0</inkml:trace>
  <inkml:trace contextRef="#ctx0" brushRef="#br0" timeOffset="227395">12566 6946 11221,'2'-19'1259,"1"1"-719,-3 1 269,0-6-449,0 7-90,0-3 0,0 7-270,0 4 0,0 1 0,0 5 90,11 14-90,-9-5 0,10 7 0,2 2-90,-7-2-135,6 2 0,0 2-675,2 3-463,-4-6 0,0 0 374,5 3-270,0-3-2018,2-2 2457,-2-5 820,4 1 0,-5-6 0,-1 0 0</inkml:trace>
  <inkml:trace contextRef="#ctx0" brushRef="#br0" timeOffset="227861">12934 6875 11311,'1'-21'1619,"0"7"-1170,0-4 181,-1 7-540,0 3-90,0 1 90,-5 4 0,1 7-90,-5 3 0,1 12 0,1 2 0,2-3 0,2 3 90,10-9-90,-5 1 0,11-2-90,-3-2 0,2-2-180,2 1-180,4-4 270,-3-2 1,6-1-91,0-1 180,-5-6 90,4 4 0,-2-16 270,-3 4-180,0-1 89,-7 0-269,-6 14 90,-1-4 0,0 5 0,0 0 0,1 0 0,3 0 0,0 0 0,4 0 0,6 0 0,-1-6 90,15 0-354,-14-1 1,-1 0 353,4 0 0,0-1 90,0-4 0,-1 0-180,2-5 0,-4-11 0,-14 12 0,-1-4 0,-7-3 0,-2 5-90,-4-6 0,2 10 0,0 1-180,-2-4-630,-1 1 1,-1 1-90,3 5-2288,-13-5 2146,16 10 1285,-6 0 0,9 3 1,-1 1-1</inkml:trace>
  <inkml:trace contextRef="#ctx0" brushRef="#br0" timeOffset="228129">13225 6435 11490,'11'-16'1350,"-3"7"-901,6 0-179,-5 8 90,5 0-1991,0 8 0,-1 2 1991,7 2-210,-4 2 0,2 5 0,-2-2-409,-4-3 1,0 0 303,6 9 0,1 1 0,-4-1 0,-1 0-45,-3-4 0,0-1 45,2 6 0,1 1-45,-4-4 0,0 1 0,-2-1 45,0-1 0,-1 1-45,0-1 0,0 2 0,-1 0 45,-3 1 0,-3 0-45,-4-5 0,-2 1-180,-4 6 0,-4 2 0,0-2-135,-2-4 0,-4-1-270,2 0 1,-2 2-1,-1-1 1,1-2-316,-4 2 1,-1-2 79,3-3 1,-2 2 0,0 0 0,2-3 575,2-1 0,1-3 0,0 1 1,-6 4-1,-1 0 0,1-2 0,-1 0 1,0 0-1</inkml:trace>
  <inkml:trace contextRef="#ctx0" brushRef="#br0" timeOffset="228929">12060 7724 12120,'-25'2'1259,"5"0"-2898,-4 1 1,-1 0 1774,-2 2 344,-1 0 1,1 2-211,3-1 1628,-3 2-1628,24-6-90,8-1 0,11-6-90,0 1 0,3 1 155,-3-3 0,2 0-200,8 0 0,2 0 15,-4 0 0,2 0 0,0 0-496,-5 1 1,-1 0-1,2-1 436,6 0 0,1-2 0,2 1 18,-6 0 0,2 1 0,1-1 0,-1 1 0,-3 0-310,5-1 1,-2 0 0,4 0 291,-6 2 0,3-2 0,3 0 0,0 0 0,-1 0 0,-1 1 0,-4 0-266,5 0 1,-4 0 0,4 0 265,-3 0 0,4-1 0,2 0 0,0 0 0,-3 1 0,-4 0 0,-1 1 0,-3 0 0,2-1 18,2 0 0,3-1 0,1-1 0,-2 1 0,-4 1 1,1-1 0,-2 0-19,0 1 0,1-1 0,-3 0 0,-5 1 0,-2 0 1191,4-2-1461,-1-1 289,-12 2-828,-4 4 1136,-11-2-3295,-11 4 899,-5 1 2008,9 2 1,-1 2 60,-6 1 0,0 1 0,3 1 0,1 1 0,-9 1 0,1 0 0</inkml:trace>
  <inkml:trace contextRef="#ctx0" brushRef="#br0" timeOffset="230745">11429 6025 9691,'-13'-6'1080,"1"1"-540,3 1-91,-1 0-89,0 0 360,-5 0-540,6 1 269,-4 0 1080,9 3-719,14 12-540,-2-5 44,10 7 1,2 1-135,1-2-997,-2-2 0,3 1 1,-2-2 906,-4-2 0,0 0-45,9 3 0,2 1-736,-6-5 1,0-1-1,-1 0 736,-1 0 0,2-1 0,3 0 0,3 1 0,1 0 0,-4-1-327,0-1 1,0-1 303,4 0 1,4 0 0,1-1-1,-5 0-320,1 0 0,0-2 315,-4 0 1,3-1 0,3 0 0,-2 0 0,-4 0-18,6 1 0,0-1 18,-6-1 0,4-2 0,2 0 0,-2 0 0,-2 0 68,2 1 0,-3-1 1,1 0-65,2-1 1,2-1-1,0-1 1,-3 1 10,-2 1 1,-2 0-1,-1-1-33,0 1 0,-1-1 0,0 0 0,-1-2 0,0 0 0,-2 1-376,5-3 0,-1 0 346,-4 2 0,1-1 0,0-1 30,-1-1 0,0-1 0,0 0 0,2-2 0,1-1 0,-5 3 0,2-1 0,0-1 0,5-6 0,1-1 0,-3 1 0,1 1 0,0-1-18,-4 3 0,2-3 0,1-1 0,-1 1 0,-3 2 18,3-4 0,0-1-36,-6 4 0,3-3 0,0-2 0,0 1 0,-4 1 36,1-4 0,-3 2 0,0-4 0,-2 3 0,1-4 0,0 0 0,-1 0 0,-2 2-30,0-2 0,-1 2 0,-2-2 30,0-1 0,-2-1 0,0 0 0,-1 4-45,-1 0 0,-1 2 45,-2 4 0,-1-1 0,-2 1-30,-2-4 0,-3-1 0,0 3 30,-3 0 0,-2 0 0,2 4 0,-3-3 0,0-1 0,-1 1 0,2 4 0,-5-5 0,-3 2 0,3 3 0,-4-2 0,-2-1 0,0 2 0,4 3 0,1 3 0,3 1 0,-5 1 0,1 0 0,-5 0 0,-1-1 0,-1 1 0,1 1 0,4 2-222,-3 0 1,2 3 0,-1-1 221,3 1 0,-2 0 0,-1 0 0,0 0 0,2 2 22,-2 1 1,1 0-1,1 2 1,1-1-134,-3 2 1,2 0 0,-1 1 132,1-1 1,0 0 0,0 0-1,-1 2-14,1 2 1,0 1 0,0 1 0,2-1-9,-3 1 0,2 0 0,-2 0 40,2 1 1,-1 0 0,0 0 0,0 1-19,0 2 1,-1 1 0,1 0-1,0 0 8,-1 1 0,2-1 0,-2 2-30,2-2 0,-1 1 0,0 1 0,-1 1 0,3 0 0,-2 1 0,0 1 0,1-1 0,2-1 0,-4 3 0,2-1 0,-2 1 18,5-3 0,-3 2 0,1 0 0,-1 0 0,3 0 4,-1 1 1,1 0 0,1 0-1,1 0-22,-1 1 0,0 0 0,0 1-5,1-2 0,-1 2 0,0 0 1,1 1 4,1 0 0,0 1 0,1 0 0,1 0 0,-2 0 0,2 0 0,0 1 0,1-2 0,0 1 0,0 1 0,1-1 30,-2 6 0,2-1 0,1 0-30,3-7 0,1-1 0,0 2 0,1 1 0,-1 3 0,2-1 0,1-2 45,0 4 0,3-1-48,1-4 0,2 0 0,1 0-42,1 0 0,2 1-165,4-3 0,3 2 1,-1-2-106,4 3 0,2 0-61,-2-3 1,2 1 0,0-2-255,5 0 1,3-1-464,1-1 1,2-1 0,0-1-1,-5-3 1,0 0 0,1-1 1058,-1-1 0,2 0 0,1 1 0,-2-2 1,2-1-1,-1-1 0,1 0 0,1 0 0,0 0 1,0 0-1</inkml:trace>
  <inkml:trace contextRef="#ctx0" brushRef="#br0" timeOffset="230978">12117 7745 10321,'-21'1'0,"0"1"0,2-1 0,1 0 0</inkml:trace>
  <inkml:trace contextRef="#ctx0" brushRef="#br0" timeOffset="232113">11352 7604 11490,'-4'-12'3276,"0"0"-1784,-2 17-1132,19 9-91,-2 1-134,1-5 0,1 0 405,13 9-271,-10-8 1,4 1 0,-2 0-502,1 2 0,2-1 344,-1 0 1,3 1-1,1-1 1,-4-1-1245,-1-1 0,0-1 1192,0 1 0,2 0 0,0-1 29,7 3 1,0-2-45,-7-3 0,3 1 27,-2-2 0,4 0 0,2 0 0,0 0 0,-4-1-12,-2-1 0,-2-1 0,3 0-24,1 1 0,5 0 0,1 0 0,-1-1 0,-5-1-1191,5 0 1,-3-2 1184,-3 0 0,1 0 0,-1 0 60,0-3 0,-1 0 0,-1 0-847,5 2 0,-1-2 757,-3-1 0,1-3 0,-2 2-8,2 1 1,-1-1 67,0-2 0,0-2 0,0 1-93,3 0 1,1 0 62,-5 0 0,2 0 0,-1 0 30,0 0 0,0-1 0,-1 0-60,3-1 0,2-1 90,1 1 0,4-3 0,0 1 0,-4 1-90,0 0 0,0 1 22,-1 0 1,3-2-1,1 1 1,-6 2-23,-2 1 0,-2 0 44,6-2 1,1 0 150,0-1 1,-2 0-196,-5 2 0,0-1 0,6-1 0,-1-2 0,0 0 0,-1 0 0,-6 3 0,0-1-45,5-3 0,0-1 45,-3 1 0,0-2 0,-2 1 159,1 0 1,-1-1-160,1 0 0,1-2 0,-2 2-45,-3 0 0,-1 0-461,0 0 0,0 0 506,0-1 0,-1-1 0,0 0 0,-1 0-39,6-9 1,-1 0 38,-4 6 0,0 0 224,3-5 1,-1-1-270,0 1 0,-2 1 45,-3 5 0,0 1 0,2-4 0,0-1-45,-1-4 0,-1 2 45,-4 8 0,0 1-45,2-9 0,-1 0 0,-4 6 0,-1 0 45,0-10 0,-1 9 0,-1 0-45,1-1 0,-2 0 207,-3 4 0,0 1-162,3-6 0,0 0 0,-11-1 0,-1 1 322,7 5 0,0 0-322,-6-4 0,-3-1-45,2 3 0,0 0 45,3 5 0,-2 1 0,-1-4 0,-1 1 931,-8-4-931,1 3 0,-2 1 0,-1 1 0,-2 1 0,5 4 0,0 1 0,5 2 0,-2 0 0,-7-1 0,-4-1 0,3 2 0,4 1 0,-1 1-23,-2 0 1,-4 0-1,0 0 1,4 1 22,1 1 0,-1 0 22,0 1 1,-5 0-1,0 0 1,4 1-466,1 0 1,2 0 442,-1 1 0,-2-1 0,1 1 0,-5 3 0,1 0 0,6 0 0,-1 0 0,4-1 0,-2-1 0,1 2 29,-3 2 1,-1 0 0,2 0-391,-6-2 0,0 0 361,5 2 0,-2 0 0,0 1 60,0-1 0,-1-1 0,2 1-293,-4 1 1,-1 0 262,6-1 0,-2 1 0,-1-1 37,3 1 1,-2 1-1,1-1 1,1 0-163,2 0 0,2-1 0,-3 1 131,-1 1 0,-2 0 0,-1 1 0,1-1 0,3 0-6,0 0 0,4-1 0,-2 1 29,-5 2 1,-1 0 0,0 2-15,3-1 0,-1 2 0,1 0 0,1-1-45,4-1 0,0 0 0,-1 1 36,-1 2 0,-3 2 0,-1 1 0,1 0 0,4-3-79,-2 4 0,2 0 43,-1-1 0,0 2 0,2 0 45,-2 2 0,2-1 445,5-5 0,0 2-431,-3 4 1,-3 1 0,3-1 142,4-3 1,0-1-158,-6 9 0,0 0 0,10-12 0,1 1 0,-3 6 0,0 2 0,3-6 0,1 1-45,-1 7 0,0 4 0,1 0-90,4-4 1,1 1 0,1 0 0,-1-1 89,1 4 0,0-1 0,3 2 45,1 0 0,1 3 0,3-1 0,1-4 103,2-8 0,2-2 0,1 1-388,4 7 0,1 1 1,0-2-612,4-1 1,0-3 400,0-1 1,2-1-644,-3-4 1,2 0 0,1 0 272,0-2 1,2 0 0,0 1 0,0-2 521,-4 0 0,-1 0 0,0 0 0,1-1 0,3 0 0,0 1 0,0-1 0,-3-2 1,-1-1-1,0-1 0</inkml:trace>
  <inkml:trace contextRef="#ctx0" brushRef="#br0" timeOffset="236512">8493 4160 15628,'-2'-12'-3148,"1"3"-129,-4-3 1517,4 4 1760,-4-2 0,5 2 0,0 0 0</inkml:trace>
  <inkml:trace contextRef="#ctx0" brushRef="#br0" timeOffset="237230">10742 4295 14189,'4'0'1529,"-7"1"-4806,15 0 2457,-12-5 1,-5 3 0,-2-4 0</inkml:trace>
  <inkml:trace contextRef="#ctx0" brushRef="#br0" timeOffset="238712">9200 3952 11400,'3'-19'1170,"-2"5"-361,5-8-449,-6 11 0,3-1 0,-3 4-450,0 4 90,0-1 0,0 15 90,-4-8-90,4 16 0,-6 1 45,4 0 0,3 1-1193,2 9 1148,-3-12 0,1-1 0,9-3 0,-9 0 90,9-1-90,-5-1 0,8 4 0,-4-6-343,11 6 343,-8-10 0,16 1 0,-16-6 0,7-7 0,-6-2 0,-3-5 0,1 1 0,0-5 0,-5 6-89,4-6 89,-7 12 0,1 1 0,-3 3 0,3 8 0,1-5 0,9 12 0,-5-11 1182,7 9-1182,0-10 0,-3 5 488,5-5-488,1 1 0,-3-7 0,4 3 45,-7-8 0,-1-2-135,3 2-1549,-2-9 1,-1-1 1613,-5 2-123,-2-2 1,-2-1 147,-7-1-90,-3-8-90,-5 16 0,5 5-719,-9 6 269,11 2-179,-9 8-2468,-1 9 3106,5 9 1,-2 1 0,6-2 0</inkml:trace>
  <inkml:trace contextRef="#ctx0" brushRef="#br0" timeOffset="238994">9699 4053 11670,'2'-10'-90,"-1"3"-809,2 5-2378,-1 32 3140,-2-14 1,1 4 0,-1 1 0,0-1 0</inkml:trace>
  <inkml:trace contextRef="#ctx0" brushRef="#br0" timeOffset="239749">9031 4599 12930,'0'-14'1439,"-6"-7"-1259,4 10 629,-8-5-629,6 21-180,-3 6 0,2 4 0,2 2 0,-3 7 45,3 0 0,0 0-45,2 6-805,2-9 1,2-1 804,4 5 0,0-5-1255,15 1 1165,-12-9-185,3-2 0,1-2 186,-2-3-1,4-1 90,0-3 0,-4-6-90,2 3 180,0-20-90,-5 8 0,2-14 951,-7 12-951,-2 4 1180,-2 4-1180,0 5 366,2 0-366,0 3 0,0 5 90,5-4-90,-2 7 0,14-7 0,-9 2 466,7-10-466,-2-2 0,-4-5 0,4 0 90,-3-11-90,-4 7-553,-4-1 1,-1 1 552,-2-1 0,-1-6-502,-6 3 502,4 6-90,-4-1-270,0 5-719,-1 8-900,-5 6 540,3 5-270,4 8 1709,2 5 0,3-3 0,0 6 0</inkml:trace>
  <inkml:trace contextRef="#ctx0" brushRef="#br0" timeOffset="240082">9437 4730 13559,'1'-17'630,"-1"5"0,2-7-451,1 10 1,1-2-90,7 6 0,11 8 0,0 2 0,2 10-836,-14-1 746,-5 0 90,-3 3 90,-7-4 181,3 4-2,-10-6 1,-2 0-90,1 2 0,-5-1 0,-1-1 0,3-2 90,-13 4-360,18-8 89,-3 1 1,10-5 565,9 0-655,16 0 0,1-1-1002,-2-2 0,4 0 1,-1 0 866,-5-2 0,1 1-685,5-1 1,6 0 0,0 1 0,-5-1-151,-2 1 0,-1-1 970,2 1 0,4-1 0,0 0 0,-6 2 0,-4 0 0,-2 1 0,9-3 0,0 0 0</inkml:trace>
  <inkml:trace contextRef="#ctx0" brushRef="#br0" timeOffset="243244">8483 4206 10771,'2'-10'150,"0"4"0,-2 3 0</inkml:trace>
  <inkml:trace contextRef="#ctx0" brushRef="#br0" timeOffset="243661">10572 4203 10861,'-10'-5'-30,"2"4"0,8-4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14:33.4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 5420 11221,'-9'3'1079,"2"-2"-629,1 0 269,1-1-449,0 0 0,0 1 90,1-1-180,1 1 90,-1-1-91,2 0 1,0 1 0,0-1 270,1 1 180,0 1-450,1 0 359,16 2-359,-5-2-45,10 0 0,3 0-45,1 0-251,-5-1 1,3 0 160,6-1 0,-1 0-264,-9 0 1,0 0 263,11-1 0,5-1 0,-5 0 0,-9 0 0,0-1 0,2 1 0,3-1 0,0 1 0,-3 0 0,-2-1 0,0 1-30,8-1 0,4 0 0,-4 1 30,-10 0 0,-1 1-120,7-2 0,3-1 1,-5 1-61,5-1 90,-8 1 0,-1 0-270,-1-1 77,-7 2-166,0-1-2520,-7 2 451,-2 0-246,-8 0 2764,-4 1 0,-4 7 0,-1 2 0</inkml:trace>
  <inkml:trace contextRef="#ctx0" brushRef="#br0" timeOffset="437">1795 5913 12750,'0'-11'1169,"13"-8"-899,-4 8-135,6 0 0,0-1-3412,3-1 3257,-5 4 1,2-1 199,8-4 0,1 1-180,-8 3 0,1 1 60,8-6 0,4-1 0,-3 2-60,-7 3 0,-1 1 0,1 0 0,1-1 0,-1 1 0,2-2 0,0 1 0,-6 2 0,1 0 0,4-1 0,0-1 0,-2 1 0,0 0 0,8-5 312,-10 6 1,-1 0-313,11-6 0,-9 4 574,3-1-1113,-8 3 269,-5 4-2788,1-1 1079,-13 5 2495,-2 5-516,-11 11 0,2 1 0,-3 5 0</inkml:trace>
  <inkml:trace contextRef="#ctx0" brushRef="#br0" timeOffset="2917">1964 6540 15628,'14'-27'540,"-1"4"-495,0 5 0,1 1-1684,-4 4 1,1 0 1485,3-6 0,2-1 243,3-4 0,0 0-45,-4 4 0,0 0-15,-1 3 0,0-2 0,0-1 0,1 0 0,-1-2 0,1 1-30,1-3 0,1-2 30,-3 5 0,1-1 0,0-1 105,-3 3 0,2-1 0,-1 0 0,-1 3-974,3-7 0,1 0 869,-1 2 0,1-3 0,-2 4 59,-1 2 1,-1 1-24,2-2 0,0 0-21,-4 5 0,-1 2-45,1-1 0,-2 2 0,-2 4 1176,-2 3-1176,0 0 2438,-1 1-2438,0 3 2055,0-2-2055,0 2 0,-1 1 0,1-1 0,-1 1 0,1 0 0,-2 1-90,0 0 90,1 0 0,-1 0 90,1 3-3367,-5-2 2457,-3 2 1,2 2 0,-1 1 0</inkml:trace>
  <inkml:trace contextRef="#ctx0" brushRef="#br0" timeOffset="7669">4821 5491 13379,'5'-14'360,"-2"3"-270,-3 0 270,0-8-180,0 6-90,0-9 180,0 3-180,0 4 89,-5-4 361,-7-7-450,0 10 90,-1-1 0,0 0-90,-1 3 90,-5 0 0,0 1-90,0 3-1697,-4 1 1,-1 2 1696,0 4-45,-5 3 0,-1 1-1232,1 1 1187,6 3 0,-1 2 89,4-2 1,1 2-90,3 0 0,1 1 45,-5 0 0,-1 2-45,1 1 0,1 0 45,5-2 0,-1 1-15,-6 7 0,-2 5 0,2-3 15,6-4 0,1 0 15,-5 7 0,-1 2 0,3-2-15,6-6 0,1-1 0,-2 4 0,-1 3-15,2-4 0,0 1 0,1 0 15,0-1 0,-1 1 0,1 1 0,-1 3 0,-1 1 0,3-4 0,0 0 0,0 1-45,1 2 0,-2 3 0,0 1 0,2-4-759,1 1 1,0 0 758,0 0 0,0 1 0,1 0 45,-1 7 0,0-3-45,3-6 0,-1 1-263,-1 5 0,0 2 308,1-1 0,1 0 0,1-7 0,0-1 0,-1 7 0,0 1 45,2 1 0,0-1-90,0-7 0,1 1 45,0 6 0,0 2 15,0-5 0,1 1 0,0 2 52,1-4 1,1 2-1,0 0 1,-1-1-91,0-2 1,-2-1-1,2 0 1,0-1-23,1 2 0,2-1 0,-1 0 0,0-1 120,-1 1 0,-1-1 0,1-2 106,4 1 1,-1 1-138,-1 3 1,-2 4 0,1-4-90,0-6 0,1-1 45,-1 6 0,1 1 45,0 1 0,0-1-45,-1-7 0,0 2 45,2 6 0,1 3 0,-1-4-45,-1-4 0,1-1-15,-1 0 0,1 1 0,0 0 150,3 8 0,0-1 82,-3-11 1,1 1-218,2 10 0,0-1 45,-2-7 0,1-1 134,0 2 1,1 0-135,1 6 0,1 0-45,-2-6 0,0-1 0,-1-1 0,1 0 0,1 1 0,-1-1 0,-2-4 0,1-1 45,1 6 0,1 0 0,0-1 0,0 0-90,-2-5 0,1 1 45,1 3 0,1 1-1,2 0 1,-1-1-45,-2-4 0,1 0 45,2 4 0,1 1 0,2-1 0,0 0-45,-4-5 0,1 1 45,4 3 0,0 2 15,-2-5 0,1 1 0,-1-1-60,0 0 0,0 1 60,6 5 0,3 4 0,-1-3-15,-2-1 0,0-1 78,-1 0 1,2 1 0,-2-2-124,1 1 0,-1-2 45,-2-1 0,2-1-45,5 4 0,0-2 0,-9-6 0,2-1 30,6 4 0,4 2 0,-3-3-30,-7-5 0,0 0 0,5 1 0,2 1 0,-2-2-538,-5-2 0,-1-1 538,7 1 0,-1 1 0,-7-4 0,0 0 119,7 2 0,0-1-119,-5-2 0,0 1 0,5 0 0,0 0 2,0-1 1,0-1-3,1 1 0,1-1 0,7 0 0,-1-1 128,-6 0 0,-1 0-128,0-1 0,-1 0 0,1 0 0,-1 0 341,-4 0 1,0 0-342,5 1 0,0-2 112,0-1 0,0-1-112,-6 3 0,0-1 0,5-3 0,0-1 0,3 3 0,-1 0 0,6-7 0,-7 6 0,-2-1 0,6-6-77,-7 3 77,3-4 1336,-4-1-1336,0-3 0,3-6 762,-5 2-762,-2 0 0,-4 5 0,-1-1 0,5-5 0,2-4 0,0-1 0,0 2 0,-5 6 0,2-3 0,-3 2 0,6-5 0,-7 5 0,2-1 0,-2 1 0,4-5 0,-4 6 0,1-1 0,-3 4 0,0 1 344,1-2 0,0-1-344,3-4 0,0-1 0,-2 4 0,-1 1 0,0 0 0,-1 1 0,1-2 0,0 0 0,4-9 0,-4 8 0,0 0-45,-1-2 0,0 1-439,-1 4 0,-1-1 484,1-3 0,1-2 0,1-6 0,-1 0 0,-4 10 0,1-1-30,1-8 0,0-4 0,0 4 30,-3 8 0,-1 0 0,2-9 0,0-4 0,-1 4 0,-1 7 0,0 0-23,0-1 1,0-5 0,0 1-1,0 3 23,-1 0 0,1 0 0,0-5 0,1-6 0,-1 0 0,0 5 0,-1 3 0,1 0 0,0 1 0,0-4 0,0 0 0,-1 5 0,0 3 0,0 1 0,1-11 0,-1-2-1068,-1 9 1,0 0 1067,0 0 0,0 0 0,1 3 0,-2-1-254,-2 1 0,0-1 209,2 5 0,1 0 45,-3-5 0,-1-1 0,2 0 0,-1 0 0,1 4 0,-1 0-45,0-4 0,0-3-324,-1 4 0,0-2 1,0 2 368,2 1 0,0-1 0,-2 0 0,0-2 0,0 2 12,0-4 1,1 3-58,0 4 0,0 1 45,-1-5 0,0-2 0,0 2 0,1 6 0,0 0 0,-2-9 0,-1 0-212,2 7 0,-1 1 212,-1-10 188,-2 0 1,0 0-279,-1-1 403,2 8 1,0-2-314,0 6 0,1 1 0,-4-9 0,3 9 0,-1-1-45,-1 0 0,0 0 45,-5-9 661,4 9 0,0-1-661,-1-1 0,0 1 1033,-7-9-1033,7 9 0,0-1-45,-1 2 0,0 0 45,-7-8 0,7 9 0,0-1-45,-5-1 0,2 0 135,-5-4-135,5 5 0,0 0 964,-6-5-919,7 6-90,-5-3-105,2 2 195,4 4 0,0 1 0,-1 0 0,0-1 0,-8-5 0,-1-2 0,7 7 0,0 0 0,0-1 0,0 1 0,-7-6-880,7 6 1,-1-1 789,-4-3 135,-4-3 0,0 0 729,3 2-729,-2 0 0,1-1-45,3 3 0,-1-1 0,-1 0 0,4 2 0,4 4 0,0 0 90,-7-4 20,4 4-110,-5-3 90,0 1-90,7 4-90,-7-3 90,-4 0 0,9 3 0,-10-2 502,8 4-502,-1 1 0,-7-2 0,1 1 0,-1 1 2086,5 2-2086,1 2-398,0 1 308,4 0 90,-11 0 0,13 0 0,-5 0 0,7 5 507,-6-4-507,5 5-90,-4-2-899,-4-1 359,7 7-809,-1-3 0,1 1 269,1 4-89,-8 8-380,11-9 1,1 1-842,-10 9 1080,8-7 1,-2 2 1399,-2 2 0,-1 0 0,4-3 0,0 0 0,-4 5 0,0 0 0</inkml:trace>
  <inkml:trace contextRef="#ctx0" brushRef="#br0" timeOffset="158204">6976 6798 10591,'8'-8'0,"-4"2"0,10 4 0,1 0 0,1 1 90,4-1 0,-5 1 0,-4 1 0,2-1 359,0 1-269,-6 0 90,4-1-2069,-9 0-809,-10 1 1618,1 0 990,-3 4 0,6-3 0,4 4 0</inkml:trace>
  <inkml:trace contextRef="#ctx0" brushRef="#br0" timeOffset="160475">8456 7918 11041,'-5'-9'899,"1"1"-629,1 5 270,0-1-91,0 2-269,0 0 1080,2 1-901,0 5 1,0 3-180,7 8 0,-5-2-90,10 1 180,-4 5-180,4-4 135,1 3 0,1 0-136,4 2-415,-4-4 1,1 0 415,1-4 0,-1-1-1564,10 7 1519,-9-8 0,3 1 135,8 2 0,4 0-90,-8-4 0,1-1 0,1 0-60,-1 1 0,0 0 0,1-1-30,-2-1 0,0 0 0,0-1 59,1 0 1,0 0 0,-1-1-15,7 1 0,1 0-15,-1 0 0,1 0 0,-2 0-30,0-1 0,-1 0 90,2 0 0,1 0 0,-2 0-90,-5-1 0,0 1 30,1-1 0,1 0 0,0 1-30,5 1 0,-1-1 0,-6-1 0,0 0 45,7 1 0,0 0 0,0-1 0,-1 0 0,-6-1 0,-1 0 0,7 1 0,0-1 90,0 0 0,-1 0-135,-6-1 0,1 0 0,4 1 0,4-1 30,-5 0 0,1-1 0,-2 0-30,0 1 0,1-1 22,1-1 1,5 1-1,-1 0 1,-4-1-1147,-1 0 1,-1 0 1123,0 0 0,2 1 0,-1-2 0,3-1 0,-3-1-655,-5 3 0,0-1 655,6-4 0,0-1 45,-1 2 0,-2 0 0,-4-1 0,0-1-45,4 0 0,1 0 135,0-1 0,-1-1-90,-5 2 0,0-1 0,5-2 0,2-1-304,-1 0 0,0-1 259,-6 2 0,0 0-149,7-2 1,-1-1 193,-9 3 0,0 0 0,8-5 0,-1 1 0,-5 2 0,0 0-15,6-5 0,2-2 0,-2 1-47,-4 4 0,-1-1 17,1 0 0,0-2 0,0 1 45,2-3 0,-1-1 118,1-1 0,-1-2-103,-4 4 0,1-2 0,-2 1-60,4-4 0,-3 0 45,-1 0 0,0 0-45,-1-2 0,-1 0 0,-3 5 0,0 0 0,3-7 0,0 0-30,-4 7 0,-1 0 0,0 1 30,1-5 0,0 0-30,-1 4 0,0-2 0,1 0 30,-1-2 0,-1 0 0,1 1-297,0-5 0,1 0 297,-2 4 0,0 0 0,0-2 0,-1 3 0,0-1 0,-1-1 0,0 3-235,3-8 0,-2 1 235,1 0 0,0-3 0,-1 2-69,-2 8 1,-1 1 0,0 1 68,1-4 0,-1 0 38,1-7 1,0 0-39,-3 9 0,0 1 0,-1 0 144,1-4 0,-1 0-114,0 4 0,0-1 0,-1-1 0,1 0 0,-1-1 0,-1 1 15,-2-4 0,0-1-45,3 5 0,0-1 0,-2-2 0,-2 3 0,-3-2 0,0 1 0,1 1 0,2-7 0,-2-2 18,0 7 0,-3-5 0,-1-1 0,1 1 0,1 5-18,1 3 0,1 3 0,-2-3 18,-1-4 0,-3-5 0,0 0 0,0 1 0,2 4-18,0 3 0,1 4 0,0-2 0,-2-2 0,0-2 0,-1 0 0,1 2 30,-2-1 0,0 2 0,0 0 103,0 0 1,-2-1-1,1 0-133,0 2 0,0-1 0,-1 0 0,1 1-263,-1-1 1,1 1 0,-1 0 262,1 1 0,0 0 0,0 0-30,0 0 0,0-1 0,0 1-96,-2-3 0,-1 0 126,4 3 0,-2 0 0,0 0 47,0 0 1,0 2-1,0 0-47,-3-3 0,0 1 0,3 3 0,0 0 0,-1 1-30,-1 1 0,1 1 0,-1 1-158,-2-2 0,0 0 188,-5-3 0,-3 0 0,6 6 0,-2-1 0,1 1 207,3 2 1,1 0 0,-2 0-178,-7-3 0,-1-1 0,1 1-30,1 1 0,1 2 45,2 0 0,0 1-45,-2 0 0,2 0 45,4 2 0,1 1-45,-6-3 0,-2 1 0,3 0 0,-1 1 0,1 0 0,1 0 0,-1 0 0,-6-1 0,-3-1 0,4 1 0,7 2 0,0 0 30,-7-1 0,-2-1 0,2 1-30,7 1 0,0 1 0,0 0 0,-1 0 0,1-1 45,-8-1 0,2 1 196,8 2 0,1 0-196,-9-2 0,0 0-45,6 1 0,1 1 244,5 1 0,-1 0-244,-4-1 0,-1 0 45,-10 0 0,1 0-45,11 2 0,-2 0 0,-1 0 0,-2 0 0,-2-1 0,2 2-51,0 0 0,0 0 0,1 1 51,-1-1 0,0 0 0,0 1 0,-7-1 0,2 2 0,7-2 0,2 2 0,3 1 0,1 1 0,-4-2 0,-1 0 45,-5 4 0,0 1 261,4-1 1,-1 0-277,2-1 0,-2 1 0,2 0-30,0 1 0,1 1 0,-1-1 0,-1 1 0,2 0 0,4-1 0,-1 0 0,-8 3 0,-1 1 0,5 0 0,3 0 0,3-3 0,0 1 0,-4 3 0,0 0 45,0 1 0,0 1-45,5-3 0,0 0 0,-4 3 0,0 1 0,0 0 0,1 1 0,4-3 0,-1 0 1,-4 3 1,1 1-2,5-4 0,-1 0 45,-4 6 0,-1 0 231,4-3 1,1 1-277,-4 4 0,-1 1 45,0 3 0,2 0-45,3-4 0,0 0 0,-4 6 0,0 1 0,7-8 0,-1 1 0,2-1 0,-3 3 0,1 0 0,1-3 0,1 1 0,-1 0 30,-2 5 0,1 0 0,0-1-30,0-1 0,1 2 22,-1-1 1,0 4 0,-1 0-1,3-3 23,0-2 0,1 1 0,1 1 0,-2 6 0,0-1 0,2-3-45,0-1 0,1 1 45,1-3 0,-1 4 0,0 0 0,1-4-45,0 2 0,0-1 30,0-5 0,1 2 0,0 0 60,-1 4 0,-1 0 0,1-2-45,0-1 0,0 1 0,1 0 0,-2 4 0,1 1 0,1-5-187,0-1 0,1 0 142,-1 1 0,0 1 0,1 0 90,-1 7 0,1-2-544,0-5 0,1-1 484,0-2 0,0 0 0,1 0 0,-1 1 0,1 0 0,0-2-307,0 5 0,0 0 307,0-5 0,1 1 0,-1 0 23,1 9 0,0-1-8,0-7 0,0-1-45,3 6 0,1 2 60,0-6 0,0 1 0,1-2-60,2 1 0,0 0 45,0 1 0,0 4 0,1 1 0,-1-5-45,-1 0 0,1-1 45,0 2 0,2 3 0,-1 1 0,0-5 18,-1-1 1,-1-1-34,1 0 0,0 2 0,0-2 15,1 4 0,-1-2 146,-1-5 1,0-1-147,2 6 0,0 0 344,0 1 1,1-2-390,-2-5 0,0 1 0,1 4 0,1 2 45,1 0 0,-1 0-45,-2-6 0,1 0 0,2 5 0,0 2 30,0-5 0,0 1 0,0-1-30,-1-2 0,1 2 0,1-1 0,2 4 0,-1-1 0,0-4 0,-1-1 0,0-1 30,6 7 0,2 3 0,-2-4-30,-5-8 0,0-1 45,7 8 0,0 1-45,-3-8 0,-1 0 0,-4-4 0,1 0 0,3 3 0,1 1 0,1 0 0,-1-1 45,-3-4 0,-1 1-45,5 3 0,1 0 0,6 4 0,2 0-195,-2-3 1,3-1 0,-1 0 194,-4-1 0,0 0 0,0-1-30,3 0 0,0-1 0,0-1-60,-2-2 0,0-3 1,-2 1 89,1-1 0,0 0-55,5 0 1,3 1 0,-3-1 54,-6-3 0,-1 0 261,7 0 1,0 1-397,0-2 0,0 0 90,-7-1 0,1 0-75,6 0 0,3 0 0,-2 0-15,-7 0 1,0-1 14,0 0 0,2 0 0,-2 1-645,0-1 1,-1 0-997,9-6 1176,-12 6 1,-1-1-586,3-8-1767,2 0 149,-7-3 1339,1-3 1449,-5-11 0,-4 3 0,-3 6 0,1 0 0</inkml:trace>
  <inkml:trace contextRef="#ctx0" brushRef="#br0" timeOffset="214120">8927 5809 9961,'-14'0'270,"-9"7"-90,3-5-1819,1 9 1,0 2 896,-7 0 877,9 2 0,1 0 200,3-3 0,1 0-156,-4 8 1,-1 2-45,5-5 0,0 1-437,-1 3 1,0 3 0,1-1 391,2-1 0,1 1-31,0-4 1,1 2 0,1 0-462,0 2 0,1 1 1,1-1 490,-2 4 1,1 2 0,1-6 0,0 2 0,1 2-25,1-1 1,1 3 0,0-1 0,0-2-6,1-2 0,-1-2 0,1 4-114,1-2 1,0 3-1,0 3 1,1 0-1,-1-3 1,1-3 113,-1 0 0,0-3 0,1 3 52,3 3 1,2 3 0,0 2 0,1-2 0,-2-4 22,1 4 0,3-2-45,-1-5 0,4 3 0,1 1 0,0-2 0,-2-3-45,4 3 0,1 0 9,-2-5 0,3 3 0,2 0 0,-1 0 0,-2-4 36,4 3 0,2-1-19,-4-4 1,4 2 0,1 1 0,-1-2 0,-3-2-72,6 2 0,-1-2 241,-1 1 0,3 0 0,1-1-181,0-2 0,2-2 0,-2-2-15,-1 1 0,3 0-27,-5-3 0,4 0 0,2 1 0,-2-2 0,-3 0-18,-3-2 0,-2-2 0,2 1 18,6 1 0,4-1 0,2 1 0,-2-1 0,-4-1 201,-4-1 0,-2 0 0,2 0-219,0-1 0,3 1 0,2 0 0,0-1 0,-1 0 0,-5 1 30,2-1 0,-4-1 0,3 1-30,3 0 0,5-1 0,2 1 0,-3-1 0,-4 1 0,5-1 0,-1 0 0,-8-1 0,5 0 0,0 0 0,-1-1 0,-4 1 209,3 1 0,-1-1-209,-1-2 0,2-1 0,-1-1 0,-3 1 0,-1-1 0,-1-1 45,-1-1 0,1-1-45,4-1 0,2-1 0,-4 0 0,-5 2 0,-1-1 45,6-3 0,0-2-45,-1 0 0,0-2 0,-1 0 2,1 1 1,0-2-3,-4 2 0,3-3 0,1 0 0,-1 0 0,-4 2-343,5-6 0,-1 1 343,0 0 0,2-2 0,-3 1 0,-5 4 0,-2 0 0,-1 1 159,1-2 0,-1 1 0,0-2-159,2-4 0,0-1 0,-1 0 45,1-4 0,-2 1-45,-1 0 0,-2 0 0,-4 1 0,-1-2 0,0 2 0,0 0 0,-1-2 18,-2 4 0,-1-2 0,0-3 0,-2 0 0,0 2-41,-4-2 1,-1 1 0,0 1-1,-1-1 0,1-1 1,1 1 0,-2-1-1,0 2 23,-1 0 0,-1 2 0,-1-1 0,-2 1 0,1 4 0,-2 0 0,0 0 0,-1 0 0,1 1-178,-3-4 1,0 2 0,-1-1 0,-1-1 177,2 3 0,-2-2 0,0 0 0,-1 0 0,1 1 0,1 2 14,-3-3 1,1 3-1,1 0 1,-1 1-15,0 1 0,1 1 0,-1 0 0,-1 1-101,0 2 0,0 0 0,-1 1 1,2 0 100,-3 0 0,1 1 0,-1 0 82,2 1 0,-1 0 0,-1 0 0,1 1-82,-2 2 0,1 0 0,-1 1 0,2 1 29,-3-2 1,2 2 0,-1-1-8,2 2 1,-1-1 0,-1 0-1,-1 2-4,1 0 0,-1 1 0,0 1 0,0 0 0,2 0 155,-4 0 0,2 0 1,-3 1-189,1 2 0,-4 0 0,-2 0 0,0 1 0,2 0 0,4 0 192,-1 2 0,4 0 0,-4 1-177,2 1 0,-3 1 0,-3 1 0,0 1 0,2 0 0,3 0-61,1 1 1,3 0 0,0 0 0,-2 2 42,-1 1 0,-3 0 0,0 1 0,1 0 0,2 1-27,0 1 0,1 1 0,1 1 0,1 0-135,0 0 0,1 1 1,0 1-1,2-1-30,-2 2 0,2-1 0,1 1-69,2-1 0,1 0 0,1 0-591,3 0 1,0 0-1,2-1-120,-2 3 1,2 0-136,-3 5 1,2 1 1124,7-3 0,1-1 0,1-6 0,2 1 0,0 3 0,0 0 0</inkml:trace>
  <inkml:trace contextRef="#ctx0" brushRef="#br0" timeOffset="215022">10613 6042 12750,'-14'-6'3238,"2"-3"-2698,0 8-181,3-2-89,5 1 360,-2 2-360,6-3 0,-4 2-91,3 0 271,0-1-270,1-1-90,0 0 0,9-3 45,6-4 0,4 0-707,-3 3 1,3-1 616,4-3 0,6-2 0,0 0 0,-2 2-641,-6 2 1,-1 1-1,3-1 626,1 0 0,4-2 0,3 0 0,0 0 0,-1 1 0,-4 1-837,3 0 0,-3 1 0,2-1 807,-3 2 0,0-1 0,2 0 0,1 1 0,-1 0 0,0 0 0,0 1 0,1 1 0,-1 0 0,-2 0-301,4 0 0,-2 0 1,3-1 300,-2 2 0,4-2 0,2 1 0,0 0 0,-3 0 0,-3 1-205,0 0 1,-4 1 0,2 0 204,1 0 0,3 0 0,1-1 0,-1 1 0,-5 0-189,-2 1 1,-2 0-1,0 1 189,5-2 0,1 1 0,0 0 0,4 0 0,0 0 0,-2 1 535,-2-1 1,1 1-536,-5-1 0,4 1 0,-1 0 0,-4-1 45,-1 1 0,-3 0-45,5-1 0,-1 0 0,-5 1 0,-8-1 878,-5 2-878,-2-1-3277,-1 1 0,-6 0 2988,-4 0 0,-4 5 0,-3 1 0</inkml:trace>
  <inkml:trace contextRef="#ctx0" brushRef="#br0" timeOffset="220387">10595 6107 10681,'-9'-8'809,"2"1"-809,7 3 0,0 2 90,0 0-90,0 0 90,0-1-90,0 1 0,0-3 0,0 2-90,0-1 90,0 0 0,0 2 0,0-1-449,0-1-2430,0 0 1800,0 0 1079,0-2 0,0 3 0,0-2 0</inkml:trace>
  <inkml:trace contextRef="#ctx0" brushRef="#br0" timeOffset="221288">12685 5721 11850,'-7'-13'540,"-3"5"-540,9 1 0,-3 6 0,4-3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19:04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7406 4329 6273,'0'-7'0,"0"2"0</inkml:trace>
  <inkml:trace contextRef="#ctx0" brushRef="#br0" timeOffset="2580">6043 4450 9512,'-13'-2'719,"1"0"-359,0 0-90,1 0 0,0 0 89,0-1 451,-3 0-450,4 0 719,-8-1-719,10 3 539,-8-2-719,11 3 0,-1-1 1439,4 1-1169,12 0-360,-4 5 135,9-2 0,1 0-45,3 4-90,10-1 0,2-1-411,-14-4 0,2-1 411,6 2 0,7 1 0,2 0 0,-1-1-462,-7 0 1,0-2 0,1 1-1,0-1 1,2 1 409,-2 0 1,2 0-1,1 0 1,0 1 0,0-1-1,-1 0 1,-1 0-21,3 0 0,-3 0 0,1-1 0,-1 1 0,1 0 41,0 0 1,2 1 0,-1-1 0,0 0 0,-2 1 0,-4-1 0,-1 0 0,-4 1 0,3-1-6,4 1 0,3 0 0,2 0 0,-1 0 0,-5 0-54,6 0 0,-1 0 54,-5 0 0,4 0 0,1 0 0,-1 0 0,-4-1-9,6 1 0,0 0-9,-6-1 0,5 1 0,2-1 0,-2 0 0,-4 1-6,-3-2 0,-3 1 0,3 0 6,5 0 0,4 0 0,2 0 0,-2 0 0,-4 0-36,-4-1 0,-4 1 0,5 0 60,2 0 0,4 0 0,3 1 0,0-1 0,-2 1 0,-5-1-30,0 1 0,-3-1 0,2 1 29,2 1 1,4-1 0,3 1 0,-1 0 0,-2 0 0,-5 0-30,-1 0 0,-5-1 0,4 2-15,-1-1 0,4 1 0,1 0 0,1 0 0,-3 0 0,-3-1-15,2 1 0,-4-1 0,3 0 15,-1 1 0,4 1 0,2 0 0,0-1 0,-1 1 0,-5-1-15,2 0 0,-4-1 0,4 1 15,-1 0 0,4 1 0,2 0 0,0 0 0,-1-1 0,-5 0-800,2 0 0,-4 0 0,2-1 762,3 1 1,1 1-1,2-1 1,-1 0 44,0 0 1,0-1-1,-1 1 1,-2-1-315,-2 0 1,-2 0 0,4 0 291,-3-1 0,5 1 0,1 0 0,0 0 0,-2 0 0,-4-1 0,1 1 0,-3-1 0,2 0 18,5 1 0,3 0 0,3 0 0,-3 0 0,-4-1-397,-4 0 0,-3 0 0,1 0 379,2 0 0,2 0 0,1 1 0,-3-1 0,3 1 0,-1-1 0,-2 1 219,4 0 0,2 0-219,-2-1 0,5 1 0,-1 0 0,-3 0 0,1 0 0,2 0 0,-4-1 0,5 0 0,2 1 0,-2-1 0,-5 0 0,3 0 0,-1 0 0,-5-1 0,3 1 0,2-1 0,0 1 0,-3-2 0,-1 1 0,-3-1 0,1 0 0,-1 1 0,5-1 0,-1 1 0,1-1 22,0-1 1,2 0 0,-2-1-1,-4 0-22,-4-1 0,-1 0-30,9 0 0,4-1 0,-5-1 30,-8-1 0,0 1 0,7-1 0,5 1 0,-5 0 0,-8-1 0,0-1 0,7 0 0,4-1 0,-5 0 45,-7 3 0,-1-1-45,7-3 0,4-3 0,-4 2-45,-7 3 0,-1-1 45,8-4 0,1-1 45,-1-3 0,-3 0-45,-6 6 0,-1-1 0,6-5 0,3-3 0,-4 2 0,-5 5 0,0 0-30,5-6 0,2-4 0,-2 4 30,-6 4 0,0 0 0,5-7 0,1-3 0,-2 3 0,-5 6 0,-1 0 0,3-8 0,1-3 0,-2 3 0,-4 6 0,-1 1 0,4-9 0,-2-1-45,-3-2 0,-1 1 45,-1 9 0,-2 0 0,1-8 0,0-3 0,-1 4 45,-1 7 0,0 2-90,-1-10 0,1 1 90,-1 7 0,0 1-45,-5-8 0,1 1 0,0 1 0,-2 0 45,-3-1 0,0 1-45,4 5 45,-7-2 0,0 0-45,1 4 45,-7-5 0,-1 0-45,1 3 30,2 5 0,-4-2 0,3 2 551,-8-2-551,6 4 0,-3 0 0,2 1-30,5 3 0,-1 1 30,-6-3 0,-4 0 0,3 0 777,7 4 1,-1 0-838,-7-2 0,-5 0 0,4 1 205,7 1 1,-1 1-176,-9-2 0,-4 0 0,3 1 0,9 1 0,-2 1-23,-5-1 1,-7-1-1,1 0 1,4 1 1003,2 1 1,-1 0-964,4 0 0,-6 0 0,-1-1 0,2 1 0,4 1-18,-2-1 0,0 0 0,4 1 0,-4-1 0,-1 1 0,2-1 0,3 1-45,-6-1 0,1 0 45,5 1 0,-4-1 0,-2-1 0,2 1 0,3 1-407,-4-2 1,-2 1 388,7 0 0,-5 0 0,-1 0 0,1 0 0,5 0 18,-7-1 0,1 0 0,5 2 0,-3-2 0,-2 1 0,1-1 0,5 1 0,-7 0 0,2-1 0,0 1 0,-3-1 0,1 0 0,-2 0 0,1 0 0,2 1-364,-1 0 0,-1 0 364,5 0 0,-3 0 0,-2 0 0,1 0 0,4 0 0,3 1 0,4 1 0,-4-1 0,-4 0 0,-5 0 0,-1-1 0,1 1 0,5 0-207,4 0 0,2 0 0,-2 1 192,0-1 0,-4 0 0,-2 0 0,0 0 0,2 0 0,4 1 15,-2-1 0,4 0 0,-4 0-15,0 1 0,-3-1 0,-3 0 0,1 0 0,1 0 0,4 0 15,-1 0 0,4 1 0,-5-1-13,3 1 0,-3-1 0,-3 0 0,-1 0 0,2 0 0,1 1 1,4-1 12,-3 0 0,4 1 0,-4-1 0,0 0 0,-4 0 0,-3 0 0,1 0 0,3 1 0,4-1-30,2 1 0,4 0 0,-3 0 12,-4 0 0,-4-1 0,-1 1 0,1 0 0,5 0 18,3 0 0,4 0 0,-4 1 0,-2-1 0,-4 1 0,-2-1 0,2 0 0,4 1 0,-4-1 0,-1 0 0,7 1 0,-5-1 0,0 1 0,0-1 0,5 1-45,-5 0 0,-1-1 27,3 1 0,-4-1 0,-2 1 0,0-1 0,3 1 18,4-1 0,1 1 0,1-1 0,-1 1 0,-4-1 0,1 1 0,-2-1 0,1 1-23,-3-1 1,-1 1-1,1-1 1,5 0 22,2 1 0,1-1 0,-2 0 0,-6 1 0,1-1 0,5 0 45,3 1 0,1-1-68,-3 0 1,-3 1-1,-1-1 1,4 1 22,1-1 0,0 1 0,-1 0 0,-4 0 0,0-1 0,5 1-45,0 0 0,2 0 75,-9 0 0,-4 0 0,5 0-30,10 0 0,0 0 0,-8 0 0,-1 0 45,8 0 0,1 0-45,-10 0 0,12 0 0,-1 0 0,-5 0 0,1 0 0,-7 0 0,8 0 0,-4 0 0,3 0 0,7 0 0,-1 0-30,-8 0 0,-3 0 0,4 0 30,6 0 0,0 0 0,-7 0 0,-3 0 0,4 0 0,-8 0 0,9 1 0,-3 0 0,4 0 0,-7 0 0,-3 1 0,1-1 90,4-1 242,6 0 1,0 0-333,0 2 0,2 0 0,-6 0 45,-3 2 0,0 1-45,3 0 0,-4 3 0,-1 0 715,2 0-685,7-1 0,-3 1 0,2 0-30,-8 3 0,9-2 0,-2 0 0,2 0 0,-5 4 45,-2 2 0,2 2-45,4-1 663,6-4 0,0 1-663,0 3 0,2-1 0,-5 5 90,-2 4 0,1 0-180,4-1 90,4-6 0,0 3 0,1-2 0,-2 7 45,0 4 0,1 0 1614,3-3-1629,3-5 0,-1 4 0,1-2-687,0 6 702,1 2 0,1 0-2215,2-5 2170,1-10 0,0 1 0,0 7 0,0 0 45,0-8 0,0 0-45,1 8 0,1 4 0,0-3 0,1-8 0,-1 1 30,1 7 0,0 4 0,1-4-30,0-8 0,1 0 0,-1 7 0,1 2 0,-1-3-30,1-8 1,1 0 59,2 8 0,2 2 0,1-1 15,7 2 0,1-1-463,-2 1 0,1-1 448,-2-8 0,1 0 0,-2-4-1600,9 5 1570,-8-7 0,2 0 30,0-2 0,2 0 0,-1 0 470,0-1 0,2 1-500,3 0 0,5 1 0,0 0 0,-3-2-491,1 0 0,1-2 221,-3-1 0,4 0 0,3 0 1,-2 0-1,-3-2-109,-3 0 0,-2-1 0,4-1-168,1-1 1,4 0 0,3-1 0,0 1 0,-1-1 0,-5 1-161,4-1 0,-4 1 1,5-1 706,-8-2 0,3 0 0,3-2 0,2 0 0,1 0 0,-1 0 0,-2 0 0,-1 1 0,-4 0 0,5-1 0,-4 2 0,0-1 0,3-1 0,-1-1 0,1 0 0,-1 0 0,0 0 0,1 0 0,-1 0 0,1 0 0</inkml:trace>
  <inkml:trace contextRef="#ctx0" brushRef="#br0" timeOffset="21774">7573 1254 12120,'-8'-14'360,"6"1"-180,-15 1-920,9 2 1009,-9 3-89,3 1-90,0 3 0,0 2 297,1 0-387,-7 9 0,6-1 0,0 8 0,2 2 90,-1 3-90,5 1 0,-1 5 0,2 0-960,4-3 0,1-1 0,0 1 960,0 0 0,0 0 0,2 0 59,3 3 1,2-1 0,2-4-78,8-1 63,4-1 0,3-3-45,1-6-443,-4-5 1,5-1 0,-4-2 442,-4-5 0,0-2 0,8-2 0,2-1 0,-3-2 0,-6-2 0,-3-2 22,1-2 1,2-4-1,-2-1 1,-4 0-609,-5-3 1,-4-2 0,-1 1 585,3 0 0,0 0 0,-4 1 0,-9-3 0,-4 2 0,-1 6 700,0 9 1,-2 5-851,-6 1 0,-3 2 0,2 2-120,5 3 0,1 3-823,-10 6 1,-3 5 0,4-1-33,8-3 1,2 3 1124,1 2 0,-2 4 0,1 1 0,3-2 0,3 1 0,1 0 0,1 1 0,0 1 0,0 0 0</inkml:trace>
  <inkml:trace contextRef="#ctx0" brushRef="#br0" timeOffset="22157">7444 2023 13199,'-24'15'45,"-1"0"0,5 2 0,-1 2 0,4 0-45,5 1 0,2 1-1639,-5 4 1,3 0 1008,5-7 1,4 0 1251,8 5 1,4-1-623,10 1 0,-7-4 0,2-2 358,11-10-358,-9-7 0,1 0 90,8-9-90,-5-3 0,5-6 45,-15 5 0,0 0-45,2-7 45,-5 3 0,-2-2-45,-1-4 0,-3-8 0,-10 10-45,0 4 0,-2 2 45,-11-3-45,9 6 0,-1 2-405,-10 6 0,5 11-179,-5 0-226,11 4 1,2 2-226,-6 5 1080,0 4 0,2 2 0,1 2 0,4-5 0,-1 0 0</inkml:trace>
  <inkml:trace contextRef="#ctx0" brushRef="#br0" timeOffset="22556">7354 2669 14099,'-25'-4'0,"0"1"0,3 3 0,3 4 0,1 16 90,8 0-135,1 0 0,2 2-45,4 2 0,1-1 45,-1-3 0,1 0-45,4 8 0,2-3 90,4-10 0,4-2 0,1-2 0,5-6 45,2-4 0,1-3-45,2-9-1197,4-4 1,-1-2 1286,-13 5 0,-2-2-30,4-5 0,1-3 0,-3 1-60,-5 6 0,-2-1 45,3-8 0,-3-3 45,-9 1 0,-3 1-90,2 9 0,-2 0 0,-4-3 0,-4-3 0,1 4-90,-7-2-1097,-4 4 1,0 4-73,6 5-380,1 3 1,2 2 1134,8 0 1,-2 0 0,9 0-1</inkml:trace>
  <inkml:trace contextRef="#ctx0" brushRef="#br0" timeOffset="24226">7740 1326 10591,'-4'-7'1169,"1"-2"-269,-2 5-630,2-1 269,-5-2-449,5 5 270,-1-1 270,20 9-360,-5 2-1161,9 2 0,6 2 0,-2 0 936,-6-2 0,1 0-27,1 0 0,5 2 0,1 0 0,0-1 0,-4-1-567,7 2 0,0 1 564,-8-5 0,3 2 0,2 0 0,1 1 0,0-1 0,-1 1 0,-1-2 0,0 0 0,0 1 0,1-1 0,-2 0 0,1 0 3,1 1 0,0-1 0,-1 0 0,1 1 0,2 0-6,0-1 1,3 2 0,1-1 0,1 1 0,-2-1 0,-3-1 0,-4-1-473,1 0 0,-4-2 1,3 1 459,2 0 0,3 2 0,2-1 0,-3 0 0,-5-2-90,0 0 0,-2-1-300,3 0 0,3 1 1,-5-1-241,3 0-1009,-4-1 1,-8 0 1281,-34-3 1,5-1-1,-3 0 1,-1 0 0</inkml:trace>
  <inkml:trace contextRef="#ctx0" brushRef="#br0" timeOffset="24676">7825 2112 11580,'-19'-6'450,"5"5"540,-14-10-811,15 10 271,-13-7-180,17 7 360,-7-4-540,12 4 269,-2-2-179,5 3 0,1-2 540,5 1-450,6-1-46,7-2 1,3 0-180,-6 1 0,1 0-1116,12-3 1,4-2-1,-2 1 1071,-5 1 0,0 0 0,2-1 0,2 0 0,0 1-756,-3-1 0,0 1 0,-1 1 756,5-2 0,1-1-304,-7 3 1,4-1 0,1-1-1,-2 1 1,-2 0 303,-1 1 0,-3 0 0,3 0-84,0-1 0,4 0 0,2-1 0,0 1 0,0-1 0,-4 1 84,3 0 0,-3 0 0,0 0 0,0 0 0,2 0 0,1-1 0,-1 1 0,-1 0 0,4-1 0,-2 0 0,-6 2-180,-4 0-402,3-1-407,-18 5-777,-19 0 147,2 0 1619,-14 7 0,-3 1 0,12-4 0,1 2 0,-13 4 0,1 0 0</inkml:trace>
  <inkml:trace contextRef="#ctx0" brushRef="#br0" timeOffset="25107">7576 2685 12930,'-11'-7'1709,"-5"-14"-810,8 7-809,-1-5 630,20-3-540,0 11-1819,13-5 1,4-1 1236,-13 8 0,2 0 424,5-2 1,4-3-1,1 0 1,-3 2-23,3-1 0,2 0 15,-7 3 0,3-2 0,3-1 0,0 1 0,-2 0 0,-3 1-15,4-1 0,-3 2 0,3-2 0,-3 2 0,3-2 0,2-1 0,1 1 0,0-1 0,-2 1 0,-4 2 0,6-2 0,-4 1 0,4-1 22,-7 3 0,3-2 1,2 0-1,2 0 1,0-1-1,-2 2 1,-2 0-1,-4 1-22,7-2 0,-5 2 0,4-1 30,-2 1 0,4-2 0,2 0 0,-1-1 0,-2 2 0,-5 1-30,4 0 0,-2-1 22,-2 2 1,3-2 0,-1 0-1,-4 2-22,-4 2 0,-1-1 0,13-4 0,-3 1 1228,-9 5-1408,8-5-180,-20 8-1809,1-1-1108,-25 3 0,7-1 2882,-16 6 1,11-3 0,-1 3 0</inkml:trace>
  <inkml:trace contextRef="#ctx0" brushRef="#br0" timeOffset="25640">9054 1802 12570,'-5'-18'2608,"-1"3"-2518,0 4 180,-2 2-90,3 7 0,-10-1-90,5 8-45,-4 1 0,-1 2-45,-1 5 45,-6 6 0,0 4 90,9-1 0,2 3-1208,0-4 0,1 2 0,3-1 1073,2 4 0,4-1 526,0-5 1,4 0-482,8-1 0,4 0 0,2 2 0,1-1-45,-1-1 0,3-1 90,1-4 0,4-1 0,-1-5-798,1-7 1,-1-1 752,4 5 0,1-3-15,-7-10 0,0-3 0,-3 0 60,6-5-90,-5-1 0,-2-3 45,-6 1 0,-2 0-45,-2 3 0,-1 0-45,1-6 0,0-1 90,-3-2 0,-1-1-1014,-2 7 1,0-1 1013,1-5 0,-2-2 270,-3-5 0,-3 2 54,1 10 1,-3 1-281,-1-5 1,-3-3 0,0 6-90,0 8 0,-1 2-30,-5-2 0,-3 0 0,2 3 30,-11 2 0,2 9 0,-5 3 0,2 3-90,5 3 0,2 3 1,0 0-1,-2-2 0,1 0 0,1 3-330,0 5 0,1 3 0,6-2-209,3 5-361,4 3 1,4 1 179,11-4-829,2 2 1,3-1-212,7-5 1850,-2-2 0,0-2 0,2-4 0,4 3 0</inkml:trace>
  <inkml:trace contextRef="#ctx0" brushRef="#br0" timeOffset="26410">9097 1699 12570,'-11'-13'2338,"-1"1"-1978,0 5-180,1 7 270,-7 14-360,8 1-45,-7 6 0,-2 4 45,5-3 0,1 0-322,-3 2 0,1 2 292,4 0 0,2 3 0,2-4-256,3-7 0,1-1 226,1 10 0,2 5 0,0-5-30,-1-11 0,3 0 60,5 6 0,3 3 0,-1-5-60,2 7 90,1-11 0,3 2 0,-1-4 0,5 2 45,6-2 0,0-2-45,0-7-45,5-4 0,-1-2-45,-1-1 0,-6-9 0,2-6 0,-3 1 0,-7 6 0,-1-1-23,1-7 1,1-4-1,0-2 1,-3 3-289,-2 2 0,-2-2 288,0-2 1,0-4-1,-1 0 1,-1 3-23,-1 0 0,-2 1 90,-2-1 0,0-4 0,0 0 0,-2 4 0,-2 3 0,-1 0 15,-4-7 0,-2-3 0,1 5-60,1 9 0,-2 2 0,-4-4 0,-4-1 0,2 4 0,-8 0 0,5 4 0,-3 3 0,-3 9 0,1 3 0,7-4 0,0 2 0,-8 7 0,-5 5 0,5-2 0,6-4 0,1 2 22,-1 4 1,-2 3-1,-1 1 1,4-2 22,1 0 0,0 0-45,1 1 0,-2 3 0,0 0 0,3-2 0,2 0 0,1-1 60,-2 8 0,-1 4 0,4-4-60,4-7 0,3 0 30,-1 7 0,1 3 0,1-3-30,1-7 0,2-1 59,6 10 1,4 4 0,-1-4-60,-3-10 0,2-1 30,8 7 0,4 3 0,-2-6-30,7 1 0,-7-9 0,5 1 0,-3-3 0,8 0 30,-8-4 0,3-1 0,-2-3-30,6-7-30,-7 0 0,2-1 0,-2-2 30,-7-2 0,0-2 0,7-8 0,2-4 0,-3 2 0,-6 3 0,-1 0 0,0-1 0,1-2 0,-1-1-30,-2-3 0,-2-1 0,-1 3 75,1 0 0,-2 0 45,-1 0 0,0-4 0,-1 0 0,-1 5 0,0 3 0,-3 1-30,-4-6 0,-3-2 0,0 4-60,-7-2 0,-3 11 0,-4 0 0,1 3 0,5 6 0,-1 2 0,-11 2 0,-5 1 0,4 2 0,6 2 0,1 1 0,-1 0 0,-1 2 0,0 1-300,0 2 0,2 3 1,1-1-16,0 0 0,1 1-765,-5 6 1,-2 3 0,5-2 224,8-6 1,3 2 854,-1 5 0,0 4 0,4-4 0,9 8 0,0-7 0,0 0 0</inkml:trace>
  <inkml:trace contextRef="#ctx0" brushRef="#br0" timeOffset="27290">9857 1825 12660,'-16'0'3238,"-4"0"-2698,3 0 449,-3 0 1799,14 0-2518,21 0 135,1-3 0,3 1-270,1 1 0,2 1-1228,5-2 1,2 1 0,-3-1 946,-5 0 0,1 0 168,3 1 1,4 1 0,0-1-1,-3 0 23,-1-1 0,0 0-15,0 1 0,2 0 0,0 0 60,-2 0 0,0 0 0,-3 0-45,0 0 0,0 0 105,6-1 0,4-1 0,-6 1 792,3-1-853,-3 0 1,-2-1-90,-10 0 0,6-4 0,-15 4 0,0-7 0,-3 6 0,-1-4-89,-1 1 89,0 1 0,0-2 3256,-6-5-3346,-9-4 90,3 3-90,-12-3 90,16 13-180,-8-2 180,10 5-90,-4 1 90,7 1 90,-1 6-90,3 1 90,6 15-90,2-9 90,3 1 0,1-1 0,3-3 89,2 1 1,-1 0-90,0-3 0,7 4 90,-8-5-90,-3-3-90,5 3 0,-10-4 0,3 1 0,-7-1 0,-1-2 0,0 2 90,-1 2-270,-7-1-2518,-12 13 1079,-1-7 526,4-1 1,-3 2 0,-1-1 764,-2 1 0,-1 0 0,0 0 1,1 0-1,-1 0 0,0 0 1,-2 0-1,0 1 0,0-1 1</inkml:trace>
  <inkml:trace contextRef="#ctx0" brushRef="#br0" timeOffset="33874">6879 1439 7083,'-6'14'90,"0"-1"-90,1 1 90,-1-2-621,0 2 711,1-1-90,-2 1 90,2 1-91,-2 0 91,1 1 0,-1 0-567,1 1 567,-1 0 0,1 1 180,-4 8-181,2-5 181,0 1 0,1 0-270,0 2 135,-1 4 0,1-1-45,2-2-1,0 5 1,0-1 0,1-1-60,1-4 0,0 5 0,1-4-75,0-8 0,0 1 75,0 9 0,0 5 0,0-5-75,0-10 0,1-1 105,0 7 0,-1 4 0,1-4-60,0 7-1,0-9 1,0 4 0,1-4 0,0 7 30,-1-8 0,1 3 0,0-3-30,5 8 30,-3-8 0,-1 3 0,2-3-30,8 8 30,-5-3 0,1 5 0,-1-4-75,0-9 0,1 1 44,3 9 1,1 5 0,0-5-45,-4-11 0,1 0 45,4 6 0,3 3 0,-2-4-45,-3-7 0,0-1 15,6 5 0,2 2 0,-2-2-15,-4-7 0,1 0 75,7 4 0,3 2 0,-2-2-75,-6-6 0,2 1 0,4 0 0,4 3 0,1-1 0,-3-1-243,-2-2 1,1-1 264,3 1 1,6 1-1,0 0 1,-4-2-576,-3-2 1,1-1 552,2 0 0,6 0 0,0-1 0,-5-1-464,1 0 0,0-2 437,-4 1 0,3-1 0,2 0 0,-2 0 0,-3-1-18,5-3 0,0-1 18,-5 3 0,3 0 0,2 0 0,-1-1 0,-5 0 27,7-5 0,0-1-45,-6 4 0,5 1 0,1-1 0,-1 1 0,-4-1-256,-3 0 0,-4 0 0,4 0 274,4 0 0,4-1 0,1 0 0,-1 1 0,-5 0-18,-4 1 0,-3 0 0,3 0 18,2-1 0,5 0 0,0-1 0,-1 1 0,-4 0-780,4-1 0,-2 0 762,1 1 0,1-1 0,0 1 0,-1-2 0,0 1 0,-2 0 24,0 0 0,2-1-2,-1 0 1,5-1-1,0 0 1,-4 0-23,-3 1 0,1-1 0,-1-1 0,5-1 0,-1-1 0,-4 2 0,-2-1 0,-1 0 0,1-2 0,3-2 0,-1 0 0,-3 1 0,-2 0 0,0-1 0,1-2 0,2-2 0,1-1 0,-4 2 0,-2 0 0,1-1 54,-2 2 0,3-5 0,1 0 0,-1 1 0,-4 2 36,3-2 0,-1 0-1,1-1 1,2-4 0,0 0 0,-4 4-45,-4 4 0,-1 0 15,3-6 0,1-4 0,-3 3-15,-5 8 0,0-1-45,1-9 0,1-4 0,-2 4 45,-3 5 0,0 0-45,-1-2 0,0-4 0,0-1 0,-1 4 0,0-1 0,-1-1-23,0-1 1,0-4 0,0-1-1,-2 5 23,-1 1 0,-2-1-18,1 2 0,0-4 0,0-2 0,-1 2 0,0 4 5,-3-5 1,-1 1 48,1 2 0,0-4 0,-1-2 0,0 2 0,1 4 9,-2-3 0,-1 1-28,1 4 1,-2-3 0,0-1 0,0 1 0,1 4-18,-3-4 0,-1 1 0,-1 0 0,-2-3 0,-1 0 0,2 5 0,1 3 0,-1 1 22,0 0 1,-2-3 0,-1 0-1,3 4-22,1 2 0,0 1 0,-1-2 0,-3-3 0,0 1 0,3 2-45,1 2 0,0 0 45,0-1 0,-2-1 0,0 1 45,-3-4 0,2 2-45,2 3 0,0 0 0,-3-4 0,-2 0 30,2 3 0,-2 1 0,2 0-30,1 1 0,-2 1-23,0 0 1,-5-2 0,1 0-1,2 4 23,2 1 0,-1 1 0,-1 0 0,-5-1 0,1 0 0,3 2 0,1 2 0,0 0-23,-3 1 1,-4-1 0,-1 1-1,5 0 23,-1 2 0,0 1 0,4 0 0,-5 1 0,-1-1 0,1 1 0,3 0-429,-6 1 0,1 0 429,-1 0 0,-2 0 0,-1 0 0,2 3 0,-1 0 0,3 0 533,0-2 1,-1 1-552,7 1 0,-4 2 0,-1 0 0,1 0 0,4-1 18,-5 0 0,1 0 0,-1 3 0,-5 1 0,1 1 0,4-2 45,1 0 0,1 0-23,-2 3 0,-4 1 1,0 0-1,5 0-22,1-1 0,0 1 0,1 3 0,-5 2 0,1 0 0,5-1 0,1 0 0,2 1 0,0 1 0,-3 3 0,1 0 0,3-2 45,2 0 0,1 0-45,1-1 0,-2 1 0,0 1 30,1-1 0,-1 1 0,2-1-30,0-1 0,-2 1 22,0 1 1,-3 3 0,0 0-1,3-4-22,0 0 0,1 1-23,-2 0 1,-2 5 0,0-1-1,3-2 23,1-1 0,1 2 22,0 2 1,-3 4 0,1 1-1,4-4-22,1 0 0,1 1 18,2-2 0,-1 4 0,0 1 0,0-1 0,2-4-18,0 2 0,2 0-68,-1-2 1,1 3 0,-1 0-1,2-4-532,3-6 0,0-1 240,0 3 0,1 1-1279,0 4 1,2-2-848,7 7 1393,-2-8 1,1 3 0,2-3 751,1-5 1,1-2 0,4 9 0,1 0 0,6 1 0</inkml:trace>
  <inkml:trace contextRef="#ctx0" brushRef="#br0" timeOffset="36994">9075 1835 11311,'-6'-8'719,"1"1"-359,5 4-90,-3 0 0,2 1 89,-2-2 271,0-3-360,1 2 539,-4-7-629,3 6-90,-3-3 360,-2 0-270,2 4 270,-8-7-360,6 8 90,-11-4-180,9 6 89,-18-1 1,14 3 45,-8 8 0,-2 5 90,1 4 0,2 2-573,-1-2 1,1 3 437,3 2 0,0 1 0,5-1-45,4-8 0,3 2 15,-3 8 0,0 3 0,2-2-60,3-7 0,2 0 60,-1 8 0,0 3 0,2-3-60,3-9 0,1 0 60,3 9 0,1 2 0,3-2-129,2-8 0,2-3 0,2 0 159,4 6 0,3 0 0,-1-3-45,2 0 0,2-5 15,-3-5 0,2-3 0,-3-2-60,8-1 30,-9-3 0,3-2 0,-2-1-30,-7 0 0,-1-3 30,7-2 0,3-1 0,-4-2-30,-6 1 0,0-1-30,3-6 0,3-4 0,-3 2 30,-6 4 0,-1-2 0,1-6 0,0-4 0,0-3 0,-2 3-982,-2-1 1,-2 0 0,0 0 1003,0 5 1,0 0-1,0-1 1,-1-1 111,-3-3 1,-2-2 0,-1 1 0,1 5-279,1 4 0,-2-1 189,-2 0 0,-3-3 0,0 0 0,1 4 45,-3-8-90,-2 10 0,-2-1 0,0 3-90,-5-2 90,-4 2 0,-3 3-90,1 7 90,4 5 0,-3 3 0,2 1 0,6 1 0,-1 2 30,-9 5 0,-3 3 0,4 0-30,6-2 0,1 0-30,0 1 0,-2 0 0,2 2 60,0 1 0,1 1 0,1-1-30,0-1 0,1 2 0,-6 6 0,-1 3 0,3-3 45,6-6 0,2 0-15,-4 6 0,0 3 0,2-3-30,5-7 0,2 1 30,-2 6 0,1 4 0,2-4-30,0 10 30,5-10 0,0 4 0,3-4-30,1-6 0,3-2 30,3 7 0,2 3 0,1-5 15,0-5 0,1-3-45,6 8 0,1-1 45,6-4 0,0-2-45,-11-5 0,2 0 30,7 1 0,3 0 0,-3-2-30,-10-3 0,1-1 0,6-2 0,2-1 0,-3 0 90,5 0-120,-7-7 0,2-2 0,-3 0 30,6-3-30,-8-4 0,2-4 0,-3 1 30,-6 5 0,0-1 0,5-9 0,-1-4-30,-6 7 0,-2-1 0,-1 2-15,1 0 0,-2-1 15,2-8 0,-1-4 0,-3 5 30,-3 9 0,-2 2-60,-2-7 0,-2-2 0,-1 4 60,-1 9 0,-3 1 0,-5-4 0,-3-2 0,1 4 0,4 6 0,-2 1 0,-8-1 0,-5 1 0,4 1 0,6 4 0,0 2 0,-9 0 0,-5 1 0,4 2-812,9 3 0,0 1 812,1-1 0,-3-1 0,1 2-90,2 4 0,0 1 0,0 2-1003,-1 2 1,0 2 0,1-1 658,1-2 1,0-2 0,2 3-648,0 8 0,2 2 0,5-3-808,4 6 1855,10-7 0,3 1 0,1-2 0,8 7 0,2-7 0,0 0 0</inkml:trace>
  <inkml:trace contextRef="#ctx0" brushRef="#br0" timeOffset="37791">9096 1675 10231,'0'8'1349,"0"-1"-539,0-2-540,0-2 359,0 5-449,0-5 630,0 4-630,0-4 629,0 1-449,0-2 2698,0 0-2968,0-8 90,-5 5 0,4-16-135,-2-2 0,1-1-45,2-10-1093,3 1 1,2-5 0,0 4 1124,-2 11 1,1-1-33,2-3 0,3-5 0,-1 0 0,0 5-228,0 3 1,0 0 197,6-6 0,1-3 0,0 4 30,-5 9 0,1 2-30,6-5 0,3-2 0,-2 4 30,-5 7 0,1 1 0,7-3 0,4-1 0,-2 3 0,-7 4 0,1 1-30,9-1 0,5-1 1,-4 2 73,-8 2 1,1 2-45,4-1 0,5 0 0,-1 0 0,-3 2 0,-4 2 0,1 0 0,1 0 0,4-2 0,0 2 0,-5 1 0,-4 3 0,-2 1 0,5-3 0,3 0 0,-4 1 0,2 9 0,-3-7 0,-2 0 0,-5 2-38,4 3 38,-11-8 0,3 5-90,-7-4 3238,2 1-3148,-3-2 766,0 0-766,1-2 61,-1 2-1140,0 1 179,0-1-2377,-5 5 707,4-5 2570,-13 6 0,9-4 0,-9 3 0</inkml:trace>
  <inkml:trace contextRef="#ctx0" brushRef="#br0" timeOffset="41141">9979 1038 9242,'7'-12'1079,"1"0"-629,-1 1-180,-2-1 89,0 2-89,-1-1 90,-2 1 90,0-2 180,-1 0-541,-1 2 1,-4 1-90,-10 12 0,1 6 90,-4 5 0,-1 1-90,-1 9-858,3-7 1,-1 2 0,1-2 857,4-5 0,1 2 30,-5 4 0,-2 3 0,3-2-30,-5 6-549,7-9 1,-1 3-1,2-2 639,-2 4-90,-2 4 0,1 0 0,5-7 45,1-1 0,-1-1 45,2-8-90,2-7-90,-5-20 90,7-1 0,-2-6 0,0 0 1811,2-3-1691,1 6 0,1-4 0,0 2-528,1 8 0,1 0 498,-1-10 0,1-1 225,2 4 0,2 1-719,-1 3 1,1 1 358,-1 0 0,1 3 135,5 3-90,-5 19 45,2 10 0,0 3-45,4 7-525,-1-2 1,0 5-1,1-2 345,-2-4 1,1 0-31,0 1 0,1 2 0,1 0-570,0-1 1,1-1-1,0 0 90,-2-4 1,0 0-1,1 0 69,3 7 0,1 2 1,1-2 620,-4-7 0,0 0 0,1 0 0,0 0 0,1 0 0,0 0 0,0 1 0,0-1 0,0 0 0</inkml:trace>
  <inkml:trace contextRef="#ctx0" brushRef="#br0" timeOffset="41789">9169 2270 7533,'1'-19'-270,"0"1"0,-1 1 0,0 0 0</inkml:trace>
  <inkml:trace contextRef="#ctx0" brushRef="#br0" timeOffset="42709">11821 793 10771,'0'-16'1079,"0"-6"-629,-5 4 360,-1-12-631,0 16 1,-2-11-180,4 18-90,-2-4 180,-6 26-90,4-4 45,-2 13 0,-1 3-556,2 2 511,3-6 0,-1 4 0,1-4 45,3-6 0,1-1-15,-1 7 0,0 1 0,2-3-30,9 4 45,0-1 0,2-3-45,8-6 44,4-3 1,0-2-45,1-6-30,0-5 0,4-2 1,-3-1 29,-7 0 0,-1-2 29,7-5 1,4-4 0,-6 1-30,1-9 30,-11 4 0,-1-5 0,-2 2-30,-4 5 0,-2 0 0,-3-9 0,-2-4 0,-1 4-972,0 8 0,-1 0 927,-4-9 0,-4 2 45,-2 7 0,-3 4 0,-3 5 0,-1 1-90,2-3 0,-2 4-840,-1 10 1,-1 6 0,3 4 929,6 2 0,3 4 0,-1 0 0,-1-1 0,-2-1 0,3 1 0,6 3 0,-1 0 0,0 1 0</inkml:trace>
  <inkml:trace contextRef="#ctx0" brushRef="#br0" timeOffset="43557">11924 1615 11850,'5'-17'450,"-1"1"270,-3-8-451,0 7-44,-7 1 0,-1 2-225,4 0 45,-10 4 0,-1 2-45,6 5 0,-8 3 0,0 3 0,2 9 0,-3 3 0,1 1 90,1 9-90,4-7 0,-2 2 0,3 1 45,4 2 0,1-1 0,-4 2 0,2 0-45,7 0 0,4-4 0,6-8 45,3 0 0,1-1-45,5-5 0,3-1 0,0-2 0,1-2-45,6-9 0,-1-3-3232,-2 0 3149,-5-2 1,-2-3 82,-4-1 0,-5-4-202,-2-4 0,-3-2 247,0 2 0,-3-1 0,-2-1 0,-5 2-45,-10 3 0,-3 4 45,-3-5-60,3 12 0,-4 0 1,2 5-301,-11 9-420,8 3 1,-3 3-1,3 2 195,7 1 1,0 2 584,0 1 0,-2 4 0,0-1 0,4-1 0,0 1 0,2 1 0,0 0 0,-1 1 0,1-1 0</inkml:trace>
  <inkml:trace contextRef="#ctx0" brushRef="#br0" timeOffset="43992">11844 2140 14189,'-14'0'90,"0"0"-90,1 7 0,4-5 90,2 13-90,0-2 45,5 5 0,0 3-45,-3 5 0,6 0 0,2-1 90,-1-6-90,8-1 0,3-1 0,-3-5 0,9-1 0,4-3 0,0-5-1093,-2-2 1,4-2 0,-2-1 956,-5-3 1,1-2 247,3-1 1,5-3-1,1-1 1,-6 1-23,-1-3 0,-3-1 22,2-2 1,1-2-1,0-1 1,-5 2-24,-5 1 1,-4-1 60,0-8 0,-2-4 0,-2 3-150,-4 8 0,-3 1 0,-6-7 0,-4-1 0,0 4 0,2 8 0,-3 2-30,-9-1 0,-5-1 0,3 4 20,6 5 0,1 2-950,-8 1 1,-2 2 0,3 0-751,-3 2 1710,6 10 0,3 2 0,11-4 0,2 17 0</inkml:trace>
  <inkml:trace contextRef="#ctx0" brushRef="#br0" timeOffset="45109">13142 866 10861,'5'-12'1169,"-1"0"-719,-3 5-90,0 0-180,-1 1-1,0 0-89,0 3-90,0 0 0,-5 0 0,4 2 0,-8 0 0,2 0 0,-3 8 0,-7 6 0,8 1 45,-2-1 0,1 1-45,3-1 90,-3 16-90,7-17 90,9 15-90,-4-15 45,9 2 0,2-1-45,-3-4 0,8 0 0,2-2 0,-3-5 0,2-5 0,0-1 0,-4 2 0,0-13 0,-3-2 0,-5 3-45,-2-11 0,-2-3 45,-9 4 0,3-3 0,-3 2 0,-10 4-135,3 3 0,-2 5-1259,-2 19 0,0 5 45,-13-2 975,16 8 0,2 7 0,1-2 0,4-5 0,2 0 0,-5 10 0,1 1 0</inkml:trace>
  <inkml:trace contextRef="#ctx0" brushRef="#br0" timeOffset="45543">13201 1396 12750,'-7'-10'0,"-5"-1"-90,6 7 90,-5-1 0,2 4 0,0 15 90,4-5-90,1 7 0,2 2 0,-1-2-45,1 7 0,2 1 45,9-8 0,1 0 0,-6 2 0,2-2 0,12 0 0,3-5 0,-4-6 180,3 0 0,0-4-1,-3-7 46,0-3 0,-1-5-90,-9-4 0,-4-2-237,5 2 1,-2-2 146,-7-7 0,-4 0-3320,-5 5 3275,4 5 0,-3 2-1516,-18 3 1516,10 6-699,-5 13 1,0 5 248,0 3-390,7 4 1,-2 4 0,2-2 209,5-4 1,1 0 629,-3 9 0,0 5 0,2-4 0,4-7 0,0 0 0,1 0 0,-1 1 0,1-1 0</inkml:trace>
  <inkml:trace contextRef="#ctx0" brushRef="#br0" timeOffset="45940">13274 1890 13649,'-9'-11'180,"-6"3"270,-4 4-360,1 2-90,-1 4 0,1 2 0,1 7 45,0 1 0,2 3-45,2 4 0,1 5 0,2 2-135,6-6 0,1 1-1504,-2 1 1,1 1 1022,2-5 1,3-2 615,17 8 0,-6-11 0,11-3 0,3-2 988,-1-5-868,-5-5 0,3-3 0,-3 0 60,10-4-5,-8-1 1,0-3 4,-7 1 0,-2 0-90,5-9 0,-4-2 0,-3-1-90,-4-2 0,-8-2 0,-4 0-90,-6 6 90,1 5 0,-5 2 0,-6 5 0,-3 3-180,-6-1-390,7 3 0,-3 2 1,4 2-511,-7 9-559,2-2 1,4 4 1220,9 6 1,-1 4 0,13-10-1</inkml:trace>
  <inkml:trace contextRef="#ctx0" brushRef="#br0" timeOffset="46940">14287 1202 10951,'9'-8'2069,"2"0"-540,-2 0-1349,-3 3-1,0-2-89,-15 13-90,7 2 0,-9 3 0,-2 1 0,6 5 0,-6 3 0,1 2 45,8-4 0,2 0-45,-5 1 0,3-1 0,10 4 0,2-3 0,0-6-90,7-1 0,2-2 1,-1-5-1,4-5 0,2-3 90,-2-5 0,3-7 0,-1-2-90,-5-2 60,-7 0 0,0-3 0,-6 0-15,-16-4 0,-4-1-209,10 0 0,-3 2-16,-10 7 0,-7 3 0,3 4-719,-6 4-104,6 7 1,-3 0 0,2 1-373,7 0 0,0 0 1122,-10 8 1,1 0 0,-1-2 0,0 8 0</inkml:trace>
  <inkml:trace contextRef="#ctx0" brushRef="#br0" timeOffset="48691">12029 771 11490,'-5'-9'1080,"1"-1"-271,1 5-359,1-1-360,0 1 270,1 3-90,1 1-180,5 0 719,4 10-629,2-1-45,0 2 0,4 2 0,7 3 0,2-2-90,-6-2 0,2 0-1063,6 2 1,4 1 0,-5-3 1017,-6-3 0,-1 0 0,9 4 0,5 1 0,-4-1 0,-8-3 0,0-1 22,3 2 1,5 2-1,1-1 1,-1 0-807,1-1 0,0-1 1,0 1 813,0 0 0,0 1 0,0-2-30,1 1 0,0-2 0,-5-1 0,-1-1 0,-4-1 0,-2-1 0,-7-2 0,4 1-180,-12-3-1317,1 0-1562,-4-4 3483,-5-2-424,-4-6 0,-6 2 0,-2-2 0</inkml:trace>
  <inkml:trace contextRef="#ctx0" brushRef="#br0" timeOffset="49157">12055 715 11311,'-8'-11'1619,"0"-2"-1619,4 6 90,2 1 359,16 12-269,-5-4 225,12 11 0,5 6-315,-3-1 0,0 0-473,-6-4 1,0 1 0,1 1 427,0 1 0,3 2 0,-1 0 0,-3-3 0,0 1 0,1 1-9,0-1 0,4 3 0,0 2 0,0-2 0,-3-2-644,3 2 0,1 1 626,-3-4 0,5 4 0,1 1 0,-2-2 0,-2-3 27,2 2 0,0-2-27,-4-2 0,4 2 0,0 0 0,0 0 0,-4-3 27,5 3 0,-1 0-10,-5-3 1,4 2 0,0 1 0,-2-1 0,-2-3 9,3 3 0,-1 0-23,-1 0 1,4 2 0,-1-1-1,-4-2-22,-2-2 0,0-1 30,5 3 0,2 1 0,-2-2-30,4 0 0,-8-4 0,1-1 0,9 1-270,-1-2 1,-3-2-1980,-3-2-629,-17-4 2878,-4-18 0,-6 7 0,-6-16 0</inkml:trace>
  <inkml:trace contextRef="#ctx0" brushRef="#br0" timeOffset="49642">12111 712 11221,'-10'-11'179,"0"0"181,1 3-360,5 3 90,-3-1 270,12 25-180,-5-6 180,10 14 0,3 4-666,-8-15 0,0 1 440,5 6 1,3 5 0,2 1 0,-1-2-818,-3-5 0,1-1 1,0 0-1,0 1 705,1 2 1,0 0-1,1 1 1,0 1 52,0-4 0,1 1 0,0 0 0,1 1 0,-1-1 0,1 0-431,1 3 1,0-1 0,0 0 0,1 0 0,-1 0 355,-1-1 0,1 1 0,-1-1 0,1 1 0,0 0-163,1-1 0,1 2 0,1 1 0,-1-2 0,-2-1 0,-1-5 222,-2-1 1,-2-3 0,2 2-155,2 2 0,3 2 0,0 0 0,0 0 0,-3-4 140,3 3 0,0-1 0,1 0 0,2 3 0,1 0 0,-3-4-45,-1-1 0,-1 0 80,1-1 1,2 3 0,0 0 0,-3-3-81,-1-1 0,-1-2 45,7 8 0,1 0-45,-8-7 0,-1-1 1129,3 3-1174,-4-5 0,-1-2-314,-6-5-741,1 0-519,-7-13 1619,-8-14 0,5-1 0,-2 7 0,0 1 0</inkml:trace>
  <inkml:trace contextRef="#ctx0" brushRef="#br0" timeOffset="50108">12093 1578 12390,'-10'3'720,"2"0"-271,6-3 721,1 0-91,0-5-899,21-5 45,-5-1 0,1-1-135,2 1 0,2 0-898,2-4 0,2-2 0,-3 1 853,-3 4 0,0-1-45,-1-1 0,3-2 0,2-2 0,0 0 0,-1 2-618,3-4 1,1 1-1,-2 1 1,1-1 617,-1 0 0,0 0 0,1 1 0,0-2 0,-1 2 0,1-1 0,0 1 0,-1 0 0,-4 4-164,1-1 0,-1 1 164,5-5 0,2-2 0,-4 3 0,-9 8 0,-1-1 0,10-9 0,-2 0-90,-6 5-315,-2 2 1,-2 1-46,-4 4-1529,1-5-1298,-5 10 1067,-9 0 1131,0 10 1079,-16 4 0,7 5 0,-9-1 0</inkml:trace>
  <inkml:trace contextRef="#ctx0" brushRef="#br0" timeOffset="50523">12107 1622 12120,'-9'-11'1349,"1"5"-899,5-3 0,1 8 89,6-5-269,5 6 135,12-4 0,2 0-225,8 1-1221,-4-1 0,6-1 1,-4 1 1040,-8 0 0,2 1 0,3-2 0,6 0 0,-1 0 0,-3 0-402,0 0 1,1 0 401,-3 1 0,3-2 0,3 1 0,-2 0 0,-4 0-334,-3 1 1,-4 0 0,4-1 333,3 0 0,5 0 0,0-2 0,-1 2 0,-4 0 0,4-2 0,-2 1-45,0 0 0,4-1 0,-1-1 0,-4 1-1594,-4-1 1,-1 0 956,6-1 1,-4 0-1428,-10-6 580,-20 9 1529,-8-2 0,-5 6 0,-4 0 0</inkml:trace>
  <inkml:trace contextRef="#ctx0" brushRef="#br0" timeOffset="50925">12192 1575 12480,'-13'-28'1799,"3"9"-1349,1-5-540,5 17 180,1-3 89,9 17 1,-4-2 45,10 9 0,3 1-45,-2 4-269,2-3 1,2 1 208,-3-2 0,2 0 0,-1 0-503,-1-1 0,3 2 427,2 0 1,3 3 0,2-1 0,-4-2-561,1 0 1,1-2 569,-2-1 0,4 1 0,0 1 0,0-1 0,-3-3-1349,7 4 1,0-1 1316,-8-4 1,3 1-1,-1 0 1,0-1-23,2 0 0,-1 0 0,-2 0 0,5 0 0,0 1-379,-3-1 0,2 1 0,1 0 1,-4-1 378,1-1 0,-1 1-119,5 2 1,3 1 0,-5-2 118,0 0-45,-7-3 0,-2-1-654,-4-3-2089,-6-2 3515,-1-7-2077,-9 3 1350,-11-20 0,-1 13 0,-7-12 0</inkml:trace>
  <inkml:trace contextRef="#ctx0" brushRef="#br0" timeOffset="51376">12258 2139 14908,'15'-13'720,"0"0"0,5-5-451,2-3 1,1 0-1381,-2-1 1141,-2 3 0,2-3 0,-2 2-487,-4 4 0,0 0 434,3-3 1,3-3-1,1-1 1,-4 2-421,2 0 1,-1-1 442,-2 1 0,3-4 0,1-1 0,-1 0 0,-3 3 0,-2 3 0,-3 1 0,3-3-13,-3 1 0,3-3 0,0-2 1,1-1-1,-1-1 0,0 2 0,-2 1-23,1-1 0,-1 1 0,-1 1 0,0 0 0,1-2-364,-1 1 0,1-2 1,1 0-1,-1 0 1,-1 2-1,0 1 400,0-1 0,0 1 0,-2 2 0,0 1 156,1-2 0,-2 2-246,3-4-90,-6 11-1169,3-7-1928,-7 16 0,-6 23 3080,-10 4 0,6-4 0,-1 0 0,-1-3 0,-1-1 0</inkml:trace>
  <inkml:trace contextRef="#ctx0" brushRef="#br0" timeOffset="51758">12225 2208 12390,'4'-6'2159,"9"-5"-1845,4-9 1,2-3-944,-4 8 1,2-1 740,2-3 1,3-3-1,0 0 1,-2 4-1752,1-1 1,0 0 1655,-3 3 0,2-1 0,0-1 0,-1 2-17,2 0 0,0 2 0,-1 0 40,3-3 0,3 0-40,-7 4 0,4-2 0,0 0 0,-1 0 0,-2 2 0,-1 1 0,-1 1 0,1-1 0,2-2 0,4-1 0,1-1 0,-2 0 0,-4 3 0,3-1 0,-1-1 0,-1 1 0,4-2 0,-1 0 0,-4 3 0,-3 1 0,0 0 0,8-5 0,0-1 0,-5 4 0,-1 1-90,3-2-225,-3 3 1,-2 0-226,-8 6-1799,2-2-539,-29 20 1529,5-2 1245,-3 1 0,-4 4 1,2-2-1,3-1 1,0-1-1,-11 8 0,1-1 1</inkml:trace>
  <inkml:trace contextRef="#ctx0" brushRef="#br0" timeOffset="52092">12269 2322 12120,'-16'6'1529,"4"-1"-449,3-4-901,13-1 541,13-7-540,4 2-924,-1-1 0,3-2 1,-1 2 788,-3 0 0,1 0-15,1 1 0,2-1 0,1-1 30,5 0 0,1-1 0,-2 1-60,1 0 0,0 0 0,-5 1 0,4-1 0,1 0 0,-1 1 0,-4 0 0,5 0 0,-1-1 0,0 1 0,4-2 0,0 1 0,-5 1 0,-3 0 0,-2 1 0,8-2 0,3 0 0,-5 0 0,-12 4 0,0-1-225,12-4 0,-1 0 298,-11 1-3041,9-11 1259,-19 9-270,0-8 1979,-5-2 0,0 3 0,-1-7 0</inkml:trace>
  <inkml:trace contextRef="#ctx0" brushRef="#br0" timeOffset="52990">13212 848 10501,'-7'-5'1799,"-2"3"-1439,8-8-90,-7 9-180,7-6 1798,-5 6-1708,16 10 0,12 7 0,-2-1-90,5 2-910,-3-2 1,7 3 0,0 0 0,-4-3 761,-3-5 1,0-1 57,3 0 0,5 3 0,-1-1 0,-3-1-266,-1-1 1,1 0 283,-4-1 0,5 1 0,1 1 0,0 0 0,-1-2-18,0 0 0,-1 0 0,0-1 0,0 1-213,0 0 1,0 0-1,0-1 1,0 1 212,4-1 0,1 1 0,-2-1 0,-5-2 0,-5-1 0,-1-1-30,4 1 0,3 0 0,-4 0-150,1-1-225,-5-1 1,-2 0-226,-6-2-89,-1 0-101,-5 0 1,-15 0 0,-5 0 0</inkml:trace>
  <inkml:trace contextRef="#ctx0" brushRef="#br0" timeOffset="53357">13183 1520 11400,'-20'5'1710,"1"-1"-1081,5-1 91,9-3-271,22 0-269,1 0 0,10-2 0,2-1-784,-12 0 1,1-1 625,4 1 1,6-2-1,-1 1 1,-3-1-417,2-1 1,1 0 393,-5 1 0,4 0 0,2-1 0,-2 1 0,-3 0 0,6-2 0,-1 1 0,-4 0 0,3-1 0,1 0 0,-1 0 0,-3 1-613,4-2 1,1 0 612,-6 2 0,4-2 0,1 1 0,-1-1 0,-5 2 0,5-2 0,0 0 0,-1 1 0,5-2 0,-2 0 0,-4 2 0,-3 0 0,-3 1 0,1 0 0,1-1 0,-3 1 0,1-2 0,-3 2 0,3-2-810,-5 1 1,-1 0-2069,-9 4 731,-4-1 2147,-20 4 0,-1 7 0,-10 2 0</inkml:trace>
  <inkml:trace contextRef="#ctx0" brushRef="#br0" timeOffset="53774">13470 2141 12210,'-14'4'3276,"9"-11"-1605,19-8-1491,2-3-530,5-3 484,-1 7 1,0-1-485,-7 5 1,2 0 349,9-6 0,4-3 0,-2 3-432,-6 3 1,1 0 408,4-1 1,3-4-1,1 0 1,-3 3 22,0-1 0,0-2-36,-3 3 0,3-4 0,2-1 0,-2 1 0,-3 2-483,-4 1 1,-2 2 0,2-2 533,-1-1 0,2-2 0,2-2 0,-1 0 0,-1 1 0,-3 3-710,-1-2 0,-2 3 0,1-1 717,1-3 1,1 0-1,0-1 1,-1 1 6,-1 0 1,-2 2 0,0-1-401,4-3 0,-1 1 326,-1 0 0,0 1-202,3 0-203,-16 18-2662,0-1-165,-8 9 1427,-5 3 1850,-12 10 0,0-1 0,10-7 0,0-1 0</inkml:trace>
  <inkml:trace contextRef="#ctx0" brushRef="#br0" timeOffset="55939">11318 652 7803,'-4'18'359,"-1"1"-224,1-1 0,0 1-1337,1-3 0,-1 0 1291,-1 7 1,0 0-800,2-3 0,-1-1 845,0 2 0,0 1 74,0 7 1,0 3 0,0-1-120,0-1 0,1 2-30,1-10 0,0 3 0,0 2 0,0 1 0,0 0 0,1 0 0,1 2 0,1 0 0,0 0 0,0 0 0,1 0 0,-2-1-238,0 2 1,0-1 0,0 0 0,0 0-1,0 3 234,2-5 0,0 2 0,1 0 1,-1 2-1,1-1 0,0 1 1,0-2-1,0-1 49,-1 4 0,0-1 0,0-1 0,1-1 0,-1 0 0,1 0-75,-1-3 0,1 0 0,0-1 0,0 0 0,0 1 0,0 0 34,0 3 0,0 2 0,-1 0 1,1 1-1,-1-2 0,0-3 0,0-3-4,-1 0 0,0-3 0,0 2-6,0 3 0,1 4 0,-1 1 0,0-2 0,0-4-9,-1 4 0,0 0 0,1-1 0,-1 5 0,1-1 0,-2-5 45,-1-3 0,-1 0 22,2 1 1,0 3-1,-1 0 1,-1-5-69,-2-5 1,0 0 15,1 5 0,1 4 0,-1-6 30,-4 0 0,4-2 0,0 0-90,-2-6 90,2 10-90,3-17 891,0 3-891,1-8 1917,0 0-2547,9-7 2984,-2-4-3993,6-6 1,2-2-572,1-10 1845,-4 7 1,1-3 0,-1 1 0,-2-1 0,-1 0 0,0 1 0,-1 0 0,1-1 0</inkml:trace>
  <inkml:trace contextRef="#ctx0" brushRef="#br0" timeOffset="56927">11285 542 8882,'-14'-9'854,"0"1"1,-4-4-135,1-4-631,13 11 361,11-5-180,4 7 0,14-3 0,3 0-225,-11 3 0,2 0-865,5-1 1,6-1 0,1 0 0,-4 1-13,3-1 0,2 0 907,-9 2 0,5-1 0,2 0 0,0 0 0,-2 0 0,-3 1-186,4-1 0,-5 1 0,6 0 136,-5 0 1,4 0 0,3-1-1,1 0 1,-1 1 0,-1-1 0,-5 2-91,1-1 0,-3 1 0,-1-1 0,5 1 75,-4 0 0,2-1 0,3 1 0,2-1 0,0 0 0,-1 1 0,-1-1 0,-1 1 0,-4 0-293,7-1 0,-4 1 0,1 0 0,3 0 303,-5 0 0,4 0 0,2 0 0,1-1 0,1 1 0,-1 0 0,0 0 0,-4 0 0,-2 1-20,7-1 0,-4 0 0,-1 1 0,3-1 12,-6 1 1,1 0 0,0-1 0,2 1 0,-1 0 0,1-1 0,-1 1-13,0 1 0,1-1 0,0 0 0,0 1 0,-1 0 0,-1-1 0,-1 1-66,6-1 0,-3 1 1,1-1-1,4 1 56,-7 0 0,3-1 0,3 1 0,1 0 0,0 0 0,0 0 0,-1-1 0,-3 1 0,-4 0 10,7 0 0,-5 0 0,-1 0 0,5 0 0,-6 1 0,2 0 0,3 0 0,1 0 0,0 0 0,-1 1 0,0-1 0,-3 0 0,-4 0-23,6-1 1,-4 0-1,-1 1 1,4 0 22,-4 1 0,4 0 0,1 1 0,2 0 0,-1 0 0,-1 0 0,-2-1 0,-4 0 0,9 1 0,-5-2 0,4 1 0,-5 1 0,4 0 0,2 1 0,1 0 0,-1 0 0,-3-1 0,-4 0 0,2 0 0,-4 0 0,2 0 0,1 0 0,4 0 0,1 0 0,-3 1 0,-5-2 0,-2 0 0,-2 0 0,3 0 0,0 0 0,-4-1 0,-1 0 0,4 0 420,-3-1 0,0 0-420,-5 0 1521,14 0-1521,-10 0 0,-2 0 2132,2 0-2132,-13 0-90,3 6 180,0 4-90,-2 2 2474,6 9-2429,-6-7 0,-1 2-15,-1 4 0,0 2 0,0-1-847,1 4 0,-1 1 847,-2-4 0,0 2 0,-1-1 0,-1-1 0,1 0 0,-2 0-856,-1 5 1,-1 1 0,0 1 855,-1-2 0,1 2 0,-2 1 6,1-2 0,-1 3 0,-1 1 0,1-2 0,-1-2-588,0 0 0,1-2 0,-1 2 570,2-5 0,-1 3 0,1 0 0,0 0 0,0 1-222,2-1 1,-1 2-1,1-1 1,0 0-1,0-2 204,0 3 0,-1-2 0,1 4 13,1-4 1,-1 5 0,1 1 0,0-1-1,0-1 1,0-5 46,0-1 0,-1-3 0,1 2 48,1 1 0,-1 3 0,0 1 0,1-2 0,-1-4-63,0 1 0,-1 0 126,0 6 1,-1 4-1,0-6-171,0-9 0,1-2 178,-3 7 1,0 3-1,0-4-88,-3 5 244,-2 1 0,0-1-244,0-6 45,-5 3 0,-1 0-45,0-6 0,-6 4 0,-2-2 0,0-6-60,4-4 0,-4 1 0,2-2-30,4-2 0,0-2 0,-3 2 0,-6 0 0,1 0 0,2-1 45,-1 0 0,0-1-28,1 0 1,-3 1 0,-2 0 0,1 0 0,3-1-18,3-1 0,2 0 0,-4 1 12,1-1 1,-4 1 0,-3 1 0,-1-1 0,0 1 0,1 0 0,1-1 2,1 0 0,0-1 0,1 1 0,0-1 0,0 1 0,-1-1-15,1 1 0,0-1 0,0 1 0,0-1 0,0 1 0,0-1 0,1 0 31,-1 0 1,1 0 0,0 0 0,0 0-1,0 0 1,0-1-17,-4 1 0,1-1 0,-2 1 0,2-1 0,0 0 0,2 0-111,-3 1 1,3-1 0,0 0 0,-5 1 95,6-1 0,-3 0 0,-2 0 0,-2 1 0,0 0 0,0 0 0,1-1 0,3 1 0,3-1 0,-7 0 0,4 0 0,0 0 0,-4 1 0,9-1 0,-3 0 0,-2 1 0,-2 0 0,0 0 0,0 0 0,1 0 0,1-1 0,2 1 0,2-1 0,-2 1 0,3-1 0,1 0 0,0 1 0,-5 0 0,2 0 0,-4 0 0,-2 1 0,-1 1 0,-1-1 0,1 0 0,1 1 0,3-1 0,3-1 22,-6 1 1,5 0 0,1 0-1,-5 1-34,5-1 1,-4 1 0,-2 0 0,-2 1 0,2-1 0,0 0-1,3 0 1,4 0 11,-1-1 0,4 0 0,1 0 0,-4 0-15,-3 2 0,-4 0 0,-1 1 0,0 0 0,3 0 0,4-2-168,2 0 1,4 0 0,-2 0 114,0 0 1,-3 1-1,1 0 1,3-1-293,-5 3 0,3-1 90,6-2 1,1 0-46,-3 0 0,1 1-2334,-9 1-628,13-4 3401,6-20 0,14-2 0,1 0 0,0 0 0</inkml:trace>
  <inkml:trace contextRef="#ctx0" brushRef="#br0" timeOffset="57309">13341 698 9961,'11'0'0</inkml:trace>
  <inkml:trace contextRef="#ctx0" brushRef="#br0" timeOffset="58292">13206 717 9062,'0'-13'809,"0"2"-449,0 7 180,0-2-360,2 1 359,0-3-359,0 4 360,-1-1-540,-6 3 0,-5 1 90,-2 7-90,-4-4 90,-2 8-90,4-1 180,-3 5 0,-1 3-90,5 6 0,1 2-45,-3-5 0,2 1 14,4 2 1,2 3 0,2-4-397,1 3 382,1 2 0,0-2-45,3-6 44,1-1 1,2-1 45,3 0 0,0 7 90,9-9-90,-9-5-1535,6 0 0,2-2 1535,-3-1-185,5-1 0,1-2 184,-4-3-44,5-3 0,-1-2-45,-1-6-45,0-2 0,0-3 45,-3-4-45,-2-5 1,0-1 44,-3-1 0,-4 5 0,0-3 0,-1 2 0,-2 6 0,0 0 44,1-8 1,-1-1 45,-4 2 0,0 3 0,1-5-90,-6 2 0,-1 2 0,6 8-170,-9 3 1,-1 1 79,5 4 90,-22-1 0,17 6 45,-3 5 0,0 3-45,1 1 0,-3 9 0,1 1 0,1 3 0,4-6 0,0 3 45,2-3 0,2 0-1745,-5 8 1700,5-8 0,0 1 45,0 3 0,0 0 2027,-2 5-2072,2 1 0,1 0 90,3-5-90,1 0 0,1-1 90,2-4-90,2 1 0,2-1 90,2-4 0,12 12-90,-5-15 659,4 2-659,8-6 0,-7-2 0,6-1 0,0-1 0,0-7 0,4 3 0,0-2 0,-4-10-45,0 3 0,-2-1 45,-6-6 0,-2-3 0,-2 0 134,-5-2-134,-2-5 0,-1-2 339,-3 2-339,-3 7 0,-1-1 0,-3 2 0,0 1 0,-7-5 45,0 1 0,0 1-100,-1 7 100,-3 3 0,-1 2-45,1 6 0,-5 4 0,0 4 0,2 8 0,-3 3 0,1 1-344,4 9-511,-1 1 1,1 1-2014,5-1 2103,3-4 1,1 0-1125,2 2 1928,4-6 0,0 0 0,0 8 0,1-9 0,1 0 0</inkml:trace>
  <inkml:trace contextRef="#ctx0" brushRef="#br0" timeOffset="59339">13321 735 9961,'-7'1'1350,"0"0"-991,5-1 91,0 0-180,1-6-90,0 5 270,0-7-271,13 0-44,4 0 0,4-1 15,2 1 0,3 0 0,-1 1-477,4-2 1,1 0 385,1 1 1,2 1 0,-6 1-15,-10 2 0,0 1 15,5-1 0,2 0 0,-3 0 30,4 0 0,0 0 0,-2 0 0,-7 1-427,11-3 337,-19 5-3277,2-2 0,-7 9 2801,-1 1 1,-1 0 0,0-2 0</inkml:trace>
  <inkml:trace contextRef="#ctx0" brushRef="#br0" timeOffset="63541">13312 735 15718,'11'-6'270,"0"-1"-225,3 3 0,4 1 15,2-1 0,2-1 0,1 0-880,0 0 1,1 1 0,0-1 0,-1 0 84,4 0 1,-2 0-1,1 0 825,5-1 0,1-1 0,-6 1 1340,2 0-1296,0 0 1,-2 1 45,-6 0-45,-2 1 0,-1 1-135,-5 0 90,7-2-90,-13 4 779,1-2-869,-5 3-2878,0-1 1079,-1 1-415,0 11 2304,-1 0 0,0 6 0,0-3 0</inkml:trace>
  <inkml:trace contextRef="#ctx0" brushRef="#br0" timeOffset="66415">13322 1917 12930,'13'-11'0</inkml:trace>
  <inkml:trace contextRef="#ctx0" brushRef="#br0" timeOffset="66989">11351 1157 8702,'0'-9'0</inkml:trace>
  <inkml:trace contextRef="#ctx0" brushRef="#br0" timeOffset="68124">11555 1164 11580,'10'-6'450,"-1"5"540,-1-9-721,-2 5 361,1-3-450,-3 3 540,3-1-541,-5 4-89,1-4-90,-3 2-90,-20-7 90,6 4-346,-2 1 1,-2 1 300,-3-1 0,-1 1-1537,2 0 1,0 1 1581,-7-1 0,-3-1 0,7 2 0,-2 1 0,0 0 0,1-1-349,3 2 0,1-1 0,-3 1 349,-5-1 0,-4-1 0,-3 1 0,3 0 0,3 1 0,4 0 0,3 1 0,-3 0 0,2 0 0,-5 0 0,-1 0 0,0 0 0,2 0 0,3 0 0,1 1 0,2-1 0,-2 2 0,-2-1 0,-4 1 0,-1 1 0,2-1 0,4 1 0,-2 1 0,1 1 0,1 0 0,-3 1 0,0 0 0,4-1 0,4 2 0,-1-1 0,-7 2 0,-3 1 0,4-2 0,8-1 0,0-1 0,-8 4 0,-2-1-45,1 0 0,2-1 45,9-1 0,-1-1 30,-6 2 0,-3 0 0,4 0-30,-8 1-30,10-2 0,-2-1 0,2 1 30,-4 0 45,-1 0 0,0-1-45,3 0 0,-3 1 567,14-3-28,9-2 2297,-1 0-2746,2-5 1499,-1 0-1589,-3-10 0,-4-6 0,2 5-3277,-7-9 3252,10 18 115,-5-6-90,7 11-90,-3-2 90,3 3-90,-5 0 90,3 1 0,-12 13 0,5-6 0,-4 8 0,-1 2 0,0-2 30,2 0 0,-1 2 0,2-1-30,-4 4 949,1 2 0,2-1-1039,5-5 90,1 1 0,2 1 0,2-2-351,0 2 1,3 0 350,8-5 45,-1 2 0,1 0 45,8-3 0,1 1 0,1-1-90,1-4 135,5-1 0,2-1-135,-3-4 45,-5 0 0,0 0-45,6-2 0,-7 0 0,4 0 90,-4-4-90,-6 3 0,7-7 90,-10 7-270,5-5-90,-7 3-260,2-5-369,-5 3-1953,0-7 1322,-1 4 1530,-1-8 0,0 7 0,0-2 0</inkml:trace>
  <inkml:trace contextRef="#ctx0" brushRef="#br0" timeOffset="73941">11709 2632 9242,'-5'-8'449,"1"2"-179,4 4-90,0 0 90,0 1-90,0-1 90,0 0-90,-2-1 90,2 0-1,-2-1 181,1-4-180,0 2 270,-1-7-270,2 6 629,-3-11-89,2 6-451,-1-1-359,0 6 0,1 5 0,0 2 0,-2 0 0,-1 4 90,-14 7 0,4 0 45,-10 3 0,-1-1-249,11-6 0,-1 1 226,-6 1 0,-4 1 1,-2 1-1,4-2-612,1 0 1,-2-1 535,3 0 0,-4 1 0,-2 0 0,1-1 0,5-1 9,-5 2 0,0-2 0,-2 0 0,-4 2 0,-1-1 0,5-1-45,0-1 0,1-1 36,4-1 0,-4 1 0,-1-1 0,1 0 0,4-1 9,-5 1 0,1-1 0,-2 0 0,-4 0 0,0-1 0,5 0 0,2 0 0,0-1-45,3-1 0,-4-1 0,-1 1 0,1-1 0,4 0 0,-2 1 0,0-1 0,-3-2 0,-4-3 0,1 1 0,5 0 0,4 1 0,1-1 22,0-2 1,-4-3-1,1 0 1,3 2-23,1-1 0,2 0 0,-8-3 0,-4-4 0,5 3 0,9 4 0,0-1 30,-6-2 0,-3-3 0,5 3-30,-6-5 45,-1-1 0,2 0-45,7 2 0,4 4 0,1 0 90,1-5-90,4 4 0,0-16 0,6 16 0,0-15 0,2 20 90,0-6-90,0 10 363,0-2-363,-1 5 1134,0 0-1224,-5 6 180,1-4-90,-5 8 0,-11 4 0,7-1 0,-5 3 0,1 0 0,1 0 0,0 2 0,1 0 0,3-3 0,-5 7 0,9-10 0,3-2 90,0 0-90,2-2 0,3-4 0,-1 1 0,9-3 0,16-5 0,-2 3-45,5-1 0,0 0-45,0 2-405,3 3 0,0 1-269,-4-2-181,3 8 1,1 2 225,-3-4-361,-6 2 1,3 2-1,-3-1-399,-4-4 1,-1 1 1478,6 1 0,1 2 0,-2-1 0,-3-2 0,-2-1 0,7 3 0,-1-1 0</inkml:trace>
  <inkml:trace contextRef="#ctx0" brushRef="#br0" timeOffset="74455">11130 2410 13379,'0'-12'990,"5"19"-900,-3-4 90,8 17 0,-2-4-91,3-3 46,2 2 0,0-1-135,4 2 90,7 1 0,1-1-90,2-2 60,-4-4 0,5 1 0,-3-2-874,-9-3 0,1-2 904,5 2 0,3 0 0,-3-1-2050,3-2 2050,-9-1 0,0-1 44,16 0 46,-14-1-130,11-5 40,-20 4 430,1-4-520,-16 12 90,-2 1-180,-12 9 0,-5 4 344,10-9 1,-2 2-615,0 0 0,-4 2 1,-1 2-1,0-1 0,3-1-524,0-2 0,2-1 1,-2 2 500,-2 1 1,-1 2 0,-2 0 0,1 0-438,-1 1 1,0 1 0,0 0 0,1-2 521,3 0 0,1-2 0,-2 2 0,-1 2 0,-3 1 0,1 1 0,3-2 0,5-5 1,1 1-1,0 0 0</inkml:trace>
  <inkml:trace contextRef="#ctx0" brushRef="#br0" timeOffset="76938">11490 2768 11850,'-12'0'-3277,"-1"1"2927,1 3 0,-5-3 0,0 4 0</inkml:trace>
  <inkml:trace contextRef="#ctx0" brushRef="#br0" timeOffset="77732">11822 2629 11760,'-14'-7'-820,"1"1"1,3 6 0,0 0 0</inkml:trace>
  <inkml:trace contextRef="#ctx0" brushRef="#br0" timeOffset="78006">8863 2518 8612,'11'6'-390,"1"-4"0,-8 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20:47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4015 2567 13289,'-13'0'180,"2"-5"90,5 4 90,1-4 90,2 5-91,0 0 2430,1 0-2429,8 0 539,-5 5-629,29 1 90,-13 4-1235,4-5 0,5-2 0,-1 0 965,-4 0 0,1 0 22,6 0 1,5-1-1,1-1 1,-3 1-84,-8-2 1,-3 0 0,5 0-30,0 0 0,4 1 0,2-1 0,2 0 0,1 1 0,-1-1 0,-2 0-327,-3 0 1,1 0 0,-2 0 0,1 0 0,0 0 0,-1 0-1,1 0 327,0 0 0,0 0 0,-1 0 0,1 0 0,0 0 0,0 0 0,1 0 0,-1 0 0,1 0 0,1 0 0,0 0 0,-1 0 0,-1 0 0,-3 0 0,-3 0-227,4 0 1,-4 0 0,2 0 244,2 0 0,3 0 0,2 0 0,-2 0 0,-5 0-18,0 0 0,0 0-30,4 0 0,3 0 0,-5 0 30,3 0-720,-3-2 1,-3 0 719,-8 1 0,-6-4 0,-17 5 0</inkml:trace>
  <inkml:trace contextRef="#ctx0" brushRef="#br0" timeOffset="9250">3442 3457 8162,'-3'8'180,"-1"0"-90,3-3 90,-1-2 0,2 1 90,-1-1 0,1-1 0,-1 2 89,1-2-89,0 1 0,0-1 360,0 3-361,0-2 541,0 5-540,0-4 539,0 6-629,3-7 450,-2 5-450,2-6 360,2 4 359,1-4-719,3 0-90,4-7 0,5-5-180,-1 0 0,5-3 0,2-2 0,-1-1 0,0 2-730,-2 0 1,0 1 0,0 0 0,5-3 521,-6 4 0,2-2 0,3-1 0,1 0 0,2-1 0,0-1 0,0 1 0,-1 0 1,0 0-1,-2 2 0,-2 1-249,4-3 1,-1 2 0,-2 0 0,0 1 0,1-1 0,2-1 414,-3 3 1,1-2 0,2-1 0,0 1 0,1-1 0,0 0 0,0 0 0,-1 1 0,-1 0 0,-1 2 0,1-1 0,0 0 0,-2 1 0,0 1-1,0 0 1,0-1 0,1 1 0,1-1 0,0 0 0,0 0 0,0 0 0,0 0 0,-1 0 0,1 0 0</inkml:trace>
  <inkml:trace contextRef="#ctx0" brushRef="#br0" timeOffset="9952">7958 3347 11940,'-15'1'1799,"5"0"-360,0 2-539,4 0-1,-1 1-359,4-2 2736,-1 0-2864,3-7 172,11-5 1,5-2-495,6-7-910,-2 6 1,8-2 0,1-1 0,-3 2 571,-4 3 0,-1 2 0,4-2-162,-3 1 0,4-1 1,3 0-1,1-2 1,1 1-1,0 0 0,-2 1 1,-3 1-247,1 0 1,-2 1-1,-1 0 1,2 0 0,4-2 583,-7 3 1,2-1 0,3-1-1,1 0 1,2-1 0,0 0 0,1 0-1,0 0 1,-1 0 0,0 0 0,-2 1-1,-1 0 1,-3 1 0,6-1-1,-3 0 1,-1 0 0,-1 1 0,1 0-1,1-1 1,2 0 0,-2 0 0,1-1-1,0 1 1,0 0 0,0 0 0,0 0-1,0 0 1,0 0 0,0 0-1,0-1 1,0 1 0</inkml:trace>
  <inkml:trace contextRef="#ctx0" brushRef="#br0" timeOffset="10984">11913 3705 14369,'-6'8'809,"1"-2"-179,4-4-360,0 0 719,1 1 2287,0-2-1874,5 0-1223,2-6 181,21-7-360,-5-1-1093,-2 2 1,5-3 0,-1 2 630,-4 0 0,3-1-3,-5 2 0,3-3 0,3-1 1,0 0-1,-1 0 0,-3 1-616,5-2 1,-3 1-1,5-3 753,-9 4 0,4-2 0,2-1 1,2-2-1,1-1 0,0 0 1,0 0-1,-2 1 0,-1 2 1,-4 1 163,5-3 0,-3 3 0,-2 0 0,1-1 0,3-1 0,-4 2 1,3-2-1,1 0 0,0-1 0,1 0 0,0 0 0,-2 0 1,-1 2-1,-2 1 0,-2 1 0,1-1 0,0 0 0,0 0 1,0 1-1</inkml:trace>
  <inkml:trace contextRef="#ctx0" brushRef="#br0" timeOffset="14486">2293 7568 10411,'-5'-9'720,"1"1"-361,3 5-89,-1 0 0,1 1-180,0 0 810,0 1-361,15 1-359,-3-1 135,10 3 0,7 1-136,-3 1 1,3 2 0,-1-1-567,-5-1 0,0-1 0,2 1 459,0 0 0,3 2 0,1-1 0,-1 1 0,-4-2-27,3 0 0,1 0-27,-3 0 0,5 0 0,1 0 0,-2 0 0,-3-1-510,-2 0 1,-4-1 0,4 0 505,1 0 1,3 1 0,3-1 0,0 0 0,-2 0 0,-3-1-494,1 1 0,-2-1 1,3 0 478,0 0 0,3 0 0,3 0 0,-1-1 0,-1 1 0,-4-1 0,1 1 0,-4-1 0,5 0 12,-4-1 1,4 0 0,2 0 0,2-1 0,0 0 0,-1 0 0,-2 0-13,-1-1 0,0 0 0,-2-1 0,1 0 0,1 0 0,1-1-218,-4 0 1,2 1 0,0-2 0,1 1 0,0-1 0,0 1 0,-1-1 0,-1 1 0,-1-1 217,3 0 0,-1 1 0,-1-1 0,-1 0 0,1 0 0,0-1 0,3-3 0,2-1 0,0 0 0,-1-1 0,-3 2 0,-4 0 16,-2 1 1,-3 1 0,2-2-17,2-2 0,4-2 0,0-1 0,-1 0 0,-4 2 0,2-3 0,-1-2 45,-1-1 0,3-3 0,-1-1 0,-4 3 0,-3 0 0,-2 0-23,1-4 1,1-3-1,-1-2 1,-2 2 7,-6 2 0,-2 1 0,1 0-276,2-4 1,1-1-1,-3 2 246,-2-4 0,-5 1 0,-5 8 0,-4 1 0,0 1 140,1-1 1,-2 1-141,-3 2 0,-5-2 0,-1-1 0,-1 1 0,2 4 194,0 0 1,1 3 0,-4 0-195,1 1 0,-4-1 0,-3 0 0,0-1 0,0 1 0,1 2 0,2 1-186,-1 0 0,3 2 0,-1 1 0,-4-1 196,3 2 0,-3 0 0,-2-1 0,-2 1 0,0-1 0,-1 1 0,2 1 0,2 0 0,3 1 8,-2-1 0,3 2 0,2 1 0,-2 0 0,-5 0-3,5 0 0,-3 1 0,-3 0 0,-1 0 0,-2 0 0,0 0 0,-1 1 0,1-1 0,1 1 0,1 0 0,3 0 0,3 0 3,-9 0 0,5 1 0,1 0 0,-2 1 0,-4 0 4,8 0 1,-3 0-1,-2 1 1,-2 0-1,-1 0 1,-1 0-1,0 1 1,1-1-1,1 1 1,2-1-1,3 1 1,2-1-161,-6 2 1,5 0 0,2-1 0,-2 2 0,-3 0 154,4 0 1,-3 1 0,-2 1 0,-2 0 0,1 1 0,-1 0 0,1-1 0,1 1 0,3-1 0,3-1-74,-2 2 1,3-2-1,2 1 1,-1 0-1,-4 2 76,3 0 0,-2 0 0,-3 2 0,0 1 0,-1 0 0,1-1 0,2 1 0,2-2 0,3 0-20,-3 1 0,3 0 0,2-1 0,-3 3 12,2 0 1,-3 2 0,-1 2 0,0 0 0,1 0 0,2 0 0,4-3 17,-2 3 0,4-1 0,0 3-30,1 3 0,-2 4 0,1 2 0,1-1 0,4-3 0,3-4 0,3-3 0,2 4 18,3 3 0,0 5 0,3 0 0,0-1 0,1-4-70,5 5 0,3-2 74,-3-7 1,1 2-1,2 0 1,3-3-91,5-2 1,3-2-1,1-1 1,-1-1 114,-2-1 1,-1-1 0,5-1-215,-2-2 0,3 0 0,4 0 0,0 0 0,1-1 0,-3-1 0,-2-1-28,1-1 1,-3-1-1,1-1 1,4-1-171,-4-1 1,4 0 0,3 0 0,1 0 0,1-1 0,-1-1 0,0 1 0,-3-1 0,-3 0-223,2 0 0,-4-1 0,-1-1 0,2 0 0,2 0 587,-2 0 0,3-1 0,2 0 0,0-1 0,1 0 0,0 0 0,-1 0 0,-3 1 0,-2-1 0,2-1 0,-2 1 0,-2-1 0,1 0 0,1 0 0,2-1 0,0 0 0,0 0 0,1 0 0,-1 0 0,0 0 0</inkml:trace>
  <inkml:trace contextRef="#ctx0" brushRef="#br0" timeOffset="15400">971 3860 9961,'-9'-9'540,"1"0"270,3 1-451,1 2 631,0-4-720,2 6 89,-1-1-269,3 3 990,-1 1-451,11 6-449,-8 1 270,24 9-270,-18-6 224,8 1 1,2-1-135,-2-1 135,4-1 0,2 0-135,0-3-46,7 0 1,1-3-529,-14-4 1,0-2 258,7-3 0,6-3 0,2-2 0,1-2-365,-11 2 0,0-1 1,1-2-1,0 0 1,1-2-1,1 0 0,0 0 1,0 0 303,-1 2 0,0 0 0,2-1 1,-1 0-1,2-1 0,-1 0 1,0 1-1,1-1 0,-1 0 1,0 0-1,-1 1 0,1-1 0,-1-1 1,1 1-1,-1-1 0,1 1 1,-1 0-1,0-1 0,0 1 1,0 0-1,-1-1 0,2 0 0,0 0 1,0 0-1,0 0 0,0 0 1,0 0-1,0 0 0,0-1 1,0 1-1</inkml:trace>
  <inkml:trace contextRef="#ctx0" brushRef="#br0" timeOffset="17033">7129 4034 12660,'-14'-6'270,"0"-1"-1,-1 1 181,1 0 90,0 2-90,0-1 629,-6 1-809,9 1 270,-7-1-361,14 3 1081,0 0-811,27 0-269,-6 0-1114,4 1 0,7-1 0,-3 0 1024,-5 0 0,3-1-15,-2 1 0,4-1 0,3 1 0,2-1 0,0 0 0,-1 1-426,2-1 0,0 1 1,1 0-1,0 0 0,-1 0 1,1 0 350,-2 0 0,0-1 0,0 1 0,0 0 0,1-1 0,1 1 9,-4 1 1,2-1 0,2 0 0,0 0 0,0 1 0,-1 0 0,-1-1 0,-3 2 0,-2-1-321,4 1 1,-4 1 0,-1-1-1,4 1 311,-2-1 0,3-1 0,2 1 0,1-1 0,1 1 0,-2 0 0,-3 0 0,-3 0 0,2 2 0,-5 0 0,1 0 0,2 0 0,0-1 0,3-1 0,2 0 0,1 0 0,-2 1 0,-2-1 0,-4 1 0,1 0 0,-2 1 0,1 0-68,7-1 1,4 0 0,0-1-1,-8 1-1571,-5 0 1,-4 1-841,13-1 2651,-35-1-1811,-21 0 1,-6-2 1406,14 1 1,0 0 0,-3 0 0,-2 0 0,2 0 0,0 0-1,0 0 1</inkml:trace>
  <inkml:trace contextRef="#ctx0" brushRef="#br0" timeOffset="17400">7076 4119 15448,'-31'0'-45,"4"0"0,-3 0 405,0 0 0,-1 0-1403,1 0 0,1 0 1268,3 0 0,11 0 1181,21 5-1136,9-4-61,5 1 1,6 0 0,-2-2-255,-3-3 1,3 0 119,-2 1 0,4 0 0,4 0 0,1 0 0,0 0 0,-1 1-479,-4-2 1,1 1-1,-1 0 1,1 0-1,-1 0 1,2-1 418,1 1 0,0 0 0,1-1 0,0 1 0,1 0 0,1 0-15,-3 1 0,2 0 0,1 1 0,0-1 0,0 1 0,-1-1 0,-3 1 0,-2-1-267,4 1 1,-3-1 0,-1 0 0,2 1 266,-2-1 0,3 1 0,0 0 0,1 0 0,-1 0 0,0 1-261,3 0 1,0 1 0,0 1-1,-1-1 1,-3 0 282,-3-2 1,-3 1-1,1-1 1,2 1-118,3 1 1,3 0 0,2 1-1,-1-1 1,-2 1 0,-5-1 139,6 1 0,-2-1 227,4 0 0,1-1 1,-6 1-4,-4 2-61,5-4-2367,-23 0 1080,-2 0 1493,-2 0 0,-1 6 0,0 2 0</inkml:trace>
  <inkml:trace contextRef="#ctx0" brushRef="#br0" timeOffset="18504">11815 4476 14369,'-16'-9'1889,"-4"-1"-630,-3 8-989,6-2 270,-7 1-451,16 2 91,-3 0 270,9 1 180,21 4-540,-6-3 0,17 3 0,2 0-668,-15-3 1,0-1 599,5 1 1,4 0-1,0 0 1,-3 0-401,2-1 1,0 0 377,3 0 0,4 0 0,0 0 0,-4 0-45,-1 0 0,0 0 45,1 0 0,5 0 0,0 0 0,-5 0 0,-2 0 0,1 0-18,-4 0 0,5 0 0,1 0 0,0 0 0,-2 0-117,-1 0 0,-1 0 0,0 0 1,-1 0 66,2 0 1,0-1-1,-1 1 1,0 1-203,8 0 0,-1 0 0,-7 0-179,-2 0-2828,5 2 0,-29-3 2734,-26 0 1,2 0 0,4 0 0,-1 0 0</inkml:trace>
  <inkml:trace contextRef="#ctx0" brushRef="#br0" timeOffset="18835">11728 4442 13649,'-20'0'90,"-1"0"0,-9-5 539,5 2 1,1 1-180,4-4 809,-9 2-989,31 4-90,-1 0 0,16 0 0,5 0-90,4 0-1007,1-1 1,5-1-1,-3 1 962,-4 0 0,1 1-9,-2-1 0,5 0 0,1 0 0,-1 0 0,-4 1-36,-1 0 0,-4-1 0,5 2 0,-2 0 0,3 0 0,4 0 0,0 1 0,0 0 0,-3-1 0,-3 0 0,4 0 0,-4-1 0,4 2 0,-5-1 0,5 2 0,1 0 0,1 0 0,-1 0 0,-2-1 0,-4 0-30,1-2 0,-4 1 0,3 0 48,3 1 0,3 1 0,1 0 0,-1 0 0,-5-1-18,2-2 0,-1 1-30,0 1 0,0 1 0,-2-1-426,-4-2 0,-3 0 456,7 2-353,7-2 173,-19 0-3097,4 0 0,-19 0 3206,-10 0 1,-8 0-1,-8 0 1</inkml:trace>
  <inkml:trace contextRef="#ctx0" brushRef="#br0" timeOffset="55116">1272 6696 12660,'-7'-9'809,"-5"4"-359,11-2-90,-10 6 0,9-4 179,-10 4-359,5-2-90,-9 3-90,5 15 90,2 12-90,5-1 45,9-4 0,1-1-45,-4-4 0,11 1 0,1-1 0,-4-4 0,8-1 0,2-3 0,-2-3-45,4-6 0,0-4 45,-2-4 0,-5-4 0,2-3 0,-3-3 0,-4-10 0,-5-3-61,-2 3 0,-3-3 0,-4 1 270,-4 0 1,-3 2 0,-2 2-210,2 5 0,-2 3 0,-1 2-45,-11-4 0,2 8-44,7 8-541,2 13 0,0 3-179,6 3-830,0 12 1,4 2-752,9-3 2390,1-1 0,4-2 0,12-6 0,-6-8 0,-1 1 0</inkml:trace>
  <inkml:trace contextRef="#ctx0" brushRef="#br0" timeOffset="55866">3623 4185 11760,'6'14'-3277,"-6"14"3154,-3-9 0,0 0 0,0 3 0,0 0 0,1 1 0,0 1 1</inkml:trace>
  <inkml:trace contextRef="#ctx0" brushRef="#br0" timeOffset="56467">3391 6722 13110,'0'-13'1439,"0"1"1349,0 5-2338,0 12-360,-5 9 0,1 3 0,-1 7-90,-1-2-1872,5-6 1872,-2 3 433,3-3-433,0-5 0,0 1-179,12 0-1,-5-7-360,21 2 450,-14-12-45,5-3 0,1-3 135,-2-7 0,1-4 0,-1-1 90,-5 1 90,-1-4 0,-7 0-90,-27 4-2670,8-4 2490,-3 20 0,-3 5-1549,-2 0 1,0 2 366,-5-1-367,-2-4 1,3-3-1639,8-4 3026,5 1 0,2-3 0,6-9 1,1-3-1</inkml:trace>
  <inkml:trace contextRef="#ctx0" brushRef="#br0" timeOffset="56849">2508 4329 15988,'4'-17'-45,"0"1"0,2-3-45,-4 6-90,3 23-1459,1 9 1,0 4-1,0-7 1,0 3 545,1 5 1,1 4 0,-2-1-547,0-2 1,0 1 1566,0-1 0,-1 1 0,0-1 0,2 6 0,-2 0 0,-1-10 0,0 1 0,0-1 0</inkml:trace>
  <inkml:trace contextRef="#ctx0" brushRef="#br0" timeOffset="58132">5884 7217 14549,'0'-13'-90,"0"2"0,0 4 90,0 3 0,0 0-90,0 1-90,0 2-270,0-2-899,13-1 449,-4 0-739,7-1 1,3 0-32,-1-2 1486,-2 2 1,-1 0 0,1-1 0,1 0 0</inkml:trace>
  <inkml:trace contextRef="#ctx0" brushRef="#br0" timeOffset="66402">12445 6672 13559,'-11'-9'810,"2"1"-540,-1 7-90,3 4-1,0-1-179,2 11 90,-2-6-90,0 8 0,-4 12 0,4-9 0,3 2 0,0 0 0,2-4 0,5 3 0,0-2 0,-1-2 0,8 1 0,1 0 0,-2-4 0,7 0 0,5-3 90,10-12 0,0 7 135,-14-18 0,-3-5-45,-6 4 180,-2-12 0,-3-1-181,-11 3 1,1-2 0,-2 1-1281,-8 6 1101,7 5 0,-1 2 0,-15 4-450,9 9 0,-1 3 90,2-1 0,1 2-1124,-5 7 0,3 1 45,7 5 1439,7 10 0,11-16 0,8 5 0</inkml:trace>
  <inkml:trace contextRef="#ctx0" brushRef="#br0" timeOffset="67284">14875 4816 12210,'1'-11'810,"0"0"-631,-1 5-89,0 1-90,0 1-90,-3 8-269,2 22-271,-3-5-463,3 1 1,2 5 0,-1-4 545,0-6 1,0-1 0,2 14 0,2-1 0,3-2 0</inkml:trace>
  <inkml:trace contextRef="#ctx0" brushRef="#br0" timeOffset="68300">14405 4849 11760,'-9'0'2519,"-4"-5"-1710,6 4 91,0-4-360,3 3-181,10 1-89,9-2-180,3 3 90,4-2 0,2 1-90,4 0-893,-7 0 0,5 1 0,0-1 0,-3 0 803,-1 1 0,1 0 0,5-1 0,6 1 0,0 0 0,-6 0-889,-1 0 0,-1 0 889,0 0 0,3 0 0,-1 0-560,-4 0 0,-1 0 1,-1 0 559,5 0 0,1 0 0,0 0 0,3 0 0,1 0 0,-3 0-160,-7 0 0,-3 0 0,4 0 142,2-1 0,5 0 0,1 0 0,-2 0 0,-4 0 18,5 1 0,-1-1 0,-1-3 0,4-1 0,0 0 0,-6 0 0,-3 2 0,0-1 0,5-5 0,4-2 0,-5 1 0,-10 3 0,-1 1 0,8-5 0,1-1-45,-3-1 0,-1-1 45,-8 5 0,0-1 0,6-5 0,1-3 0,-2 2 0,3-6 0,-7 5 0,1-3 0,-3 2 90,2-5-45,-3-3 0,-2 0 45,-5 3 621,-3-5 1,-5-2-667,-8 9 0,-2 1-45,3-4 0,-1 1 0,-5 4 0,-3 2 45,-5-3 0,0 2 412,8 6 1,-1 0-436,-2-1 1,-4-2-1,-1 0 1,3 3 22,0 0 0,0 0 0,-3 1 0,-4-2 0,-1 1 0,4 2-45,0 1 0,-1 1 71,1 2 1,-5 0 0,-2 0 0,-1 1 0,4 2 18,0 2 0,2 2 0,0 0 0,-1 1-72,3-3 0,0 0 0,-1 1 0,0 0 0,-1 3 72,2 2 0,-2 1 0,-1 2 0,1 1 0,0 0 0,2 1-261,-2 3 1,0 0 0,1 2 0,1-1 0,-1 0 188,1-1 0,-1-1 0,1 0 0,-1 1 0,0 2-120,3 0 0,-1 1 0,-1 1 0,1 1 0,1-1 1,1 1-1,4-2 124,-2 3 1,4-1-1,1 0 1,-1 1-23,-5 2 0,-1-1 0,1 2 0,4 1 0,4 0 0,3 2 0,2 0 0,1-4 0,3 0 0,2-1-45,-1 11 0,6 0-495,10-3 0,10-4-280,2-10 1,6-3 0,2 0 0,-3 0 113,-6 1 0,-2-1 1,1 0-1,3-1 237,2-3 1,4-1 0,2-1 0,2-1 0,-2 0 0,-1-1 0,-5 0 249,-1-1 1,-3-1-1,0 0 1,1 0 0,5 0-1,3 0 1,0 0-1,-1 0 1,-4-1 0,-1 0-1,0 0 1,0 0-1</inkml:trace>
  <inkml:trace contextRef="#ctx0" brushRef="#br0" timeOffset="68700">14769 4715 12120,'-12'-12'90,"-1"2"-1979,4 0-899,2 2 2788,13 0 0,1 3 0,8 0 0</inkml:trace>
  <inkml:trace contextRef="#ctx0" brushRef="#br0" timeOffset="69069">14452 4869 12840,'-7'-6'809,"-3"5"-1259,9-10 450,-7 10 0,7-3 0,-1 4 0</inkml:trace>
  <inkml:trace contextRef="#ctx0" brushRef="#br0" timeOffset="91700">3021 3824 11221,'9'1'3276,"-2"-3"-2055,-7-8-1041,5-6-90,-4 5 90,12-16-90,-8 13-45,3-4 0,2 0 45,-1 0-45,2-5 0,0 0-45,1 1 30,-2 4 0,3-4 0,1 0-1123,-1 3 1,2 0 0,-1 1 797,-1-1 0,0 1 0,1-1 325,4-2 0,2 0 0,-3 2-735,-4 6 1,0 1 704,4-3 0,2-1-506,-1 3 1,1 0-1,-1 1 506,0 0 0,2 0-254,2 1 1,4-3-1,0 1 1,-4 2 253,2 1 0,0 0 0,2 1 0,5-2 0,0 0 0,-4 3 0,-1-1 0,1 2 98,-3 1 1,3-1 0,2 0-1,0 1 1,-3 0-99,2 2 0,-1 0 0,0 0 0,-3 0 0,0 0 0,0 1 0,-1 0 0,8 0 0,-1 2 0,-4 0 0,-9 1 0,0-1 0,10 2 0,3 1 0,-1 0 0,2 0 0,-1 0 0,1 1 0,0-1 0,2 0 0,-5-1 0,-9-1 521,-2 0 0,0 0-521,-7 0 1774,7 0-1774,-13 0 1575,2 0-4724,-14 0 2453,3 6 696,-12-5 0,7 9 0,-4-6 0</inkml:trace>
  <inkml:trace contextRef="#ctx0" brushRef="#br0" timeOffset="94816">4522 3042 9871,'-12'0'720,"1"0"-630,5 4 90,9-3-90,5 7 90,5-7 269,13 9-359,-9-7 90,6 2 0,2 0-90,1 0-963,-5-3 1,4 1 0,-2 0 872,-5-2 0,0 1 67,4-1 1,4 1-1,0 0 1,-4-1-24,2-1 1,1 1 0,3-1 0,5 1 0,0 0 0,-4-1-45,-1 0 0,1 0 90,-6-1 0,4 1 0,2-1 0,0 0 0,-2 0 0,-3 1-90,-1-1 0,-2 1 0,4 0 30,1-2 0,4 0 0,3 0 0,0-1 0,-2 1 0,-4 0 0,0 0 0,-4 1 0,5-1 8,-5 0 1,5-1-1,1 0 1,2 0 0,-2 0-1,-1 0 1,-3 1-9,7-1 0,-4 0 0,4 0 3,-8 1 1,3-1 0,2 0 0,2 0-1,-1-1 1,0 1 0,-3 0 0,-2 0-12,2 0 0,-3 1 1,0-1-1,3-1 11,0 1 1,3-1 0,2 0 0,2 0 0,-1 0 0,0-1-1,-3 1 1,-3 1-12,3-1 1,-4 0 0,0 1-1,5-1 5,-7 0 0,3 0 0,3 0 0,1 0 0,1-1 0,1 1 0,0-1 0,-1 0 0,-1 1 0,-1 0-278,0-1 0,-2 2 1,0-1-1,0 0 1,0 0-1,0 0 1,0 0-1,1 0 0,1 0 267,-1 0 0,1 0 1,0-1-1,1 1 1,1-1-1,-1 1 1,0-1-1,0 1 0,0-1 1,-2 1-1,0 0-209,3-1 1,0 1 0,-1 0 0,-1-1-1,0 1 1,-1 0 0,0 0 0,-1 0 192,2-1 0,-1 1 0,-1 0 0,-1 0 0,1 0 0,-1-1-182,1 1 0,-1-1 1,1 0-1,-1 0 1,-1 0-1,-2 0 204,2 0 1,-2 1 0,1-1-1,2 0-41,-2 0 0,3-1 0,2-1 0,2 1 1,-1-1-1,-1 0 0,-2 1 0,-4 0 19,3 0 0,-4 1 0,0-1 0,4-1 0,-2 1 0,3-1 0,2 0 0,2-1 0,-1 0 0,0 0 0,-3 1 0,-3 1 0,3-1 0,-4 0 0,-1 1 0,5-1 0,-2 0 0,3 0 0,2-1 0,2-1 0,0 1 0,-2 0 0,-2 0 0,-3 1 0,2 0 0,-3 1 0,-1 0 0,5-1 17,-5 0 0,4 0 0,1-1 0,3 0 0,0 0 0,0 0 1,-1-1-1,-1 1 0,-1 1-17,-1-1 0,-1 0 0,-1 1 0,0 0 0,0-1 0,0 1 0,0 0 12,1-1 1,1 1 0,0-1 0,-1 1 0,0-1 0,0 0 0,0 1 2,3-3 0,0 1 0,1-1 0,-2 1 0,-4 0 0,-3 2 30,2-2 0,-2 1-15,5-3 0,2-1 0,-4 2 60,1-3 204,-2 1 1,-2 0-295,-7 3 492,1-1 1,-1 0-493,-4 4 1870,9-5-1870,-13 7 2118,5-1-2118,-7 2 0,3 0 1411,-4 1-1411,-1 1 975,2 0-975,-3 0 90,0 1-180,-2-3 90,1 1-90,-1-2-90,-8-5 90,6 2 0,-20-13 90,14 9 0,-8-2 0,-1 0-90,2 2 90,-4 0 0,-1 1 0,2 2 0,-5 3 0,0 0 0,3 1 0,-2 2 0,0 1 0,5 0 0,-7 1-90,12 0 90,5 0 0,-1 4 0,7 2 90,7 10-90,4-4 0,4 2 0,2 0 0,9 0 0,-4-2 0,5 2 0,-1-1-1152,3-1 1,-1 0 1151,-6-3 0,1 1 0,-1 0 0,-1 0 0,1 2 0,-5-3 0,2 4 45,-4 2 0,-1 0 45,-10-3-45,-3 4 0,-3 1-45,1 0 0,-13 7 0,-3 0-389,1-1-241,2-8 1,-5 2-1,-2 1 1,2-1 378,0 2 1,0 0 0,-1 0 0,0 0 0,-1 0 0,2 0 0,4-2 0,0-1 0,1 0 0</inkml:trace>
  <inkml:trace contextRef="#ctx0" brushRef="#br0" timeOffset="96832">10234 2900 11400,'-2'-8'1530,"3"2"-1261,8 6 181,16 0-360,-6-5-935,0 2 1,4 0 0,-1 0 889,-4-2 0,2-1 27,3 1 0,6-1 0,2 0 0,-1 1 0,-4 0-42,-2 0 0,-4 1 0,5 0-18,-3 0 1,5-1 0,2 0 0,0 0 0,1 0 0,-3 1 0,-4 0-13,4-1 0,-3 2 0,3-2 12,-4 2 1,4-1 0,2-1 0,1 0 0,-1 1 0,-2 0 0,-3 0-13,6-1 0,-4 2 0,4-2 0,-4 1 0,3-1 0,3 0 0,0 0 0,0 0 0,-3 0 0,-2 1-345,-2 0 0,-3 0 1,-1 1-1,5-1 345,-2 0 0,3 0 0,2-1 0,1 0 0,0 1 0,-1-1 0,-2 1 0,-3 0 22,3 0 1,-5 0 0,1 1-1,4-1-32,-3 0 0,4 0 0,2 0 0,2-1 0,0 0 0,0 1 0,-2 0 0,-2-1 0,-3 2-410,4-1 1,-4 0-1,-1 1 1,5-1 419,-4 0 0,2 1 0,3-1 0,1 0 0,1-1 0,-1 1 0,-2 1 0,-2-1 0,-3 1 0,2 0 0,-5 1 0,1-1 0,3 1 0,1-1 0,2 0 0,2 0 0,1 0 0,1 1 0,-1-1 0,-2 1-252,0 0 0,-1 0 0,0 1 0,-1-1 1,0 1-1,0 0 252,3-1 0,-1 0 0,-1 1 0,2-1 0,1 1 0,-3 0 0,3 0 0,0-1 0,1 2 0,-2-1 0,-3 0 0,-4 0 38,1 1 0,-4 0 1,2-1-62,8 1 1,4-1-1,-1 0 1,-6 1 22,-6-1 0,-2 1 0,3-1 0,1 1 0,-3-1 0,8-1 45,-9 1 0,0 0 729,0-3-774,-7 2 875,4-4-1415,-12 3-676,2-6-493,-5 4 1709,-15-9 0,3 3 0,-14-5 0</inkml:trace>
  <inkml:trace contextRef="#ctx0" brushRef="#br0" timeOffset="97516">11463 1175 8882,'0'-11'630,"0"2"359,0 3-629,0 2 1709,0 0-1710,-2 32-269,1-15 0,4 14 0,3 0-357,1-5 387,1-3 0,2 3 0,-1-1-1413,-2-5 0,-1 1 1338,5 9 0,1 3 15,-3-6 0,-1 2 0,1-3-60,-1 1 0,0 0 22,1 2 1,1 4-1,0 0 1,-1-5 22,-2 0 0,1-1-23,-1 1 1,2 3-1,0 1 1,-1-5 22,-2 0 0,1-1-23,0 2 1,1 4-1,0-1 1,-1-2 22,0-2 0,0 1-23,0 1 1,2 5-1,-1-1 1,-1-4-23,0-1 0,0-1 22,1 0 1,0 3-1,0-1 1,-1-3-23,0-3 0,0-1 0,2 8 0,1 1 44,0-7 1,0-3-134,2 6-709,0-2 0,0-2 259,-3-6-2738,8 8 3064,-13-17 1,2 2 0,-6-6 0</inkml:trace>
  <inkml:trace contextRef="#ctx0" brushRef="#br0" timeOffset="99550">10410 2708 11670,'13'-1'810,"1"-1"-270,1 10-361,-4-7 181,11 5-180,-12-5 180,14 2-270,-12-3 270,18 0-270,-16-4 0,5 1 0,1 0-90,-1-3 44,3 0 1,0 0 45,-1 2-1729,4-4 1,1-1-475,-6 3 2522,3-2 0,0 1-229,-2-1-180,5-2 0,-9 4 1048,-5 2-958,8-2-90,-7 2 180,15-5-180,-15 4 180,14-8-180,-14 6 0,6-5 90,-2 0 0,-6 4 3059,9-6-3149,-11 7 90,2-2 0,3-2-90,-5 3 90,12-10-1,-12 11-89,10-12 0,-12 11 90,9-12 0,-9 11-90,3-4 0,0 1 0,-1 1-1149,1-3 1,1 0 1148,-4 3-411,9-16 411,-10 15 90,8-15-90,-9 14 90,7-16-90,-7 16-170,0-2 1,1 0 169,-1 2 45,1-5 0,-1-1-45,0 4 0,1-4 0,-1 0 0,0 4 0,0-2 0,0-1 90,0 3-90,1-2 0,-1 0 0,1 4 0,1-3 0,0 0 0,3-4 0,1-2 0,1 1 0,-8 12 2976,3-5-2976,0 2-90,-3 4 90,6-9 0,-5 10 0,8-9 0,-7 10 0,8-8 0,-7 8 0,7-7 0,-6 8 620,9-7-530,-8 6-180,4-2 90,3 0 0,-6 3 0,14-6 0,-11 6 0,13-4 0,-13 5 0,14-4 0,-15 6 0,14-2 0,-15 3 546,12 0-546,-14 1 0,9 0 0,-10 0 0,3 0 0,0 5 0,-4-1 0,12 5 0,-9-2 0,13 2 0,-13-2 0,13 6 0,-14-8 0,12 9 0,-11-7 0,5 2 90,0 2-90,-4-4 0,13 10 0,-13-10 0,14 11 0,-14-11 0,11 10 0,-12-9 0,10 10 0,-12-10 0,12 12 0,-11-11 0,4 5 90,1 0-90,-6-5 0,12 11 0,-12-11 0,11 14 0,-10-12 0,1 4 0,2 2 0,4 5 0,-7-9 0,0 1 45,2-1 0,-1 0-45,0-1 0,5 5 0,0-2 0,-6-4 0,14 11 0,-13-13 0,12 11 0,-12-11 0,14 9 0,-12-11 45,2 1 0,2 0-45,-2-2 0,3 0 0,0 0 0,-2-1 0,6 1 0,-1 0 0,-2-1 0,3 1 0,1-1 0,-6-2 0,6 2 0,-1-1 0,-4-1 0,1 0 0,0 0 90,-4-1-90,16 3 0,-15-3 0,5 0 0,0 1 0,-3-2 45,2 1 0,0 0-45,-4-2 0,1 1 0,0 0 0,0-1 0,1 0 0,0 0 0,-1 0 45,2-3 0,0 0-45,-2 2 0,2-5 0,1 0 0,-3 5 0,2-5 0,0-1 0,-3 5 0,8-5 0,-5 2 0,-7 2 0,11-1 0,-15 3-720,6-1-989,-10 2-1568,1-2 707,-10 1 2570,-10-2 0,-5-1 0,-7-1 0</inkml:trace>
  <inkml:trace contextRef="#ctx0" brushRef="#br0" timeOffset="100183">11899 2330 10321,'-4'-12'1709,"2"2"-1079,-7 5-91,8 8-89,-3 8-360,4 1 450,4 13-450,-3-13-45,5 3 0,-1 0-45,-3-1 0,4 3 0,-1 1 0,-3-2-360,1 3 0,0 2-2917,0 5 528,0 2 2666,0-9 0,-2-14 0,1 1 0</inkml:trace>
  <inkml:trace contextRef="#ctx0" brushRef="#br0" timeOffset="102266">11548 1200 9512,'6'-8'809,"0"2"-269,-5 2-360,0 1 629,0-5-539,0 5 360,-1-6-450,0 5 179,0-5-269,0 5 270,0-5-180,-4 6 90,3-4-180,-6 5 0,6-2 90,-1 3-90,2 10 0,4 2 0,-3 4 359,10 11-179,-2 2-270,1-1 90,-3-6 0,-1-2-90,-2-1-1606,-1 5 0,0 1 1696,0 1-45,0 5 0,1 1-239,0-3 224,-1-7 0,1 3 0,0-4-30,2 7 30,-2-7 0,2 4 0,-1-3-30,-1-1 0,0-1-659,1 4 1,0 0 658,1 6 90,-1 1-90,-2-11-317,1 3 1,-1 1 316,0-4 90,0 5 0,1-1-90,-1-2 90,1 4 0,0-1-90,0-1 1022,1 6 1,1 3-978,-3-10 0,0 0 0,1 2 0,0 2 0,0 1 0,-1-2-45,0-4 95,-1-5 1,0 1-6,2 14-90,-2-11 45,1 1 0,0 0-45,-1-3 44,2 1 1,-1-1-45,0-3 45,1 2 0,0 0-45,-2-4 0,2 3 0,-1-1 0,-1-2 1668,2 7-1578,1 0-90,-3-8 90,4 14-90,-4-16 1321,1 9-1321,-2-13 581,2 2-401,-1-6 359,2 0-449,-1-2-90,1 0 90,1-13-90,-2 5-90,3-23 90,-4 17 0,-1-5 0,-1-1 0,1 1-45,-1-6 0,0 0 45,0-1-815,-1 5 0,-1-4 0,0 3 815,-1 5 0,0-1-30,0-11 0,0-4 0,0 4 30,-1 7 0,0 0-23,2-2 1,0-3 0,1-1-1,-1 5-1283,-1 0 1,-1 2 1305,3 0 0,-1-2 0,0 1 0,-3-7 0,-1 3-150,3 9 1,0 0 149,-2-6 0,-1-3 0,1 4 0,-1-8-30,1 8 0,0-2 0,0 3 30,-1-9-30,1 6 0,-1-6 0,-1 2 75,0-2 0,1-1-189,0 9 1,1-1 0,-1-1 173,0-1 0,-1-1 0,0 3-75,1 4 0,0 0 45,-5-10 0,1 0 0,4 14 0,1 0 0,-3-5 0,1 0 0,1 3 0,1 1 0,1-1 0,1 3 1111,-3-14-1111,4 17 2667,-3-14-2757,2 14 90,-1-6 0,0-1 0,1 6 0,-5-15 0,5 15 0,-5-12 0,5 14 339,-2-8-339,3 11 813,-1-5-813,2 7 454,-1-2-454,1 4 123,0 0-123,0 2 9,0 1-99,-1 4 90,1-2 0,-1 12 0,1-8 90,-1 18-90,1-12 45,0 4 0,0 0-45,-1 1 0,1 9 0,-2 5 90,2-11-90,-1 5 0,0 0 0,1-3 0,0 6 0,0 0 0,1-2 30,-1-2 0,1 5 0,0 0-322,2-2 1,2 0 0,-1 2 291,0-1 0,-1 3 0,0-1 0,1-1 0,2-1 0,0-1 0,1 1 22,-1-1 1,0 1-1,1-1 1,-1-5-23,0-5 0,0-1 0,3 15 0,-1-2 90,-1-8-90,-1-1 0,4 9 0,-2-7 45,0 2 0,0 1-45,0 1 30,-1-5 0,0 5 0,0-2-30,-1 0 0,1 0 0,0 3 0,0 1 0,0 1 0,0-3 90,-1-3-90,-2-6 0,1 1 0,-1-2 0,0-1 0,1 5 0,1 1 0,-1 1 0,-1-4 0,1 1 0,0 1 0,-1-3 0,1 2 0,0 0 0,0-2 45,1 3 0,-1 0 44,0-2-89,3 9 0,0 2 0,-2-10 0,0 2 0,0 3 0,-1-6 0,0 1 482,0-3 0,-1 0-437,1 4 0,0-3-135,-2-7-2158,1 9 2248,-3-15 0,1-6 0,-1-8 0</inkml:trace>
  <inkml:trace contextRef="#ctx0" brushRef="#br0" timeOffset="106900">11174 2762 11760,'5'-11'720,"-1"1"-540,-4 5 0,0 0 179,0-3-269,0 3 90,0-4 0,0 6-90,0-1 270,0 0-180,0 2 270,0-3-360,0 4 89,0-1-89,0 0 0,0 1 90,0-1 0,0 7-90,0 1 180,0 17-270,0 5 90,0-3-90,4 6 0,-3-21 90,6 12-90,-7-14 90,5 7-90,-4-10 360,2 2 89,-2-6-449,0-11 0,-1 3 0,-4-23-90,3 15 90,-2-4 0,1-1 0,2 2 0,0 0 0,0 0 0,0 5 0,0-5 0,0 11 0,0 3-90,0 17-89,0-5-1980,0 24 810,-5-4 1349,3 1 0,0 1 0,-1-11 0,0 0 0,2 7 0,-1 0 0</inkml:trace>
  <inkml:trace contextRef="#ctx0" brushRef="#br0" timeOffset="107985">12669 2504 11400,'0'-9'1350,"0"-2"-1170,0 8 629,0-1-719,0 23 0,0-11 0,0 23 0,0-21 90,4 15-180,-2-16 90,2 11 1259,-2-13-1439,-1-7 90,1-9 0,-2-4 0,0-15 0,0 13 0,2-9 0,1 0 180,-2 3-180,2 3 0,-1 3-90,-2 5 90,0 8 90,0 12-90,0 12 0,0-5 0,0 1 0,0 11 90,0 2-90,4-19 0,1 8 0,0-12 0,1 4 90,-5-9-90,4 1 0,-4-15-90,2-10 90,-2 2 0,0 1 0,-1-10 0,1-4 0,-1 24-90,0-3 90,-4 15 90,0 17-135,1-4 0,0 1-90,1-1 0,1 0-1214,0 7 0,1-2-720,0-4 2069,-1 3 0,2-1 0,4-3 0,1 8 0</inkml:trace>
  <inkml:trace contextRef="#ctx0" brushRef="#br0" timeOffset="109035">12684 2358 9332,'8'-4'449,"0"0"271,-3 2-540,-1-1 539,4 0-539,-6 3 360,4-2-360,-4 2 180,1-1-90,0 1-180,0 0 359,5 0-359,-3 0 180,10 0-180,-7 0 180,13 4-180,-9-3 270,16 8-360,-14-7 90,3 2 0,-1 0-1,-1-2 1,3 0 0,-1 1 0,-1-1-90,9-1 90,2 0-90,-9-1 45,1 1 0,2-1 45,-2 0 0,-2 0-45,-1 0 0,0 0-45,9 0 0,-2 0 0,-3 0 45,7 0 0,3 0-45,-7-2 0,-1 0 0,3 2 0,1-1 0,-2 0 0,1-2 0,-3 1-283,8-1 283,-7 1 0,3-1 0,-3 1 0,3-3 0,3 0 0,0 0 0,-5 0-45,2-2 0,-1-1 45,-4 1-45,6-2 0,1-1-225,-5 1-635,3 0 0,2-1 905,-12 4 0,-1 0 0,11-6 0,-8 1 0</inkml:trace>
  <inkml:trace contextRef="#ctx0" brushRef="#br0" timeOffset="110166">10883 2680 9691,'-10'-7'720,"2"3"-450,3 1 0,2 2-90,-1 0 0,1-1-91,0 2 1,0-1 90,-1 0-90,1 0 90,-2 0 0,1 1-90,-1 0 90,0-1-90,-1 1 180,-3 0 0,-7 0 89,-9 5-134,9-1 0,-1 0-45,-9 3-45,7-2 0,2 0 45,1-3 0,-2 2 0,0-1-180,1 0 134,-1 0 1,-1 0 45,3 0 45,-6 0 0,-4 1-135,3 0 0,-1-1 30,1 0 0,-2 0 0,2 0-284,-3-1 0,2 1 209,-9 0 0,4 0-45,7-1-45,-4 1 0,1 0 45,5 0 0,-2 0 0,0 1 90,3 0-405,-6 1 0,-2 1-855,6 0 1,0 0 404,-2 0 1,-1 0 764,-5 4 0,1 0 0,2-1 0,6-1 0,0-1 0</inkml:trace>
  <inkml:trace contextRef="#ctx0" brushRef="#br0" timeOffset="113000">11948 2826 15898,'-9'-10'720,"1"2"-541,5 5-179,0 1 0,-2 2 0,1 0 0,3 0 0,-1 0 0,1 0 0,-1 0 0,0 5 0,0-4 0,-1 9 0,1-6 0,-2 6 0,1 5 90,2-6-90,-2 14 0,2-12 0,1 11 0,0-12 0,5 10 0,-4-12 90,17 10-90,1-10 0,3 2 0,-5-8 0,0 0 0,-1-2 0,4-4 0,-1-2 0,-2 4 0,2-10 0,-1-1 0,-5 5 0,1-7 0,-3-1 0,-5 2 0,2-9 0,-15-1 0,0 9-1639,-5-1 1,-4 2 1523,-1 3-974,-6 2 0,0 2 999,0 3-300,-3 1 1,0 2 209,4 9-405,-1-2 1,1 2-136,4 8-919,2 3 1,2 0 1103,7 5 1,4-8-1,3 0 1,8 3 0</inkml:trace>
  <inkml:trace contextRef="#ctx0" brushRef="#br0" timeOffset="114716">11923 1478 11760,'0'-11'720,"0"2"-450,0 6-90,0 0-90,-4 1-90,-3 10 0,-1 0 0,-3 15 0,8-10 90,-2 10-90,4-13 0,0 11 0,5-12 89,2 7-89,4-10 0,5 2 0,-4-6 0,12-8 90,-14 4 0,7-23 0,-12 14 45,-2-8 0,0-2 45,-2 3 45,-2-5 0,-2 0-225,-6 2 0,1-6-90,-8 18 0,12 8-1079,-15 15 449,11-5-919,-3 8 1,0 1-122,2-2 1567,-5 10 0,11-13 0,1 0 1</inkml:trace>
  <inkml:trace contextRef="#ctx0" brushRef="#br0" timeOffset="114887">12134 1573 13739,'-21'-23'-360,"-1"4"-2917,1 0 2477,8 15 0,8 3 1,5 6-1</inkml:trace>
  <inkml:trace contextRef="#ctx0" brushRef="#br0" timeOffset="115485">12258 1404 11940,'3'-20'1799,"0"0"-1799,-1 2-90,1 6 90,-1 11 0,1 0 0,1 0-90,0 1 90,4 0 0,-4 0 0,6 10 0,-7-7 90,4 22-90,-6-18 0,0 20 0,-1-16 0,-5 10 90,4-12-90,-7 8 0,7-11 90,-3 4 180,10-6-180,9-6-90,-2 2 90,2-9 0,-1-1 90,0 2 89,-1-4 1,0-2-90,-3 4 450,6-11-540,-12 15 0,1-5-180,-5 10 90,0 3-90,0 3 90,0 9-90,0-4 90,4 13 0,-3-12 0,11 14 0,-11-14 0,16 14 0,-13-16 0,9 10 0,-10-14 0,2 5 0,-3-6 0,-1 3 0,-1-4-90,-10 3 0,8-2-1079,-18 3 629,13-4-1034,-8 1 0,-1 0 135,1-3 1439,-4 2 0,1-2 0,4-9 0,-6-1 0</inkml:trace>
  <inkml:trace contextRef="#ctx0" brushRef="#br0" timeOffset="115666">12422 1319 12660,'5'-9'450,"-2"0"359,2 0-719,-2 2 0,5-4-90,-1 6-180,15-7-180,-6 7-733,3 0 1,5 0 0,-2 0-547,-5 2 1,-1 0 1100,4-1 1,3 0 0,-3 1-1,8-2 1,0 0 0</inkml:trace>
  <inkml:trace contextRef="#ctx0" brushRef="#br0" timeOffset="117198">11768 2992 11041,'7'0'0</inkml:trace>
  <inkml:trace contextRef="#ctx0" brushRef="#br0" timeOffset="117449">11603 3041 10411,'6'0'0</inkml:trace>
  <inkml:trace contextRef="#ctx0" brushRef="#br0" timeOffset="117651">11380 3066 9152,'9'0'0</inkml:trace>
  <inkml:trace contextRef="#ctx0" brushRef="#br0" timeOffset="117850">11271 3085 6273,'16'1'0,"-2"-1"0</inkml:trace>
  <inkml:trace contextRef="#ctx0" brushRef="#br0" timeOffset="118582">12318 2900 10591,'5'-7'0</inkml:trace>
  <inkml:trace contextRef="#ctx0" brushRef="#br0" timeOffset="118782">12422 2896 10591,'13'-8'0</inkml:trace>
  <inkml:trace contextRef="#ctx0" brushRef="#br0" timeOffset="118966">12569 2871 11400,'-4'-10'0,"1"2"0</inkml:trace>
  <inkml:trace contextRef="#ctx0" brushRef="#br0" timeOffset="119133">12682 2871 11400,'0'-11'0,"2"3"0</inkml:trace>
  <inkml:trace contextRef="#ctx0" brushRef="#br0" timeOffset="121332">10965 2610 10501,'2'7'-3277,"-1"3"3129,-8-8 0,1 8 1,1-5-1</inkml:trace>
  <inkml:trace contextRef="#ctx0" brushRef="#br0" timeOffset="122333">11011 2623 8252,'-9'0'360,"-4"0"-180,2 4-90,-1-3 180,-7 5-180,11-3 90,-13 2-90,12-2 89,-11 1-89,10-2 0,-10 1-90,10-1 90,-11 2 0,11-2 90,-12 3-90,12-2 270,-13 4-270,12-4 0,-7 2 0,2-2 90,2-1-90,-5 1 179,-10 0-179,10 0 45,-1 0 0,0 0-135,4-1 45,0 1 0,0-1-45,4 0 180,-18 4-180,16-4 90,-5 2 0,-3 0 135,2-1 0,0 0-180,2 0 0,-2 0 45,-8 1 0,1 0-90,4 0 89,-5 0 1,0 0 0,4 0-90,-4 0 0,0 1 90,6-2-90,-1 2 0,1-1-1907,5-1 1907,-7 2 0,11-1 0,4-2 0,-1 2 0,0 0 0,4-1 0,-9 4-180,7-2-1529,-12 8 540,10-5 1169,-9 9 0,13-9 0,-1 4 0</inkml:trace>
  <inkml:trace contextRef="#ctx0" brushRef="#br0" timeOffset="123200">12724 2405 13199,'22'-4'540,"-6"0"-450,4 4 0,1 0-90,3 0 90,6 1 0,2-2-581,-1-3 551,-5 3 0,4 0 0,0-1-328,-5-1 0,-1-1 0,2 1 290,3 0 1,1 1 0,1-1-1,-3 1-245,-1-1 0,-1 1 0,1-1 245,-1 1 1,1-1-1,0 1 1,-4 0-23,-4 0 0,1 1 30,6-1 0,5-1 0,-5 1-30,-9 0 0,-1 1 30,6-2 0,2 1 0,-4-1-30,6 0 45,-2-1 0,-1 1-45,-6 0-177,12-3 177,-19 4 0,3-1-90,-5 1-90,-5 1-3097,2 0 3234,-24 1 1,4 0 0,-2 0 0,1 0-1</inkml:trace>
  <inkml:trace contextRef="#ctx0" brushRef="#br0" timeOffset="124482">10979 2616 13919,'-12'0'270,"2"0"90,-3 5-270,5 1-90,-6-1 180,-1 5-180,3-5 89,-3 2 1,0-1 90,-1 2-90,-9 2 90,-3-2-180,10-3 90,-3 1 0,0-1 0,2 0-45,-2-1 0,0 1-45,3-1 45,-2 1 0,2-1 45,3 0 90,-14 5-90,18-5 90,-12 4-90,13-4 0,-6 1-1,-2 0 181,-6 1-180,1 0-45,6-2 0,0 1-45,2-2 0,-3 1 0,-1 0 0,0-1 90,-4 1 0,0-1-90,0 1 60,4-2 0,-3 1 0,0 0-60,-7 1 0,0-1-272,1 1 0,-1-1 272,5 0 0,-1 0 0,4 0 0,-4 0 0,-1 1 0,1 0 0,6-1 0,-1 2 0,1-1 0,1 1 0,-3 2 0,-1 0-90,-1 0-495,-2 3 1,0 0-2153,4-1 2287,5-2 0,1 1-2827,3 5 0,6-6 3338,15 4 0,4-9 0,14 0 0</inkml:trace>
  <inkml:trace contextRef="#ctx0" brushRef="#br0" timeOffset="125466">12683 2395 9781,'10'0'1709,"-1"0"-1349,2 0 360,8 0-180,12 0-361,-5 0 1,-5 2 0,-2 0 0,0-1 0,4 2 0,0 0-90,0-2 30,-3 0 0,4-1 0,-1 1-120,-1-1 0,-1 0 0,2 0-1093,7 0 1,3 0 0,-2 0 1042,-7 0 1,-1 0 0,2 0 49,1-1 0,3 0 0,0 0 0,-5 0 0,-1 1 0,0-1 0,2 0 0,5-2 0,0 1 0,-5 0 0,-6 1 0,1 0-30,7-2 0,4-1 0,-4 1 30,-10 1 0,1 0-60,7-2 0,3 0 0,-3 1-75,-9 0 0,2 1-958,9-2 1,6-1 0,-3 0 1069,1-1 0,-1 0 0,-7 2 0,1-1 0,-2 1 0,2-3 1,0 1-1</inkml:trace>
  <inkml:trace contextRef="#ctx0" brushRef="#br0" timeOffset="150199">11128 2819 14998,'-10'0'900,"-1"1"-270,-12 3-451,8-3-89,-6 3 0,0 0 0,1 0 45,-6-1 0,-2 0-508,0 0 523,2-1 0,-6-1 0,0 0-1219,6-1 1,0 0 0,0 1 1098,-3-1 0,-1 0 0,0 1 0,5-1 0,0 0 0,0 0 0,-3 0 0,-1 0 0,3 0 15,-1 0 0,-1 0-27,4 0 0,-3 0 0,-2 0 0,2 0 0,3 0-18,-6 0 0,-1 0 0,6 0 0,-4 0 0,-2 0 0,2 0 0,4 0 0,-6 0 0,1 0 0,6 0 0,-5 0 0,0 0 0,1 0 0,4 0 0,-4 0 0,0 0-23,-1 0 1,-4 1-1,0 1 1,4-2 22,3 0 0,-1 1-216,4 1 0,-6 1 0,0 0 0,1 0 0,4-1-279,-3 0 1,0 1-326,0 0 1,-6 2 0,2 0 0,5 0-820,6-2 1,2 1 1293,-11 2 1,2 0 0,5 0 0,0 1 0</inkml:trace>
  <inkml:trace contextRef="#ctx0" brushRef="#br0" timeOffset="151334">12857 2508 11221,'-7'-6'629,"1"1"-359,4 5 3006,1 0-3044,16 0 308,3-5-1967,6 3 1,3 0 1471,-11-1 0,0 0 45,7 1 0,4 0 0,-4 1-302,-5 0 1,0 0 256,3 0 0,4 0 0,1 0 0,-4 0-402,2 0 1,1 0 400,2 0 1,6 1 0,-1-1 0,-4 1 0,0 0 0,1-1-27,-4 1 0,5 0 0,2 0 0,0 0 0,-3 0 27,0 1 0,-1 0 0,0 1 0,2-1-326,-3-1 1,1 1 0,2 0 0,0-1-1,-1 1 1,-2 0 280,1 0 0,-1 1 0,0-1 0,1 0 0,-2 0 0,2 0 0,0 0 0,-2-1 0,-4 0 671,3 0 0,0 0-671,0 0 0,4 0 0,1 0 0,-6 0-45,0 0 0,-1 0 45,1 0 0,4 0 0,0 0 0,-4 0 0,-2 0 0,1 0 0,3 0 0,5 0 0,1 0 0,-2 0-60,-3 0 0,-1 0 0,1 0-471,4 0 0,1 0 0,-1 0 411,-8 0 0,-1 0 0,-1 0-1274,11 0 0,-3 0 455,-11 0 1,1 0 938,6 0 0,3 0 0,-4 0 0,5 0 0,-7 0 0,0 0 0</inkml:trace>
  <inkml:trace contextRef="#ctx0" brushRef="#br0" timeOffset="173986">12740 2445 8432,'13'-9'-1979,"1"4"1979,1-2 0,4 6 0,3-2 0</inkml:trace>
  <inkml:trace contextRef="#ctx0" brushRef="#br0" timeOffset="209957">12788 6618 10411,'13'0'1169,"-1"0"-899,-7 0-90,1 0 0,-1 0 0,1-4-90,0 3 90,1-3-90,1 1 0,0 2 90,1-4-90,1 4 89,1-4-89,1 3 90,1-3-90,1 1-415,1 0 415,2-2 0,2 0 0,1-1 45,3-1 0,0-2-90,-8 5 0,2-2 67,4-1 1,4-1-1,2-2 1,-1 1-24,-2 1 1,0 0 0,-1 0 0,3-1-373,1-1 0,2 0 1,0-2-1,1 1 0,0-1 298,-3 2 0,0 0 0,0-1 0,1 0 0,-2 0 0,-2 2-411,4-3 0,-2 2 0,-1-1 1,3-1 380,-4 2 0,2-1 0,0-1 0,0 0 0,-1 2 0,-4 0 15,0 1 0,-2 1 0,2-1 0,0-1 0,3-1 0,1-2 0,1 1 0,-2 0 0,-4 1 0,2 0 0,-3 1 0,2-2 0,-1 1 0,4-3 0,0-2 0,1 1 0,-2 1 0,-4 1 0,2 0 0,-4 1 0,4-2-15,0 0 0,3-4 0,2 0 0,0-1 0,0 0 0,-3 1-3,0 1 0,-2 1 0,0 0 0,1-1 0,0-1-8,-1 0 0,1-1 1,1-1-1,0 0 0,-1 0 1,0 0-1,-2 2 26,1 0 0,-2 1 0,0 0 0,0 0 0,-1-2 0,0 0 0,-1-2 0,1-1 0,-1 0 0,-2 2 0,-2 2 0,5-7 0,-1 0 0,-4 5 0,3-4 0,0-1 0,-2 1 0,-1 4 0,2-4 0,-1 0 22,-1 0 1,3-4-1,-1 0 1,-2 4 22,-2 3 0,-2-1 90,1-2 0,0-3 0,0-2 0,-2 2-690,-3-1 1,-3 2 0,0-1 584,1 0 0,-1-1 0,-2 0 15,-3 5 0,-1-1 0,-1 1 0,-1 4-51,-4 2 1,0 1 65,-4-6 0,-1-2 0,1 4-15,3 8 0,-1 0 15,-4-4 0,-4-2 0,2 3-60,6 6 0,-1 1 90,-10-6 0,-4-1 0,-2 2-30,1 3 0,-1 3 0,-3 1-162,5 1 1,-3-1 0,-1 1 0,0 1 0,2 0 101,1 0 0,2 1 0,-1 0 0,-1 2 54,-3 1 0,-2 0 0,0 2 0,2 0 0,4 1 93,-4 1 1,0 2-94,6-1 0,-6 1 0,0 0 0,1 1 0,3-1 222,4 2 0,4-1 1,-5 2-217,1-1 0,-3 1 0,-3 2 0,0-1 0,2 0 0,3 0-297,-1 1 0,3-1 1,-4 3 287,4-2 0,-2 3 1,-3 0-1,-1 2 1,1-1-1,2 0 1,4-2 93,-7 5 1,3-2 0,-2 4-101,6-6 0,-2 3 0,-3 2 0,0 0 0,0 0 0,1 0 0,1-1 0,3-2-238,-3 2 1,3-2 0,1 1-1,-3 0 208,2 0 0,-1 1 0,-2 0 0,1 1 0,-1 0 0,1 0 45,0 1 0,-1 0 0,0 1 0,1 0 0,1-2 0,1 0-185,-2 2 1,2-2-1,0 0 1,-2 3 135,4-4 0,-1 2 0,-2 2 1,0 0-1,-1 0 0,2 0 1,1-2-1,2-1-82,-3 3 0,2-1 0,2-1 0,-2 1 89,0 1 0,0 0 0,-1 1 0,0 0 0,0 2-5,1-1 0,0 2 0,-1 1 0,1 0 0,0-1 0,2-2-13,-1 2 0,2-3 0,0 1 0,-2 3 11,3-2 0,-1 2 1,-2 2-1,1 2 0,0-1 1,0 0-1,3-3 0,1-3-11,0 2 0,3-4 0,1 0 0,-1 3 12,0 0 1,0 4 0,0 1 0,0 0 0,0 0 0,2-2 0,1-4-13,0 3 0,3-4 0,-1 4 18,2 1 0,0 4 0,1 1 0,0-1 0,2-5-18,1 3 0,3-1 0,2-4 0,1 4 0,2 1 0,1-2 0,-2-5-45,3 3 0,3-3-248,2 0 1,5 3 0,0-1 0,-1-6 22,0-6 0,1-5-450,5-2 1,6-1-1,0-1 1,-3-3 209,-7-2 0,-3-1 1,5-2-38,0-1 1,6-2 0,1-2 0,1 0 0,-2 1 0,-3 0 272,3-3 1,-3 1 0,3-2 0,-3 2 0,2-2 0,1 0 0,-1 0 0,-3 2 0,1-2 0,-1 0 0,1 0 0</inkml:trace>
  <inkml:trace contextRef="#ctx0" brushRef="#br0" timeOffset="445146">11821 1929 10051,'0'-10'1170,"0"2"-1170,0 4 90,0 1-90,0 2 89,0 0 91,0-1-180,0 1 0,0-1 90,0 0-90,0 1 0,0-1 90,0 1-90,0-1 0,0 1 0,0-1 0,0 0 0,0 1 0,0-1 0,0 0 0,0 0 0,0 1 0,0-1 0,0 2 0</inkml:trace>
  <inkml:trace contextRef="#ctx0" brushRef="#br0" timeOffset="734194">11961 2964 11670,'-7'-11'0</inkml:trace>
  <inkml:trace contextRef="#ctx0" brushRef="#br0" timeOffset="734861">11863 2729 13289,'-11'0'180,"0"0"-270,3 0 90,2 0-359,-5 0-1,4 0 0,-5 5-2249,-17-4 1170,7 4 998,-3-5 1,-1 0 0,-3 0 0,8 0 0,1 0 0</inkml:trace>
  <inkml:trace contextRef="#ctx0" brushRef="#br0" timeOffset="735844">11158 2789 9332,'-21'-3'0</inkml:trace>
  <inkml:trace contextRef="#ctx0" brushRef="#br0" timeOffset="737378">11116 2506 10411,'0'8'989,"1"1"-809,-6-5 270,1 6-360,-5-5 180,-1 8-90,3-8 90,-7 6-180,7-6 179,-9 7-179,8-7 270,-16 6-180,5-3-90,-3 0-1696,4-2 0,1 0 1606,2 0-314,-4 1 0,0-1 404,4-1 0,-2 0 0,-1 0-1,1 0-210,-2 0 1,-1 0 210,1 0-88,-5 0 1,-3 1 42,8-2 0,0-1 0,-2 1 0,-1-1 45,-6 1 0,3-1 0,5-1-168,-5 0 0,1 0 78,5-1 45,-3 1 0,0 0 45,2 0-90,-3 0 0,1 1 0,3-1 55,-2 0 1,0 1-56,2-1 45,-1 1 0,-1-1 45,2 0-45,-3 1 0,1-1-45,1 0 0,-10 1 90,0-1-90,11-1 45,-4 0 0,0 0-45,3 0 45,-4-1 0,1 0-45,1 1 90,-2-1 0,1 0 0,2 0-45,-3 1 0,1-1 45,2 0-854,-4 0 1,0 0 763,5 0 608,-3 0 0,0 0-608,7 0 45,-1-2 0,0 0-45,2 1 625,-15-2-625,17 3 405,-14 0-405,16 0 0,-5 0 2808,6-2-2808,3 1 1270,-7-1-1270,8 2 0,-3 0 402,3 0-312,2 0 1,-2 0-91,5 0 0,-2 0 180,3 0-180,-1-3-90,5 2 90,0-3 0,2 4 0,-1 0 0,-2 0 0,-2 0 0,0 0 0,1 0 0,-1 0 0,0 0 0,1 0 0,-1 3 0,1-2-90,-1 2 180,0-3-90,1 0-90,-1 0 0,1 0 0,0 2-270,1-1 181,-1 1-91,0-1-1709,-1 0 1169,0 0-1708,-1 1 629,1-1 1889,0 2 0,0-2 0,1 0 0</inkml:trace>
  <inkml:trace contextRef="#ctx0" brushRef="#br0" timeOffset="741131">12703 2564 19946,'10'0'269,"-1"0"-269,0 0 0,-2 0 90,1 0-180,6 0 90,-4 0 0,16 4 0,-15-3 0,12 3 0,-12-4 0,4 3 0,5-1 0,-6 1 0,17 1 0,-17-4 0,3 2 0,1-1 0,-2 0 0,6 0 0,0 0 0,-3 0 0,1 0 0,0-1-1764,-4 1 1764,5 0-1036,10 1 1036,-11-1 0,3 1 0,1-1 0,-3 1 0,3-1 0,1 0 0,-4 1 0,3-1 0,0 1 0,-2-1-1277,8 0 0,0 0 1277,-3 0 0,-6-1 0,3 0 0,-3 0-79,5 0 79,3 0 0,1 0 0,-3 0-45,3 0 0,1 0 45,-4 0 0,-6 0 0,2 0 0,-2 0 1020,8 0-1020,-5-2 0,4-2 0,-1 0 0,0 2 0,-1-1 0,-6-1 0,1-1 0,0 1-30,4 0 0,1 2 0,-4 0 672,8-2-642,-7 2 0,3 0 0,-4 0-90,6 2 90,3-1 0,0 0 0,-2 1 0,-9 0 0,4 0 0,-4 0 0,9 0 0,-9 0 0,4-1 0,-3 2 0,6 2-45,2-2 0,0-1 45,-7 4 0,6-4 0,0 0 0,-7 0-401,4 0 1,-1 0 400,-7 0-303,2 0 0,-1 0 303,-3 0-286,16 0 286,-18 0 2454,15 0-2454,-11 0 0,1 0 1167,-7 0-1167,-4 0 0,-2 0 1008,2 0-1008,-5 0 746,2 0-836,-3 0 90,1 0-3277,2 0 2457,-12 0 1,6 0 0,-11 0 0</inkml:trace>
  <inkml:trace contextRef="#ctx0" brushRef="#br0" timeOffset="742547">12763 2343 12300,'8'0'630,"0"0"-271,-3 3-269,-1-3 270,1 3-270,-2-3 0,1 2 180,0-2-180,-1 2 270,5 0-270,-5-1 179,8 2-269,-5-2 180,15 2 0,7 0-135,-9-1 0,2-1-1069,-4 0 0,-1 0 1024,14 0-613,-12-1 0,-1 0 703,6 0-45,6 0 0,-1 0 45,-1 0-90,-7-2 0,3 1 0,-2-1 0,9 1 0,-8-1 0,4-2 0,-3 2 0,-6 2 0,-1-1 0,8-1 0,4-1 0,-4 0 0,-7 2 0,0 0 0,12-3 0,5 0 0,-5 0 0,-11 1 0,1 1 0,9-2 0,4-1 0,-5 1-45,-11 2 0,0 0 75,5-1 0,3-1 0,-3 2-30,6-1 0,3 0 0,-1 0 89,-5 0-131,5 1 1,0 0 41,-12 0 0,-1 1 0,4-1 0,-1 1 45,-1-1 0,-2 1-45,-2 0 90,7-1-90,-5 2 0,-6-1 90,10 0-90,-13 0 1766,6 0-1766,-8 0 1694,4 1-1604,-4-1 168,-1 1-258,0 0 0,-2 0 0,-1 0 0,2 0 0,-2 0-990,0 0-1798,-8 4 809,1 0 1979,-16 4 0,7-4 0,-7-2 0</inkml:trace>
  <inkml:trace contextRef="#ctx0" brushRef="#br0" timeOffset="743129">11188 2780 6813,'7'-6'0,"-1"2"0</inkml:trace>
  <inkml:trace contextRef="#ctx0" brushRef="#br0" timeOffset="745776">12068 2779 7083,'-9'0'449,"2"0"1,9-3 0,3-2 0</inkml:trace>
  <inkml:trace contextRef="#ctx0" brushRef="#br0" timeOffset="748726">10621 3439 16707,'18'3'0,"0"0"0,8-3 0,-7 0 45,3-2 0,0-2-45,-2-1 0,2 0 0,-1 0 0,-5 0 45,2 1 0,0 0-45,-2 1 90,3-2 270,-12 3-180,-6 8-180,-1 1 180,-12 15-90,4-7 45,-5 2 0,-2 0-135,2-1 90,-4 3 0,-3 2-45,7-7 0,-1-1-1684,-4 6 1,0-1 1523,-3 4-159,6-5 274,12-14 90,0 3-90,2-5 90,8 0-90,15-1 0,-3-5 0,5 2 0,-1 0 0,-1-3 0,8 0 0,-1 1 0,-5 0 0,3 0 0,0 0 273,-10 1-273,14 0 0,-22 2 0,5 0 0,-11 2-3277,2-1 0,-15-4 0,5-3 2811,-10-2 1,6-1-1,0 2 1</inkml:trace>
  <inkml:trace contextRef="#ctx0" brushRef="#br0" timeOffset="749293">10915 3241 12750,'3'-17'2428,"-1"-8"-1798,-6 6-450,-1 0 0,-1 9 180,-11 2-181,8 3 46,-8 2 0,-2 0-135,-1 2 90,-9 10 0,-1 4-619,15-8 1,0 3 528,-9 8 0,-4 4 0,4-1-388,7-5 0,0 1 320,1 3 1,-3 3-1,0 0 1,4-2-1446,1 1 1,2 0 1422,0 0 0,-1 1 0,1 2 30,5-3 0,0 1 0,2 1-664,1 2 0,1 1 0,1 0 634,-1-3 0,2 0 0,1 0-239,4 5 1,1 0-1,3-4 239,11 2-171,-5-9 1,2 2-1,0-3 171,9 3 0,-4-7 0,4 0 0,-2-3 0,-6-2 0,0-3-23,5-1 1,5-2 0,-1 0-1,-3-1 23,-2-2 0,0-1 22,1-2 1,4-1 0,0-3-1,-3-1-52,2-7 0,-3-3 0,-1 1 30,-1 4 0,0 0 0,-1-2 0,1-5 0,-1-4 0,0 0 0,-5 3 430,-2 2 1,-2-1-319,-1-1 1,1-4-1,-1 0 1,-2 4-24,-1 1 1,-4 1 67,-1-2 1,-1-3-1,-3 0 1,-4 3-138,-7 4 1,-4 3-1,0 0 10,4-3 0,1-1 0,-5 4-30,-6 5 0,-5 3 0,0 3 0,3 1 261,1 1 0,-2 4-315,5 1 0,-4 2 0,-2 1 0,2 1 0,3-1-126,-5 1 0,2 2-405,0 4 1,-3 2-1,0 1 1,6-1-91,4 0 1,2 1-419,-2 6 1,-1 4 0,5-3-547,8-5 1,2-1 1257,-3 8 1,4 0 0,10-2 0,2-2-1</inkml:trace>
  <inkml:trace contextRef="#ctx0" brushRef="#br0" timeOffset="750126">10997 2690 12390,'-10'-6'450,"3"2"-360,5 4 269,-6 0-179,2 5 270,-15 0-360,9 7 90,-5-5 0,-2-1 0,1 4-1,-8 0 1,0-2-619,0 1 529,4-3 0,-3 1 0,2-1-277,6-1 1,0 0 305,-8 2 1,-4 1 0,3-1-75,8-2 0,0 0 22,-4 1 1,-3 1 0,-1 1-1,4-2-67,3 0 0,-1-1 22,-2 2 1,-5 0-1,1 1 1,3-2-452,3 0 0,0-1 429,-3 1 0,-5 0 0,0 1 0,4-2-585,-1 0 0,0 0 567,2 0 0,-4 0 0,-1 0 0,1-1 0,3 0-456,-6 2 0,-1-2 240,5 0 0,-5 1 0,-1-1 0,1 0 1,4 0 23,3-1 0,4 0 0,-3-1-446,-5 1 1,-3 1-1,-2-1 1,2 0 0,4-1-984,-5 1 1,1-1 1460,0 0 0,-2 0 0,4 0 0,7-1 1,3-1-1,0 0 0,0 0 0</inkml:trace>
  <inkml:trace contextRef="#ctx0" brushRef="#br0" timeOffset="750893">12869 2483 13649,'19'0'1349,"9"0"-1169,-4 0 0,7 0 45,-8 2 0,0 0-771,-7-2 1,1 1 635,11 0 0,4 0 0,-3 0-582,-6-1 0,1 0 492,4 0 0,5 0 0,1 0 0,-5 0 0,1 0 0,1 0 0,-6 0 0,4 0 0,3 0 0,1 0 0,-1 0 0,-3 0-471,-1-1 1,-1 0 0,0 0 0,-1 0 0,2 0 470,2 1 0,0 0 0,1 0 0,0 0 0,1-1 0,-4 0 0,1-1 0,1 0 0,0 0 0,-1 0 0,-2 0 0,-4 1-329,5 0 0,-5 0 0,4-1 314,0 0 0,4-1 0,2 1 0,0-1 0,-3 0 0,-4 0 15,-3 1 0,-4 0 0,3-1-18,4 0 0,4-1 0,1 0 0,-1 0 0,-4 0-42,-4 1 0,-4 0 0,4 0-372,4-2 0,4 0 1,1-1-1,-1 0 1,-4 2-199,-4-1 0,-3 2 1,3-2 629,5-1 0,4-1 0,2-1 0,-2 0 0,-4 2 0,-2-1 0,-4 1 0,2 0 0,3-2 0,1 0 0,0 1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21:23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 2032 8342,'0'-9'3276,"0"3"-1605,0 18-1671,0-1 90,0 8-90,3-10 90,-2-1 0,2-3 0,-1 2 270,-2 0-270,3 0 0,-2 1-90,0-2 90,0-2 0,0-2 809,-1-2-89,2 1-540,-1-1 0,3-5-181,-1 3-89,2-10 90,6-4-90,2-3-300,-4 7 0,3-1 300,6-4 0,2 0-1382,-4 3 0,2 1 1382,-2 1 0,1-1 0,2 0 0,2 0 0,2 0 0,1 1 0,-2 0 0,-2 1 0,-2 1 0,4-2 0,0 2 0,3-3 0,1 0 0,2 0 0,-3 0 0,-3 3-760,3-2 1,-4 2 0,2 0 759,3-2 0,1-1 0,1 1 0,-2 0 0,2-1 0,-1 2 0,0-1-185,0 1 1,0-1 0,1 0 206,-2 1 1,2-2-1,0 1 1,-2 1 7,0-1 0,-1 0 0,-1 1-171,-3 1 1,-1 0-1,-3 1 231,8-6-90,-14 7 1474,-2 0-1564,-4 3 2031,-1-1-5218,-3 4 2457,-7 9 1,5-5 0,-5 6 0</inkml:trace>
  <inkml:trace contextRef="#ctx0" brushRef="#br0" timeOffset="5463">11356 1692 12480,'4'-15'1349,"-1"3"-1079,-3 6-90,0 1 0,0 2-90,0 0 90,0 2 269,0-1-449,0 1 90,-3 5 180,0 8-180,-4 7 0,2 1 270,-3 9-1486,3-10 1215,-2 8 1,0 3-470,3-13 0,0 1 425,-2 5 0,0 1-45,2-4 0,-1 0 45,1-1 0,-1 1 0,0 7 0,-1 0-45,3-10 0,0 1 60,-2 6 0,1 3 0,-1-4 30,1 6-1,-1-1 1,1-1-90,1-8 0,0 8-269,1-13 359,2-4 90,-1 0 270,1-5 1425,0-2-1875,5-15 0,0 2-45,2-12 0,1-3 45,1-2-837,-1 2 1,0-6 0,0 4 836,-2 6 0,0 0 0,0-1 0,1-3 0,0 3-285,1-5 1,1 2 239,-1 0 0,1 0 45,1-4 0,1 0-45,-2 4 0,1 1 45,1-2 0,-1 3 0,-3 7 0,0 2 0,1-4 0,0 2-308,-3 4 308,2-2 0,-3 7-90,-2 3 2990,1 0-2900,-3 10 1119,0 8-1119,0 7 0,0 9 0,-4-7 45,2-2 0,0-1-1093,-2 3 1093,1-6 0,0 2 0,0 2 0,0-1-45,-3 7 0,1 1 0,1 0 0,0 0 45,1-10 0,0 2-45,0 3 0,0 2 45,-1 3 0,0 0-45,0-3 0,1-1 0,0-1 0,0-2 90,1-2-363,0-6 273,0 3 90,1-4 0,0-5 0,0 1 899,1-4-1079,6-30 0,-5 10 382,4-4 1,1-3-338,-2 0 0,-1 0-848,2 4 1,-1-1 892,1-7 0,0-1-45,1-2 0,0 0 45,-2 8 0,0-1-45,2-5 0,-1-1 0,0 4 0,0 1 45,-2 6 0,1 1 0,0-4 0,0 0-443,0 3 0,-2 2 443,3-9-90,-1-4 90,-1 1 0,-2 12 0,0-5-90,-1 14 90,0 2-155,-5 23 155,4-5 0,-3 17-179,-1-12 179,3 2 0,-1-5 0,-2 1 45,2 2 0,0 1-45,0 0 0,-1 0 45,0 0 0,0 0-1,1 4 1,0-1-45,0-4 0,0 0 0,0 7 0,-1 0 45,0 2 0,1 0-45,0-7 0,0 1 298,0 5 0,-1 1-298,2-10 0,-1 0 0,0 5 0,0-1 0,0-5 0,0 0 0,0 2 0,0 1-405,-4 11 135,2-9 0,-2 5-629,0-3 89,1-7 70,0 4-1958,0-2 719,2-4 724,1 5 1255,2-3 0,0-4 0,1 3 0</inkml:trace>
  <inkml:trace contextRef="#ctx0" brushRef="#br0" timeOffset="6167">13115 1692 12930,'3'-11'90,"-4"0"-90,14 10-180,1-5-720,1 6 1,4 0-740,8-2 1,2 1 1228,0 4 0,0 1 1,-5-3-1,0-1 1,0 1-1,6 3 0,1-1 1</inkml:trace>
  <inkml:trace contextRef="#ctx0" brushRef="#br0" timeOffset="155126">7997 2821 9152,'-9'-2'1439,"-1"0"-1169,6 2 269,-4-1-359,4 1 90,-2 0-90,2 0 360,-1 0-270,1-1 0,-1 1 179,1 0-179,0 0 0,-1 0-180,2 0 90,1 0 1529,1 0-1529,1 4 269,3 1-269,2 0-90,0 4 180,7-3-180,-6 2 90,7 0 180,0 2-180,-1-3-90,6 4 90,5 0-1,-2-3-89,0-1 0,5 1 0,-2-1-1326,-6-2 0,1 0 1236,3 1 0,3 0 0,-2-1 45,2 0 0,-2-1-799,-4 0 0,-1-1 799,6 1 0,0 0-1,0 0 1,-1-1-45,-5-1 0,0 0 45,4 1 0,1 0 0,0-1 0,-2-1-45,-3 0 0,-1 0 45,4 1 0,2-1-45,-2-1 0,2 0 0,-2 0 0,0 1 0,0-1 30,7-2 0,3 0 0,-4 1-30,-6 0 0,-1 0-661,9-1 1,-1-1 660,-10 1 0,0-1 0,9 0 0,-1 0 0,-7 0 0,1-1 0,4 0 0,2-1-233,-3 2 0,0-1 278,0-2 0,1-1-45,5 0 0,-1 1 195,-7 0 0,-2 0-195,-1 1 0,-1-1 0,0-1 0,-2 1 432,10-5-432,-10 3 0,1 0 0,3-3 0,0-1 0,5-3 45,-2-1 0,-1 0-45,-3 0 0,5-5 179,-9 5 975,5-7-794,-2-3-52,-8 11 1,0-1-174,-2 0 0,-1 1 135,0-15-180,-3 7 0,-2 1 90,-7-2-90,4 6 1357,-11-6-1402,7 9 0,-2 0-45,-6-5 259,2 2 1,-1-1-260,0 2 0,-5-5 0,5 7 0,-8-7 0,5 6-90,-6-5 90,-2 3-45,10 8 0,-1 1 45,-4-3 0,-1 0 0,3 4 0,1-1 0,0 2 0,-1 0-45,-2-1 0,0 1 45,4 2 0,-1 0-45,-4-2 1,-2 0 44,-2 1 0,-1 0-697,5 1 0,0 0 697,-6-1 0,-2 1 0,-1-1 0,1 1-993,6 1 0,-1 1 993,-5-2 0,0 0 0,10 3 0,-1-1-802,-5 0 0,-1 0 802,8 1 0,0 0 48,-5-1 0,0 1-48,5 0 0,0 1 45,-1 0 0,0 1 0,-3-1 0,-1 0 172,5 1 0,1 0-307,-14 0 90,14 3 0,1 0 0,-10-2 0,10 3 0,-2 1 0,-1-1 0,0-1 0,-10 5 45,8-3 0,1-1-45,-10 4 0,7-3 0,0 1 416,5-2 1,-1 1-417,-4 0 0,-1 1 45,0 0 0,1 0-45,6-1 0,-1-1 45,-3 2 0,-1 0 551,2 0 1,2 0-507,-8 3-42,9-3 1,1-1-49,-11 8 0,8-4-90,-5 4 90,3 0 0,6-3 907,-4 4-907,3 2 0,4-3 1670,-2 5-1580,-3 7-90,7-8 45,0 3 0,1 2-45,1 4 49,3-6 0,1 0-49,0 6 90,3-1 0,0 0-1,6-5 1,0 8 0,2 0-90,5-1 90,-5-5 0,1 2 0,-1-3-90,3 5 45,-2-7 0,0-1 45,1 0-833,1 0 833,0-1-34,1-3 1,3 1 168,6 2 0,3-1-180,1 0 0,2 0-688,-5-6 1,2-1 0,-2-1 642,1-2 0,-1-2 45,9 0 0,0 0-45,-11-3 0,-1 0-194,7 1 0,0-2 239,-8 1 0,1-1-426,3 0 1,2 0 0,-1 0 380,0 0 0,-1 0 0,6-2 0,2 0 0,-4 1-435,-5 0 0,-2 1 435,6-5 0,1 1 434,-9 4 0,1-1-434,6-2 0,3-1 0,-1 2 0,2 0-119,-6-1 0,2-1 0,-2 1 119,5-1 0,-2 0 0,-2 0 0,0-1 365,0 1 1,-2 0-366,-5 0 0,1 1 560,3-2 0,1 0-560,0-1 0,-1 0 0,10-3 0,-10 2 0,0 0 0,-2 0 0,0-1-289,9-4 289,-10 4 0,-1-1 90,5-3-90,-7 3 0,1-1 0,5-5 0,-6 6 0,-1-2 0,0 0 0,-1 0 0,8-6 0,-8 6 0,0-1 45,-1-1 0,-1 2-45,5-8 0,4-5 0,-4-1 0,-4 6 0,1-5 0,-3-1 0,-5 6 0,1-7-45,-4 9 0,-1 0 45,-5-5 0,4 5 0,0-1-90,-11-9 90,2 5 0,-4-7 0,-2 9 0,3 0 0,-1 1 0,-2-1 746,4 7 1,-1 0-747,0-1 0,-1 0-45,-5-3 0,1 0 45,3 5 0,1 0 0,-1 1 0,1 1 0,-1 0 0,0 2 0,-9-6-45,8 5 0,-1 1 45,-7-2 0,-1 1 45,9 2 0,-1 1-45,-9-3 0,-1 1 0,4 2 0,1 1 0,4 2 0,1-1 0,-7 0 0,0 0-45,-1 1 0,0 0 45,-2 0 0,0 1 131,4 0 1,0 0-1,0 0-131,0 1 0,0 0 0,0 0 0,-1 0 0,1 1 0,0 0 0,-4-1 0,0 2 0,1 1 0,0 2 0,-2-1 0,1 1 0,5-1 0,1 1 0,-7 2 0,-1 0 0,4-2 0,-1 0 0,2 1-757,0 1 0,1 1 757,0-1 0,-2 0 0,1 0 0,-1 1 0,2 0 0,5-1 0,1 1 0,-5 0 0,0 2-627,3 0 0,1 1 627,-9 6 0,10-5 0,0 0-259,2 3 1,0-1 258,3-2 0,0 1 163,-2 3 1,-1 1-164,1 2 0,2-1 0,2-2 0,1-1 0,-3 4 0,1 2 45,2 0 0,1 0-45,3-5 0,0 1-120,0 5 0,2 3 0,1-2-105,3-3 0,2-1 46,-1 10 0,3-1-316,3-11 0,1-1-764,7 7 0,2-1 672,-3-4 1,1-2 16,-1-1 0,2 0 1,0-1-556,5 1 1,0-3-360,3 1 0,2-1-105,2 0 0,1-1 1589,-9-4 0,0-1 0,1 0 0,2 0 0,-1-1 0,1 0 0,0-1 0,0 0 0,1 1 0</inkml:trace>
  <inkml:trace contextRef="#ctx0" brushRef="#br0" timeOffset="165199">10191 2838 9062,'-9'-9'450,"1"2"-181,6 5 1,0-1 0,0 1 0,2 1 90,-1 0 719,1-1 180,0 1-179,0 0-900,4 0-90,1 4 0,5 2 89,1 4-89,-1-3 0,1 1 90,3 1-90,-2-2 0,4 2 90,11 4-90,-9-5-45,-4-1 0,1 0 135,9 3-1125,-5-3 1035,7 1 90,1 0-180,-5-3 90,6 2 0,2-2-90,-8 0 0,9-1 0,0 1 90,-6-1-90,-10-2 0,1 1 0,1-1 0,-1 1 0,9 0 0,-9-1 0,1 0 0,-1-1 0,1 1 0,8 0 45,-9 0 0,1-1-45,0 1 0,-1-1 0,9 0 0,-8 0 0,-1 0 0,6 0 0,8 0 0,-6 0 0,7 0 0,-12-2 0,1-1 0,4-3 0,-4 3 0,-2 0 0,1-5 0,9 3 0,0-4 0,-1 1 0,-2-1 0,-8 2 0,6-5 0,-5 3 0,3-4 0,0-1 90,-6 2-90,3-4 0,-2-1 90,-5 3-90,2-5-30,-2-1 30,-2-4 45,-4 9 0,0 0-717,1-9 762,-1 2-90,-2 3 0,-1 4 0,-1-2 0,0 0 0,-1 5 753,0-4-753,-6 4 0,-1-5 0,-7 0 0,4 0 0,-2 1 0,-4 1 0,-3-1 45,6 6 0,0 0-630,-3-1 1,1 1 584,-11-5 0,0 0 0,11 7 0,1 1 0,-10-5 0,9 5 0,-2-1 45,-7-2 0,-1 1-45,10 3 0,-2 0 0,-8-4 0,-1 1 45,4 2 0,2 1-45,3 1 0,0 0 0,-4 0 0,-1-1 45,0 1 0,1 0-45,5 1 0,0 1 0,-4-2 0,-1 1 0,1 1 0,0 0 28,0-1 1,0 1-29,-5 0 0,1 1 0,5 0 0,2 1 0,-13 0-90,5 1 90,6 0 90,-3 0-90,-1 6 0,6 2 0,-9 0 0,11 0 0,0 0 0,-9-1 0,6 1 0,0 0 0,-8 2 45,5-3 0,0 0-45,5-1 0,0-1 0,-5 2 0,-1 1 0,0-1 0,1 0 0,4-2 0,1 1 0,-4 1 0,-1 0 0,2 0 0,0 0 0,-8 3 0,10-3 0,0-1 0,-12 7 0,9-3 90,-5 2-180,5 2 90,6-4 0,-2 3-228,3 2 318,4-3-90,-2 5 0,4-4 90,-3 6-90,2-2 0,-1 5 90,2 5 0,4 4-721,0-11 0,2 1 631,5-4 0,0-1 45,-1 0 0,2-1 0,8 1 0,3-3-45,-4-2 0,1 0-90,7 2 0,3-1-300,-1-4 0,3-2 1,0-1-447,-3 0 1,-1-1 0,2 0 430,1-1 0,1 1 0,1-1 0,-2 0-688,4 0 1,-1-2 0,3 1 436,-4-1 1,2 0-1,2-1 1,-1 1 0,-1-1 480,0 1 1,0-1-1,-1 1 1,2-1-1,0 0 1,2 0-1,1 1 1,-1-1-1,-2 0 1,-2 0-1,-1 0 1,1 0-1,0 0 1</inkml:trace>
  <inkml:trace contextRef="#ctx0" brushRef="#br0" timeOffset="204513">1941 7535 9871,'0'-11'2069,"0"2"-1529,0 6 449,-3 3 1800,0-1-2609,-1 5 269,7-3-269,16 10-180,-3-9 90,9 5 90,-4-5 0,6-2-571,-8 1 1,1 0 434,3-1 1,2 0-45,3 0 0,0 0-1071,-3-3 0,-1 0 1071,1 3 0,1-1 30,0-3 0,1-2 0,-1 2-30,0 3 0,1 0 0,1-3 0,5-1 0,0-1 0,-4 2 0,-2 1 0,1 0 0,0-1 0,4-2 0,1 1 0,-6 0 0,-1 1 0,0 0 22,0 1 1,4-2 0,0 1-1,-2 0-22,-5 1 0,-2 1 0,2-1-347,1 0 1,2 0-1,-1-1 1,0 1 376,3 0 0,-1 0 0,0 0 0,0 0 0,0 0 0,0 0-30,4 0 0,0 0 0,-3 0 0,0 1 44,-1-1 1,0 0-506,-7 2 0,0-1 491,2 0 0,3-1 0,-3 1-30,-2 0 0,-1 0 0,7 0 0,0 0-202,-8 0 1,-1 0 201,0 1 0,1-1 0,7 0 0,1-1 293,-1 2 0,1-1-293,-4 0 0,0 1 0,0-1 0,10 0 0,-1 1 45,0-1 0,-1 1 0,-7 0 0,0 1-45,-2-1 0,0 0 0,6 1 0,0-1 45,-10 1 0,1 0-45,3-1 0,3 0 0,-3 1 0,-4-1 0,-1 1 45,11-2 0,2 1-438,-5 0 1,1-1 392,-2 1 0,2 0 0,0 0 0,1-1 0,0 1 40,1 0 1,0 0-41,-1 0 0,1 0 0,-1 0 0,-4 0 0,0 0 0,-1 1 0,11-2 0,-2 1 0,-6 1 0,0-1 45,-3 0 0,0 0 0,-1 0 0,-1 0 45,10 0-45,-11 0 0,1 0 90,-1 0 0,-1 0-45,10 0 366,-11 0 1,2 0-412,4 1 0,0 0-213,6-1 168,-7 1 0,1 0 0,-5 0 0,0 0 0,8 0 0,0 0 0,1 0 1203,-10 2 1,1 0-1159,12-2 0,-1 1-45,2 3 272,-10-3 0,0-1-182,-3 1 0,5 3 180,7-1-270,-11 1-1220,5 0 1,0 0 1219,-1 0 45,-5-1 0,1 0 741,9 2-786,2 0 0,-11-2 0,0 0-389,9 2 389,-2-1 89,0 1-89,-6-1 0,7 1 0,-1 0 0,-5-2 0,4 3 0,-1-2 90,-5 0-90,3 0 180,7 2-180,-10-2 90,12 1-90,-6 1 0,-4-2 0,6 2 90,2 1-90,-6-3 0,8 3 0,-14-4 0,-1 0 90,10 2-90,-9-2 0,1 0 0,-1 1 0,0-1 0,9 1 0,-9-1 0,0 0 0,0-1 0,-1 1 0,9 0 621,7 0-621,-11-1 0,1 0 0,5 0 370,-6 0 1,3 0 0,-2 0-281,7 1-45,-5-1 0,0 0-182,-6 0 0,0 0 137,1 1 0,1-1 0,4 1 0,0-1 0,-5 0 0,0 0 0,-2-1 0,0 1 45,1-1 0,0-1-45,9 2 0,-8-1 0,0-1 0,0 1 0,0-1 0,10 1 0,-10-1 0,0 0 0,6 1 0,0-1 0,7 0 0,-9 0 0,2 0 0,-2 0 0,8 0 0,-8 0 0,1 0 0,-6 1 0,-1-1 0,9 1 0,-10-1 0,1 0 0,14 0 0,-8 1 0,7-1 0,-2 0 0,-6 1 0,7 0 0,-2 0 0,-6 0 612,6 0-612,-10 0 0,0 0 0,6 0-80,-6 0 0,1 0 80,8 0 1403,-5 1-1403,6 0 0,0 0 0,-4 0 0,6 0 0,0 1 0,-6-1 559,8 0-559,-11-1 0,2 0 0,2 0 0,1 0-1510,0 0 1,-1 0 1509,0 0 0,-3-1 90,3 1-1099,-7-1 0,0 1 1009,9-1 112,-9 0 1,0 0-158,1 0 0,-1 0 45,9-5 0,-9 5 0,1-1-45,0-4 0,-1 1-45,9 3 90,-8-3 0,-1 1 0,14 0 0,-8-1-90,6 0 90,-5 1 0,-5-1 0,4 1 0,-2-1 0,-5 1 1762,5-1-1852,-5 0-269,7-2 179,-5 0 0,4-2-180,0-3 90,-4 2 90,4-3-89,1-3 89,2-2 90,-9 5 0,0 0 90,8-6 0,-3 1-90,-5 1 90,-4 5 0,0-4 2896,-3 2-2896,-4 3 0,1-3 0,-4-1 0,0 5 480,0-4-480,-1 4 90,-5 2-90,3-2 583,-7-1-493,-3-1-90,-6-4 0,-1 3 0,2 0 0,-3 0-1055,4 3 1145,-5-3 90,-8-2-180,11 6 45,0 0 0,0 1-45,1 1 0,-5-1 90,5 3-829,-7-1 739,5 2 0,-5-1-337,-4 1 337,13 1 0,-1-1 45,-5 0 0,0-1-287,4 1 1,-1-1 196,-4-1 0,0 1 64,-5-2-19,10 2 0,1 0 0,-7 0 0,1 0 325,0 0-325,1 2 0,1 0 331,0 1-241,-7 0 0,7 0 0,-5 1 90,0-2 437,5 1-617,-2-2 0,0 0 0,-2-1 392,6 1 1,-2-1-393,4 0 0,-1-1 0,-1 0 0,-2-1 0,0 0 0,-3-1 0,2 0-216,-2 0 0,-1 0 216,2 0 0,-3-1 0,4 1-945,3 2 1,2 0 944,-5-1 0,-1-1 45,-3 1 0,0 0 0,9 3 0,1-1-1,-8-1 1,1 1-956,-7 0 1001,8 2 189,-5-1-279,-1 1 0,5 0 0,-8 0 0,13 1 0,1-1-289,-12 0 289,10 0 0,-2 0 45,-7-1 0,0 0-45,9 1 0,0 0 0,-8-2 0,-4 1 0,3-1 0,2 2 0,1-1 0,-6 0 0,2 0 0,7 1 0,2 0 0,-7 0 0,3 1 0,0-1 0,-6 0 0,7 1 0,0-1 0,4 1 0,2 0 0,-11-1 0,10 0 0,-1 1 0,-1 0 0,1 0 0,-11-1 0,10 1 0,0 0 0,-1 0 0,2 0 0,-11 0 0,11 0 0,-1 1 0,-5-1 0,0 0 0,-7 0 0,8 0 0,-3 1 0,3-1 238,-9 0-238,8 0 0,-1 1 0,5-1 0,2 0 0,-12 0 273,11 1 1,-1-1-230,1 0 1,-1 1-45,-2-1 0,-1 0-786,-6 1 0,0-1 786,5 0 0,1 1 0,0-1 0,1 1-78,-2-1 1,1 1 77,5 0 0,0-1 0,-5 1 0,-1-1 0,0 1 0,1-1 0,6 1 0,-1 0 0,-5 0 0,0 0 0,-7 0 45,9 0 0,1 0-45,-11 0 45,1 2 0,-1 0 198,10-1 0,0 0-198,-9 3 0,-1 0 0,6-3 0,0 0-45,-1 2 0,1 1-330,4-3 1,2 1 329,-1-1 0,1 1 45,-1 1 0,1 0-45,-13-2 0,12 1 0,0 0 0,-3 0 0,2 0 0,4-1 0,0-1 0,-5 2 0,-1-1 0,-8 1 0,9-1 0,0 1 0,5-1 0,-1 0 30,-4 1 0,-3-1 0,3 1-30,4-1 0,0 0 60,-7 1 0,-3 0 0,2 0 419,2 0 1,1 0-450,1 0 0,-1 0 0,0 0 15,-6 1 0,1 0 0,-2 0 0,0 0-235,6-1 0,1 1 235,0-1 0,1 0 0,-2 1 0,1-1-707,5 0 0,0 0 662,-5 1 0,-1-1 0,-7 1 0,1 0-47,11-1 1,0 0 46,-11 1 0,1 0 184,7-1 0,0 0-95,0 1 1,0-1 0,-7 2 0,1-1-41,6 0 1,1-1-5,1 1 0,1-1 0,-2 1 0,2-1 1023,-13 2-1068,13-2 0,-2 0 0,1 1 0,0-1 89,-10 1-89,10-1 0,0 0 309,0 0 0,2-1-309,-11 2 0,10-2 0,0 0 0,-7 0 0,7 0 0,0-1 90,-11 1 0,10-1 0,0 0 90,0 0 0,-1 0-135,6 0 0,-1 0 15,-5 0 0,-2 0 0,2 0-60,4 0 0,1 0 45,-9 1 0,1-2-45,6-1 0,2 0 0,-10 0 0,11 0 0,-2-1 45,-2-1 0,0 0-45,-6 2 0,0-6 0,-1 0 0,5 4 252,-1-3 1,0-1-253,3 2 0,0 0-45,0 0 0,-1-1 479,-2 0 1,1 0-435,-3-1 0,1 0 0,0 1 0,5 2 0,-5-1 45,7 2 0,1 1-45,-5-2 0,5 2 0,-1 0 0,-8 0 89,6 1-89,-12-2 90,12 3-90,-5-1 1141,-6 1-1141,6 1 0,5 0 0,1 0 646,-4 0-646,1 0 0,0 5 0,4-4 0,-4 9 0,-2-6 0,6 1 0,-5 1 0,7-5 0,-7 8 90,6-6-90,-5 4 0,0-1 0,4-1 90,-4 2-90,-1-1 0,5 0 0,-5 0 90,0 2 0,4-2-90,-5 2 90,1 1-90,4-2 68,-5 2 22,7-2 0,1 0-90,-3 2 45,3-2 0,-1 1-45,-6 4 813,5-2-723,0 1 0,0 1-90,0 0 0,-8 7 0,9-2 36,-1 1-36,6-5 0,1 1-280,-6 7 280,1 0 0,2 2 0,4-6 0,-3 6 0,3 0 0,2-5 0,-1 6 90,3 0-478,0-6 388,2-3 0,1 1 90,0 10-90,0 1 0,1-1 0,5 0 90,7 2-90,-4-10 0,1 0-513,0-5 1,1 0 512,8 11 0,-6-13 0,1-2 0,8 6-135,-6-6 0,3-1-495,3-1 1,1-3-1,-4 0 0,1-2-180,7 2 1,1-2-284,-5-4 1,0-1 0,-1 0-547,5-1 1,1-1 818,-4-1 1,1-1 0,1 0 0,0-2 491,4-2 0,-1-1 0,0 0 1,1-1-1,0 1 0,0-1 1,-2-1-1,1 0 0,-1 0 1</inkml:trace>
  <inkml:trace contextRef="#ctx0" brushRef="#br0" timeOffset="215424">5982 1718 9691,'3'-6'3276,"0"-3"-2774,-1 24-322,-1-10 0,-1 16 90,0-8 90,0 0-270,0 1 90,0-2-1,0-2 1,0-3-90,0 1 810,5-2-630,1-2 0,4 0-91,7-4-89,-3 0-90,8-8 0,5-3 0,-3 2 0,2-1-783,0-3 1,3-1 0,-1 0 632,0 1 0,1 0 0,-1-1-210,-6 4 0,0-2 1,0 1-1,0 0-733,1-1 1,0 0 0,-1 0 495,-2 0 1,0 1 0,-1-1-1043,6-5 1,-1 1-1,-6 3 1,-1 1 1622,5-4 0,-2 1 0,-7 5 0,-1 0 0,10-10 0</inkml:trace>
  <inkml:trace contextRef="#ctx0" brushRef="#br0" timeOffset="215941">8329 1801 16258,'21'-16'269,"-8"7"1,1-1-315,3-6 0,1 1-1594,0 1 1,0 1 870,4-2 1,1-1 197,0 3 1,0-1-1,1 1-523,-4 1 1,0 0 0,2 0 431,-1 0 0,2 0 0,1-1 0,0 0 661,-1 2 0,1-2 0,1 1 0,0 0 0,-2 1 0,2-2 0,-1 2 0,1-1 0,0 0 0,2-1 0,0 0 0,0 0 0,0 0 0,0 1 0</inkml:trace>
  <inkml:trace contextRef="#ctx0" brushRef="#br0" timeOffset="226758">11127 1749 8702,'-10'0'-405,"4"3"0,8-2 1,6 2-1</inkml:trace>
  <inkml:trace contextRef="#ctx0" brushRef="#br0" timeOffset="228724">11036 1647 6633,'1'-9'0</inkml:trace>
  <inkml:trace contextRef="#ctx0" brushRef="#br0" timeOffset="229142">13637 1550 9422,'4'-9'-90,"-1"-11"90,-2 12 0,0-8-450,-1 15-360,0 1-539,0 7 809,0-4 540,5 0 0,-4-1 0,5 0 0</inkml:trace>
  <inkml:trace contextRef="#ctx0" brushRef="#br0" timeOffset="232848">10793 1616 9332,'4'9'2788,"6"-2"-2698,1-10-180,14-9-1549,-6 3 1,2-1 53,-1 0 1,1 0 909,4 0 1,2 1-419,-1 0 1,1 1 0,0 0 1024,-4 1 0,-1 0 0,2 0 0,1 0 0,1-1 0,1 1 0,-2-1 0,2 1 0,1 0 0,-1-1 0</inkml:trace>
  <inkml:trace contextRef="#ctx0" brushRef="#br0" timeOffset="233615">13189 1631 8432,'-12'0'360,"2"1"719,3-1-539,3 0-90,-1 0 2826,3 0-2774,5-4-412,0 3-90,15-10 0,-4 5-1004,4-2 1,2 0 553,10-2 135,-8 3 1,2 0-271,-4 2 0,2 0-508,1 1 1,3-1 0,0 1 167,4-1 0,2 1 646,-4 0 0,3 0 1,-2 0-1,-6 2 0,-1-1 1,0 1-1,2-1 1,-1 1-1,1-1 0</inkml:trace>
  <inkml:trace contextRef="#ctx0" brushRef="#br0" timeOffset="238164">10526 2751 14998,'-7'8'0,"8"-4"0,0 4 0,10-2 90,-4 5-90,2-3 0,1 1 0,-2-3 0,9 3 0,-2-2-762,8 2 762,-4-2 0,1-1 0,2 0 0,2-1 0,-7-2 0,1 1 0,10 0 0,-9-1 0,0 0 45,0-1 0,0-1-45,1 0 0,1 1 0,3-2 0,1 1 45,-6 0 0,-1-1-45,-2 0 0,-1 0 0,14 0 0,-8-5 0,6 4 0,-2-9 0,-6 4 0,6-3 0,-9 0 0,-1 0 0,6-2 0,-5 3 0,0-1 0,-2 0 0,0 1-140,0-2 1,1 0 139,5-4 0,-1 1-644,-3 1 0,-1 1 644,-2 0 0,0-1 45,0 1 0,-2 0-135,6-7 661,3-4-571,-6 2 0,-4 4 0,-1-2 0,-4 0 0,-3 5 46,-1-5-46,-1 6 0,-8-5 0,6 4 1390,-14-5-1480,2 0 90,2 9 0,-1 0 0,-3-4 0,0 1-586,2 3 1,0 0 540,0 0 0,1 1 45,-3-1 0,1 2 0,-8-5 0,7 4 0,0 0 0,1 1 0,0 0 0,-9-3-45,9 3 0,0 0 45,0 1 0,0 1 0,-9-3-314,-5-2 314,13 6 0,1 1-90,-9-1-362,8 2 0,0 0 452,-7 0 0,6 1 0,-1 1 0,-10 0 0,9-1 0,0 2 0,-1 1 0,-1 1 0,-1 0 0,-1 1 0,-6 5 0,0 0 0,6-3 0,1 0 0,2 2 0,0 0 0,2 0 0,1-1 0,-9 4 0,11-4 0,-1 1 45,1 0 0,1 0-135,-7 4 90,-3 3 0,-1 1 0,3-2 0,3-1 0,0 0 0,0 2 80,1 3-80,-3 5 0,11-10 0,1 0 180,-7 13-180,5-3 90,2-2-90,3 4 0,3-5 0,1 7-240,2 1 240,9-6 0,-2 6 142,10-10-142,-1 0-270,4-2-90,5-1 0,-11-8 0,2 0-809,10 2 0,4-1 76,-5-3 1,1 0 0,0 0-1,0-1 1,1 1 0,1-1 1045,1-1 0,1 0 0,-2-1 0,-5-1 0,-1 0 0,-1 0 0,2 0 0,-1-1 0,0 1 0</inkml:trace>
  <inkml:trace contextRef="#ctx0" brushRef="#br0" timeOffset="241463">12345 2241 9602,'0'-7'719,"0"0"-539,0 6 0,0-1 0,0 1 0,0-1 0,-3 1 179,2-1-179,-2 1 90,3-1 0,0 1 0,-2-1 989,2 2-1169,3-1 180,3-1-90,6 0-90,1 0 0,2-1-45,0-1 0,2 1-1935,12-2 1890,-7 1 0,2 0 30,-5 1 0,2 0 0,2 0-584,1 1 1,3-1 0,1 0 0,1 0 0,-3 0 553,-2 1 0,-1-1 0,0 1 0,2-1-262,1 1 0,3-1 0,0 0 1,-1 1-1,-3 0 262,4 0 0,-2 1 0,-2 0 0,5-1 0,1 1 0,-8 0 0,2 1 0,0-1 0,0 0-472,1 1 0,-1 0 0,1 0 472,-1-1 0,1 1 0,-1 0-30,-1 0 0,-1 0 0,0 0 159,0 0 1,-1 0 0,2 0-130,1-1 0,1 1 0,1 0 0,-2 0 6,0 0 1,-1 0 0,1 0-7,5-1 0,0 1 0,-2 0-45,-2 0 0,-3 0 387,8 0-342,-9 0 0,0 0 1465,-2 0-1465,6 0 0,-7 0 402,4 0-402,5 0 0,-14 0 2664,8 0-2664,-14 0 1485,-3 0-1485,0 0 704,-2 0-704,-1 0-2159,-1 0 990,-7 0-361,3 0-1438,-10 0 2968,5 0 0,-5 0 0,0 0 0</inkml:trace>
  <inkml:trace contextRef="#ctx0" brushRef="#br0" timeOffset="243007">12863 1757 12570,'0'-14'0,"0"2"0,0-1 90,0-3-90,-7-5-573,-2 0 573,-5-2-303,5 10 0,-1-1 303,-1-1 0,0-1-600,-1 1 0,0-1 600,0 0 0,-1 1 90,-2-1 0,1 0-45,2 4 0,1 0-45,-5-4 0,0 0 90,-7-4-45,6 7 0,0 0-45,4 4 0,-1 0 0,-3-2 0,-1 0 45,-1 3 0,0 0-90,4 2 0,0 1 90,-6-2 0,0 1-45,5 2 0,1 0 0,-2 1 0,-1 0-386,-9-1 0,-3 0 386,8 2 0,-1 0 0,0 0-682,-1 0 1,1 1-1,-1-1 682,1 1 0,0 0 0,-1 0 0,0 1 0,0 0 0,0 0 0,-3 0 0,0-1 0,5 1 0,-2 0 0,1 0-365,1 2 0,1 0 0,1 0 365,-4-2 0,0 1-142,-7 1 0,1 1 142,9 0 0,1 1 0,-10-1 0,0 2 0,7 0 0,0 1 0,-6 0 0,-1-1 0,1 2 0,1-1 0,7 0 0,0 0 0,-5 2 0,0 1-88,3 0 0,1 1 88,1 1 0,0 1 0,1-1 0,0 1 0,5-1 0,1 1 1322,-10 9-1322,4 2 0,0-2 0,4-2 0,2-2 0,4-4 1816,-2 3-1727,0 1-89,5-7 2037,-3 5-2037,5-7 1539,0 0-1539,-1 1 0,2-3 307,0-1-307,2 0 0,-2-1 0,1 1 0,0-1 0,0-2 0,1 1 90,0-1-90,-1 0 0,0 0 0,0-1 0,0 1 0,-1 0 0,1-1 0,0 0 0,1 0 0,-1-1 0,1 1 90,0-1 630,1 1-720,0-4 0,1 0 0,-1-1 0,1 1 0,0 2 0,0 0 0,0-1 0,0 0 0,0 0 0,0 0 0,0 0 0,0 0 0,3 1 0,-2-2-450,2 2-629,-2-1 179,-1 1 80,2 0 1,-1 0 0,0 1 0</inkml:trace>
  <inkml:trace contextRef="#ctx0" brushRef="#br0" timeOffset="243417">11095 1615 8342,'5'-3'0,"-1"3"0</inkml:trace>
  <inkml:trace contextRef="#ctx0" brushRef="#br0" timeOffset="244909">12833 2794 8342,'0'-8'810,"0"0"-540,0 5 179,0 0-269,-4 0 0,3 1 90,-3 1 270,2-2-360,1 2 89,-4-2 181,2 1-270,-2 1 0,1 0 180,-1 0-90,1 0-90,-2 0 179,1-1-269,2 1 90,-1-1 180,1 0-270,2 2 629,-1-1-719,7 0 0,2 1 90,12 0-90,-2-5-246,6 4 246,-7-3 0,1 0-892,2 3 0,1 1 892,0-3 0,1 0 0,-1 2 0,-1 1-313,8-3 358,-8 2 0,0 0-45,10 1 0,-10-1 0,0 0 0,0 1 0,-2 0-1039,12 0 1039,-11 0 0,1 0 0,0 0 0,1 0-132,1 2 1,1 1 86,6-3 0,1 1 22,-6 1 0,-1 0 68,-1-2 0,0 0-45,0 0 0,0 0 0,-5 0 0,-1 0-69,5 0 1,0 0 113,-1 0 0,-1 0-45,9-5 68,-10 4 1,-1 1-69,4-5 0,-1 0-26,-1 4 26,1-7 0,-1 8 0,8-11 0,-5 6-90,5-6 180,-6 4-90,-1-1 0,-2 2 0,1-2 45,-4 2 0,1-1-45,3-1 0,-1 1 90,6-4 0,-2 0-1,-6 2-89,5-3 90,-4 0-90,-4 2 90,2-3 1124,-3 1-1214,-4 2 369,3-11-369,-7 5-1983,0-8 1983,-8 8 0,3-1-1276,-17-1 1276,9 3 72,-12-5-72,10 10 0,0-1 0,-9-5 0,4 3 0,-3-3 0,2 3 0,4 3 0,0 0-119,-10-7 1,-1 0 118,10 6 0,-1 2 905,0-2 1,-1 1-906,-5-3 0,-1 1 317,5 2 0,0 1-272,-1 1 0,0 1-45,-3 0 0,-2 1-352,-4 1 0,-4 0 352,5 1 0,-2 0 0,0 1-598,4 0 0,1 1 1,-1 1 597,0-1 0,0 1 0,-1 0 60,0 1 0,-1 0 0,1 0-60,-5-1 0,1 1 29,4 0 1,-1 0 0,1 0-414,0 2 1,0 1-1,1-1 429,-4-2 0,0 1-45,5 3 0,-1 0 0,0 0 30,0-1 0,0 0 0,2 0-30,-5 2 0,1 1-89,4-2 0,-1 0 0,1 0 89,1 0 0,0 1-9,-8 3 1,0 0 53,3 1 0,0 1-45,0-1 0,1 1 45,5-1 0,2 2 0,1-1 0,1 1 0,1 1 0,0 1-45,-1 0 0,1 0 45,2-1 0,0 0 364,0 1 0,1 0-319,-6 6 486,7-6 0,1-1-396,-8 13-180,7-6 510,-1 6-510,8-8 90,2 8-1,1-4 1,7 4 90,6 3-90,2-7 637,-4-7 1,0 1-638,6 5 0,4 0 189,-4-7 0,3 1-234,4-1 0,2 0-945,1 0 0,0-2 900,4 0 0,1-2-240,-5-3 0,2-2 1,-2 1-542,-3-2 1,-1 1-1,1-1 331,6 1 1,3 0-1,-1 0-643,2-1 1,-1 0 0,-1 0-1,-6-1 1,-1 0 0,0-1 269,6 1 0,1 0 0,-2-1 823,-1 0 0,-2 0 0,-1-1 0,-1 0 0,-1 0 0,0 0 0</inkml:trace>
  <inkml:trace contextRef="#ctx0" brushRef="#br0" timeOffset="259499">10596 2864 9691,'7'-4'-1169,"3"4"270,-7-4-1,4 4 900,-3 0 0,1 0 0,1 0 0</inkml:trace>
  <inkml:trace contextRef="#ctx0" brushRef="#br0" timeOffset="259979">11215 2647 7623,'0'0'0</inkml:trace>
  <inkml:trace contextRef="#ctx0" brushRef="#br0" timeOffset="262666">12897 2761 8072,'9'0'270,"-2"0"-270,-3 0 0,-2 0 0,0 0 90,2 0-90,-1 0 0,1 0 0,-2-3 180,0 2-180,-1-2 90,0 3-90,0-2 0,0 1 0,1-2 90,-1 2-180,0 0 90,-1 0 0,2 1-2429,-2-2 2429,-3 1 0,2 0 0,-3 1 0</inkml:trace>
  <inkml:trace contextRef="#ctx0" brushRef="#br0" timeOffset="263290">14094 2924 7803,'9'1'-90,"0"0"90,-5-1 0,-1 0 359,0 0-269,-2 0-90,1 0 0,0-5 90,1 4-90,0-4 0,-1 5 90,2 0-90,-2-3 0,1 2 0,-1-1 0,-1 2 0,0-2 0,0 1 90,-1-1-90,1-2 0,-1-1 0,5-1 0,-4 1 0,3 2 0,-4 1 90,0 0-90,0 0 0,0 1 0,0 0-90,0-1 90,0 1-1259,0-1 1259,-4 2 0,3-1 0,-3 1 0</inkml:trace>
  <inkml:trace contextRef="#ctx0" brushRef="#br0" timeOffset="265777">7848 1715 9332,'2'-7'90,"-1"1"-180,-1 6 180,0-1-1440,0-1 91,0 1 1259,0-1 0,0 0 0,0 0 0</inkml:trace>
  <inkml:trace contextRef="#ctx0" brushRef="#br0" timeOffset="266240">8666 1575 9871,'4'0'0,"2"4"0</inkml:trace>
  <inkml:trace contextRef="#ctx0" brushRef="#br0" timeOffset="266763">6344 1628 10861,'4'-15'-180,"4"7"-90,-4 3-90,1 9-269,2-3-1,-4 3-1169,6 0 1169,-2 0 630,0 0 0,-1 1 0,0-2 0</inkml:trace>
  <inkml:trace contextRef="#ctx0" brushRef="#br0" timeOffset="267343">5577 2092 8342,'5'-14'0,"-2"2"0</inkml:trace>
  <inkml:trace contextRef="#ctx0" brushRef="#br0" timeOffset="267699">6979 1758 10411,'-5'-6'-3277,"1"1"3151,2 5 1,0 4 0,7 1 0</inkml:trace>
  <inkml:trace contextRef="#ctx0" brushRef="#br0" timeOffset="279934">10808 1675 11670,'0'12'540,"0"0"-540,0-4 90,0 3 0,0-2 0,0 1 0,0-1 90,0 0-180,0-3 90,0 2 90,0-4-90,0 1-1,0-1 271,2 0-180,-1-1 90,1 0 270,0-2-360,0 0-90,2-1-90,3-5 0,2 3 0,6-12-1182,0 5 0,1-1 1092,-1-3 0,1 0 0,6-3 0,3-1-120,-3 0 0,1 0 1,0 0-821,-3 3 0,-1 0 1,2-1 894,-1 0 0,1 0 0,1-1 0,1 0-180,2-1 0,2 0 1,-1-1-1,0 2 112,-6 3 1,0 0 0,0 1-1,2-2-127,0 1 0,2-1 1,1-1-1,0 0 0,-1 2 1,-2 0-590,6-2 0,-2 1 1,1 0 918,-3 2 0,3-1 0,-1-1 0,0 2 0,-3 0 0,0 2 0,-2 0 0,1 1 0,4-3 0,1 0 0,-1 0 0</inkml:trace>
  <inkml:trace contextRef="#ctx0" brushRef="#br0" timeOffset="294764">8746 7294 10231,'-3'-9'3276,"1"3"-615,-4 10-2391,2-3-1,1 4-89,-1-2 270,-2 0-90,0 3-180,0-1 90,0-1-270,4-2 719,-1 0-629,2-6 0,7-1-90,-4-3 0,13-2 0,1-9 0,6 2-665,-2 0 0,1-2 665,1 1 0,0 0-1267,0-1 1,1 0 1221,1 1 0,0 0 90,1-1 0,1 1-90,-7 5 0,2-1 45,1-1 0,2-2 0,-1 2-45,-2 2 0,-1 0-15,2 0 0,2-2 0,-2 1-120,5-2 1,-2 1 44,0 0 0,0 0 0,-4 3 0,-1 1-1052,-1-1 0,-2 1 558,2-2-181,-6 2 0,-1 1-1168,-8 1 1386,-2 1-1117,-10 3 1709,-12 3 0,-2 1 0,-6 1 0</inkml:trace>
  <inkml:trace contextRef="#ctx0" brushRef="#br0" timeOffset="295130">8804 7360 14099,'-9'1'3058,"2"-1"-2698,29-14-180,-8 5-981,3-1 0,5-4 0,-1 1 891,3-2 0,-1 0-90,-4 3 0,0-1 0,1 0 30,2-2 0,1 0 0,-1 0-904,-2 2 0,0 0 1,0 0 873,0 0 0,1 0 0,0 0 0,5-3 0,0 0 0,0 1-315,-3 2 1,-1 2 0,0-1 314,0 1 0,0-1 0,0 1-220,4-2 0,1 0 0,-2 1 85,4-2 0,-2 1 45,1 0 0,-1 0-450,-1 0 0,-1 1-269,-2 0-271,2-2-1734,-14 5 566,-5 2 2703,-9-1 0,-4 4 1,-6 0-1</inkml:trace>
  <inkml:trace contextRef="#ctx0" brushRef="#br0" timeOffset="306723">13525 6126 13559,'-4'-11'1529,"0"2"-1169,4 6-90,0 1 180,0 1 89,0 8-449,3 8 90,0 0-90,0 6-90,2-10 360,-3 13-270,0-7 0,-1-1 0,-1 0 90,0 8-180,0-1 180,-6 7-310,5-13 175,-5-2 0,1 1 45,4 1 0,-5-2 0,0 1 0,-2 10-501,-4-1 456,5-8 0,0-1-45,-3 4 45,1-3 0,-1 0 0,1-3 0,0 0-45,1 0 0,-2-1 44,-2 3 1,-1 0-45,2-3 0,-1-1 45,-4 3 0,-1 1-45,4-5 0,0 0 90,-10 6 0,0-2-90,-2 0 0,5-4 0,-1 1 90,-3-2 0,1-1-90,8-2 0,-1-1-349,-4 1 1,-2 0 0,0 0 393,-2-1 0,0-1-1385,-1 1 1,0-2 1339,0 1 0,-1-2 30,1 0 0,-2-2 0,1 1-30,0-1 0,-1 1 0,-1-1 0,-2 1 0,3-2 0,1 1 0,1-1-593,1 0 0,-3 0 1,2 0 592,-4 0 0,-2 0 0,7 1 0,-2-1 0,-2 0 0,1-1-262,-2 1 1,0-1-1,0-1 1,1 1 261,4 0 0,0-1 0,1 1 0,-2 0-38,-1 0 1,-1 0 0,-1 0 0,1 0 0,1-1 59,-2 0 1,1-1 0,1 0-1,1 1 143,-4 1 0,0 1 1,0-1-121,2-1 0,-1-1 0,0-1 0,3 2 45,-8-1 0,3 0-90,0-2 0,0 1 0,3 0 0,2-1 0,8 2 0,0 0 0,-7-3 0,1-1 0,5 2 0,0-1 45,-11-4 0,0-2-90,5 0 0,1-1 45,1 0 0,0 0-45,-3-6 0,1-1 45,7 2 0,1 0 0,0 0 0,0-1 0,0-4 0,1 0 0,-1-4 0,4 6 0,0-1 574,2 7 1,1-1-575,1 1 0,-1 0 0,-1-2 0,1 2-90,-1-3 90,2 4 0,0-1 1961,-5-8-1961,-1-4 0,4 7-90,2-3 90,4 11 0,0-6 0,1 9 1432,2-2-1342,-1 4 1846,0 2-1936,0 0 765,1 3-855,0 1 255,-1 1-165,-1 0 90,-4 7-90,-1 3 0,-10 10 0,8-7 0,0 0-403,-11 10 403,7-8 0,0 1 0,0 0 0,0 0 0,3-3 0,0 1 0,-3 3 0,1 1 0,-2 3 0,2-2-90,0 3-1,5-7 91,2 1 90,-1 0-90,5-8 90,0 2-90,6-15 0,1-4 0,0-5 0,5-3 0,1-7-1325,3 4 1325,-6 6 0,-1 0 0,2-1 0,-1 0 0,5-7 0,-4 8 0,-1 0 346,4-3-391,-2 4 0,0 1 45,3-2 82,6-4-82,-4 13 0,-4 4 90,11 7-90,1 6-616,1 5 391,-6-4 0,-1 1-225,6 7-180,-3-3 1,0 2-496,-3 0 1,0 0-515,0 0 1,-1 0 627,0 1 0,0 1-82,-2-3 1,1 2 0,-1-2 682,0 0 0,0 0 1,1 0-1,0 2 1,0-3-1,-3-3 0,-1-1 1</inkml:trace>
  <inkml:trace contextRef="#ctx0" brushRef="#br0" timeOffset="307717">11306 5597 12300,'3'-14'540,"0"3"179,-9 1-629,0 5-90,-6-1 0,1 11 0,2-3 90,-8 21-90,8-13 90,-4 14-90,7-2 0,2-7 0,2 6 90,10-1-90,7-5 0,2 2 0,12-6-137,-12-8 137,-1-1 0,1-1-1926,3-7 1926,9 4-1340,-12-11 1,0-2 1339,3 2 0,-3-6 0,-3-3-819,-7-7 909,-1-1-176,-8 11 1,-3 1 85,-9-7 0,-1 1 0,-8 7 0,7 11 0,-2 8 533,-5 11-983,12-2 0,1 3 90,-1-2 1,1 1 639,-1 2 0,2 0-1629,-4 9-46,5-5 1,0 2 1352,2-6 1,1 0 0,-1 7 0,0-1 0,-1 10 0</inkml:trace>
  <inkml:trace contextRef="#ctx0" brushRef="#br0" timeOffset="308100">11522 5997 12390,'-9'-12'450,"-5"-1"-180,-4 5-1133,-4 0 1043,5 5-90,-8 2-90,6 8 0,4-2 0,0 1 90,-5 16-90,0-3 0,11-4 0,1 0 0,-1 11 0,5-10 0,1 1 0,-1 9 0,13 3 0,-2-12 0,3-5 0,3 0-90,12 4 0,2-1 0,-7-9 0,0-1 45,-2-3 0,0-1 45,0 2 0,0-3 0,3-6 0,-1-3 0,-6 2 0,0-3 0,0-6 0,-1-3 0,-4 6 0,-2-1-45,-1-10 1,-4-1 44,-10 0 44,4 2 1,-3 1-134,-15 3-1,6 4-180,-15 20-90,15 5-675,-4 11 1,1 3 494,10-10 1,1 1-518,-5 8 0,1 2 1057,5-2 0,1 0 0,2-6 0,1 1 0,-1 6 0,0 0 0</inkml:trace>
  <inkml:trace contextRef="#ctx0" brushRef="#br0" timeOffset="308493">11594 6627 12390,'-7'-8'404,"-10"3"1,-3 1-135,-3 0-1406,3 5 1,0 1 1135,-3 0 0,12 10 0,1 2 0,-3-4 0,3 6 0,1 1-398,1 5 398,2-1 567,2 5-567,4-7-90,6-1 90,3 0 0,4-11-90,8 2 0,2-7 90,-7-3 0,0-2 0,10-9 0,-5-4 0,-2-3-814,-9 5 0,-1-1 814,6-6 0,-1-1 0,-8 8 0,-1-1 45,0-9 0,-2 0-45,0 5 0,-2 0 30,-1-1 0,-3-3 0,-1 2-30,-8-9 0,-3 3 0,3 3 0,-1 2 0,-2 5 0,-1 0 0,0 3-968,-1 4 1,1 3 787,0-2 0,-1 2-720,1 1 1,1 1-365,2 1-355,1 0 1623,8 1 1,4-1-1,0 0 1</inkml:trace>
  <inkml:trace contextRef="#ctx0" brushRef="#br0" timeOffset="309048">11589 5594 10141,'-8'-9'1619,"0"-1"-899,1 3-360,-1-1-270,2 4 0,3 0 809,2 4-269,14 4-450,-4 1-91,5 1 1,3 0-792,-2 0 0,0 0 791,1-1 1,1 0 0,8 2 0,3 0-90,0 0 0,2-1 30,-3 0 0,2 0 0,-1 0-30,-4-2 0,0 1 0,2 0 0,-1-1 0,2 1 0,1 0 0,-1 0 0,-3 0-605,0-1 0,-2 0 0,2 0 605,1 1 0,2 0 0,1 0 0,-1 1 0,-2-2-30,2 2 0,-3-1 0,2 0-128,-2 0 1,2 1 0,-1-1 0,-1 1-355,0-1 0,-2 0 0,-1 0 242,9 1 0,-4 0-2159,-6-1-539,-18-3 2709,-13-2 259,-5 0 0,-4-4 0,4-1 0</inkml:trace>
  <inkml:trace contextRef="#ctx0" brushRef="#br0" timeOffset="309414">11646 6180 11490,'-17'0'720,"-4"0"-270,6-5 359,-6 3-539,10-8-270,2 5 90,5-4 0,13 4 90,9-6-90,6 6-368,-3-2 1,4 0 367,-1 1 0,2 0 0,-1 1-1140,-3 0 1,0 0-1,0 0 1050,6 0 0,2-1 0,1 0 22,-4 1 1,1 0 0,0 0-1,-2 0-557,-2 1 1,-1 0 0,2 0 534,0-1 0,3 0 0,1 0 0,0 0 0,-3 0 0,4-1 0,-2 1 0,-1-1-525,2 0 0,-1 0 0,-1 0 525,-2 0 0,-1 0 0,0 0 0,3-2 0,0 0 0,-2 0-313,0 0 0,-2 0 313,-1 0 0,2 0 0,-3 0 471,-3 0 0,-3-1-1101,1-3 731,-8 0-2260,-26 7 630,-7 11 1567,-3 2 1,-2 2 0,13 0 0,-1 0 0,-1-1-1,0 0 1,0 0 0</inkml:trace>
  <inkml:trace contextRef="#ctx0" brushRef="#br0" timeOffset="310052">11687 6600 9961,'-12'2'1439,"-6"0"-1079,8 2-180,-2-1 2429,5-1-2070,11-1-359,3-6 0,7 3-45,-1-6 0,0-2-45,7 2-1075,2-5 1,1-2 984,-8 7 0,1-1 30,4-1 0,2 0 0,0-1-503,-2 2 1,0 1 0,2-1 532,5-2 0,1 0 0,-1 1-30,-4 2 0,-2 0 0,1 0 30,3 0 0,1-1 0,-1 1 29,1 0 1,-1 0-45,-1 1 0,0-1 45,0 1 0,-2 0-90,-2 1 0,3-2-90,-15 5-449,-4 0 1906,-2 1-2806,-1-1 669,0 1-1389,0-2 2159,1-1 0,-2-1 0,1-1 0</inkml:trace>
  <inkml:trace contextRef="#ctx0" brushRef="#br0" timeOffset="310470">12559 5625 11490,'-11'-3'450,"2"-1"-360,1 4-90,1 0 90,-2 6-90,2-5 0,-4 11 0,3-2-239,-2 2 239,4 2 90,0 1-90,2-3 90,1 7-90,3-9 0,6 8 0,3-5 0,4 0 90,11 0-90,-10-9 329,9 1-239,2-10-90,-10-5-425,0 0 1,-2-1 604,-3-8-90,1-2-169,-6 3 169,-3-9 180,-7-4-702,2 13 0,-1-1 522,-3-8 0,-5 1-90,4 16 0,-6-1 0,-2 8 0,3 8-180,-7 6-450,2 11-447,7-7 0,-1 0-183,-4 11-269,7-7 0,2-1 1529,2 5 0,-2 8 0,4-10 0</inkml:trace>
  <inkml:trace contextRef="#ctx0" brushRef="#br0" timeOffset="310840">12701 5961 11760,'-18'-2'810,"4"-1"-720,4 10-90,-4 5 0,6 2 0,-6 8 0,8-5 0,1 1 0,3 2 90,8-4-90,-5-1 0,18 0 0,-4-6 45,0-4 0,1-1-45,-1-1 0,1-1 135,4-4 0,-1-2-46,6-7 1,-1-3 45,-18-1 0,-3-1 45,2-11-312,-6 11 0,-2-1 176,-2 0 1,-1 2 45,-10-2-135,5 5 0,-2 2 45,-11 2 0,-1 1-135,8 7 1,0 4-226,2 4 0,0 2 45,0-2 0,0 2-1324,-6 12 1,1 2 803,10-12 0,0 1 536,-5 7 1,1 0-1,0 4 1,1-1 0</inkml:trace>
  <inkml:trace contextRef="#ctx0" brushRef="#br0" timeOffset="311219">12593 6313 12390,'-16'-5'899,"1"1"-269,-4 3-450,4 1-921,-6 7 741,7-6 0,1 13-90,-5-2 90,6 3 269,-3 2-179,4 7-90,5-9 0,0 14 0,12-8 0,3-4 138,5 1-183,1-13 0,3-3 45,3 2-433,3-5 1,2-2 477,-6-2 0,1-2 0,5-4 0,0-2-45,-6 3 0,0-2 90,1-4 0,-3-1 0,1-6-1,-8 3 1,-3-1-45,-3 3 0,-4 1 0,-1-1 0,-4 1-45,-2-3 0,-4 2-45,-5 5 0,-2 2 45,2-1 0,-2 1-390,-3 4 1,-4 2-1,2 1-105,4 1 1,0 1-599,-5 0 1,-2 1 0,1 0 1033,2 0 0,1 2 0,0 1 1,0 1-1,4 0 0,-1 0 1</inkml:trace>
  <inkml:trace contextRef="#ctx0" brushRef="#br0" timeOffset="311860">11604 5533 10051,'-11'-7'1889,"-1"2"-1529,6 0-270,0 3 719,1 0-449,3 7-180,8 3 0,-4 4 45,12-1 0,3 1-135,-1 2-325,1-2 0,3 0 265,-1-2 0,2-1 0,-1 0-1413,1 0 0,1 0 1413,2 0 0,2 2 0,-2-2-30,1-1 0,0 0 0,0 1 0,2 0 0,-1-1 30,-5-1 0,-1-1 0,2 1-30,4 2 0,3 1 0,0 0 0,-3-1 0,-4-1 0,-2-1 0,2 1 22,3 2 1,1 0 0,2 1-1,0 1-480,-4-1 0,1 1 0,1 0 0,-2 0 0,0-1 458,-2 0 0,-1-2 0,1 1 0,0 0-133,4 3 1,3 1-1,-2 0 1,-3-2-183,6 4 0,-5-3 225,-10-5 0,0 1-225,7 3 0,-4 0-1062,-10-4-1771,-2-1 3479,-14-4-331,1-2 0,-10-1 0,5 0 0</inkml:trace>
  <inkml:trace contextRef="#ctx0" brushRef="#br0" timeOffset="312273">11535 5577 10321,'-6'-8'810,"2"1"-541,4 5 541,-1 1-270,7 1-1,7 6-269,3 4-90,-2-1 0,1 2-45,1 2 0,-1-1-769,1 0 1,1 0 768,8 6 0,0 1-90,-9-6 0,1 0 45,4 3 0,1 2 0,0 0-1041,-1-1 0,0 0 0,0 1 981,0 0 0,1 0 0,0 0-425,0 0 0,0 0 0,0 0 395,1 2 0,0-1 0,0-1 29,-6-3 1,0-1 0,2 1-30,1 2 0,3 1 0,-1 0 0,-1-1 0,2 1 0,-2-1 0,1 0 0,-1-1 0,1 0 0,-1 1 30,3 0 0,-1 1 0,0-1-376,3 1 0,-1-1 346,-6-3 0,1 0 0,-1-1 0,0 0 0,-1 0 0,-1-1-45,-1 0 0,-1-1-90,1 1 0,-3-1 23,-4-3-544,-3-1 1,-21-23-1,3 4 1,1 1 0</inkml:trace>
  <inkml:trace contextRef="#ctx0" brushRef="#br0" timeOffset="312769">11490 6233 10771,'-9'0'1259,"2"0"-629,5 0-450,1-4 179,8-2-89,12-9-180,1 4-149,-6 3 1,0-1 148,9-4 0,-1-1-1266,-6 4 1,0 0 1220,9-6 0,2-2-45,-6 2 0,1-2 0,-1 1-1258,0-1 1,1-1 1257,1 0 0,2-2 0,-2 2-431,-2 1 1,0 0 430,0 2 0,1-2 0,0 1 0,2 0 0,0 0 0,0 0 0,-1 1 0,0 0 0,1-1 0,0 3 0,2-1 0,-1 0 0,-3 3-508,2-1 1,-2 1 537,0 1 0,1-1 0,-1 2-30,2-2 0,-3 2 406,-5 2 1,-1 0-632,6-2 0,-2 0-44,-4 2-3008,-4 3 2470,-18 11-93,-3 2 900,-7 5 0,-2-1 0,3-2 0</inkml:trace>
  <inkml:trace contextRef="#ctx0" brushRef="#br0" timeOffset="313138">11573 6224 10861,'-13'3'899,"3"0"-179,3-3 359,4 1-899,25-10 0,-7 6-450,2-3 0,3-2 405,-1 5 0,0-1-916,-3 0 1,0-1 825,7 0 0,0 0 0,-6 2 0,2-1-854,6 0 0,3-1 0,-1 1 854,-1-1 0,1 1-45,0-1 0,3 0 0,-1 1-300,-5 1 1,-1-1 0,0 1 299,1-1 0,0 1 0,1-1 0,-1 1 0,0-1 0,1 1 0,3-2 0,0 1 0,-2 0 0,-2 0 0,0 0 0,1-1 0,2 0 0,-3 1 0,-2-1 0,0 1-30,1-1 0,1-1 0,-1 1-105,3-2 0,-2 0-135,-3 0 0,0 0 0,-2 0-778,2-4 1,-3 0 148,8-6-2378,-34-2 3275,-4 12 1,-15-2 0,6 7-1</inkml:trace>
  <inkml:trace contextRef="#ctx0" brushRef="#br0" timeOffset="313673">11505 6704 12030,'-7'-7'1080,"2"0"-811,4 4 91,1-1-180,0 0 180,6-6 0,6-1-270,1-2-649,-1 2 0,-1 0 649,4-6-45,1 1 0,-1-1-45,7-6 45,-3 2 0,3-3-75,-3 4 0,-1-1 0,1 0-958,-3 4 1,0 0 0,1-1 987,2-4 0,2 0 0,0-2-23,-2 3 1,0-1-1,0-1 1,-1 3-496,-2 0 0,0 2 0,1-2 518,1-1 0,1-3 0,1-1 0,0 1 0,-2 1 22,-3 3 1,0 1-1,-1 1 1,0-2-23,3-2 0,1-2 0,0 0 0,-1 2-30,0 0 0,-1 1 0,0 0 30,1-1 0,0 1 0,-2 3 0,-2 3 0,0 1 0,6-6 0,0 1-380,-5 6 1,-1 1 379,0 1 0,-1 0 27,2 0 0,-1 2-117,1 0 1529,8-3-2159,-9 7 270,-1 1 1193,-2 2-4020,-7 8 3199,1 2 78,-12 4 0,1 2 0,-7-3 0</inkml:trace>
  <inkml:trace contextRef="#ctx0" brushRef="#br0" timeOffset="314226">11587 6747 12480,'-9'-7'1979,"0"-2"-1889,6 6 90,0-3 359,8-1-359,-3 1 180,19-8-90,2 0-801,-2 3 1,5 0 620,0 0 0,3 0 0,-2 0-1054,-6 3 1,-1 0-1,2 0 964,5-1 0,2-1 0,-1 1 30,-3 2 0,0 0 0,-2 1-500,5-1 1,1-1 469,-2 2 0,3-2 0,0 1 0,-3 1-759,2 0 0,-1 0 789,-1-1 0,2 1 0,-2 0-30,1 0 0,-3 2-249,-5 0 1,-1 0 248,4 0 0,0 0 594,-3 0 1,-1 1-595,-2 0 0,0 1 0,-1-1 0,-1 0 90,10-1 660,-15 2-1110,0-1-2917,-8 3 0,-19-1 2956,6 1 1,-15 6 0,13 1 0</inkml:trace>
  <inkml:trace contextRef="#ctx0" brushRef="#br0" timeOffset="315126">12712 5575 11850,'-11'-9'1260,"2"2"-991,5 3-179,2 1 540,-1 1-90,10 1-360,6 0 89,5 1-89,4 6 0,1 0-90,7-3-1233,-4 5 0,0 1 1143,-9-6 0,1-1 0,10 5 0,1 1 0,-6-4 0,1 1 0,4 0 0,2 1 0,0-1 0,-3 0 0,1-1 0,-1 0 30,0 0 0,0 1 0,2-1-30,-4 0 0,3-1 0,0 1 0,-1 0 0,-1-1 0,5 1 0,-2-1 0,2 1-521,-6-1 0,1 0 0,2 0 0,-2 0 0,-2 0 521,2-1 0,-3 1 0,1-1 0,5 1 0,0-1 0,-2 1-20,-6-2 1,-1 0-611,7 1 1,-3 0-361,-13-1-359,-10-1 2027,-15 0-2747,-1 0-270,-3 0 2339,4 0 0,2 0 0,4 0 0</inkml:trace>
  <inkml:trace contextRef="#ctx0" brushRef="#br0" timeOffset="315442">13757 5725 12300,'-6'-8'1709,"-4"2"-1529,4 3 0,-3 3-90,-1 0 0,2 5 90,-3 8-180,4-2 0,0 8 0,5-8 0,1 1 90,8 1-90,1-3 0,9 2 0,13 0 0,-15-8 0,2-1-240,0 1 0,1-3 285,3-2 0,-1-2-45,5 2 45,-5-4 0,-1-1 225,4-9-91,-2 1 1,-11-12-90,-17 4-90,-1-1 0,-5 8 0,-2 2 0,-6-3 0,1 4 0,-2 1-45,3 5 0,-1 0-531,0 1 0,0 1 261,-4 0 1,0 3-586,5 3 1,1 2 179,0 0 1,0 2-920,-2 3 1,2 2 1519,-2 8 1,7-8 0,0-1 0,-3 6 0</inkml:trace>
  <inkml:trace contextRef="#ctx0" brushRef="#br0" timeOffset="315889">12812 6198 12480,'-2'-11'809,"0"2"-629,9 4 90,1 0-90,9-1 0,12-2-1687,-3 1 1597,1 0 0,3 0-30,-3 2 0,1 0 0,0 0-580,-5 0 1,-1 1 0,2 0 519,3-1 0,2 0 0,0 0 0,-2 1-603,1-1 0,-1 1 0,-1-1 603,1 1 0,0-1 0,1 1 0,-4-1 0,0 1 0,1-1 0,0 1-422,0-2 0,0 1 0,-1-1 0,1 1 399,0-1 1,0 0-1,-1 0 1,1 0-67,6-1 1,-1-1 0,-1 1 118,-5 0 0,0 0 0,-2 1-30,-5 1 0,0 0 0,6-2 0,-1 0 717,-4 1-897,1-2 1643,-14 3-2273,-8 0 3130,1 2-3939,-21 2 360,10 1-91,-7 2 1,-1 3 1501,-4 3 1,6-2 0,1 1 0,-10 5 0</inkml:trace>
  <inkml:trace contextRef="#ctx0" brushRef="#br0" timeOffset="316299">12736 6508 12120,'-12'1'1349,"3"-1"-1169,5-6 0,11-1-3457,17-12 2932,1 6 525,0 1 0,3 0-686,-2 3 1,0-1 595,1 0 0,1 0-317,-2 1 1,1 0 0,1 1 248,-3 0 1,1 1-1,0 0 1,-1 0-458,3-2 0,0 2 0,1-1 435,-4 1 0,1 0 0,1 1 0,-1 0 0,1 0 0,0 0 0,0 0 0,-2 1 104,-2 1 1,-2 0 0,2-1-105,7-1 0,3 0 0,0-1 0,-5 1 0,0 1 0,-2 0 0,1-1 0,3 0 0,-2 0 287,2-1 1,-2 1-288,1-1 0,-2 0 344,-4 2 0,-3-1-344,0 0 0,-3 1 0,3-2 2086,10-4-2086,-18 6 0,-2 1 2116,-1 1-2116,-5 1 1737,0 0-4165,-2 1-181,-7 1 810,-5 0 1799,-10 5 0,1-4 0,-3 4 0</inkml:trace>
  <inkml:trace contextRef="#ctx0" brushRef="#br0" timeOffset="317178">14028 5813 11850,'-15'13'674,"3"-2"1,1 0-495,-11 5-950,5-1 0,-1 1 905,1-1 0,-1-1-135,1 0 0,-2 1 60,-3 3 0,-3 1 0,2-2-1447,3-2 0,1 0 1387,-2 1 0,-2 0 0,2-1 0,2-2 0,1 0 0,-1-1 0,-1 0 0,1 0 0,-3 1 0,-1 1 0,-3 0 0,-2 1 0,1-1-411,3-3 1,1-1 0,0 0 410,0 0 0,0 0 0,-1 0 0,-4 1 0,0 0 0,1-1-457,5-2 1,2 0 0,-1-1 456,1 0 0,0 0 0,0 1-41,-3 1 1,-1 0-1,2 0-184,3-1 0,2 0-854,-8 4 0,2-1-361,4 0-179,6-2 1931,12-7 0,0-1 1,1-1-1</inkml:trace>
  <inkml:trace contextRef="#ctx0" brushRef="#br0" timeOffset="319093">14265 5810 10771,'-8'10'1709,"3"-1"-1259,-1-9-270,4 2 89,-1-1-89,1-1 180,1 1 180,0-1-540,6 0 0,-4-5 0,20 0 0,-2-6 0,9 3-666,-3 1 1,-1 0 665,4-1 0,-1 0 0,0 1-23,-11 2 1,0 1 67,5-2 0,-2 0 45,5-1-90,-5 0 0,-14 5 0,-2 0-90,-8 1 1325,-4 0-1595,-14 1 180,4 0 45,3 3 0,-2 0-135,-1 0 1,0 0-512,3 3 0,0 0 736,-3-1 0,0 0-90,-2 3 0,0 0 135,-7 0 0,2 1 0,1 0 0,1-1 0,6-1 0,0 1-426,-4 4 426,2-1 0,2 3 0,11-6 0,-1 4 180,5-1-180,0-2 180,3 1 1273,7-5-1453,1 1 90,9-1 0,-4-2 405,8 1-495,1-2 0,1 1 0,-2-1 0,0 0 0,2 1-182,-1 0 0,0 0 182,5 1 0,-11-1 0,1 1 0,12 2 0,1 0 0,-11-2 0,1 1 0,-12-3-3277,-1-1 168,-19 0 3109,5-7 0,-14 5 0,10-5 0</inkml:trace>
  <inkml:trace contextRef="#ctx0" brushRef="#br0" timeOffset="320438">14490 5634 11221,'-10'-7'719,"0"2"-539,1 5-90,2 6 360,-6 1-360,5 7 90,-6-4 179,-1 9-179,3-3-90,-3 4 45,6-5 0,2-2-135,-1 2 90,0 0 0,-1 1-90,-1 4-139,-2 1 139,0 4 0,3-6 0,2-1 0,-1 3 0,5-12 0,-1 5 0,3-9 90,1-1-90,6-8 0,2-4 0,4-4 0,4-9 0,-1-2 0,1-3-45,-3 4 0,-1 0-264,0-1 309,1 1 0,-1 0-960,1-2 1050,1 1 90,-4 2-74,-6 10-106,-1 3 0,-2 3 0,-6 12 276,-3-5-186,-6 19-90,1-13 0,-4 18 90,5-5-90,2 0 0,2 6 0,1-1 0,2-3 0,-2 5 90,6-8-90,-1-5 1210,2-1-1210,0-9 355,0 0 185,0-3-540,5-15 0,-4 4 0,3-5 0,1-2-90,1-10 90,4 1 0,-3 3 0,1 0-1419,3-1 1419,-4 5 0,1 1 90,0-1-803,3-5 893,-3 7 0,3-6-90,-4 11-90,-1 1 0,-2 5 0,-2 4 1209,0 0-1119,1 8-90,2 11 0,0-2 90,3 14-90,-2-10 0,0 1 90,2 6-347,-2-3 257,0 0 0,-2-5 0,-1-1 0,1 1 90,1 10-94,-4-15 4,1 6 0,-1-6 0,2 9-90,-1-5 90,0-3 0,0-1-90,-1-9 1179,0 0-1539,-1-2 275,-4 0 175,-8-8 0,-1 4-90,-8-9 90,7 9 0,-4-6 0,-2 6 0,-2-2 90,-7 3-90,1 0 0,12 3 0,0-1 0,-5 0-439,-1 7 439,10-8-67,-1 6 67,3-6 90,-2 4-90,5-5 0,2 2 90,2-1 346,8-1-346,6 2-90,2-2 70,10-5-160,7-1 90,-5-4-240,-5 4 0,0 2 240,8-5 0,0 3 0,-10 3 0,-2 0 0,4 0-90,11-2-360,-11 1 91,-2 1-631,-4-2 270,-9 2-1078,-1-3-1479,-3-2 3039,-8-1 0,5-1 1,-5 2-1</inkml:trace>
  <inkml:trace contextRef="#ctx0" brushRef="#br0" timeOffset="322678">14594 5810 13020,'11'-7'269,"4"1"-179,-10 6 90,16 0-90,-9 0 0,12-1 270,-3 6-180,-3-3-90,2 7 180,-3 1-180,-7 0 89,10 6 91,-6 2-180,-2-3 0,3 8 90,-7-7-90,0 2 90,4 10 0,-4-7-90,2 4 90,-1 4-90,-3-7 0,2 3 90,-1 5-180,-4-15 179,1 14-89,-4-9 0,1-1-90,-1 5 0,-6-9 90,0 14-90,-1-15 0,3 9 0,-4-1 0,3-3 0,-5 3 90,-1 4-90,6-14 0,-7 12 0,3-9 90,-1 1-90,-3 4 0,-4 3 0,3-3-870,-3 4 870,7-11 90,-4 5-90,2-4 0,-8 10 90,9-12 0,-1-1-90,-6 9-859,-4 2 949,10-11 180,-5 4-186,3-4 96,-11 8-180,10-8-69,1-3 1,0 1 158,-3 1-119,3-2 1,-1 0 73,-1 1 0,0 0 45,0 0 0,0 0-213,-4 2 1,1-1 212,-5 4-246,7-5 1,0 1 335,-7 4-135,9-6 0,1 0 225,-13 7-181,10-6 46,1-1 0,1 0-45,-4 1-45,2-2 0,-1 1 0,-2-1 0,0 0 0,4-1 0,-1-1-45,-8 3 0,0-1-264,6-3 1,1 0 308,0 0 0,-1 0-45,-5 0 0,-1 0 45,-2 0 0,0 0-45,5-1 0,-1 0 45,-3 1 0,1 0-45,-3 0 0,9-1 0,0-1 0,-10 2 45,4-2 0,0 1-45,-3-1 90,4-1 0,-1 1-414,6-1 0,-1 0 324,1 0 0,0 0 45,-6 1 0,2 0 45,-5 0 0,4 1 0,-2 0-46,-1 0 1,-1 0 0,5-1 0,0 1-15,2 0 0,-1-1 0,1 0 60,0 0 0,1 0-90,0 0 0,0 0 90,-3 1 0,1-1-90,-3 0 45,4 0 0,1-1 45,-4 1-45,6-2 0,-1 1 45,0 0 0,1-1-90,-12 0 0,14 0 0,0 0 0,-15-6 0,12 1 334,0 0 0,0-1-334,-7-3 0,0 3 0,10 2 0,0 0 0,-2 1 0,1-1-45,-2 0 0,1-1 231,0 1 1,1 0-187,-2-1 0,2 1-90,-1 1 932,3-1 1,-1 1-843,-9-1 0,5 1 43,-2 0-43,10 1 96,-4-1-96,4 0 0,-8-3-90,-1-1 180,3 0-180,-6-3 90,8 2 0,-3-2 0,4 2 0,-6-3 0,11 4 0,-10-4-90,8 3 90,-3-2 0,4 1 0,-3-4 0,7 5 1229,-4-7-1229,5 1 0,2 4 285,1-1-375,2 9 0,1 0 90,-1 2 90,-1 5 0,-2 7-90,1 1 90,-3 9-180,1-9 90,-2 11 90,1-6-180,1 0 180,0-2-90,2 1-90,1-6 90,0 3-90,2-4 180,0-5 90,0 2-180,4-6 0,-3-6-90,6-5 90,0-20 0,1 7-422,-3 6 0,0 1 422,0-2 0,2-6-90,-2 5 0,1 1 90,-1 8 0,-1 7 0,4 8-899,6 18 269,-1-4-303,-5-2 1,1-1 122,2 1-1258,6 9 628,-8-13 1,1 0 404,-1 0 1,2 0 1034,7 4 0,2-1 0,2 0 0,-4-4 0,0-1 0</inkml:trace>
  <inkml:trace contextRef="#ctx0" brushRef="#br0" timeOffset="325265">14799 5607 8342,'-11'-1'540,"-2"0"-270,0 1-180,3 0 270,-4 4-91,7-3-89,-1 6 2429,4-6-2429,7 2-90,7-3 0,3-4-90,5 3 0,12-7 0,0 1-983,-8 2 0,1 0 983,-7 0 0,-1 1 45,3 0 0,-1 0-146,11-3 101,-2 0 0,-2 0 0,-13 3 0,0 0 0,-6 2 0,3-1 89,-4 1 1943,0 0-1852,-1 0-55,-7 2-125,-1 0 0,-6 0 0,0 4 0,3-2 90,-1 7-90,5-3 90,-1 9-90,2-5 0,-1 4 90,2 5-90,1-7 90,-1 13-90,2-3 90,5 2-90,-4-2 0,13 4 0,-11-14 0,10 11 0,-9-12 90,4 0-90,-2-1 90,-3-3 0,-2-1 360,-1 3-450,-5-4 0,-2 1 90,-8-3-90,2-2 0,-8 0-180,0-1 0,0 0-1035,4-2 1,0-1-405,0 2-1658,-12-8 3264,18 8 0,-2-7 1,6 5-1</inkml:trace>
  <inkml:trace contextRef="#ctx0" brushRef="#br0" timeOffset="327790">15052 5545 9781,'8'0'810,"-1"0"-180,-2-4-451,-1 3 271,0-2 1349,-2 3-1439,-2-3-270,1 1 90,3-2 90,1-1-180,3 0-90,-1-1 90,3-4-90,-3 4 0,6-6 0,-4 3 0,1-1 0,6-10 0,-8 8 0,4-9 0,-2-7 0,-3-1 0,-3 13 0,0-2 0,-2-6 0,0 1-391,-1-2 391,0 1 0,-2 0 0,-5-5 0,3 11 0,0 1 90,-4-9 45,0 10 0,0 1-135,5 0 90,-13-4 0,5 7-90,-3 4 0,-3-1 0,1 4 0,3 2 0,-3 1 0,0 2 0,3-1 390,0 1-390,8 0 0,1 0 0,1 0 0,0 0 2609,1 0-2339,1-3-90,0 0-91,0-1 1,-4 0-90,3 3 0,-2 1 90,3-2-1169,0 1 269,0 0-2467,0-1 0,0 1 3206,0-2 1,0 1 0,0-2-1</inkml:trace>
  <inkml:trace contextRef="#ctx0" brushRef="#br0" timeOffset="328652">14776 4699 10951,'-5'-19'1979,"-1"2"-1799,1 6-180,-1 4 89,2 5 91,1 0 180,0 9-270,1 2 0,0 10 0,2 2 0,-1 2-90,1-6 90,12 7-90,-9-12 0,14 7 0,-2-7 0,-2-4 0,5-1 0,-2-6 0,-5-1-3277,10-7 3162,-11-1 115,4-8 0,-4-3-90,1-9 90,-3-1 0,-2 1 45,-4 12 0,-1 0-45,0 2 0,1-10 0,-1 17 3276,-1 7-3160,0 8-26,0 23-90,-2-14 0,-1 0-123,2 2 1,1 0 166,-5 9 1,0 1-1281,3-8 1,0 1 1190,-2 3 0,-1 1-360,0 4 1,-1-2-272,-1 0 271,2-2 1,-1 0-1125,0 3 539,0-1-649,3-11 1,1-1 1580,0-2 0,0 6 1,2-13-1</inkml:trace>
  <inkml:trace contextRef="#ctx0" brushRef="#br0" timeOffset="329167">14743 4265 10501,'0'-8'540,"0"2"-181,0 4 91,-6 1-180,0 6-180,-5 2 0,2 7-90,4-2 90,-2 4 0,4-4-90,-1 1 0,2 1 0,2-6 0,0 5 0,0-7 0,0 4 90,0-6-90,4-1 0,0-2 0,1-6 0,4-3 0,-6-6 0,10-8-90,-8 6 90,6-9 90,-4 9-90,1-4 90,-2 7-90,-1 4-90,-3 5 90,1 2 0,-1 0 90,2 9-90,-1 2 0,0 5 0,0 0 0,1 3-450,1 4-629,1 6-929,2 2 1018,-1-8 990,0-5 0,0-1 0,2 1 0,5 7 0</inkml:trace>
  <inkml:trace contextRef="#ctx0" brushRef="#br0" timeOffset="329427">15174 4712 10141,'-3'-12'1170,"1"-1"-1170,2 1 0,6-3 0,7 3-180,1 0-1439,11 0-360,-9 4 550,3-1 1429,-7 2 0,-4 2 0,-1-1 0</inkml:trace>
  <inkml:trace contextRef="#ctx0" brushRef="#br0" timeOffset="329988">15387 4457 9781,'-7'-8'1350,"-3"1"-1350,9 4 359,-6 1-179,6 6 0,-2 1-90,3 5 0,5 3-90,-4-4 0,8 4 0,1-3 0,-1-3 0,5 1 90,-8-6-90,3 0 0,-1-1 0,3-1 0,-2-5 90,-1-1 90,2-6 180,-3-5-180,0 5 269,-1-7-269,-2 10-90,1-3-180,-2 7 180,-1 3-90,2 1 90,3 16-90,-1-5 0,1 3 0,-1 4 90,5 10-380,-6-13 0,1 2 335,2 13 0,0 3-1341,-3-8 1,0 1 1295,1 4 0,0 2 90,-2-8 0,-2 0 0,1-2-176,-1-5 1,-1 0 220,1 12 0,-1-1 134,0 0-89,-7-1 180,0-4 0,-7-10-90,7-1 90,-12-4-271,12-5 405,-13 0-494,8-18 0,3 6 0,3-6 0,3-2 1014,7-13-1059,0 15 0,1-1-195,3-2 0,1-1 1,0 2 59,1 2 0,2 1-150,-1-3 0,1-1 1,2 2-661,4 0 1,1 2 539,-4 3 0,1 0-135,2 1 1,0 2-1055,-1 6 1,-2 1 1360,4 0 1,8 1 0,-17 1 0</inkml:trace>
  <inkml:trace contextRef="#ctx0" brushRef="#br0" timeOffset="333548">14896 4371 14279,'3'-15'450,"-2"-1"-450,-1 7 90,0-2-1,0-3-89,0-13-45,-1 7 1,-2-2-1049,-1 1 1,0-1 0,0 1 804,-1-4 0,-1-1 258,1 3 0,-2-1 0,2 0-519,-1-2 0,1 0 549,0 0 0,0-1-79,-1-2 1,-1 0 123,0 6 0,0 2-45,2 2 0,-1 1 0,-1-1 0,-1 2 90,-4 0-90,2 3 90,-2 1-90,3 6 0,2 2 2179,-1 1-2179,1 3 2623,2 0-2623,0 1 305,1 0-305,2 0 0,0 0 360,1 0-360,0-4 0,1-2 0,-4 1 0,3-2 0,-2 5 0,1-2 0,1 1 0,-2 1-90,2 1 90,0 1 0,-2 0 0,0 0 0,-1 4 0,-1-3 0,2 4 0,-1-2 0,1 0 0,-1 0 0,2 1 0,1-3-3277,0 0 2679,-4 6 1,-6-2 0,-4 6 0</inkml:trace>
  <inkml:trace contextRef="#ctx0" brushRef="#br0" timeOffset="336200">14591 3310 8702,'-8'0'1169,"-2"0"-809,4 5-90,-2-4 180,-1 8-1,0-8-179,1 6 90,-3-4-270,5 1 360,-6 0-360,7-3 270,-2 2 269,5-2-719,7-6 90,9 18 0,-4-15 0,3 16 0</inkml:trace>
  <inkml:trace contextRef="#ctx0" brushRef="#br0" timeOffset="336392">14623 3518 6922,'16'-5'0,"3"4"233,-1-2 1,0 0-234,-3 2 0,2-2 0,2-3 0,5-4 0,4-1 0,2-3 0,1 0 0,0 0 0,-2 1 0,-2 0 0,1-1 0,-1 1 0,0 0 0,1 0 0,-1 0 0,0-1 0,1 1 0</inkml:trace>
  <inkml:trace contextRef="#ctx0" brushRef="#br0" timeOffset="337542">14494 3388 12840,'15'-1'0,"4"-6"0,7-3-1117,-2-1 1117,-6 2 0,0 1 0,7-2 0,0 0 0,2-2 0,-9 5 0,-1-1 0,4-1 0,-1 0 0,-4 2 0,-3 0 180,3-1 268,-2 1-358,-4 0-90,-8 5 94,0-1-94,-2 2 0,-5 1 0,4 4 664,-14 3-664,3 6 0,-10 5-297,10-7 1,0 0 296,-1 3 0,0 0 0,-1 2 0,1-1 45,-5 5 0,1 0-45,5-7 0,1 0-498,-3 2 1,2-1 497,0 0 0,-2 3 0,2-1 0,1-2 0,2 3 90,7-11 90,-1 4 0,8-8 352,3 0-532,11-2 0,8-6 0,-9 4 0,0-2-276,-1-3 1,0 0 275,0 2 0,1-1-45,7-4 0,-1 0 45,-9 5 0,1 0 0,12-5 0,0-1-1430,-7 3 0,-2 0 1430,-3 2 0,0-1 0,2-1 0,-1-1 0,0 0-90,-1-2-539,-2 2-2648,-5 2 1512,-4 2 1765,-2 2 0,-9 2 0,-1 1 0</inkml:trace>
  <inkml:trace contextRef="#ctx0" brushRef="#br0" timeOffset="344041">14424 6147 9512,'-4'-9'1259,"3"3"-989,-5 2 179,3 1 271,-4-2-270,3 1-270,0 0 359,1 1-359,3 2 540,-1-1-360,9 1-180,0 1-180,6 0 89,0 0 91,6 0-45,-4 1 0,1 1-45,6 0 0,1 0-281,-5 0 1,2 0 235,8 0 0,-1-2-614,-2 0 614,-2 1 0,1-2-45,-4-1 0,0-1 0,1 3 0,1-1 0,-2-4 0,-1 0 0,5 0 0,-2 0 0,-7-1 0,-1-1 0,4 0 0,1 0-45,1-4 0,-2 0 45,-4 2 0,-1-1 0,7-4 0,0-1-821,-3 1 0,-2 1 821,-3 2 0,-1 0 0,3-2 0,-1-1-199,6-7 199,-9 8 0,1-1 90,-2 1 0,0-1-90,4-7 0,-4 3 378,-4-2-288,-4 4-90,0-3 90,-7-6 0,4 12-90,-6-3 0,-1 0 0,3 1-92,-10-8 92,7 10 45,-1 0 0,-1 1-45,-2-5 0,-1 2 0,-1-1 45,1 2 0,0 2 45,-8-9-45,3 5 0,-1 0-45,-2 0 0,8 6 0,-1 0 45,-1 1 0,0 1 45,-11-3-90,12 5 0,-1 0 0,-7 1 0,0 1 90,-2 0-90,1 1 0,-3 1 45,4 1 0,-1 1 0,-1-1 0,0 1 0,2 2 0,-1 1 0,-4 0 0,1 0 44,7 2 1,0 1-45,-8 2 0,-2-1 0,2 2 0,0 0 0,4 0 0,0 1-45,2-2 0,-1-1 90,-1 3 0,0 0-90,-1 0 0,3-1 0,-2 2 45,3 0 0,2 1-45,4-4 0,0 1 0,-4 5 0,1 0 0,8-2 1732,-5 10-1732,7-2 90,2-1-90,2 7 0,2-10 45,3 2 0,1 0-45,-2 2 45,6 4 0,1 1-940,-2-3 895,1-4 0,2 0 0,0 1 0,1 0 0,0-3 0,0 0 45,1 4 0,2 0-45,4 1 0,1-2 0,-5-5 0,0-1 0,3 2 0,0 0 90,8 6-90,1-3-243,-12-10 0,1 1 243,3 1 0,2-1 45,3 0 0,-1-1-45,-5-3 0,0 0 0,7-1 0,0-1 0,1-2 0,-3 0 0,0-1 0,6 0 0,-4-3 0,1-1 0,4-3 0,-3-1 0,-1 0 0,-9 2 0,0 0 0,4-3 0,2 0 0,-2 0 0,-3 2 0,-1-1-30,2-2 0,3-1 0,-1-1 30,4-6 0,-1 0-1007,1-2 1,0-1 1006,-1 1 0,0-1 0,-5 4 0,0-2 0,-2 2-764,2-2 0,-1 0 764,3-3 0,0-1 52,0-2 1,-2 0-53,-8 8 0,0 0 0,2-3 0,-1-1-45,-4-2 0,-2 0 45,-2 0 0,1 0 0,-3 1 0,-6 0-45,1 0 0,-2 0 45,-7-1-187,6 5 1,-1 0 186,-4 0 0,-1 1 0,-2 0 0,-4-3-45,0 1 0,-3 0 614,3 5 0,-1 2-569,-1 0 0,-1 0 0,2 2 0,-2 1 0,2 4 0,-1 2 0,1 1 45,6 0 0,-1 2-45,-5 0 0,-4 1 0,2 2 45,-6 7 0,1 2-45,7-3 0,0-1 0,0 2 0,0 0 0,1 1 0,-1 1 30,-4 3 0,-2 2 0,2-1-30,7-4 0,0 0 0,0 1-67,-3 2 1,-2 1-1,3-1 67,-3 2 0,1 0 0,6-2 0,-1 0 0,2-1-45,0 0 0,0 1-135,-2 1 0,-1 3 0,2 0-1370,1 4 1,1-1 919,2-3 1,1 1-1010,-1 7 1,4 1 1524,5-9 0,2 0 1,-1 0-1,0 1 1,2-2-1,0-1 0</inkml:trace>
  <inkml:trace contextRef="#ctx0" brushRef="#br0" timeOffset="360827">15066 6449 10771,'-9'0'1439,"2"0"-1259,5 0 90,1 0-180,-1 0-90,1 0 0,-1 0 0</inkml:trace>
  <inkml:trace contextRef="#ctx0" brushRef="#br0" timeOffset="386378">11249 1688 10411,'-10'-4'900,"2"0"-631,3 4 451,-5 0-360,3 0-270,-2 0 1799,3 0-1799,4-4 0,0 0-90,2-5 0,6 0-90,-5-2 90,15-5 0,-14 4 90,17-6-90,-13 8 0,17-13 0,-12 11 0,0 0 0,1 0 0,5-5 0,1-1 0,-3 5 0,-1 0-1263,7-5 1263,-9 8 0,1-1 0,3-2-925,4-4 1015,-7 7-90,11-8 90,-4 6-90,-3 2 0,-3 3 0,0 1 0,5-1 0,10-4 0,-12 5 0,-1 0 0,-1 1 0,0 1 0,4-2 0,0 1-45,0 1 0,0 1 45,7-2 45,-5 3 0,0 0-45,3 0 1133,5 1-1133,-7 1 0,-1-1 0,7 1 0,-8 0 0,1 0 0,0 3 0,1-1-341,-5-2 1,0 1 340,3 3 0,0 0 0,11-2-447,-14 2 0,-2 0 447,10 3 0,0-1 0,0 2 0,1 2 45,-2-2 0,0 1-45,-2 0 0,0 1 0,0 1 0,-7-3 0,-1 1 0,3 0 0,1 1-174,1 2 1,-1 0 173,9 4 0,-11-6 0,0 0 45,3 2 0,0 0-45,-5-4 0,-1 1 45,3 1 0,1 0-45,1 3 0,0-1 0,-5-3 0,0 0 44,5 4 1,1 1 0,1-1 0,-1 0 0,-6-4 0,0 0 0,5 3 0,1 1 0,-4-3 0,-1-1-45,11 8 45,-10-7 0,0 1-37,6 5-8,-1 0 0,-3-1 90,-3 1-90,-8-8 1538,7 9-1448,-6-8 913,2 2-913,0 1-90,-5-6 761,3 2-401,-5-4-154,1-2-116,-2 0-1349,0-1-1350,-7-1 721,-4 0-1389,-11 5 3151,0 1 1,-4 0 0,3-1 0</inkml:trace>
  <inkml:trace contextRef="#ctx0" brushRef="#br0" timeOffset="398089">5577 2233 10051,'-10'-5'1529,"-4"0"-1169,8-1 360,-6-2 449,1 2-719,2-2-180,1 2 449,3 3-359,3 1-270,0 1 360,0 0-90,16 12-181,-5-9 1,14 16-90,0-9 0,2 0-45,-10-2 0,0 1-269,6 0 0,4 0 0,0-1 254,-4-3 0,0 0 0,0-1-982,3 1 0,0-1 0,0 0 952,-1 0 0,-1-1 0,2 0 0,5-1 0,2 0 0,-2-1-398,-7-1 1,-1-1 0,1 0 397,1-1 0,1 1 0,1 0 0,-1-2-443,0-1 1,1-1 0,-1-1 0,-1 1 442,-1-1 0,-2 1 0,2-2 0,6-2 0,1-2 0,-2-2-191,-4 0 0,-3-1 0,0-1 221,2-1 0,-1 0 0,0-1-30,-2 1 0,0 0 0,0-2-30,1-3 0,-1-1 0,-1 1 30,-1-1 0,0 0 0,-4 6 0,1-2 0,-1 0 30,-1-2 0,-1 0 0,-1 0 494,-1-1 0,-1-1-465,-1 1 1,1-1 0,-3-1 0,-4 0 0,-1-1 0,-2 2-60,1-3 0,-2 1 60,-4 1 0,-1-1 0,-3 1-30,-4 3 0,-3 1 0,0 1-48,4 2 0,0 1 0,-3 0-5,-2 0 1,-3 0 0,-2 1 0,0 2 44,-1 2 1,-2 2-1,0 1 0,-1 0-22,0-1 0,-2 1 0,0 0 0,0 0 0,1 1 0,0 1 0,-1 0 0,0 0 18,2 3 0,0 0 0,-1 1 0,1 0 0,2 0-18,-5 0 0,1 1 0,-1 0 0,6 1 0,-1 0 0,-2 0 0,2 1 0,0 1-45,-4 2 0,1 1 0,1 2 1,1-1 44,3 1 0,1 0 0,1 1 0,0 0 0,-6 3 0,1 1 0,1 3 22,5 0 1,1 2-1,1 1 0,3-1-22,-2 2 0,0 2 18,5-2 0,-1 2 0,-1 3 0,1-1 0,2-2 12,-1 3 0,3-1 0,0 1 0,-2 3 0,-1 2 0,1 1-8,5-7 1,0 2 0,2-1-1,0-1 8,2-1 0,0 0 0,1-1 0,-2 4 0,1 2 0,2-1 0,5 3 0,4 0 0,0-3-30,-2-4 0,1-1 0,4 5 0,4 2 0,-1-4 0,-4-7 0,2-1 60,5 3 0,3 2 0,1-3-60,4 0 0,1-2 0,-6-3 0,1 0 0,2-1 0,0-4 0,3-2 0,1-1 0,-4 0 0,6-1 0,0-1-54,-4-2 0,5 0 0,1-1 0,0 0 0,-2-2 9,-4 0 0,-1-1 0,0-1 0,0 1 0,5-1 0,1 0 0,0 0 0,-2-1 14,3-1 1,-2 0 0,0-1 0,0-1 0,-1 0 0,0-1-30,0 0 0,0-1 0,1-2 24,-6 3 0,0-1 0,2-1 0,-2 0 1,0-1 35,0 0 0,-1 0 0,0 0 0,-1-1 0,4-2 0,0-1 0,-1-2 0,-1-1 0,-1-2 0,-3 1 0,2-2 0,-2 0 0,-4 6 0,1-2 0,-1 0 0,0-3 0,0 0 0,-2 0 0,0-2 0,0 0 29,-3 5 1,0-1 0,-1-1-30,-1-5 0,-2-1 0,-2 1-31,-3-4 0,-2 0 61,-1 1 0,-1-2 0,-3 0-8,-4 8 1,-3-1-1,-1 1 1,-1 2-206,-1 1 1,-1 1 0,-2 1-1,1 1 183,-1-1 0,1 1 0,-3 0 0,-1 2 0,-1 4 0,-1 0 0,-2 2 0,-1 0 0,1 1 0,0 0 36,1 1 0,0 2 0,0-1 0,1 1 0,-2 0-21,1-1 0,0 0 0,-1 1 0,0-1 0,-1 1 0,0 0-90,-4 2 0,-2-1 0,0 2 0,1 0 1,1-1-1,3 1 75,-4 0 0,4 0 0,-5 1 0,9 0 0,-3 0 0,-2 0 0,-1 1 0,2 0 0,1 1 0,3 0-30,-9 4 0,5 1 0,-1 0 33,3-3 1,-1-1-1,0 2 1,1 4 18,0 6 1,0 5-1,3 2 1,1-1 37,4 0 0,2 0 0,0 2 94,0-2 1,-2 2-1,1 0 1,2 2-119,4-1 0,1 1 0,2 1 0,0 0 0,1-4 38,0 1 0,1-2 1,0 3-39,1-1 0,-2 4 0,1 0 0,0 1 0,3-1-14,1 2 0,2-1 1,1 0-1,0 0 23,0 1 0,1 0 0,0 0 0,2 1 104,0-5 0,1 2 1,1-1-1,1 0 1,2-2-128,4 4 1,4-1-1,1-2 1,0-2-23,0-2 0,1-2 0,1-1 0,1 0-248,-1-1 1,1-1 0,0-1-1,1-2 248,3 0 0,0-3 0,3-1-23,1-2 1,3-2 0,0-1-1,-3 0-75,-1 0 0,-3-1 1,4-1 97,-5 0 0,2-2 0,2 1 0,0-1 0,0-2 0,-1 0-22,0-3 0,0 0 0,-1-2 1,0-1-1,1 0-14,0 0 0,0-1 0,0 0 0,0-2 0,0 0-27,-3 0 0,0 0 0,0-1 0,0-1 0,-1-1 1,-1-1 2,-2-2 0,0-1 0,-1-1 0,0 0 0,-2-1 0,0 1-12,0-3 0,-1 1 0,0-1 0,-1 0 0,-1 0 0,0 0 0,0 1 0,0-1 0,-2-1 0,-2-1-183,-2-1 0,-2-3 0,-1 0 1,-1 0-1,-2 0 0,-1 3-105,-2 0 0,-3 1 1,-1 1-1,0-2 246,3-1 1,0-2 0,-1-1 0,-2 3-1,-5 2-542,-7 3 1,-5 2-1,-2 2 1,-3 3 0,-1 2 616,1 4 1,-2 4-1,-1 1 1,-1 2-1,-1 0 1,2-1-1,0-2 1,0 0-1,0 0 1,0 0-1,-1 1 1,0 3-1,1 3 1,0 0-1,0 1 1,0-1-1,0 1 1,0-1-1,0 0 1</inkml:trace>
  <inkml:trace contextRef="#ctx0" brushRef="#br0" timeOffset="438335">5251 5256 11400,'-14'-9'1530,"-3"-2"-901,7 6-359,0-1-90,7 5 2518,2 1-2158,6-1-360,1 7 0,4-5 180,2 4-90,16 6-180,-8-8-326,2 4 1,5 1 295,-7-6 0,1-2 0,1 1-744,3 0 0,1 1 1,0-1 705,-1 0 1,1 0-1,0-1 1,1 0-23,-2 0 0,0-1 0,1-1 0,0 1 0,0-1 0,2 1 0,1 0 0,-1 0 0,2 0 0,0-1-417,-1 1 1,2-1 0,0 0 0,0 0 0,0 0 0,-1 0 416,-2 1 0,0 0 0,-1-1 0,0 1 0,0 0 0,-1 0-171,1 0 0,-1 0 1,0 0-1,0 0 0,2 0 171,1 1 0,2-1 0,1 1 0,0 0 0,-3-1 0,-2 1-301,2 0 0,-3 0 0,3 0 301,-4 1 0,3 0 0,1 0 0,1 0 0,-2 0 0,-3 0-120,8 1 0,-3 0 0,-2 0 60,-3 0 0,-1 1 1,0-1-121,3-1 0,-1 1 0,-4-2-1985,3 0 996,-12-4 1980,-12 2-2431,-16-8 1620,-3 3 0,-3 0 0,6 1 0,0 0 0,-11-3 0,0 1 0</inkml:trace>
  <inkml:trace contextRef="#ctx0" brushRef="#br0" timeOffset="438688">5094 5315 14279,'-16'0'719,"12"1"-359,16 5 0,4-5 0,2-1-225,0 3 0,2 0-1023,7-2 0,4-1 1,0-1 947,-3 2 0,-1-1 0,2-1-329,-4 0 0,1 0 0,1 0 0,1-1 0,1-1 284,-2 1 0,1-1 0,0 0 0,1 0 0,0 0 0,-1 0-335,-2 0 1,1 0 0,-1 0 0,0 0 0,0 0-1,0 0 320,4-1 0,1-1 0,-1 1 0,1 0 0,2 0 12,-4 2 1,3 0 0,1-1 0,0 2 0,-1-1 0,-1 0 0,-4 1-319,0 0 0,-4 0 1,0 0-1,4 0 306,-1-1 0,2 1 0,3 0 0,-1 0 0,1 0 0,-3 0 0,-2 0 17,2 1 0,-3 0 0,-1 0 0,0 0-17,7-1 0,0 1 0,-2 0 0,-2 0 0,-2 0 0,-3 0 0,4 0-3277,-11 0 0,-12-7 2687,0 1 1,-3-6-1,0 2 1</inkml:trace>
  <inkml:trace contextRef="#ctx0" brushRef="#br0" timeOffset="439972">5658 1659 13919,'-17'0'180,"2"-4"0,-1-2-135,-1 2 0,0 0-343,0-3 1,-3-1 417,-5-2 0,-3-1 0,3 0-1029,5 2 0,-1 0 931,0-1 1,-3-2-1,-1 0 1,1 0 89,2 0 1,2-1-1,-1 1 1,0-1-68,-1 0 0,0-1 0,-1 1 0,0-2 8,2 2 1,-1 0 0,0-1 0,0 1 0,1 0-32,-4-3 1,0 1 0,1 0-1,1 1 38,-4-3 0,0 0 0,1 1-60,2 2 0,0 0 0,3 1 0,1 1 0,3 2 472,-2-1-382,29 16-90,-4 5 0,14 5 0,4 3-1305,-3-2 1,0 0 1334,-3-3 0,0 0 0,0-1-30,7 3 0,2 1-443,-7-5 1,2 1 0,1 0 0,-2-1 442,-2-1 0,-2 0 0,3 0-18,0 1 0,2 1 0,2 1 0,0-1 0,-1 0-175,0 0 1,0-1 0,1 1 0,-2-1 0,0-1 192,6 4 0,-1-1 0,1 1-102,-5-3 0,2 1 1,1-1-1,-1 0 1,-3-2 71,1 0 0,-1-1 0,-1-1 75,9 4 0,-1-1-45,-3-2 0,-3-1 1157,-5-2-1157,-10-8 1877,-14-8-1967,-14-12 90,10 13 0,-2-3 168,-5-2 0,-4-3 1,-1-1-1,2 2-168,-2-1 0,1 1 0,-1-1 0,1 1 0,0-2 0,-3 0 0,-1 0 0,4 4 0,-3 0 0,0 0 0,-1 1 0,1 0 0,2 2-378,-3-1 1,2 1 0,0 1 0,-2-1 377,1-1 0,-2-1 0,-1 1 0,0-1 0,0 2 18,1 2 0,-2-1 0,1 2 0,1 0 0,3 2-460,-1-1 1,3 1-1,-1 0 442,-1 0 0,0-1 0,-1 1 0,3 0 45,-4 0 0,5 2-45,0-1 1295,8 0-1295,21 12 90,13 5-145,-3-2 1,5 2 0,-2-1-216,0 1 0,2-1-386,0-1 1,5 0-1,2 1 1,-1-1 0,-3-1-438,0 0 1,-3-2 0,3 2 1074,-2-2 1,3 1 0,2 0-1,-1 0 1,-1 0 0,-2-1-1,4 1 1,-3-1 0,2 0-1,-1 0 1,1 0 0,0 0-1,-1 0 1</inkml:trace>
  <inkml:trace contextRef="#ctx0" brushRef="#br0" timeOffset="442431">8325 1699 8702,'-7'3'3276,"13"-1"-2954,4-6-232,9 3 135,2-3 0,2-1-90,-4 3 0,1 0-668,6-2 1,3 0 554,-5 1 1,3 0 0,0 0-1,-3 1-1013,3-2 0,1 1 1009,-6 0 0,3 0 0,1 0 0,1 0 0,-2 0 27,2 1 0,-1-1 0,0 0 0,0 0-23,1 0 1,1 0-1,-1 0 1,0 1-23,-1-1 0,-1 0 0,1 1 0,0-1 45,1 0 0,1 0 0,-1 0 0,-1 1-45,0-1 0,-2 1 0,2-1 22,0 0 1,2 1-1,1-1 1,-1 0-1,2 0 1,1-1-1,-1 1 1,-2 0-23,0 0 0,-2 0 0,2 0 22,0-1 1,2 0-1,0 0 1,0 0-23,-2 1 0,-1-2 0,0 1 0,-1 0-325,4 0 0,-1 0 0,3 0 340,-7 0 0,2 0 0,2 0 0,0 0 0,-1 0 0,-2 0-450,1 1 0,-2 0 0,1 0 0,1 0 453,2-1 0,1 1 0,2-1 0,-1 0 0,0 0 18,0 1 0,0 0 0,0 0 0,-2 0 0,0 0-36,-3 0 0,-1 1 0,-1 0 0,2-1 18,1 0 0,2 1 0,0-1 0,-1 0 0,-4 1-18,-1 0 0,-3 0 0,3 0 18,0-1 0,4 1 0,1-1 0,0-1 0,-3 2-18,7-2 0,-3 1 0,3-1 0,-7 1 0,2 0 0,0 0 0,1 0 0,0 0 18,0 0 0,0 0 0,0 0 0,0 1 0,0-1-18,4 0 0,-1 1 0,0-1 0,0 1 0,-2 0 0,1 0 0,0 0 0,0 1 0,-1-1 0,1 1 0,-1 0 0,0 0 0,0 1 0,-1-1-328,2 1 0,0-1 1,0 1-1,-1-1 328,-2 1 0,0 0 0,0 0 0,2 0 18,0 1 0,2 0 0,0 0 0,0 1 0,-3-1-18,4 1 0,-2 0 0,1 1 25,-6-1 1,1 0 0,1 1-1,0-1 1,-2 1-26,5 0 0,-1 1 0,-1 0 0,-1-1 0,-1 1 0,-1 1 0,1-1-33,1 0 0,2 0 0,0 0 0,-1 0 63,3 1 0,0 0 0,-2-1-30,-6 0 0,0 0 0,2-1-23,3 2 1,3 0 0,0 0-1,-3-1 23,-3 0 0,-2-1 0,1 1 0,-1 0 0,2 0 0,0 0 0,-1-1 0,4 1 0,0 0 0,-2 0 0,2-1 0,0 0 0,-7 0 0,1 0 0,0 0 0,2-1 0,0 0 0,-3 0 595,-4-1 1,0 1-596,4-1 0,2 1 0,-3 0 0,10 0 0,-10-1 0,-2 1 2023,8 0-1934,-8-1 1095,-2 0-1184,-4 0 2249,-6-1-2249,0 0-3277,-4 1 3011,0-1 1,-9 0 0,-2 1 0</inkml:trace>
  <inkml:trace contextRef="#ctx0" brushRef="#br0" timeOffset="444622">5617 1657 14009,'-16'-6'270,"3"-4"-90,4 9 90,-9-16-136,5 9 1,-2-1-45,-4-5 0,0-1-361,1 3 1,0-2 315,0 1 0,-2-1 0,-1-1 0,2 1-892,-1 0 0,1 1 0,-1-1 847,0 0 0,-1 0 0,0-1 0,-1 1 45,-1-1 0,-1 0 0,1 1 0,0 0-776,1 1 1,1 1-1,-1 0 731,-4-3 0,0-1 0,1 2 45,-1-1 0,1 2-180,1-1 1,0 0 179,7 4 0,0 0-45,-2-2 0,0 1 119,4 1 0,2 2-29,1 0-90,-3-2 1760,10 6-1760,2 2 2960,2 1-6237,-1 0 3280,5 1 1,-2 6-1,3 2 1</inkml:trace>
  <inkml:trace contextRef="#ctx0" brushRef="#br0" timeOffset="446584">5836 2802 11221,'-3'-8'1169,"2"-2"-989,-3 8 180,2-3 89,-1 1-179,0 1-180,0 0 90,2 2 90,0 0-90,1 6 0,5 0 0,8 7-91,0-4 1,3 0 0,6 1 0,3 0-1183,2-1 1,1 0 0,0-1 1034,2 0 1,0 0 87,-1-2 0,2 0 0,-1-2-786,-4-1 0,-2-1 0,0 0 756,6 1 0,1 0-210,-6-1 0,1-1 0,1 1 0,-4-2 210,6-1 0,-2 0-96,-1 2 0,0 0 0,0-1 96,-3-4 0,-2 0 0,0 0 0,0 2 0,-1 0 0,5-5 0,-1-2 0,-7 0 0,-1-1 0,1-1 0,0-2 0,2-3 0,-1-3 0,0-3 0,-1-2 0,-3 4 0,0-1 854,-1 1 1,-1 0-855,-2-6 0,-3 1 45,-4 9 0,0 0 1152,1-5 0,-2-1-1152,-7-1 0,-4 3-116,1 4 0,-1 1 116,-2-4 0,-3 0 15,-3 0 0,-2-1 0,1 3-15,4 4 0,-1 0 45,-4-4 0,-4-3 0,-1 2-801,-1 3 1,-1 2 0,1 1 710,6 2 0,1 1 0,-1 0 0,-4 0 0,-2-1 0,-2 2 0,2 1-593,-6 2 0,1 3 0,0 1 593,5-2 0,0 1 0,-1 1-129,0 1 1,-2 0 0,-1 1 0,0 1 0,2 1 128,1 3 0,0 1 0,2 0 0,-2 1 0,-4-1 0,-1 0 0,0 1 0,3 0 0,4 1 0,2 0 0,1 1 0,-1 1 0,-2 3 0,-2 2 0,2 0 0,3-2 0,0 2 0,1-1 22,1 1 1,-1 1-1,0 1 1,2 1 48,3 0 0,3 1 0,0 0-41,0 1 0,0 1 0,1 0-30,-1 4 0,1 1 0,2 1 30,2 0 0,3 1 0,2 0-30,3-4 0,3-1 0,1 0-30,1 4 0,1 0 0,5-3-330,3-5 0,3-3 1,3 0-1,1-2-460,4 0 1,3-1 0,1-2 0,-1 0 261,-3-1 0,-1 0 0,1-2 0,1 0 558,3-3 0,2-1 0,1-1 0,-1 0 0,-3-2 0,0 1 0,-1-2 0,0 0 0,1 0 0,0 0 0,0 0 0,0 0 0</inkml:trace>
  <inkml:trace contextRef="#ctx0" brushRef="#br0" timeOffset="452952">8512 1707 12300,'8'0'630,"2"0"-271,4-4-89,3 3-180,3-3 135,1 2 0,2 1-135,-5-1 0,0-1-361,6 1 1,1-2 330,-3 2 0,0-1 0,-2 0-60,-2 1 0,0-1 90,7 0 0,5 0 0,-3 0-1262,-2 0 1,-1 0 1216,6 0 0,0-1-15,-7 1 0,1-1 0,-2 1-419,3 0 0,0-1 419,-2 1 0,2-1 0,0 1 30,2-1 0,-1 0 0,-1 0-60,2 1 0,0-1 22,-4 0 1,3 1-1,0-1 1,-2 1 6,-2 1 1,-2-1 0,1 0-30,4 0 0,0 0 0,2 0 60,3-1 0,2 1 0,-2-1-30,-7 2 0,-2-1 0,1 1-30,1-1 0,1 1 0,1-1 0,0 0 22,0 0 1,-1 1 0,0-1-1,0 1-454,5-1 1,-1-1 0,1 1 453,-4 1 1,0-1-1,0 1 1,1 0-23,-1-1 0,0 1 0,0 0 0,0-1 30,4 1 0,-1 0 0,0-1-30,-3 1 0,1 0 0,1 0 22,-1 0 1,1 0-1,1 0 1,-5 0-23,3 0 0,-1 0 0,0 1 0,3-1 0,1 0 0,-2 0 0,2 0 0,-1-1 0,0 1 30,2 0 0,0 0 0,0 0-503,-1-1 0,0 1 1,-2 0 517,4-1 0,-1 1-15,-7 0 0,0 0 0,0 1 270,6-1 0,0 0-270,-2 0 0,2 0 0,0 1-335,-1 0 1,0 0 0,-1 0 304,2 0 0,2 1 0,-6-1 0,4 1 0,-1 0 0,-1 0-169,-2 1 0,-1 2 0,0-2 169,5 0 0,2-1 0,-3 0 230,-5 2 0,-2 0 1,0 0-231,6-1 0,1 0 0,-3 1 45,0 0 0,0 1-45,-2-1 0,4-1 0,1 1 0,-4 0 0,5 2 0,-1-1-145,-7-2 1,2 0 0,-2-1 144,2 2 0,0-2 0,5 0 0,1 0 415,-5 0 1,1 0-416,4 0 0,-1 0 0,-7 0 0,-1 0 0,4 0 0,0 0 0,-2 0 0,-1 0 0,4 0 0,2 0 0,-3 0 0,3 0 0,-3 0 0,2 0 0,-1 0 0,-3 0 0,2 0 0,0 0 0,-1 1 0,0 1 0,-2-1 0,-4 1 0,0 0 0,6 0 0,2 1 0,-2-1 0,-3 0 0,-2-1 0,4 1 0,0 0 0,7-2 0,-11 1 0,0 0 0,5-1 0,-2 0 0,1 0 748,-3 0 0,-2 0-748,2 1 0,-1-1 0,-1 0 0,0 0 383,0 0 0,-1 0-383,6 0 0,2 1 2035,-8-1-2035,-2 0 0,-5 0 1341,7 0-1251,-5 0-90,-1 0 669,2-3-669,-5 2 157,0-2-67,0 3-90,0-2 0,-1 2 0,2-3 0,-3 3 0,0-1 90,-1 1 0,0 0-90,-1 0 0,-2 0 0,0 5-809,-5 8 89,3 1-919,-8 10 1,-3 3 1169,4-8 1,-1 1 0,-4 8 0,-2 0 0,3-8 0,0 0 0</inkml:trace>
  <inkml:trace contextRef="#ctx0" brushRef="#br0" timeOffset="457659">10293 2165 8612,'-11'-7'0</inkml:trace>
  <inkml:trace contextRef="#ctx0" brushRef="#br0" timeOffset="462760">9175 2527 9961,'-4'-7'1170,"3"1"-1080,-3 6-90,2-1 0,2 1 0,-2 0 0</inkml:trace>
  <inkml:trace contextRef="#ctx0" brushRef="#br0" timeOffset="465329">10894 2852 13199,'-15'-7'-269,"7"-1"269,-6-5 0,7 5 180,-4 4-91,6 2 361,2 0-450,3-5 0,0 2 0,0-2 0,0 1 90,-3 0-90,3 2 0,-4-1 0,2 1 0,0 2 0,1-1 0,0 3 0,0-2 0,0 1-90,1 0 90,-1 4 0,1 0 0,0 4 0,0-3 0,0-2 0,0 0 0,0-1 0,0 2 0,0-3 0,0 2 0,0-1 0</inkml:trace>
  <inkml:trace contextRef="#ctx0" brushRef="#br0" timeOffset="466852">10858 2915 13649,'-9'-6'-450,"-4"5"990,8-10-540,-2 6 0,3-2 0,4 1 0,0 2 0,0 3 0,0-1 90,0 1-90,0-3 0,0 0 0,0-1 0,0 2 90,-2 0-180,1 2 180,-2-3-90,2 2 0,-2-2 0,2 2 0,0-1 0,-1 0 0,2 2 0,-2-3 0,1 3 0,-1-1 0,2 1 0,-1-1 0,0 1 0,0 0 0,0 0 0,0-1-270,1 1 270,3 0 0,2 0 0,2 4 0,0-2 0,-2 3 0,1-4 0,-3 1 0,0 0-180,0 2 0,-1-3-359,2 4-1440,3 0-540,3 2 2519,5 0 0,-3-3 0,2-1 0</inkml:trace>
  <inkml:trace contextRef="#ctx0" brushRef="#br0" timeOffset="470981">10709 2052 9871,'0'-9'180,"0"1"-180,0 7 270,0 0-3547,-4 0 3174,0 10 0,-2-3 1,4 9-1</inkml:trace>
  <inkml:trace contextRef="#ctx0" brushRef="#br0" timeOffset="481671">11308 2834 11041,'-14'-13'989,"1"6"-899,8-2-1709,2 6-1439,3 3 3058,4 2 0,-3 3 0,2-2 0</inkml:trace>
  <inkml:trace contextRef="#ctx0" brushRef="#br0" timeOffset="482975">11467 2864 11580,'-8'-6'-269,"-3"4"269,10-8 0,-6 9 0,7-3 0,-3 4 0</inkml:trace>
  <inkml:trace contextRef="#ctx0" brushRef="#br0" timeOffset="484172">11468 2758 10411,'-12'-5'1169,"1"4"-899,10-6-180,-2 5-90,3-1 90,0 1-90,0 1 180,0 0-180,0-1 90,0 1-90,0-1 0,0 0 90,0 0 0,0 0-90,0-1 90,0 2-90,0-1 90,0 0-90,0 0 0,0-2 0,0 0 0,0-1 90,0 1-90,0 2 0,0 0 0,0 1 0,0-1 0,0 2 0</inkml:trace>
  <inkml:trace contextRef="#ctx0" brushRef="#br0" timeOffset="484573">11568 2703 6903,'0'-8'0,"0"2"0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17:37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8767 8380 0,'0'-12'32,"12"12"61,-12-12-93,11 12 0,36-11 16,141-48 15,35 35 0,-105 13-15,22-1 0,60-12 15,-24 13-15,0-1-1,-12 12 1,-35-12-1,12-11 1,0-1 0,-94 13-16,117-13 15,-117 24-15,71-23 16,11-1 0,-12 1-1,0-1 1,-93 24-16,46-23 15,-46 23-15,70-24 16,0 12 0,-1 1-1,1-1 17,24 12-17,11-12 1,-94 12-16,71-11 15,-83 11-15,48 0 16,11-12 0,0 0-1,-12 12 1,-46 0-16,11 0 16,-12 0-16,-11 0 0,12 0 15,-13 0 1,-22 0 31,-13-12-47,-35 1 15</inkml:trace>
  <inkml:trace contextRef="#ctx0" brushRef="#br0" timeOffset="41309.8604">8744 8239 0,'-12'0'172,"24"0"-109,-1 0-48,-11-12-15,12 12 0,11 0 31,13-12 1,-25 12-32,48-11 31,-47 11-31,35-24 31,-12 12-15,-23 12-16,11-11 31,-11 11-31,11-12 16,13-11-1,-1 11 1,0-12 0,0 13-1,-23-1-15,11 0 16,-11 12-16,0-12 0,0 1 15,23-13 1,0 1 0,0-1-1,0 1 1,-11-1 0,-12 24-16,11-23 15,-11 11 1,11-11-16,1-1 15,-12-11 17,11 11-17,-23 13-15,12-13 16,-12 12-16,12-23 16,-1-12-1,1 0 1,-12 0-1,0 0 1,0 36-16,0-36 16,0 35-16,0 0 0,0-11 15,0 11-15,-12-35 16,12 35-16,0-34 16,0-1-1,-11-12 1,11 47-1,0-23 1,0 23-16,0-11 16,11 11-16,1-35 15,-12 35-15,12-23 16,-1-24 0,-11 12-1,12 1 1,0 10-1,0 1 1,-12 12 0,11-1-1,1-11 1,12 11 0,-1-11-1,1 12 1,-13-1-1,13 1 17,-12 11-17,11 0 1,-11 1-16,-1 11 16,1-12-16,0 12 0,0-12 15,23 12 1,0-12-1,0 12 1,12 0 0,-12 12-1,-23-12-15,23 12 16,-23 0-16,12-1 16,11 13-1,0-1 1,-11 1-1,-1-1 1,-11-11 0,23 23-1,-23-35-15,11 24 16,24 11 0,-12 0-1,0 0 1,12 1-1,-47-25-15,36 24 16,-13-11-16,1 11 16,23 12-1,-12 0 1,0 0 0,-12-12-1,13 24 1,-1-24-1,-12 12 1,13-12 15,-1 0-15,-24-11 0,1-12-16,12 11 15,-13-11-15,13 11 16,11 13-1,0-13 1,12 12 0,-12-23-1,12 11 1,-47-11-16,47 0 16,-35-12-16,12 12 15,23 11 1,-1-11-1,1 11 1,0 1 15,-35-24-31,47 12 16,-48-12-16,36 11 16,0 1-1,12-12 1,-12 0-1,23 0 1,-23 0 0,0 0-1,0-12 1,0 12 0,12-11-1,-12-1 1,-24 12-16,24-12 15,-35 12 1,23-12-16,0 1 31,1-1-15,-1 0 0,12 0-1,-12 1 1,-12-1-1,-11 12 1,-12-12 31,-12 12-31,1 0-1,-24-12-15,-12 1 16</inkml:trace>
  <inkml:trace contextRef="#ctx0" brushRef="#br0" timeOffset="47713.0451">8697 8122 0,'11'-12'265,"1"12"-249,0 0-16,0 0 15,-1 0 1</inkml:trace>
  <inkml:trace contextRef="#ctx0" brushRef="#br0" timeOffset="47870.3395">8779 8110 0,'-12'0'46,"24"0"1,11-12-47</inkml:trace>
  <inkml:trace contextRef="#ctx0" brushRef="#br0" timeOffset="48053.0958">9037 8075 0,'-12'0'0,"0"-12"15,1 12-15,-1 0 16,0-12 0,36 12-1,-13 12-15</inkml:trace>
  <inkml:trace contextRef="#ctx0" brushRef="#br0" timeOffset="48202.0448">9225 8075 0,'0'0'0,"-12"0"0,-23-12 15,47 12 16</inkml:trace>
  <inkml:trace contextRef="#ctx0" brushRef="#br0" timeOffset="48369.9635">9412 8028 0,'0'0'0,"-11"0"0,-1 0 16,0-12-16,1 12 16,34 0-1,-11 0-15</inkml:trace>
  <inkml:trace contextRef="#ctx0" brushRef="#br0" timeOffset="48552.3631">9600 7981 0,'0'-12'0,"-11"12"0,11-12 16,11 12-1,1 0 1</inkml:trace>
  <inkml:trace contextRef="#ctx0" brushRef="#br0" timeOffset="48735.3798">9706 7887 0,'0'0'0,"-12"0"0,12-12 15,12 12 17,0-12-32</inkml:trace>
  <inkml:trace contextRef="#ctx0" brushRef="#br0" timeOffset="48905.3659">9765 7781 0,'-12'0'16,"24"0"-16,-24-12 16,24 12-16</inkml:trace>
  <inkml:trace contextRef="#ctx0" brushRef="#br0" timeOffset="49085.3891">9800 7699 0,'0'0'15,"-12"-12"-15,12 1 31,12 11-15</inkml:trace>
  <inkml:trace contextRef="#ctx0" brushRef="#br0" timeOffset="49268.4426">9858 7535 0,'0'0'0,"-11"-12"0,11 0 31</inkml:trace>
  <inkml:trace contextRef="#ctx0" brushRef="#br0" timeOffset="49452.8725">9870 7394 0,'0'-12'0,"0"24"0,-12-24 15,12 0 1,12 12-1</inkml:trace>
  <inkml:trace contextRef="#ctx0" brushRef="#br0" timeOffset="49622.0099">9917 7288 0,'0'-11'0</inkml:trace>
  <inkml:trace contextRef="#ctx0" brushRef="#br0" timeOffset="49801.6738">10011 7206 0,'0'0'16,"12"0"-1</inkml:trace>
  <inkml:trace contextRef="#ctx0" brushRef="#br0" timeOffset="49974.5996">10128 7230 0,'-11'0'15,"22"0"-15,-11 0 32</inkml:trace>
  <inkml:trace contextRef="#ctx0" brushRef="#br0" timeOffset="50167.5825">10269 7253 0,'0'12'16,"12"-12"0,0 0-16,-12 12 15</inkml:trace>
  <inkml:trace contextRef="#ctx0" brushRef="#br0" timeOffset="50350.831">10387 7335 0,'-12'0'15,"12"12"1,12-12 0</inkml:trace>
  <inkml:trace contextRef="#ctx0" brushRef="#br0" timeOffset="50567.4006">10516 7429 0,'-12'0'16,"24"0"15,-12 12-31,11-12 16</inkml:trace>
  <inkml:trace contextRef="#ctx0" brushRef="#br0" timeOffset="50785.6031">10633 7546 0,'0'0'16,"-12"0"-16,24 0 31,-12 12-15</inkml:trace>
  <inkml:trace contextRef="#ctx0" brushRef="#br0" timeOffset="50966.8786">10797 7617 0,'-11'0'15,"-1"0"-15,35 0 31,-11 0-31,12 0 16</inkml:trace>
  <inkml:trace contextRef="#ctx0" brushRef="#br0" timeOffset="51149.7383">11032 7617 0,'0'0'16,"-12"0"0,12-12-16,12 12 15,23 0 1,-11 0-16</inkml:trace>
  <inkml:trace contextRef="#ctx0" brushRef="#br0" timeOffset="51319.1515">11326 7652 0,'0'0'0,"0"-12"16,11 12-1,13 0 1,11-11-16</inkml:trace>
  <inkml:trace contextRef="#ctx0" brushRef="#br0" timeOffset="51499.2674">11537 7617 0,'-12'0'0,"24"0"0,-24-12 15,12 0 1,35 12 15,-23 0-31,0 0 0</inkml:trace>
  <inkml:trace contextRef="#ctx0" brushRef="#br0" timeOffset="51666.4657">11736 7570 0,'-11'0'0,"11"-12"0,-12 12 15,12-12-15,23 12 32,-11-11-32,11 11 0</inkml:trace>
  <inkml:trace contextRef="#ctx0" brushRef="#br0" timeOffset="51834.5866">11912 7523 0,'0'0'0,"0"-12"15,12 12 1,0-12-1,0 12-15,-1 0 0</inkml:trace>
  <inkml:trace contextRef="#ctx0" brushRef="#br0" timeOffset="51977.953">12065 7476 0,'-12'-12'15,"24"24"-15,-24-35 16,36 23 0</inkml:trace>
  <inkml:trace contextRef="#ctx0" brushRef="#br0" timeOffset="52125.1528">12182 7464 0,'-11'0'0,"22"0"0,-22-11 16</inkml:trace>
  <inkml:trace contextRef="#ctx0" brushRef="#br0" timeOffset="52281.7031">12347 7429 0,'0'0'15,"0"-12"-15,0 1 16,0-1 0</inkml:trace>
  <inkml:trace contextRef="#ctx0" brushRef="#br0" timeOffset="62838.5918">10750 8122 0,'-11'0'328,"11"-12"-203,0 0-109,0 0 0,0 1-1,23-25 16,1-22 1,-1-13-1,1 24-15,-13 0-1,13 0 1,-12 0-1,11-11 1,-23 46-16,23-58 16,1 23-1,-1-35 1,1-1 0,-1 13-1,13 11 1,-13-11-1,-23 58-15,24-35 16,-13 24-16,1 11 0,0-47 16,23-35-1,12 1 1,0 10 0,0 13-1,-35 58-15,34-46 16,-34 46-16,0-12 0,35-34 15,0-25 1,0-10 0,0-1-1,-24 23 17,-11 60-32,0-25 15,-12 25-15,11-1 0,-11-35 16,12 12-1,0-12 1,0 23 0,-12-11-1,11 35-15,1-12 16,-12 1-16,0-1 16,12 0-1,-12 0 1,12 1-1,-12-1 1,11 0 15,-11 24 282,0 0-313,0-1 15,-11 1 1,-13 35 0,-11 59 15,-24 35 0,24-71-15,0 0-1,0 1 1,35-59-16,-24 46 16,12-46-16,12 11 15,-23 24 1,-1 12 0,1 0-1,-1-12 1,1 11-1,11-46-15,1 23 16,-1-11-16,-12 23 16,1 11-1,-12 1 1,11 0 0,-11-1-1,11-11 1,1 12-1,-12 0 1,35-47-16,-24 46 16,13-46-1,-1 35-15,-12 12 16,13-1 0,-1-11 15,-12 12-16,24-47-15,-11 35 16,-1-24-16,0 0 16,0 24-1,-11 0 1,0-11 0,11-1-1,12-23-15,-24 23 16,13-24-16,-1 13 15,-12 11 1,13 0 0,-13-11-1,12-1 1,12 1 0,-11-12 15,11-1 156,0 1-171,-12-12-16,12-12 47,12 1-47,-12-1 15,0 0-15,23-23 16,12-24 0,12 0-1,-11-23 1,10 12 0,1-36-1,-11 24 1,11 0-1,-12-12 1,-12 12 0,12 12-1,-11-13 1,-12 13 15,-1 46-31,13-46 16,-24 47-16,23-36 15,1-12 1,-1-11 0,1 24-1,-12 34-15,11-23 16,-23 35-16,12 1 0,11-36 16,12 0-1,-11 0 1,11-12-1,-11 1 1,-1-1 0,-11 47-16,11-47 15,-23 48 1,24-13-16,-13-23 16,13 12 15,-12 0-16,-1 11 1,-11 13-16,12-13 16,-12 12-16,0 1 15,12-13 1,-12 1 0,0 11-1,0 0 1,0 24 62,-12 0-78,0 0 16,1 23-16,-36 47 31,11-12-16,-10 24 1,-1 0 0,11 0-1,1 0 1,-12 11 0,12-22-1,0 11 1,0-1-1,11-10 1,1-1 0,-13 0-1,13-23 1,0-1 0,-1 1 15,1 0-16,-1-1 1,1 13 0,-1-13-1,1 1 1,11-12 0,-12 0-1,13-12 1,-13 24-1,1-24 1,11 0 0,-11 0-1,-1 1 1,1-13 0,11 12-1,0-35 1,0 24-1,12-12-15,-11-1 16,-1 13 0,12-12-1,0-24 48,0 0-48,12 0-15,-12 1 0,0-13 16</inkml:trace>
  <inkml:trace contextRef="#ctx0" brushRef="#br0" timeOffset="65758.2794">8274 6502 0,'0'-24'0,"0"48"0,0-71 16,0 23-16,0 13 15,0-1-15,0 0 0,0 1 16,0-1-16,0 24 16,0 11-1,0 0-15,-12 24 0,1-11 16</inkml:trace>
  <inkml:trace contextRef="#ctx0" brushRef="#br0" timeOffset="66883.7708">8802 8661 0,'-23'0'0,"46"0"0,-70 0 0,24 0 0,-1 0 16,13 0-16,-13 0 0,1 12 0,11-12 15,0 0-15,-11 0 0,11 0 16,0 0-16,12 12 0,12-12 15,0 0-15,-1 0 16,248-12 0,-189 12-1,611-47 17,-599 47-32,411-12 31,-352 1 0,-165-1-15,-23 12-1,-11-12 1,11 12 0,35-12-16,-12 1 15,13-1 1,11 0-16,-12 12 0,0-23 15,12 11 1,-12 12-16,12-12 16,-11 12 15,46 12-15,-23-12-16,23 12 15,-23 0-15,-1-12 0,13 23 16,-12 12-1,-12 0 1,-47 12 0,35-47-16,-23 24 15,23-12-15,0-1 0,12 1 16</inkml:trace>
  <inkml:trace contextRef="#ctx0" brushRef="#br0" timeOffset="67134.3806">10880 8474 0,'0'0'0,"0"-12"0,-24 0 0,1 12 16,-13-12-1,-11 36 1,0 11-1,12 12 1,24-35-16,-1 46 16,0-46-16,12 12 15,-12-1 1</inkml:trace>
  <inkml:trace contextRef="#ctx0" brushRef="#br0" timeOffset="67334.2981">10645 8521 0,'0'0'0,"-12"-36"0,12 13 0,-23 11 16,-13-23-16,25 23 16,-1 24-1,47 58 17,12 12-17,-35-70-15,58 70 16,-58-70-16,23 12 15,-23-13-15</inkml:trace>
  <inkml:trace contextRef="#ctx0" brushRef="#br0" timeOffset="68066.0332">7875 6725 0,'-12'-35'0,"24"70"0,-24-82 0,1 35 16,11-11-16,-12-1 0,12-11 16,12 23-1,11 1-15,-11 11 16,0 0-16,11 23 16,-11-11-16,-1 46 0,13 13 15,11 316 1,59 341 15,35-247 16,-117-446-47,23 59 16,-23-59-1,-12-23 1,0-94-1</inkml:trace>
  <inkml:trace contextRef="#ctx0" brushRef="#br0" timeOffset="71046.3612">7206 8028 0,'-12'0'0,"1"0"31,11-12 0,23 0-15,-23 0-16,0 1 0,35-48 31,-35-11 0,-58 105 0,11 47 1,47-70-32,58 23 15,-46-35 1,47 12-16,23-12 16,-47-12-1</inkml:trace>
  <inkml:trace contextRef="#ctx0" brushRef="#br0" timeOffset="71646.0044">7417 7922 0,'0'0'0,"-11"0"0,-1-12 15,0 1-15,0 11 16,12-24 0,12 24-1,59 0 1,-60 12-16,24 23 15,-35-23-15,0 11 16,-11 12 0,-13-23-1,1-12 1,23-35 0,0 23-16,35-35 15,12 12 16,0 12-15,-12 23 0,-11 0-1,-13 23 1,-11-11 0,-11 0-1,-1-1 1,12-22 31,0-1-47,12-12 15,-12 13-15,11-25 16,1 25 0,0-1-1,0 12-15,-1 0 31,-11 12-15,0-1 0,12 1-16,-12 12 15,0-13 1,12-11-16</inkml:trace>
  <inkml:trace contextRef="#ctx0" brushRef="#br0" timeOffset="72846.3394">7171 8004 0,'0'0'0,"-12"0"16,0 0 0,1 0-16,22 0 62,1-12-62,0 12 0,0-11 16,11-1-16,141-47 15,130-35 32,-259 83-47,35-1 32,-246 71-1,36-1-16,104-46-15,-81 58 16,93-58-16,-22 35 16,34-35-1,59-12 1,58-47 0,36-12-1,-106 47-15,48 1 16,-72 11-1,1 0-15,0 0 16,-36 11-16</inkml:trace>
  <inkml:trace contextRef="#ctx0" brushRef="#br0" timeOffset="73178.2573">7464 8133 0,'0'0'16,"0"-23"-16,0 11 0,0-11 0,-11-13 15,-1 13 1,0 23-16,12 12 31,0-1-15,0 25-16,-12 22 15,1 13 17,-1-1-17,0-23 1,12-35 0,0 0-1</inkml:trace>
  <inkml:trace contextRef="#ctx0" brushRef="#br0" timeOffset="73378.1009">7511 8004 0,'0'-12'0,"0"1"16,-12 11-1,12 11 16,0 13-31,0-12 16,36 46 0,-36-34-16,35 34 15,-23-22-15</inkml:trace>
  <inkml:trace contextRef="#ctx0" brushRef="#br0" timeOffset="73629.3539">7359 8333 0,'-12'0'0,"24"0"0,-36 12 0,12-12 0,1 0 15,22 0 1,48-24-1,47-11 17,11-12-17,-58 35 1,-47 0-16</inkml:trace>
  <inkml:trace contextRef="#ctx0" brushRef="#br0" timeOffset="73778.1319">7840 8157 0,'-24'0'0,"13"0"16,-25 0-16,-11 0 16</inkml:trace>
  <inkml:trace contextRef="#ctx0" brushRef="#br0" timeOffset="94923.6556">9506 7734 0,'-11'-12'0,"22"24"0,-22-35 16,11 11 0,11 12 31,1 0-1,-12 12-30,12-1-16,-12 1 16,23 35-1,-23-35-15,36 58 16,-36-58-16,23 47 16,24 23-1,-12 12 1,12-12-1,-23 12 1,-13-47 0,1-12-1,-12-12 1,0-34 15,0-13-31</inkml:trace>
  <inkml:trace contextRef="#ctx0" brushRef="#br0" timeOffset="96105.6391">11243 7394 0,'0'-12'93,"0"24"1,0 0-78,0-1-16,0 60 31,0-13-15,0 1-1,0-47-15,12 35 16,0-12-16,0 12 16,11 12-1,-11-1 1,0-11-1,11 0 1,-23-35-16,12 23 16,-1-23-1,1 23-15,12 0 16,-1-11 0,1-1 15,-13-11-16,1 0 1,0-1 0,-12-22 77,-24 11-93,24-12 16,-23 0-16,11 1 0</inkml:trace>
  <inkml:trace contextRef="#ctx0" brushRef="#br0" timeOffset="101201.8472">9835 8309 0,'0'-11'0,"12"11"16,-12-12 0,11 12-16,1 0 15,0 0-15,0 0 0,-1 0 16,1 0-16,0 0 0,0 0 16,-1 0-16,1 0 0,0 0 15,93 35 1,1 12 15,-71-24 16,-23-11-16,-12-24 63,0 1-78,0-1-1,0 0 1,12 12-16,0-11 15,-1 11-15,1-12 16,0 12 0,-12-12-16,23 12 15,1-12 1,11 1 0,-12 11-1,13 0 1,-25 0-16,13 0 15,-13 0-15,36-12 16,-11 12 0,11 0-1,0 0 1,-12 0 0,-24 0-16,36 0 15,-35 0-15,0 0 16,23 0-16,12 0 15,0 0 1,0 0 0,-12 0 15,-23 0-31,11 0 16,-11-12-16,23 12 15,-11 0 1,-1-12-1,12 12 1,-23 0 0,0 0-16,0-11 15,-1 11 1,1-12 0,0 12-16,0-12 15,11 0 1,1 1-1,-1-1 1,-11 0 0,11-11 15,-11-1-15,0 1-1,-1-1 1,1 1-1,-12 11 1,0 0 0,-12 12-1,1 0 1,-1 0 15,12 12-15,-12-12-16,-23 0 15</inkml:trace>
  <inkml:trace contextRef="#ctx0" brushRef="#br0" timeOffset="110310.3362">11408 8004 0,'11'0'188,"1"0"-173,0 0 1,0 0-16,-1 0 0,1 0 16,0 0-16,0 0 0,-1 0 15,1 0-15,0 0 0,-1 0 16,1 0-16,70 0 31,24 12 0,0-12 1,34-12-1,-69 0-15,-1 1-1,12-1 1,-11-12-1,-12 13 1,-48 11-16,60-12 31,-60 12-31,36-12 16,12 1 0,0-1-1,-1-12 1,1 13-1,-47 11-15,35-24 16,-35 24-16,11 0 16,0-12-1,-11 1 1,-12-1 0,-12 12-1,-11-12-15,-83-11 16</inkml:trace>
  <inkml:trace contextRef="#ctx0" brushRef="#br0" timeOffset="111756.436">9706 8239 0,'-12'0'47,"0"0"-47,1 0 16,-1 0-16,0 0 16,-23 12-1,-59-1 16,82-11-31,-128 24 32,116-24-17,-105 12 1,59-1 15,58-11-31,-35 0 16,12 12-16,-12 0 15,-12-12 1,0 12 0,12-1-1,0 1 1,36-12-16,-24 12 16,23-12-16,-35 0 15,35 0-15,-11 11 16,-1-11-1,-11 0 1,-12 12 0,0-12-1,35 0-15,-23 0 16,23 0-16,1 0 16,-1 0-1,0 0 1,0 0 15,-11 0-15,-47 24-1,46-24-15</inkml:trace>
  <inkml:trace contextRef="#ctx0" brushRef="#br0" timeOffset="118000.8493">9671 8262 0,'-12'0'46,"12"-11"-30,-12 11 47,0 0-48,1 0 1,-1 0-1,0 0 1,1 0 0,-13 11-1,12-11-15,1 0 16,-36 12 0,11-12-1,-11 12 1,36-12-16,-24 0 15,23 0-15,0 0 0,-23 12 16,0-12 0,-1 11-1,-10 1 1,10 0 0,25-12-16,-25 0 15,36 12-15,-11-12 16,-25 0-16,1 11 15,-12 1 1,0-12 0,0 12 15,36-12-31,-13 11 16,1-11-16,11 0 0,-23 12 15,-12-12 1,0 12-1,0 0 1,0-1 0,0 1-1,35-12-15,-35 12 16,36-12-16,-13 12 16,-23 11-1,-12-11 1,1 0-1,46-12-15,-23 11 16,23 1 0,-23 0-16,23-12 15,0 0-15</inkml:trace>
  <inkml:trace contextRef="#ctx0" brushRef="#br0" timeOffset="119432.9617">11396 8016 0,'12'0'94,"-1"0"-78,1-12-16,23 0 31,36-11 0,11-1 0,24 1 16,-48 11-31,-11 1-1,12-1 1,-47 12-16,35-12 16,-24 0-16,24 1 15,12-1 1,11 0 0,-11 0-1,-1 1 1,13-1-1,11 0 1,-12 0 0,-11 12-1,0-11 1,-1-1 15,-11 0-15,-35 12-16,47-12 15,-47 12-15,23 0 16,0-11 0,-23 11-1,-24 0 17,0-12-32,-23 12 15,12 0-15,-1 0 0</inkml:trace>
  <inkml:trace contextRef="#ctx0" brushRef="#br0" timeOffset="123362.8698">10774 8110 0,'-12'0'141,"12"12"-110,-12-12 219</inkml:trace>
  <inkml:trace contextRef="#ctx0" brushRef="#br0" timeOffset="134101.9266">10574 8122 0,'0'0'0,"0"-12"16,-11 12-16,22 0 47,-11 12-47,0-1 15,12-11-15,-12 12 0,0 35 32,0-35-32,-12 23 31,12-47 0,47-82 16,-35 36-31,-12 22-1,12 13 1,-12 35-1,-12 11 1,12-11-16,-23 47 16,23-48-16,-12 24 15,12 1 1,-12-13 0,12-11-1,0-24 1,0-11-1,12 11-15,0-47 32,-12 36-32,0-12 15,0-1 1,-12 48 0,12 0-1,-12 23 1,12 0-1,0-11 1,24-1 0</inkml:trace>
  <inkml:trace contextRef="#ctx0" brushRef="#br0" timeOffset="135069.1251">10715 8274 0,'0'0'0,"12"0"0,-12-12 16,12 12-16,-12-11 15,-12 22 16,12 1-15,-35 59 15,35-13 1,47-46-17,-12-12 1,0-24-1,-11-11 1,-13-12 15,-11 12-15,0 23-16,-11 1 16,-13 11-16,12 0 0,-11 0 15,-36 11 1,12 25-1,24-1 1,11-12 0,12-11-16,0 11 15,12-23-15,11 12 16,-11 0-16,35-12 16,-24 0-16,13-12 15,-1-11 1,-12-36-1,-46 12 1,23 35 0,-71 1-1,60 11-15,-36 11 16,-12 25 0,36-1-1,46 12 1,-23-36-16</inkml:trace>
  <inkml:trace contextRef="#ctx0" brushRef="#br0" timeOffset="149004.113">11196 7159 0,'-11'0'31,"22"0"48,13 0-79,-12 0 15,82 0 16,-12-12 1,-59 12-32</inkml:trace>
  <inkml:trace contextRef="#ctx0" brushRef="#br0" timeOffset="149253.9799">11208 7218 0,'-12'0'0,"24"0"0,-12 0 47,24 0-32,11 0 1,-12 0-16,36-12 16,-36 12-16,13-23 15,-25 23-15</inkml:trace>
  <inkml:trace contextRef="#ctx0" brushRef="#br0" timeOffset="149921.89">11408 7054 0,'0'0'16,"-12"0"0,12 11 15,-12 1-31,12 0 15,0-1-15,0 1 16,24-12-16,-1 47 31,-11-35-31,11 11 32,-11-11-1,0-12-16,-24 0 32,0 12-47,-35 11 16,-35 24 0,-12-12-1,71-23-15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29:46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4929 4970 8702,'3'-7'450,"-1"1"-270,-2 4 0,0 1 179,0-2-179,0 2 270,0-4-270,0 2 450,-9-4-451,7 3 271,-16-3-270,16 3 360,-14-2-360,12 3 359,-7-2 1530,9 3-1889,3 5 90,10 3-180,0 3 180,13 1-90,-12-2-46,3-2 1,2-1-45,-1 1 0,3-1 0,1-1 0,-1-1 0,4 0 0,4 1-45,-7-2 0,1-1-1684,10 2 1,-1-1 1625,-10-1 1,0 0 12,3 0 0,-1-1 90,-6 1-90,3-1 0,1 0 0,-3-5 45,4 2 0,-1 0-45,0-2 0,1-2 0,1 0 0,-2 2 0,6-7 0,0 0 0,-5 3 0,4-3 0,-1-2 90,-9 3 0,-1-1-45,-2 3 0,1-2 45,1-6 0,-3-1 0,-4 3-45,-1-3 0,-1-1-45,-2 2 0,-1-3 0,0 0 90,-2 1-90,-2-2 0,-1-1 89,-2 4-89,-2-12 0,-10 4 3276,10 10-3218,-7 0 0,-1 0-58,2 3 0,-4-2 0,0 1 0,1 2 0,3 3 0,0 0 0,-7-4 0,5 4 45,0 0 0,0 1-45,0 0 0,-9-4 0,5 4 90,3 3-90,-5-1 90,-2 1-90,5 3 90,-6-2-90,7 4 0,0-1 90,-6 1-45,-4 0 0,0 0-45,2 0 45,-2 4 0,-2 1-45,4-2 45,-3 7 0,-1 1-288,4-3 243,-3 4 0,0 2 0,5-3 0,-2 4 0,1 0 0,6-2 0,0 1 0,2 0 0,6-3 45,-1 2 0,2-1-45,2 1 0,-4 6 0,5-2 0,2-4 0,-1 17 90,3-15-90,-1 11 0,3 0-1530,2-9 1,0 1 1529,-1 12-398,4-9 1,-1-2 397,-3-6-337,6 16 427,-3-18-278,2 12 188,-1-13 2784,1 9-2784,-3-12 1297,2 9-1297,-4-10 0,2 3 90,-1-4 0,0-2 560,1 2-650,-2-4 520,0 0-250,0 0-1439,0 0 1079,4-4 90,1 3-90,3-5 0,-2 5 0,-1-3 90,-3 3-90,3-1 90,-4 0-90,2 1 90,-2 0 0,2 0 0,-2 0 0,1 0-90,-1 0 90,0 0-1079,0 0 1079,4 0 0,-1 0 0,3 0 0,-3 0 0,-2 0 0,-1 0 0,-1 0 0,1 0 0,-1 0 0,1 0 0,-1 0 0,0 0-180,1 0-1259,2 0 1439,-3 3 0,3 1 0,-4 3 0,0-2 0,3-1 0,-2 0-90,2-2 90,0 2 0,-2-1 0,3-1 0,-4 1 0,2-2-90,-1 1 90,1-1-23,-1 0 1,5-1-1,2 1 1</inkml:trace>
  <inkml:trace contextRef="#ctx0" brushRef="#br0" timeOffset="5643">5746 4763 9062,'-6'-6'-180,"-3"5"0,8-4 0,-3 5 0</inkml:trace>
  <inkml:trace contextRef="#ctx0" brushRef="#br0" timeOffset="7945">5978 4503 11850,'-12'1'382,"3"1"0,9-7 1,0 3-1</inkml:trace>
  <inkml:trace contextRef="#ctx0" brushRef="#br0" timeOffset="9596">4053 4972 16528,'19'-6'90,"-3"-1"-90,0-1 0,0 0 0,4-5 0,6 0 0,2 1-533,-1 0 533,-7 3 0,3 0 0,-3 0 174,6-1-174,-6 2 0,2-1 0,-3 0 0,-1 1 0,-1 0 45,3-2 0,0 1-45,0-2-180,-13 7 89,-12 3 1,-4 6 0,-22 1 0,7 7 90,3-5 0,-3-1 0,1 0-1021,-2 4 1,0-1 1020,-4 1 0,-1-1 0,-1 1 0,3 0 215,7-4-215,-2 1 0,3 0 0,8-4 0,-7 3 0,15-6 0,-1 2 0,27-13 0,-10 8 0,13-9 0,2-2-1296,-2 5 1296,-5-2 0,2-1 0,2 2 0,0 2-55,-10 2 1,1 0 99,15-5 0,-2 1-45,-8 4 90,6-3-90,-41 6-1161,-6 9 0,-3 2 1161,2-5 0,-2 1 0,-4 4 0,-3 3 0,5-2 1004,8-4 1,1 0-1005,-4 1 0,-3 2 0,4-2 0,-3 1-45,4-1 0,3 0-45,7-3-435,-1 0-194,19-4-2558,20-6 1638,-14 1 1,0 0 1427,6-2 0,2-1 1,-1 0-1,0-2 0,-1-1 1,-1 3-1,-1 0 1,1 0-1</inkml:trace>
  <inkml:trace contextRef="#ctx0" brushRef="#br0" timeOffset="13246">11180 2858 12930,'-10'-5'1619,"2"4"-1080,2-4-179,-1 1 0,1 3-180,0-3 270,-1 4-270,2 0 539,-1-2-539,5-1 90,16-5-180,-4 2-30,7 0 0,6-1 0,0 0-30,-3 1 0,-1 0 0,1 1-1123,3-2 1,1 0 0,-2 0 1124,8 0 1,-2 0-33,-4 0 0,-1 2 0,3-1-45,-3 1 0,-3 1 45,-10 2 0,3 1 90,-13 8-90,-13 10 0,4 1 0,-4-2 0,-4 3 0,0-1 0,2-1 0,-1 0 0,1 0-43,0 1 1,-1-1 0,1 0 42,-3 3 0,1-1 0,3-3 3276,1 1-3272,2 0 1,1-2-5,4-3 90,0 10 0,13-14-90,14 6 0,1-10 0,0-2 0,4 0 0,1 0-1083,-6-2 0,1 1 1,0-1 842,2 0 0,2 1 0,-1-1-853,2-2 1,-1 0 0,-5 1-1118,1 0 571,-2-5 1,-4-1 1220,-9 2 1,2-7-1,-5 4 1</inkml:trace>
  <inkml:trace contextRef="#ctx0" brushRef="#br0" timeOffset="13632">11955 2679 13020,'-7'-12'2248,"-1"-4"-1798,-8 6-270,6 0 180,-1 24 89,7 7-179,2 5-90,1-3 270,17-2-450,-7-9 45,10 1 0,1-2 45,-1-3-90,6-2 0,1 0 0,-1-3 0,2-1 0,0-1 0,-5-1 45,-3-2 0,-1 0-45,-6 1 90,1-4 0,-8 2-90,-9 2 0,-2-2 0,-6 9 0,-8 4 0,5 3-90,-7 4 0,-4 2-480,9-4 0,0-1 1,0 1-108,-1 0 1,1-1 0,0 1 46,-1 1 1,-1 1-1,4-2-539,-2 3-270,-4 4 1439,8 1 0,7-10 0,0 6 0</inkml:trace>
  <inkml:trace contextRef="#ctx0" brushRef="#br0" timeOffset="14046">12580 2601 13289,'-8'-8'720,"-7"2"-450,3 4-180,-4 2-90,2 7 0,0 4 90,-1 0-90,4 2 0,-1 2 45,2 3 0,1-1-45,-2 6 0,1 3 0,2-1 0,3-3 45,2 1 0,2-1-45,9-4-719,-7 9 719,16-15 0,-1 2 0,5-5-105,2-3 0,3-2 134,-5-6 1,0-3 0,0 1-247,6 1 1,0-3 186,-4-6 0,0-4 0,-5 0 30,-4-10 60,-7 4 0,-1-4 0,-3 3-15,-4 5 0,-3 1-15,0-7 0,-2-2 0,0 4-30,-10-4-52,0 4 1,-3 3-129,-7 10 0,-3 7-269,7 4-991,4 22-1211,5-12 1391,-3 13-379,9-9 1,2 0 1264,-1 6 0,3-6 0,0 0 0,3 0 1</inkml:trace>
  <inkml:trace contextRef="#ctx0" brushRef="#br0" timeOffset="14330">13228 2755 13919,'-11'-4'2069,"18"3"-1529,11-5-271,6 4 1,2 1-225,-10-2 0,2 0 15,7-1 0,4 0 0,-4 1-605,-8-1 1,0 1 544,5-1 0,3-1 0,-4 2 171,2-2-1116,-3 0 1,-1 1-226,-2-1-449,5-2-1658,-11-2 2657,-6 2 0,2-5 0,-5 4 1</inkml:trace>
  <inkml:trace contextRef="#ctx0" brushRef="#br0" timeOffset="14997">14312 2419 11131,'-12'-13'1439,"9"5"-1169,-26 3-270,19 5 90,-7 6 0,-2 1-90,2-4 45,-4 11 0,-1 3 44,0-2-1728,7-4 1,2 2 834,3 1 1942,8-3-1048,1-3-90,7 2 0,9-1 0,0-5 45,3 0 0,0-2-45,1-7 179,4 2 1,0-1-180,-4-11 90,1 4 0,-1-1 90,-4-6 270,-1-2 0,0 1-181,-5 3-1127,-1 0 1,-2 1 857,-4 8 0,0 6 90,-10 18 0,-3 1-30,0 0 0,-2 5 0,0 1-61,3-3 1,0 1 0,1 1 0,-1 1 18,2-1 0,-1 2 0,1 1 0,0-1 0,0 0-451,1 2 1,-1-1 0,2 0 0,1-1 432,0 3 0,2 0 0,1-1 30,1-3 0,1 0 0,-1-3 727,1 0 1,0 0-758,0 5 0,0 2 0,0-5 90,0 3 45,1-4 0,-2-3 495,-8-7 1021,0 1-1562,-15-18 1,9-4 0,-4-5-680,8 0 0,1-1 590,-3-2-139,1-1 1,2 0 138,3-1 0,-1-6 0,6 9 0,2 0 0,-2-5-45,9-1 0,1 1-45,1 5-924,9-3 0,3 1-605,-5 7 0,1 1 854,0-2 0,2 1 765,5-2 0,-1 2 0,-2 0 0,-4 2 0,-1 0 0</inkml:trace>
  <inkml:trace contextRef="#ctx0" brushRef="#br0" timeOffset="15346">14390 2472 11490,'6'-14'1170,"-5"3"-631,16 2-449,-14 4 90,23 0-90,-19 4 180,22 13 360,-14 12-540,1-2 89,-11-5 1,-3-1 0,-1-5 180,-7 7-180,4-12 360,-9 4-270,6-8-90,-4 1-91,1-3-178,0-11-451,4-3 90,1-5-180,8 2-1438,11-1 1258,0 6-829,3 1 1,0 1 238,1 4 1113,1 1 1,-1 2 0,-1 2 0,7 1 0</inkml:trace>
  <inkml:trace contextRef="#ctx0" brushRef="#br0" timeOffset="15680">15176 2368 13379,'8'-15'2519,"0"3"-2519,-3 3 90,-1 5 629,-1 3-179,1 20-3817,-1-7 3342,1 17-637,0-10 0,-1 1 662,2 7-318,0-6 0,-1 2-42,0-1 0,0-2-180,-1-3 1,0 0-644,0 8 1,0 4 0,0-3-547,-2-4 1,1 0 1320,-1 1 1,0 2 0,0-3 0,-1-3-1,0-1 1,0 1 0,0-1 0</inkml:trace>
  <inkml:trace contextRef="#ctx0" brushRef="#br0" timeOffset="16663">11125 3795 14549,'-11'-9'1709,"0"1"-1080,8 6-89,0 0 90,5-1-451,11 0 1,5-1-135,11-3 0,3 0-436,-5 2 0,1-1 436,-5 1 0,2 1 0,0-1 0,-4 1 0,-3 1 0,-1 0 15,7 0 0,2-1 0,-5 1 30,3-1 90,-4 0 0,-5 4-90,-23 11-90,6-5-1462,-16 9 0,-4 1 1642,1 0-120,5-3 0,-3 2 0,3-1-93,-7 6 63,9-6 0,-3 3 0,3-3 59,-3 6-89,2 1 0,0 0 90,6-3-45,2 0 0,2-1-45,3-4 466,11 0 0,6-3-286,5-5 0,5-4-180,1 0 0,3 0 0,-2-1-187,4 0 0,0-1 187,-4-2 0,0-1 0,-4 2 1542,-1 1-1992,8-6-843,-19 4 573,-6-1-1618,0-5 1438,-4 6 384,0-6-2761,-7 1 3503,-2-1 0,1-1 0,1 3 0</inkml:trace>
  <inkml:trace contextRef="#ctx0" brushRef="#br0" timeOffset="16982">12002 3643 14729,'14'-10'1889,"-4"2"-1080,-6 3 1,-8 8-676,-11 9 1,-4 2-45,-2 3-30,2-3 0,-3 3 0,3-4 30,-2 3-45,-2 0 0,1 1 45,7-3-45,1-1 0,2 1-45,7-5 180,-2 11-270,29-11-1549,-2-4 1,1 0 276,0-2 1,1-1 268,2-1 1,3 0 0,-4-1 14,-7 0 0,0 0 1078,6 0 0,4 0 0,-5 0 0,7 0 0,-7 0 0,0 0 0</inkml:trace>
  <inkml:trace contextRef="#ctx0" brushRef="#br0" timeOffset="17413">12458 3626 15358,'0'-11'1799,"0"0"-1709,0 11 180,-24 20-270,12-2 0,-8 3 0,-1-1-1490,6-3 1490,5-4 0,-1 1 0,-2 7 351,5-4-396,3 3 0,2 1-45,9-3-90,-1 1 1,2-2-1,12-7 45,8-2 0,2-2-131,2-2 266,-6-5 0,5-2 0,-5-1-45,-9 0 0,-1-1 75,5-6 0,2-3 0,-4 1-30,1-8 269,-4-6 1,-3-2-180,-7 3-45,-5-3 0,-3 1-45,-7 6 0,-3 2 0,-2 3 0,-7 7-45,-1 2 0,0 4 45,2 9 373,4-5 0,-1 2-868,1 10 1,2 1-316,-5-2-449,0 8 0,2 1 269,5-3-649,4 1 1,2 1 1378,3-4 0,12 8 0,4-11 0</inkml:trace>
  <inkml:trace contextRef="#ctx0" brushRef="#br0" timeOffset="18179">13107 3778 15448,'-9'0'2339,"2"0"-1350,-1 0-719,4 0 180,-5 0-360,5 0 90,-1 0-90,3 3 0,7-2-45,14 0 0,3 1-45,7-2-1093,-1-1 1,6-1 0,-4 1 989,-9 1 1,1-1 102,0 0 0,5 0 0,-1 0 0,-4 0 0,-1 1 0,-1 0-471,6 0 1,2 0 0,-4 0 560,3 0-122,-5-2 1,-1 0 121,-10 1-180,4-5 0,-13 4 551,0-2-1450,-1 2 1966,-1-1-4036,-7-1 721,5 1 179,-11-2 2159,3-1 0,-2 0 0,0-1 0</inkml:trace>
  <inkml:trace contextRef="#ctx0" brushRef="#br0" timeOffset="18696">14641 3587 12660,'13'-19'1638,"1"1"0,3-6-147,-4 1-1041,-10 15 0,-19 20-450,6-5 89,-10 10 1,-2 2-745,1 1 685,4-3 0,-3 2 0,2-1-30,6-5 0,-1 1 30,-5 6 0,-3 3 0,3-2-1427,6-6 1,1-1 1396,-6 8 0,-1 0-180,7-5 0,0-2-1984,-4 10 1939,5-11 0,0 1-1414,-1 4 1,0-1-245,-3 3 244,1 2 1,-1-2-1639,4-5 3549,-5 6 0,12-18 0,0 0 1</inkml:trace>
  <inkml:trace contextRef="#ctx0" brushRef="#br0" timeOffset="18979">14338 3544 13829,'0'-8'3276,"0"-3"-2036,9 23 1,3 7-881,1-6-687,1 8 0,3 3 732,3-1 0,1-1-733,-8-8 0,2 1 463,2 2 0,3 3 0,0 0 0,-3-3-90,0 0 0,1 1 9,-1-1 0,1 3 0,3 2 0,-1 0 0,-2-1-189,1 2 0,-2-1 0,1 0 0,0 1-521,1 0 1,1 2-1,1 0 1,-2 0 0,0-2-165,-3-2 1,0-1 0,-2 0 0,0-1 272,4 5 1,-2-1 0,-4-5 0,-1-3 0,1 7 0</inkml:trace>
  <inkml:trace contextRef="#ctx0" brushRef="#br0" timeOffset="26262">11356 5046 10051,'-6'1'1170,"-3"-2"-361,0-18-539,1 9 629,-5-13-629,9 14 360,-5-7-360,5 11 359,-2-3-359,4 6-90,-2 0 360,-5 19-450,2-6-1606,-4 11 0,-1 2 1516,1 1 30,4-6 0,-1 4 0,1-2-201,-1 8 171,4-8 0,1 3 0,0-3 0,1 8 45,4 1 0,1 0-45,-1-6 0,8 1 0,3-1 0,7-3-1106,0-12 0,1-4 1106,5-4 463,-5-16 1,-3-4-464,-2-2 0,-6 2 0,2-4 0,-3 2 0,-3 5 0,-1 0 0,2-10 0,0-3 0,-2 3 0,-3 7 0,0 1 30,0-8 0,0-3 0,-1 4 15,-4 9 0,-1 0 135,-2-14 0,-2 2-90,-6 9 0,-4-6 90,-3 15-180,7 6-206,-3 5 1,0 1 205,1-1 0,-3 13 0,1 2 0,2-3-20,6 2 0,-2 6 0,3 0 20,3 3 0,2 1 0,1-3 0,0 2 0,2-3 1219,3 3 1,2-3-1310,6 1 0,2-5 1843,4-7-1843,3-2 0,0-2 90,0-3-45,5-9 0,1-2 45,-4-1 45,2-8 0,-2-2-45,-7 0 0,-3-6 0,-2-2 0,-5 1 30,-9 4 0,-4-3 0,0 3-30,-6-5-60,0 8 0,-5 0 0,2 3-541,-7 3 421,6 4 0,0 2-1259,-6 3 736,7 2-2574,-2 6 2457,19-2 1,-3 9 0,10-3 0</inkml:trace>
  <inkml:trace contextRef="#ctx0" brushRef="#br0" timeOffset="26796">11315 4646 15088,'-13'-5'0,"-8"2"90,5 2 360,-2 12 0,0 4-90,0 5-1018,7-1 1,-2 7 0,0 3 0,2 0 693,2-3 0,1 1 0,0 1 0,1 1 0,0 1-385,0-3 0,1 1 0,-1 1 0,1 0 0,0 1 0,0-1 0,1-1 334,-1 0 0,1 0 0,-1-1 0,2 1 0,-1 0 0,2 1 2,0 0 0,1 2 0,0 0 0,0 1 0,1-2 1,1-2-1,-1-2-344,3 6 1,0-5 0,0 3 338,-2-4 0,-1 1 0,0 1 0,2 0 1,1-1-413,4 2 0,2-1 1,1-1-1,-2-2 370,-3-2 0,0-3 0,2 3-133,2 0 1,3 2-1,2 1 1,-1-2-1,-1-4 148,1 1 0,3-3-60,5 2 0,5 0 1,-3-4 59,-6-8 0,1-5 181,4-3 0,3-4 0,2-3 1,-2-2-115,-1-6 1,0-3-1,-1-3 1,1-1-36,-4 4 0,2-2 0,0 0 0,0-1 0,0-1 0,-1 1 1,-1 1 61,2-3 0,-2 0 0,0 1 1,0-2-1,0-1-49,-1 0 0,1-2 0,-1-1 0,1 0 0,-1 0 0,-3 2 0,-1 3 30,2-3 0,-3 2 0,0-3 8,-2 4 1,0-3-1,2-3 1,-1 0 0,-1 1-1,0 2 1,-3 2 21,2-4 0,-3 3 0,-1-3 89,-2 1 1,0-3 0,0-2 0,-1 0 0,-1 2 0,-2 5-60,0-1 0,-3 5 0,-2-4 18,-3-1 0,-2-5 0,-2 0 0,-1 2 0,1 5-48,-1 4 0,0 4 0,-1 0-38,-2-3 1,0-1-1,-2 1 1,-2 3 111,-5 2 1,-2 4 0,0 1 0,1 1 86,2 0 0,2 1 0,-5 1-162,0 3 1,-4-1 0,-3 2 0,0 0 0,1 1 0,5 1-203,-3 1 0,4 2 1,-4 2 154,6 1 1,-4 0 0,-2 2 0,0 1 0,0-1 0,3 1 0,4-1-13,-5 3 0,4 0 0,-3 4-13,7-3 0,-2 2 0,-2 2 0,-1 0 0,2 1 0,2-2 1,3-1 12,-2 4 0,4-2 0,-1 4-165,2-1 0,-2 2 0,0 3 0,1 0 0,2-1 0,2-3-45,2 0 0,2-2 0,2 4-337,2 1 1,1 5 0,0 1 0,2 1 0,0-2 0,2-5-547,1 1 1,2-4 0,2 2 1041,1 3 1,2 3 0,1 1 0,0-1 0,1-6 0,5 3 0,1-4 0,-1-2 0,-1 0 0,1 0 0</inkml:trace>
  <inkml:trace contextRef="#ctx0" brushRef="#br0" timeOffset="28296">11380 5005 11041,'1'-13'809,"-1"0"-449,1 1 0,-1 0 0,0 1 89,0 1 721,-4-2-811,-2 5 181,-5-2 90,-6 19-360,4 5 0,0 6-211,1 1 1,0 3 0,1-1-347,2-4 1,0 0 0,1 1 308,2 2 1,0 2 0,2 0-1,0-4-22,2-3 0,1-1 0,5 7 0,2 4 0,0-5 0,-1-7 0,1-1 0,5 6 0,3 1 0,-1-3 0,6 4 45,2-3 0,1-2-45,-1-7 0,-7-3 0,1-3 0,7-3 0,-7-8 0,4-1 0,-7-9 0,-2-2 0,3-6 0,-4 3 0,0-5 0,-1 2 0,-3 6 0,-1-2 0,0-9 0,0-5 0,0 5 0,-3 8 0,0 0 0,-2-7 0,-1-3 0,0 4 0,2 11 0,-2 0 150,-5-5 0,-4-3 0,2 5-60,0 0 0,-7 1 0,-2 3-90,5 8 90,-18 0-90,17 6 0,-3 8 0,1 4 90,1 0-90,-2 10 0,0 4 0,3-1 0,4-3 0,0 3 0,2-3 45,2-5 0,2 1-45,-1 8 0,1 3 0,1-3 0,1-8 0,1 1 0,3 8 0,1 1 0,0-2 0,3-1 0,1-9 0,2-1 0,-1 6 0,0 1 0,1-3 0,8 2 0,-2-2 0,1-2 0,-3-8-608,15 3 608,-15-19-90,1-4 0,0-3-90,-1-12 150,-3 0 0,1-6 0,-1 4-15,-4 7 0,-1-1 45,0-5 0,1-5 0,-1 0 0,-2 5-386,-1 3 0,0 1 386,-1-1 0,1-4 0,-2 1 0,0 4 0,-3 3 0,0 1 60,1-6 0,1-2 0,-3 5 120,-11-3-135,5 4 0,-1 3-45,-13 10 0,2 5 30,5 17 0,-2 10 0,2 2-1,5-4 1,2 1 0,0 1-18,-2-2 0,-1-1 0,1 2 1,1 1 9,3 3 1,1 2-1,2 0 1,2-3-23,-1 5 0,2-1 0,2-4 0,0 2 0,1 1 0,1-3 0,0 5 0,4-1-30,3-3 0,3 1 0,-2-3 30,-3-7 0,2-1 134,10 7 1,2-8-225,-9-18-60,3-12 0,5-8 0,-5 1 105,-5 3 0,-2-2-510,2-2 1,2-4-1,-1 0 1,-2 4 554,-3 1 0,-2 1 0,0-3 0,1-3 0,-1 3-887,-2 2 1,0 0 886,1-5 0,-2-1-277,0 3 0,-1 1 277,1 7 0,-2 0-35,-4-12 1,0 1 124,2 3-45,-4 8 0,-1 2-45,-3 3 0,-1 6 0,-14 13 0,12 4 0,-7 10 0,0 4 0,11-12 0,-1 2-540,-1 5 0,-2 4 1,0 3-1,2-2-553,2 2 1,3 0 0,-1 0 272,1-4 1,-1 0 0,1 1 0,1-2 705,1 4 0,2-1 0,1-2 0,2-4 0,0-1 0,0 0 0,0 0 1</inkml:trace>
  <inkml:trace contextRef="#ctx0" brushRef="#br0" timeOffset="38363">2208 2068 11221,'0'-9'809,"1"1"-449,-1 5 0,0 0 179,0 1-359,0 1 540,-4-1-540,3 1 180,-3-1-91,4 1 541,0 0-540,6-1-90,-5 1 90,11-1 359,15-3-449,2 1-938,-8 0 0,5 0 0,1 0 0,-3 0 758,-4 0 0,-1 1 0,4 0 0,2-1 0,5 0 0,3-1 0,0 1 0,-1-1 0,-4 2-396,-4 0 0,-2 0 0,0 0 0,4 0 396,-1 1 0,2-1 0,4 0 0,1 0 0,2 0 0,-1 0 0,0 0 0,-1 1 0,-2 0-249,2 0 0,-2 1 0,0 0 0,-1 0 0,0 0 0,1 0 0,1-1 249,-2 1 0,0 0 0,1-1 0,-1 1 0,1-1 0,1 1 0,-1-1 0,1 1-130,-1 1 0,1-1 1,1 1-1,0 0 1,0-1-1,-1 1 1,-1 0-1,-3 0 0,-1 0 130,5 0 0,-4 0 0,1 0 0,4 0-9,-8 1 0,4 0 0,3 0 0,1 0 0,0 0 0,1 1 0,-1-1 0,-2 0 0,-2 1 0,-4-1 9,8 1 0,-5 0 0,0 0 0,3 0 0,-4 0 0,2-1 0,2 1 0,0 0 0,0 0 0,-3 0 0,-1 0 0,2 0 0,-2 1 0,-2-1 0,0 1 96,1-2 1,-2 1-1,3-1-150,-2 1 0,3-1 0,1 1 0,-1-1 1,-4 1-37,7 0 0,-1 0-203,-1-1 1,3-1 0,0 0-1,-4 1-42,0-1 1,-1 0-759,-3-2 1,-1 1 0,-2-1-2185,8-4 3516,-17-5 0,-17 3 0,-1-2 0</inkml:trace>
  <inkml:trace contextRef="#ctx0" brushRef="#br0" timeOffset="38846">2124 2160 13020,'-8'0'-180,"1"-5"719,5-1 1,8-4 270,19-8-511,-6 9 1,4 1 0,-1-1-1424,4-2 0,2-1 1191,-4 4 0,2-1 1,0 0-1,-3 2-1088,5 0 1,-1 0 1049,-2 1 1,0 0 0,3 0 82,1 1 1,2 0 0,1 0-1,-3 1-519,-1 0 1,-3 0-1,5 0 445,-5 1 1,4 0-1,3 0 1,1-1 0,-1 1-1,-2 0 1,-3 1-359,0 0 1,-4 0 0,1 0 0,4 0 319,-4 1 0,3-1 0,3 1 0,1-1 0,1 0 0,-1 1 0,0-1 0,-3 1 0,-3 0-109,3 0 1,-4 0-1,-2 0 1,3 0 0,3 1 108,-2-1 0,2 1 0,4-1 0,1 0 0,0 1 0,1-1 0,0 1 0,-3-1 0,-1 1 0,-3 0 0,4-1 0,-4 1 0,-1 0 0,1 0 0,5 0-9,-7 0 1,4 1 0,1-1 0,2 0 0,0 1-1,2-1 1,-2 1 0,0 0 0,-2-1 0,-1 1 0,-4 0-23,7 0 1,-5 0 0,-1 1-1,1-1 1,5 1 22,-8-1 1,3 0-1,3 0 1,1 1-1,1-1 1,0 1-1,1 0 1,-1-1 0,-2 1-1,-1-1 1,-2 1-1,-3-1-10,6 1 0,-5-1 0,-1 1 0,0-1 0,5 1-12,-2-1 0,4 1 0,2 0 0,2-1 0,0 1 0,-2 0 0,-1 0 0,-3-1 0,-5 0 0,6 0 0,-5 0 0,2 0-114,1 0 0,3 0 0,1 0 1,-3 0-1,-5 0 455,-1 0 0,-2 0-1091,2-2 1,2 0-1,-5-2-2497,-5-2 977,2-5 2300,-23 2 0,-2-1 0,-7 1 0</inkml:trace>
  <inkml:trace contextRef="#ctx0" brushRef="#br0" timeOffset="39263">2087 2227 13020,'-11'0'-90,"-5"1"809,5-6-449,8-1 90,7 0 89,15-4 1,5 2-360,-8 3 0,1 0-679,3-1 1,5-2 0,2-1-1,0 0 1,-3 1 618,1 1 0,-3 0 0,7 0-10,-6 1 0,3 0 0,4-1 0,2 0 0,1-1 0,0 1 0,1 0 0,-2 1 0,-2 0-293,0 1 1,0 1 0,-1 0-1,0 0 1,-1 1 0,1-1 0,1 0-1,0 0 273,-1 0 0,1 0 0,1-1 0,-1 0 0,1 1 0,0-1 0,-1 1 0,-1 0 0,0 0-185,4 1 1,-1 0 0,-1 1 0,0-1 0,-1 1 0,1 1 0,0-1 184,1 1 0,0 0 0,0 1 0,0-1 0,0 1 0,-2 0 0,-2 0-216,1-1 0,-3 1 0,0 0 1,0-1-1,5 1 216,-6 0 0,4 0 0,1 0 0,2-1 0,1 1 0,-1 0 0,0 0 0,-3 0 0,-1 0 0,-3 1 0,7 0 0,-4 0 0,-1 1 0,4-1-12,-4 0 1,3-1 0,1 1 0,2-1 0,-1 1-1,-1 0 1,-2-1 0,-5 1 11,8 1 0,-5 0 0,2 1 0,1-2 0,4 1 0,0 0 0,-2-1 0,-6 0 0,0-1 0,-2 1 0,-2 0 0,0 0 0,-2 0 736,3-1-736,-10 0 0,-9 0 0,-10 0 0</inkml:trace>
  <inkml:trace contextRef="#ctx0" brushRef="#br0" timeOffset="40945">8009 1376 13020,'4'-14'449,"-1"1"-179,0 1 180,-1 2-90,0 1-1,-1 2 91,0 0-540,-1 3 90,-4 30 0,4-5 0,-1 1 0,-1 2 0,1 0-688,3-2 1,3 1-1,0-4 688,3 3-659,5 0 1,2-2 658,-1-6 45,6-1 0,5-5-45,-1-13 0,0-4-143,-1 7 0,-1-3 143,-2-9 0,-1-6 0,-4 2 180,1-9 0,-9 5 0,1-3 0,-3 2-90,-2 7 0,-2 1-1,-4-6 1,-2-2 0,0 4-90,-4-4 0,-5 5 0,-1 2-89,2 8-1,-17 7 90,16 2-1494,-5 18 1,0 6 684,2-4-284,6 2 1,-2 5 0,4-1-547,4-3 1,3 0 1558,-4 4 0,2 0 1,7-6-1,2-3 0,6 7 1</inkml:trace>
  <inkml:trace contextRef="#ctx0" brushRef="#br0" timeOffset="41196">8631 1549 14279,'1'19'90,"3"-1"-90,-10-3 0,-2 1 0,3 9 0,0 2-360,-2 0 0,0 0 45,2-1 1,1-1-1325,1-4 1,2-4-842,6-6 2480,-3 6 0,9-16 0,-4 0 0</inkml:trace>
  <inkml:trace contextRef="#ctx0" brushRef="#br0" timeOffset="41579">8993 1231 14189,'-6'-9'180,"1"0"90,1 1-180,2 4-180,-2-2 90,24 5 0,-7 0 0,12 0 0,3 1-3004,0 0 3004,-5-1 0,0 1 90,-6 0 0,-1 0-1368,7 0 1458,2 0 359,-9 0-359,-9 4-90,0 0 90,-22 10-180,6-3 135,-8 3 0,-1 1-45,1 1 90,-3 4 0,-1-1-90,7-4 134,1-1 1,3 0 45,7-6 2255,0 2-2255,9 3-180,-4-5 0,24 5-90,-13-9-450,13-1 1,3-2 1145,1-8-1516,-9 2 1,4 0 0,1-1 0,-3 0 409,6-7 0,-1 0 1,-2 2-1,1 1 1,-2 0-1,-3-1 0,1 0 1</inkml:trace>
  <inkml:trace contextRef="#ctx0" brushRef="#br0" timeOffset="41828">9765 938 14279,'15'-5'0,"-3"2"180,16 9-180,-12-5 60,-1 10 0,2 6 0,-2 0-15,-2 7 0,-2 1-425,0-5 0,1 0 0,-5 3 20,-5 6 0,-5 4 1,-2-1-1,-1-3-1234,-2 1 0,-2-1 1342,0-4 0,-2 3 0,-1 1 0,0-1 0,1-4-538,-2-2 1,1-4 0,-2 1 564,2 0 0,-2 0 1,0 1-1,-2-1-540,-5 3 1,-2 0-1,-1-2 1,2-1 626,2-1 0,2-3 0,-3 2 1,-1 0-1,-3 1 0,1 0 1,2-3-1,-3-2 0,0 0 1</inkml:trace>
  <inkml:trace contextRef="#ctx0" brushRef="#br0" timeOffset="42145">7920 1086 14009,'-18'-5'299,"1"-1"1,-7 10 0,-1 2-255,3-5 0,0 2-1138,-2 11 1,-1 5 0,3 0 18,6-4 0,0 3 1092,2 0 0,-2 4 0,-1 2 0,1 0 0,3-3-18,0-1 0,3-1 0,-1 3 14,0 1 1,0 4 0,-1 2 0,0 0 0,1-1 0,2-4-15,1 1 0,1-2 0,2 3 15,1 1 0,1 3 0,1 3 0,0-1 0,1-1 0,2-6-45,0-2 0,2-3 0,2 2-276,4 4 0,2 3 1,2 1-1,1-3 0,-1-5-324,5 0 1,4-5-27,-2-3 1,4 1-1,3-1 1,-1-1 0,-2-3 378,-1-3 0,-2-2 0,2-1 1,4 2-1,3-1 0,-1 0 1,-1-1-1,-4-4 0,0 0 1,0 0-1</inkml:trace>
  <inkml:trace contextRef="#ctx0" brushRef="#br0" timeOffset="43044">7361 2106 11400,'-13'3'0,"1"-1"0,2 0 90,0-1 90,4-1 1080,1 0 179,20 4-900,-5-2 226,16 0 0,5 0-1105,-14-1 0,2-2 475,1-2 0,6-1 0,2-2 0,1 0 0,-1 1 0,-3 0-868,3 0 0,-2 1 0,4-2 743,-8 1 0,4-1 0,3-1 0,1 0 0,0 0 0,1 0 0,-2 0 0,-2 1 0,-3 1-582,7-2 0,-5 2 0,0 0 1,5-1 571,-7 2 0,3-1 0,2 0 0,1 0 0,1-1 0,0 1 0,0 0 0,-2 0 0,-2 0 0,-2 1-295,3 0 1,-3 0 0,-1 1-1,1-1 1,4 0 294,-4 1 0,3 0 0,2-1 0,1 0 0,0 0 0,1 0 0,0 0 0,-1 1 0,-2-1 0,-3 1-135,4 0 1,-2 0 0,-1 1-1,-1-1 1,1 1 0,2-1 122,-2 0 1,2 1 0,1-1 0,1 0-1,-1 0 1,-1 0 0,-1 0 0,-2 1 14,3-1 1,-2 1 0,-2-1-1,1 1 1,0-1-109,0 0 0,2 0 0,0 0 0,-1 0 0,-2-1 0,-2 1 15,2 0 0,-3-1 1,2 0-235,1-1 0,4-1 0,1 0 0,-2-1 0,-4 0-551,-2-1 0,-4 0 0,1 0 545,3 0 0,0 0 1,-3-1-1310,-2-4 1,-6 2 1747,-8 4 0,-11-4 0,-4 6 1</inkml:trace>
  <inkml:trace contextRef="#ctx0" brushRef="#br0" timeOffset="43412">7113 2526 13289,'-11'0'1440,"4"1"-451,28-7-539,-4 0-1543,7 0 1,8-2 0,-2 1 575,-3-1 0,3 0 573,-7 2 0,4-1 0,4-1 0,2 0 1,0 0-1,0 0 0,-3 0 0,-2 1-56,-1 1 0,-4 0 0,0 0 0,2 0 0,3-1 7,-4 1 1,3 0-1,2-1 1,2-1-1,1 0 1,1 0-1,-1 0 1,1 0 0,-2 1-1,-1 0 1,-2 0-1,-3 1-187,4-1 1,-3 1-1,-3 1 1,1-1-1,2 1 1,3-2 179,-5 2 0,2-1 0,2 0 0,1-1 0,1 0 0,2 1 0,-1-1 0,0 0 0,0 0 0,-2 1 0,0 0 0,-3 0 0,-2 1-74,6-1 1,-3 1 0,-2 0 0,0 0 0,2 0-1,4-1 59,-6 1 0,3 0 0,3-1 0,0 0 0,2 0 0,0 0 0,0 0 0,0 0 0,-2 1 0,-1 0 0,-2 0 0,-3 0-3,7 0 0,-4 0 0,-1 1 0,0-1 1,4 0-19,-5 1 0,2 0 0,2-1 0,1 0 0,1 0 0,0 1 0,-2-1 0,-1 0 0,-3 1 0,-2 1-173,4-2 1,-4 2 0,0-1 0,2 0-62,2-1 0,2 0 0,3 0 0,-2 0 0,-3 0 0,-4 0 439,3 0 1,-3-2-1263,1-1 1,1-2 0,-7 0-1208,-6-2 2300,-9-8 0,-15 13 0,-10 0 0</inkml:trace>
  <inkml:trace contextRef="#ctx0" brushRef="#br0" timeOffset="44148">6009 4516 8342,'-5'-9'90,"0"1"-180,3 4 90,-1 1-90,-2-2-90,1-2 180,-1 1-539,1 0 89,3 4 450,0-1 0,-1 2 0,1-1 0</inkml:trace>
  <inkml:trace contextRef="#ctx0" brushRef="#br0" timeOffset="49912">9223 1434 14549,'0'-11'-820,"1"0"1,-1 5 0,0 1 0</inkml:trace>
  <inkml:trace contextRef="#ctx0" brushRef="#br0" timeOffset="51428">7661 1524 11131,'4'-17'180,"-1"2"-1,-3 3 1,-7 1 0,5 0-867,-15 0 957,7 1-90,-10 1 0,1 0-1354,-4 2 1264,-3 1 0,-4 2-651,13 2 1,0 1 605,-2 0 0,1 1 0,-2-1 0,0 1 0,-1 0 0,0 0-45,1 4 0,-3 1 30,-4 1 0,-3 1 0,2 0 15,1 3 0,-1 1-27,5-3 0,-4 2 0,0-1 0,0 0 0,5 0-18,-5 2 0,-1 0 0,6-1 0,-5 2 0,0 1 0,0 0 0,3-1 0,1 0 0,2 0 0,0 0 0,-5 3 0,-1-1 0,3 0 0,3 0 0,3 0 0,0 2 0,6-3 0,2 0 0,1 0 0,1-1 0,-5 10 0,10-16 308,-1 3-308,3-6 0,0-1 0,1-2 0</inkml:trace>
  <inkml:trace contextRef="#ctx0" brushRef="#br0" timeOffset="52295">6264 2210 11850,'1'-17'810,"0"5"359,-1-7-809,-5 12 359,-1-3-629,-11 15-90,7 4 0,-8 12 0,11-3 90,-4 4-90,5-5 0,1 0 0,-1 6 0,2 3 0,1 0 0,1-4 0,4 2 0,3-2 0,3-4 0,2-1 0,1-2 0,3-4 0,0-2 0,0 0 0,-1-5 0,8 1 0,1-4 0,-3-9-357,3 2 1,-1-1 356,-3-12-45,-6 9 0,-1-2 0,2-9 0,-2-1 45,-3 8 0,-2-3 0,2-8 0,0-4 0,-2 3 0,-3 6 0,-2 0 30,0-9 0,-2-3 0,1 4 15,0 10 0,-2 1 75,-4-5 0,-4-2 0,2 5 60,-3-2-45,-10 6 0,-1 2-135,1 8-1032,2 8 0,-3 5 0,2 1 1032,-7 7 0,6 2 0,-3 6 0,4-2 0,8-6 0,1 1-510,0 1 0,-1 5 0,0 0 0,2-3 510,2-1 0,2 1-419,-2 8 1,0 4 0,2-4 418,3-9 0,2-1-143,1 6 1,1 3-1,1-5 143,-1 6 407,11-2 1,3-1-408,-3-7 0,2-5 0,2-2 0,2-3 0,0-2 90,7 0-135,4-5 0,2-2 1242,-2-6-1197,-8-2 0,3-3 0,-3 0 0,-6 2 0,-1-2-30,6-7 0,1-4 0,-3 1 309,-7 5 0,-2-1-302,0-3 1,0-3-1,-1-1 1,-2 3-605,-2-1 1,-1 0 626,-1 0 0,1-3 0,-2 2 0,-2-6 0,-3 3 45,-1 6 0,-1 0-45,0-5 0,-1 1-20,-5 5 1,-1 1 19,-5-6 0,6 10 0,-1 3 0,-7 4 0,-1 3 0,-7-1-30,6 8 0,-2 4 0,2 0-105,5 1 0,1 3-248,-1 4 1,-3 5 0,1 2 0,2-2-211,1 3 0,1 2-63,4-1 1,-2 4-1,0 1 1,1 1 0,2-5-292,2 0 1,3-3-1,-1 2 947,-1 4 0,0 1 0,0 1 0,2-3 0,3-3 0,1-3 0,-1 1 0,1 1 0,0-1 0,0 1 0</inkml:trace>
  <inkml:trace contextRef="#ctx0" brushRef="#br0" timeOffset="54445">9317 1554 10951,'0'-11'719,"5"2"-629,-4 5-90,3 1 0,-4 1 0,5-1 90,-4 0-90,7-1 270,4-4-90,-3 2 630,12-7-631,-15 9 631,6-3-810,-16 5-90,-1 1 90,-9 6 90,-13 1-45,11 3 0,-1 0-45,-13 1-90,3 4 90,21-11-90,0 0 90,10-2 0,1-1 0,14 0-90,-4 0 135,9-5 0,4-1 45,-5 0 0,0 0-759,1-1 1,0-1 803,-4 3 0,-9 0-135,-26 3 90,5 2-45,-15 5 0,-2 2-45,-2-1-767,7 1 0,-4 2 1,3-2 766,7-2 0,1-1-45,-14 3 0,2 1 45,11-2 0,5-1 1040,17-2-1040,9-2-1596,7 0 0,3-2 1236,-9-2 0,3-1-460,3 1 1,5 0 0,1 0 0,-4 0-710,2-4 0,-1 0 1529,1 1 0,2 1 0,-4-1 0,-5 1 0,-2 0 0,0 0 0,-1 0 0</inkml:trace>
  <inkml:trace contextRef="#ctx0" brushRef="#br0" timeOffset="57946">1204 1676 11400,'-5'-7'900,"1"1"-630,2 6 90,0 0-91,-1 0-179,0 0 180,-2 0-180,3 0 180,-6 0-180,4 0 90,-7 0-90,6 3 0,-7-3-90,6 4 90,-12 1 90,3 0-180,-2 3 0,3-1 180,-2 2-180,7-3 89,-15 12-89,15-9 0,-4 3 0,0 2 0,0-1 0,-2 6 0,-1 0 90,1 0-60,4-2 0,-3 4 0,2 0 30,2 0 0,0-1 0,1 1-283,-1-2 0,0 1 1,1 1 267,0 1 0,0 2 0,0 0 0,2-4 0,1-1 0,0 0 0,0 1 0,-2 5 0,0-1 0,2-2-403,-1-2 1,1 1 424,-1 2 1,-2 3-1,0 0 1,1-3 22,1 0 0,-1 0-36,0 0 0,-1 4 0,-2 2 0,1 1 0,1-2-736,-1 0 1,1 0 0,0 0 0,0 0 681,1-3 0,0 0 0,0 0 0,-1 1 0,1 1 75,-1 2 0,-1 3 0,0 0 0,1-1 0,0-1 0,1-4-356,1 0 1,0-3 0,0 3 295,0 0 0,-1 6 0,-1 1 0,0 0 0,1-2 0,2-5-189,0-1 1,2-4 0,-1 3 173,1 0 0,-1 4 0,0 1 0,0 1 0,1-2 0,0-4 30,1 1 0,0-3 0,1 3 0,0-1 0,-1 3 0,1 3 0,0-1 0,0-2 0,1-3 0,0 0 0,0-3 0,0 3-12,1 4 0,-1 4 0,1 2 0,-1-1 0,1-5-18,0-5 0,-1-2 0,2 3 18,0 4 0,2 5 0,-1 1 0,1-1 0,-1-5-407,-2-4 0,1-3 1,0 2 388,3 2 0,0 1 0,2 1 0,-2-2 0,-1 1 0,0-1 0,0-1 444,3 3 1,1 2-423,-1-2 1,0 4 0,0 0-1,-1-3-22,2 3 0,-1-1 0,-1-8 0,0 2 0,1 1 0,-1-1 0,2 6 0,1 1 0,-1-3 0,0 0 0,0 1 18,-1-6 0,2 4 0,-1 0 0,0 0 0,0-4-18,1 4 0,0 0 18,-1-5 0,1 4 0,0 1 0,0-1 0,0-4-18,0 5 0,1-1 0,0 2 0,1 3 0,0 1 0,-1-5 0,-1-1 0,0-1 0,1 2 0,1 4 0,0 0 0,-1-5 0,-1 0 0,1-2 0,-1 1 0,1 2 0,0 0 0,1-3 0,0 0 0,-1-1 0,0-1 0,1 1 0,0-1 0,2 4 0,0-1 0,-1-3 0,-1-2 0,0-1 22,1 1 1,3 4 0,-1-1-1,-2-3-22,0-1 0,1-1 0,-1 0 0,3 4 0,0-1 0,-1-2 0,-2-2 0,1-1 0,5 8 0,3 3 0,-3-3 0,-5-8 0,1-1 0,4 8 0,3 4 0,-2-4 0,-6-8 0,-1 0 0,6 8 0,1 0 0,-2-2 0,-3-1 0,6 5 0,-7-7 0,1 2 0,-2-3 0,4 6 45,0 3 0,0-1-135,-2-2 274,-4-5 0,2 2 0,-1-1-184,0-2 0,-2 1 0,3 2 0,-1 0 0,0 0 0,-1-2 90,-3-4-135,0 1 0,1 0 45,-3-5 90,6 14-90,-6-15 894,6 11-894,-6-12 90,5 11-90,-6-12 2719,3 11-2809,-3-9 1457,0 2-1367,-2-6 441,0-3-441,0 0 221,0 0-131,1 1-90,0-2-90,0 3 90,0-2 90,0 3-90,-1-3 0,1 2 0,-2-2 0,2 3 90,-2-3-90,1 3 0,-1 1 0,0-2 0,1 6-90,-1-5 90,0 5 0,0-6 90,0 4-90,0-4 0,0 1-90,-4-2 0,3 0-1169,-4 4 809,3-4-899,-2 5 630,1-5-181,0 1-2377,-3 0 1607,2-1 1670,-7 6 0,5-4 0,-4 3 0</inkml:trace>
  <inkml:trace contextRef="#ctx0" brushRef="#br0" timeOffset="59247">1231 6969 15178,'6'-6'630,"2"0"-540,-8 6 0,6-1 270,4 0-1,9 0-269,-2 0 0,0 1 0,-1 0-90,-1 0 45,5 2 0,0 1-45,-1 2 45,3 1 0,0 1-45,-3 1 0,3 2 0,-1 1 0,2 5 45,-7-6 0,-2 0-45,0 3 0,-5-7 0,-7-5 90,1 0-90,-2-1-180,0 0 0,0-4-539,-1-6 449,1-1-540,-1-20 630,0 11-1165,-2-8 0,-1-1 1345,2-3 0,-1 8 0,0-4 0,0 3 0,1 8 0,-1 0 240,1-9 0,-2-2 0,0 2 165,0 5 0,-1 2-271,1-5 1,-1 1-397,-2 6 1,-1 3 441,3 6-90,-4-7 539,6 13-359,1 15-90,0 4 0,2 3-180,-1-3 0,0 1-30,0 6 0,0 3 0,0-4 857,0-6 1,0 0-1218,-2 8 0,0 4 0,1-3 632,1-7 1,-1-1-1336,-3 9 1,-1 4 0,0-4-148,3-8 1,-1-1 1239,-3 8 0,-2 4 0,1-5 0,2-7 0,0-2 0,-3 11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21:55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3580 7629 0,'-12'0'0,"0"0"16,12-12 15,0 0-15,-12 0-16,12 1 15,-35-60 1,-12-23 15,35 71 1,24 23 14,59 12-30,23-12 0,-12-12-1,-35 0 1,-36 12 0,-22-12 15,-1 12-31,-12 0 15,24 12 17,12-12-32,23 12 15,36 11 1,-24 1 0,-71-1 15,-11 24-16,0-12 1,23-23 0</inkml:trace>
  <inkml:trace contextRef="#ctx0" brushRef="#br0" timeOffset="1315.8655">4190 7394 0,'0'0'0,"0"-12"0,-12 0 16,0 12 15,1 0-31,-13 24 31,24-12-31,-35 23 16,35-23-16,-12-1 16,12 13-1,12-1 1,35-23 0,-12-12-1,0-23 1,-23 24-16,12-48 15,-24 47-15,0-35 16,-36-11 0,25 22-1,-1 25 1,12 34 0,12 36-1,11 11 16,-11-23-15,23 0 0,12-24-1,0-23 1,-35-11-16,23-1 16,-23-11-16,-12-1 15,-12 12 1,-23 12-1,23 12 1,0 0 0,24 11-1,58-23 1,12-23 0,12-24-1,-35 35 16,-47 0-15,-47 24 0,-24 23-1,35-11 1,13-12 0,22-1-1,60-34 1,-12-1-1,-48 13-15,36-1 16,-59 12 15,-11 12-31,-12 11 16,23-11 0,12 0-1,24-12-15,22-12 31,-22 12-31,35-24 16,46-11 0,-23 23-1,-70 1-15,-24 11 16,-11 0 0,-24 11-1,12 13 1,23-1-1,12-11 1,35 0 0,12-24-1,-35 12-15,47-35 16,-48 23 0,13-23-16,-1-12 15,-23 0 1,-23 12 15,11 23-15,0 24-1,12 11-15,0 36 16,24-47-16,-1 35 16,24 35-1,-12-24 1</inkml:trace>
  <inkml:trace contextRef="#ctx0" brushRef="#br0" timeOffset="1598.7842">5622 7171 0,'0'0'0,"0"-12"0,0 0 15,0 36 1,0-12 0,0-1-16,-12 60 15,12-48-15,-12 36 16,12 35-1,0-47 1</inkml:trace>
  <inkml:trace contextRef="#ctx0" brushRef="#br0" timeOffset="2763.9842">5645 7335 0,'0'0'15,"-12"-12"-15,12 1 0,-11-1 0,11 0 0,0-23 32,23 12-17,24 11 1,-23 12 0,-13 23-1,-22 36 1,-60-24-1,24 0 1,35-11 0,24-24-1,23 0 1,12 12 0,0-1-1,0 1 1,-23-12-1,11 0 1,-23 0-16,11-12 16,1-11-1,-24-1 1,0 1 0,-24 23-1,1 23 1,11 24-1,0-11 1,47-1 0,24-35-1,23-12 1,-58 0-16,46-23 16,-46 23-16,-13 1 15,25-36-15,-25-35 16,-22 11-1,-13 48 17,12 11-17,1 12-15,-1 35 16,12-23-16,0 35 16,0 0-1,12 11 1,11-22-1,36-13 1,-48-11-16,36-12 16,-23 0-16,-12-12 0,11 0 15,-11-23 1,-12 23 0,-24 12-1,13 24 1,11-12-1,11-1-15,-11 1 16,59 0 0,0-12-1,11 0 1,-35-12 0,-23 12-1,-24 0 1,-23 24-1,23-13 1,36-11 0,35 0-1,11-23 1,0 11 0,-11 12-1,-47 12 1,-36-12-1,13 0 17,11-12-17</inkml:trace>
  <inkml:trace contextRef="#ctx0" brushRef="#br0" timeOffset="22645.5776">12675 5000 0,'0'0'16,"0"-12"-16,0 0 0,12 12 16,-12-12-1,0 24 1,0 0 0,-12 35-1,12-35-15,-23 35 31,23-36-15,0-22 15,23-36 1,-23 35-32,12-23 15,0 35 1,-12 11-1,0 36 1,23-23 0,1 11-1,-13-35 1,1-12 0,0-11-1,0-1 1,-1 24 31,1 0-32,0 12-15,23 0 32,-23-12-17,-1 0 1,25-35-1,11-1 1,-12 13 0,-23 23-1,-36 12 1,12-12 0,-11 35-1,11-35-15,0 23 16,12-11-1,12-12 1,0 0-16,35 0 16,-24 0 15,-11 0-15,-47 12-1,11 23 1,13-12-1,22 1 1,48-12 0,23-36-1,-70 24-15,11-12 0</inkml:trace>
  <inkml:trace contextRef="#ctx0" brushRef="#br0" timeOffset="22944.7001">13285 5094 0,'-23'-12'16,"11"12"-16,-11 0 15,-12 12 1,23-12-16,-12 11 16,24 1-1,-11 0-15,11-24 47,11 0-31,-11-11-1,0 11 1,-11 12 0,-1 12-1,12 23 1,35 0 0,24 0-1,-24-23 1</inkml:trace>
  <inkml:trace contextRef="#ctx0" brushRef="#br0" timeOffset="23594.6305">13778 5058 0,'0'0'16,"0"-11"-16,-11 11 31,-1 11-31,12 1 16,-12 0 0,12 0-16,0-1 0,-12 36 31,12 12 0,47-12 0,-23-35-15,-1-12 0,1-12-1,-12 12-15,-1-24 16,-11 13-16,0-1 15,0 0-15,-11-23 16,11 23 0,-24-11-16,-11-1 15,11 1 1,-11 23 15,23 23-31,1-11 16,-1 0-16,12-1 0,0 25 15</inkml:trace>
  <inkml:trace contextRef="#ctx0" brushRef="#br0" timeOffset="23844.0911">14084 5270 0,'0'0'16,"-12"-12"-16,0 12 0,0 0 15,12 12 17,-11 11-17,-13 12 1,12 12-1,1-23-15</inkml:trace>
  <inkml:trace contextRef="#ctx0" brushRef="#br0" timeOffset="24592.8601">13591 4976 0,'0'-12'0,"0"24"0,0-35 15,-12 23-15,12-12 0,-12 12 16,12 12 0,-12 11-16,1-11 0,11 0 15,0-1-15,-12 13 0,0-1 0,12 1 16,-12-1-16,12 12 0,-11-11 0,-1 11 16,-11 223 15,222-117-16</inkml:trace>
  <inkml:trace contextRef="#ctx0" brushRef="#br0" timeOffset="25158.6723">14154 5140 0,'0'0'0,"0"-11"0,-12 11 0,0-12 16,1 12 0,34 0 15,-23-12-31,82 12 15,59 0 17,-106 0-17,-46 0 17,-13 35-32,-23 1 31,12-13-16,35-11-15,-12 11 16,12-11-16,36 0 16,46 11-1,23-23 1,13-35 0</inkml:trace>
  <inkml:trace contextRef="#ctx0" brushRef="#br0" timeOffset="25393.4784">14706 4812 0,'0'-12'0,"-12"12"0,24 12 0,-36-24 16,12 12 0,12 24-16,24-13 15,23 72 1,-35-60-16,23 71 15,-24 35 1,-81 24 0,-71-24-1,-47-12 1</inkml:trace>
  <inkml:trace contextRef="#ctx0" brushRef="#br0" timeOffset="25775.1465">12323 5903 0,'-12'0'0,"24"0"0,-35 0 0,11 0 0,35-11 16,48-1 0,175-35-1,165 12 1,117 11 0,47 13-1,-35 22 1,-164 1-1,-318-12-15,60-47 16,-107 35-16,-22-23 16,-130 0-1,82 23-15</inkml:trace>
  <inkml:trace contextRef="#ctx0" brushRef="#br0" timeOffset="26126.2208">12171 6115 0,'-153'23'16,"306"-46"-16,-365 58 0,154-23 0,11-1 0,11-11 16,13 12-16,35 11 15,11-23-15,141-11 16,200-36-1,141 12 1,47 11 0,-36 12-1,-399 12-15,177-11 16,-153 11 0,23-12-16,-70-23 15,-59 0 16,-23 23-15,-24-12 0,-11 24-16,-83 24 15</inkml:trace>
  <inkml:trace contextRef="#ctx0" brushRef="#br0" timeOffset="28645.6195">13638 5528 0,'0'-12'109,"0"0"-93</inkml:trace>
  <inkml:trace contextRef="#ctx0" brushRef="#br0" timeOffset="29438.5325">13661 5363 0,'0'0'0,"-12"0"0,24 0 78,0 0-78,35-11 16,-12-1 0,12 12-1,-24-12 1,-34 12 31,-25 0-32,-34 24 1,11-13 0,12 1-1,24-12 1,23 12-1,12-12 1,70 0 0,0-12-1,-23 0 1,-36 12 0,-46 0-1,-24 0 1,-35 0-1,11 12 1,48-12 15,34 0-15,25 0 0,-13 0-16,106-23 15,-94 23-15,1-12 0</inkml:trace>
  <inkml:trace contextRef="#ctx0" brushRef="#br0" timeOffset="32318.6667">11525 6807 0,'12'-12'0,"-24"24"0,24-35 0,-12 11 16,0 0-16,0 0 0,-24 12 16,24-11-16,-11 11 15,11 11-15,-12-11 16,0 24-16,0-12 0,1 11 15,11-11-15,-24 35 16,24-24-16,-12 59 16,83-23 15,34-141 16,-105-12-32,-35 12 1,-12 23 0,-11 47-1,-1 83 1,35-1 0,36 24-1,12-47 1</inkml:trace>
  <inkml:trace contextRef="#ctx0" brushRef="#br0" timeOffset="32551.8245">11760 7018 0,'0'0'0,"0"-11"0,-12 11 0,0 0 16,-11 11 0,11 25-1,-11 10 1,23 1 0,0-35-16</inkml:trace>
  <inkml:trace contextRef="#ctx0" brushRef="#br0" timeOffset="32917.4559">12041 6913 0,'-11'0'16,"11"-12"-1,11 12 17,1 0-32,0 0 15,0 0-15,-1 0 0,25-24 32,-25 24-32,1-11 0</inkml:trace>
  <inkml:trace contextRef="#ctx0" brushRef="#br0" timeOffset="33268.0614">12323 6772 0,'-12'0'0,"24"0"0,-24-12 15,24 12-15,23 0 16,-23 12-16,23 0 15,-11-1-15,-1 13 16,-23 11 0,-35 0-1,-24 0 1,24-11 15,23-24-31,12 12 16,0-1-16,36-11 15,34 0 1,36 0 0,-24-11-1,-71 11-15</inkml:trace>
  <inkml:trace contextRef="#ctx0" brushRef="#br0" timeOffset="33600.0759">11220 6643 0,'-12'0'0,"-11"0"15,11 11-15,-47 25 16,12 46 0,47 59-1,71 11 1,81-23-1,-116-105-15,69 23 16</inkml:trace>
  <inkml:trace contextRef="#ctx0" brushRef="#br0" timeOffset="33850.0669">12687 6525 0,'-12'0'0,"12"12"15,-12 23 1,12 59 0,12 24-1,-12-83-15,0 106 16,-23-118-16,-24 59 15,-35-23 1</inkml:trace>
  <inkml:trace contextRef="#ctx0" brushRef="#br0" timeOffset="34499.7495">11337 6995 0,'0'0'0,"-11"0"31,11 12-31,-12-1 0,0 1 16,12 0-16,0 0 15,0 11-15,0-11 0,0-1 16,0 1-16,24 0 0,-13-12 0,107 59 31,93-71 1,-117-176-1,-94 153-31,-118-188 31,95 211-31,-71 0 16,-47 24-1,12 47 1,59 35 0,58-59-1,0 71-15,36-83 16,23 24-1,70-12 1,36-35 0,-83-12-16</inkml:trace>
  <inkml:trace contextRef="#ctx0" brushRef="#br0" timeOffset="36562.9512">11384 6784 0,'0'0'0,"0"-12"15,0 0 1,0 0 0,12 12-16,-12-11 0,0-1 15,12 0-15,-12 0 0,0 1 16,0-13-16,0 1 0,0 11 15,-24-23-15,12 11 0,-164-140 32,-187 0-1,46 117 0,199 47 0,130 11 16,-24-11 0</inkml:trace>
  <inkml:trace contextRef="#ctx0" brushRef="#br0" timeOffset="37946.1915">9553 5927 0,'0'0'0,"0"-12"15,12 0-15,-12 1 0,0-1 16,0 0 0,-12 12 15,12 12-31,-11-12 0,-1 12 0,-59 93 31,48 24 0,82-58 16,58-83-15,-47-58-17,-34-13 1,-13-22-1,-23 11 1,-47 47 0,-35 35-1,-47 94 1,70-23 0,36-35-16,-1 69 15,24-69-15,24 35 16</inkml:trace>
  <inkml:trace contextRef="#ctx0" brushRef="#br0" timeOffset="41676.6386">9635 5892 0,'0'0'16,"12"0"-16,0-12 0,0 12 15,-12 12 48,-12-12-47,12-12 30,0 0-30,0-58 15,-12 46-15,-11 24 0,-36 47-1,0 24 1,12 11-1,47-70-15,-11 58 16,11-47 0,0 13-16,23 11 15,36-24 1,11-23 0,1-23 15,-48 11-31,12-35 15,-23 23-15,0 1 0,11-59 16,-23-24 0,-35 12-1,-24 47 1,-34 47 0,-13 59-1,82-36-15,-69 60 16,81-60-16,-23 36 15,23 23 1,47-35 0,35-12-1,-58-23-15,59-12 16,-48 0 0,1 0-16,34-12 15,13-58 1,-36-24-1,-23-12 1,-59 36 0,-12 35-1,47 23-15,-70 35 16,59-11-16,-48 35 16,1 47-1,35 0 1,35-83-16,0 60 15,11-59-15,25 35 16,22-1 0,-46-34-16,70 0 15,-58-12 1,23-24-16,23-22 16,-47-48 15,-11-12-16,-35 83-15,-36-60 16,36 72-16,-60-1 16,-22 35-1,23 48 1,35 11 0,47 24-1</inkml:trace>
  <inkml:trace contextRef="#ctx0" brushRef="#br0" timeOffset="53531.0898">3990 8650 0,'-11'0'0,"22"0"0,-34 0 15,11 0 1,24 0 15,0 11-15,-1-11-16,1 0 0,164 12 31,352-82 0,-47 23 1,-234 23-1,-212 1 0,-23 23-31,-24 0 31,-58 12-15,46-12-16</inkml:trace>
  <inkml:trace contextRef="#ctx0" brushRef="#br0" timeOffset="53897.019">3979 8661 0,'-24'12'0,"48"-24"0,-71 24 0,23-12 0,-11 12 15,23-12-15,24 12 16,82-1-1,105-22 17,107-25-17,128-11 1,-176 36 0,-188-1-16,165-12 15,-200 24-15,47-23 16,-35 0-1,-47-1 1,0 12 0,-11 1-1,11-1-15,-12 12 0</inkml:trace>
  <inkml:trace contextRef="#ctx0" brushRef="#br0" timeOffset="55896.0227">8920 2629 0,'0'-12'16,"-12"12"-16,0 0 16,12-12-1,12 12 16,0 0-31,-1 0 0,83 0 32,24-35-1</inkml:trace>
  <inkml:trace contextRef="#ctx0" brushRef="#br0" timeOffset="56429.6026">9389 2523 0,'0'0'0,"0"12"15,12-12 17,11 12-17,1-12 1,23 0-1,-12-35 1,0-12 0,-23 35-16,23-59 15,-23 48-15,-1-12 16,1 11 0,0 24-1,-12 47 1,12-12-1,-12 12 1,-24-23 0,1-12 15,-24-12-15,-12-24-1,-11 1 1,46 11-16,-46 12 15,58 0-15,-23 0 16,11 35 0,13 0-1,46 1 1,35-13 0,-46-23-16</inkml:trace>
  <inkml:trace contextRef="#ctx0" brushRef="#br0" timeOffset="57360.9036">9905 2582 0,'0'0'16,"0"-12"-16,12 12 0,-12-11 16,0 22 15,0 1-15,0 0-1,0-1-15,-35 36 31,35-23-31</inkml:trace>
  <inkml:trace contextRef="#ctx0" brushRef="#br0" timeOffset="58043.8812">10046 2429 0,'12'12'47,"0"-12"-32,-1 0 1,1 0-16,-12-12 16,12 12-16,0-11 0,35-36 15,-36 35-15,36-47 16,0-11-1,0 23 1,-23 23 0,-1 13-1,-11 34 17,0 12-17,-1-11 1,-11-1-1,0-11 1,-11-12 0,-1 0-16,-23-23 15,23 11-15,-12 0 16,-34-11 0,-1 23-1,0 11 1,12 13-1,36-12-15,-1 35 16,12-36 0,0 13-16,47 11 15,23-23 17,1-36-32</inkml:trace>
  <inkml:trace contextRef="#ctx0" brushRef="#br0" timeOffset="58259.5628">10586 2030 0,'0'0'0,"-12"0"0,36 12 31,23 47-16,11 35 1,-46 47 0,-94 11-1</inkml:trace>
  <inkml:trace contextRef="#ctx0" brushRef="#br0" timeOffset="58626.4779">8697 2441 0,'0'0'0,"0"-12"0,0 1 16,-24-1-16,12 12 0,-35 12 15,36 11 1,-36 36-16,-24 58 31,36 48-15,82 57-1,106-116 1,128-71 0,-116-35-16</inkml:trace>
  <inkml:trace contextRef="#ctx0" brushRef="#br0" timeOffset="59605.7696">8485 3368 0,'0'-11'16,"0"22"31,0 1-32,0-24 110,0 24 47</inkml:trace>
  <inkml:trace contextRef="#ctx0" brushRef="#br0" timeOffset="60194.9886">9389 3263 0,'-12'0'16,"24"0"31,0 0 46,-1 0-93,1 0 32,0 0-1,-12-12-31,12 12 0</inkml:trace>
  <inkml:trace contextRef="#ctx0" brushRef="#br0" timeOffset="60657.5905">9847 3333 0,'0'0'0,"11"0"31,-11 12-15,12 0 15,-12 35-15</inkml:trace>
  <inkml:trace contextRef="#ctx0" brushRef="#br0" timeOffset="62489.4425">10375 3145 0,'12'0'125,"-12"12"-94,11-12-16,1 0 860,-12-12-875,12 12 32,0 0-1,-1 0-15,1 0-1,0 0 16,-1 12-15</inkml:trace>
  <inkml:trace contextRef="#ctx0" brushRef="#br0" timeOffset="68138.476">5293 8685 0,'0'0'16,"0"-12"-16,0 0 31,24 12 0,-13 0-31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41:17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1316 3538 8792,'-9'7'450,"-3"1"-180,5-4 809,-9 3-449,5-3-271,-3 0 451,0-1-540,8-2 629,-7 0-629,9-1 180,-4 0-360,6 0 270,-2 0-270,14 0 359,7 5-359,4-4 45,2 3 0,1 0-651,4-4 546,-3 1 0,3 0 0,-2 0 14,-5-1 1,0 0-45,1 0 0,5 0 0,3 0 0,-2 0 0,-4 0-651,7 0 1,0 0 665,-7 0 0,4 0 0,2 1 0,0-1 0,-2 0 0,-3-1-486,-1 0 1,-3-1 0,4 1 485,-2 0 0,5 0 0,1 0 0,0 0 0,-1 0 0,-4-1 15,1 1 0,-3-1 0,4 0 45,-2 0 0,5-1 0,1 0 0,1 0 0,-3 0 0,-3 0-45,1 1 0,-3 1 0,3-2-15,-2 0 0,5-1 0,1 0 0,0-1 0,-2 1 0,-4 1-15,0-1 0,-4 1 0,3-1 18,2 0 0,3-1 0,2 0 0,-3 0 0,-4 0-18,2 0 0,-2 0 0,6-1 0,2-2 0,-5 2 0,2-1-489,-4 0 1,-2 1 308,-9 2-489,6-1 40,-15 4 790,2 1-2949,1 0 2321,0 0 467,15 0 0,-3 0 0,10 0 0</inkml:trace>
  <inkml:trace contextRef="#ctx0" brushRef="#br0" timeOffset="1033">11353 3135 10591,'-10'0'360,"1"1"359,3-1-89,2 0-90,0 0 89,2 0 2250,1 0-1890,6 0-629,13 0 0,5 0-270,-8 0 0,2 0-849,8-1 1,6 0 0,0 0 0,-2-1 788,-7 1 0,-2-1 0,4 0-18,-1 1 1,4-1 0,2 1 0,1 0 0,0 0 0,-2 0 0,-3-1-501,2 0 0,-4 0 0,1 1 0,3-1 476,0 1 1,3 0 0,3 1 0,2-1 0,-1 1 0,0-1-1,-3 1 1,-3-1-395,4 0 1,-4 1 0,-1-1 0,3 0 405,-2 1 0,2 0 0,1-1 0,1 1 0,-1 0 0,-1 0 0,-1 0 0,1 0 0,-1 0 0,0 0 0,-2 0 0,-1 0-213,2 0 1,-3 0 0,0 0 0,3 0 212,0 0 0,3 1 0,2 0 0,0-1 0,0 1 0,-4 0 0,-3-1 0,3 0 0,-4 1 0,3-1 0,-3 1 0,2 0 0,3-1 0,-2 1 0,-1 0 0,-4-1 0,8 1 0,-1-2 0,-2 1 0,4-2 0,0 1 0,-6 0-45,-3 1 0,-1-1 45,6-2 0,2 0 0,-4 0 0,3 2 0,-1-2 0,-2-1-90,-11 4-2262,7-5-925,-45 3 2730,4-2 1,-5 2 0,-1 0 0,6-1 0,0 1 0</inkml:trace>
  <inkml:trace contextRef="#ctx0" brushRef="#br0" timeOffset="7549">4153 1492 16078,'9'0'360,"-2"0"-270,-4 0 179,2 0-269,-2 0 180,2 0-180,-2 0 90,0 0 0,-1 0 0,1 0-90,0 0 180,4 0-180,-3 0 180,8 0-180,-5 0 270,11 4-180,-8-3 0,6 2 90,7 3-180,-8-5 45,1 3 0,0 0-45,1-2 89,5 1 1,1 1-90,0-2 45,5 2 0,0-1 45,-7-1 0,3 1 0,-1 0 0,-2-2 45,3 1 0,3 0-90,-4-1 0,-1-1-292,0 1 1,0-1 246,2 0 0,-1 0 90,6 0-46,-6 0 1,1 0-45,-8 0 0,1 0 30,4 0 0,1 0 0,-1 0-30,8 0 45,-5 0 0,0 0-45,-5 0 0,-1 0 0,10 0 30,-8 0 0,4 0 0,-3 0-30,9 0 0,-8 0 0,4 0 0,-5 0-410,5 0 455,-2 0 0,0 0-3108,-2 0 3063,8 0 45,-11-2 0,0 0 294,8 0-295,3 0 1,2 0-45,-3-1 0,-6 2 0,1 1 90,2-2 0,0-1-369,-10 3 1,2 0 308,3-1 0,2 0 0,-3 0-617,12 0 587,-13 0 0,2 0 45,-2 0 0,0 0-45,11-1 45,-12 1 0,2 0 0,4-1 0,0 0-45,7 0 30,-9 1 0,3-1 0,-3 0-30,7 0 29,-8 0 1,4 1 0,-4 0-30,9-1 30,-9 1 0,3 0 0,-3 0-30,8 0 0,-8 0 0,2 0 0,-3 0 0,7-1 45,-6 1 0,0 0-45,1 0 0,-2 0 90,8 0-90,3-1 0,0 1 0,-3 1 45,3-1 0,-1 0-45,-3 0 0,3 0 0,-1 0 90,-4 1-90,4 0 0,1-1 0,-4 1 0,-6 0 0,0 0 45,-3 0 0,-2 0-45,9 0 0,-8 0 0,0 0 0,4 0 0,0 0 0,7 0 0,2 0 0,0 0 0,-3 0 45,4 0 0,0 0-45,-4 0 0,-5 2 0,0 0 0,10-1 0,-7 2 0,0-2 0,-1 0 90,3 1-90,2 0 0,0 0 0,-1 1 0,-5-2 0,4 1 0,-1-1 45,6 0 0,-1 0-45,1 1 0,0-1 0,-7 1 0,2-1 0,-5 0 0,4 1 45,4 0 0,0 0-45,-4 0 0,3 0 0,1 1 90,-3-1-90,-6-1 0,0 1 0,11 1 0,-7 0 0,-8-2 0,0 1 0,0 0 0,-1-1 0,10 2 0,-9-1 0,0 0 0,6 0 0,-1 0 90,5 1-90,3 0 0,-1-1 70,-5 1-70,2 0 0,0-1 0,-4 1 0,3 0 0,0 1 0,-3-1 0,3 1 0,-1-1-373,-3 1 373,9 1-1117,-2 0 1117,-11-2 617,3 0 0,-1 1-617,-3-2-310,14 5 310,-17-5 711,10 4-711,-13-4 2732,11 2-2642,-12-2 860,9 2-1040,-10-3 180,3 1 558,-4-1-648,-3-1 272,3 1-272,-5-1-3277,1 0 0,-2-4 0,0-2 2457,0-7 1,0 3 0,0-3 0</inkml:trace>
  <inkml:trace contextRef="#ctx0" brushRef="#br0" timeOffset="8100">8546 1399 12930,'-11'-15'269,"4"6"451,1-1-630,5 8 270,0 11-270,1-3 180,4 19-180,2-11 44,1 5 1,1 0-45,3 0 45,0 2 0,1 1-135,-1-4 45,3 2 0,0 0-45,-2-4 45,5 2 0,0-1-45,-2-4 45,3 0 0,1 0-45,-5-6 270,13 6 449,-12-9-539,-1 0 1080,-4-3-1260,-17-1 90,3 5 0,-21 6-90,10 1 44,-5 1 1,-1 0-45,0 1-30,2-1 0,-3 2 1,2-2-518,7-4 0,-1 0 187,-6 3 0,-2 3 1,3-3-1251,4-3 1,1 0 844,-5 2 1,-1 1-329,1-2 1,-2 1 0,2-1 682,0 0 0,-1 0 1,-1 0-1,-1 0 1,1 0-1,3-3 0,-1 0 1</inkml:trace>
  <inkml:trace contextRef="#ctx0" brushRef="#br0" timeOffset="16835">8383 4970 10951,'-9'-4'539,"1"0"-449,4 4 90,2 0 0,0-1 0,0 0-90,0-1 90,0 2 270,-1-4-360,1 3 359,0-3-269,1 3 180,0-1 270,1 1-360,8 7 359,-2-3-449,18 12-180,-14-9 270,13 6-180,-15-9 450,14 2-450,-11-4-1,5-2 1,1-2-90,1-7 45,7-5 0,1-1-482,-11 4 0,0-1 437,3-1 0,4-2 0,0-1 0,-3 2 0,2-1 0,-1-2 0,-1 4 0,2-4 0,2-1 0,-2 2 0,-2 1-560,4-4 0,0 0 560,-4 4 0,3-2 0,0-1 0,-1 0 0,-2 4-1336,3-4 0,-2 1 1336,1 0 0,1-1 0,-1 2 30,-3 2 0,1 2 0,-3 1-250,0 0 1,0 0 219,2-1 0,2-1 0,-4 3 0,5-2 605,1-2-605,-4 3 0,-8 5 0,7-4 0,-12 7 731,4-1-4008,-7 4 2621,-18 16 1,5-6-1,-3 3 1,0-1 0</inkml:trace>
  <inkml:trace contextRef="#ctx0" brushRef="#br0" timeOffset="21733">10400 3934 7982,'0'-11'450,"0"2"-270,0 3 90,4 2 0,-3-1 0,3 1-90,-4 0-1,3 1 1,-2-1 0,1 0-90,0 0 90,-2 0-90,2-1 90,-1 1 270,0-3-360,0 3 359,0-7 1,-1 3-360,0-1 90,-3 1-180,2 5 90,-3-1-90,4 2 0,0 0 90,0 8-90,0 1 0,0 4 90,0 4-90,0-5 0,0 4 90,0 7-90,0-7 0,0 3 0,0 0 0,0-2 90,3 1 0,1 0 0,-3-4 0,18 11-1,-12-15-44,7-1 0,2-2-45,-4-2 0,10 0 90,2-8-90,-6-7 0,-1-2 0,-2 5 0,0-1 45,4-13 0,-3-2-45,-8 5 0,-2-3 0,-3 1 0,-9 3-45,0-2 0,-2 2 45,-7 6 0,1 1 0,-1 2 0,1 5 0,-7 0 0,4 5-90,5 8-1549,-5 3 1,1 3-366,1 8 385,-1 4 0,1 2-774,6-1 2393,3-5 0,1 0 0,1 5 0,0 0 0</inkml:trace>
  <inkml:trace contextRef="#ctx0" brushRef="#br0" timeOffset="22167">10539 4445 11400,'4'-10'540,"-2"2"-450,0 20-90,-2-6 0,0 11 0,0 0 0,0-5 0,0 16 0,0-19 90,11 7 0,-4-11 90,21 2-90,-14-5 90,3-4 0,-1-3 0,-1-3-91,1-2 1,-1-2-90,-5-3 135,-1-4 0,-3-1-45,-3 3-45,-8-4 0,-3 2-45,0 7 0,-6 2 0,-1 2-90,2 4-539,-16 9 89,16-3-944,-1 12 0,1 3 44,3-4 1094,2 7 0,1 1 1,4 1-1,0 7 1</inkml:trace>
  <inkml:trace contextRef="#ctx0" brushRef="#br0" timeOffset="22570">10666 4952 12390,'-16'-5'90,"3"1"270,-6 2-270,9 6-90,-4-2 0,1 14 0,6-9 0,-7 18 0,10-13 90,-2 15-90,5-16 0,1 10 0,8-14 90,8 3-90,1-8 0,3-4 0,0-2 0,2 3 0,-3-7 0,3-5 0,-3 0 89,0-6 1,-2-1-267,5 0 0,-5-3 312,-8-6 0,-8 1-135,-9 7 45,-9 1 0,-3 2-45,-4 6 0,5 6 0,-3 1 0,2 1 0,-7 2-1486,-3 4 1,7 5 1485,20 4 0,-6 1 0,30-3 0</inkml:trace>
  <inkml:trace contextRef="#ctx0" brushRef="#br0" timeOffset="23051">11629 3944 10681,'-11'-17'360,"2"4"-1,-8 6-269,7 4-90,-18 10 0,15 3 0,-3 2 0,0 1 0,2 4 0,-6 5 90,10 0-90,6-8 90,-1 16-90,13-17 0,6 12 0,2-16 45,-1-2 0,-1-1-135,0-4 180,13-6-90,-17-7 45,-3-4 0,-2-4 45,-6-3 0,-3-1-45,2 2 0,-3 2-45,-4-6 0,-2 4-90,-3 8 90,-8-3-90,12 14-1259,-9 21 449,11-7 900,1 11 0,2 3 0,1-4 0,3-3 0,0-1 0</inkml:trace>
  <inkml:trace contextRef="#ctx0" brushRef="#br0" timeOffset="23401">12143 3922 11490,'0'-9'-90,"0"2"180,-11 3 0,0 15-90,-3-2 0,3 18 90,17-4 0,-8-4 0,16-5 270,2-8-180,-1-3 270,16 1-360,-17-12 0,0-1 0,-1-3-90,-5-16 0,4 0 0,-20-1 0,-4 19-225,-3 4 0,-2 0-135,-7 4-733,2 12 1,-4 5 0,3 0-547,5-3 1,1 1 1441,-4 5 0,-3 3 0,4-1 0,3-2 0,2-1 0,-1 2 0,0-1 0</inkml:trace>
  <inkml:trace contextRef="#ctx0" brushRef="#br0" timeOffset="23751">11554 4538 11760,'9'-4'0,"4"7"90,-6-2 0,14 13 0,-9-12 0,4 3 0,2-2 0,-1-3 180,4-5 0,0-1-90,-6 4-135,-1-9 0,-3-1-45,-7 5 89,0-11 1,-18-3-45,-1 8 0,-3 1-45,5 1 0,-2 1-90,-11-1 0,2 3 1,8 6-1800,-10 5 539,21 7 1350,-1 18 0,15-7 0,2 8 0</inkml:trace>
  <inkml:trace contextRef="#ctx0" brushRef="#br0" timeOffset="24000">12238 4552 12480,'-13'-17'3276,"-10"-2"-3044,-2 3-142,3 6 0,1 1-90,3 2-180,-1 0 0,-1-1-1529,1 3 809,-4-3-179,10 7-2198,-4 7 977,5 5 2077,-9 3 1,7 4-1,-1-2 1</inkml:trace>
  <inkml:trace contextRef="#ctx0" brushRef="#br0" timeOffset="24317">11577 5130 12120,'10'-15'944,"0"1"1,3-4-765,5-2-180,-12 15 90,3 1-90,-2 2 0,-2 2 90,5 5-90,-6 2 0,8 4 0,-6 1 90,8-4-90,-8-3 90,11-1-90,-9-3-90,9-5-90,-10-2 0,2 0-1169,-3-11 629,-3 11-2557,5-15 0,-5 13 2808,2-3 0,0 7 1,-1 0-1</inkml:trace>
  <inkml:trace contextRef="#ctx0" brushRef="#br0" timeOffset="24666">12393 5089 13559,'-6'-2'1619,"-6"1"-1619,2-1 90,-1 6-90,2 0 0,17 1 0,12-8 0,-1-8 0,-7-11 0,-10 6 0,-13 5 0,-4 3 0,4 5-45,-7 0 0,0 0-135,4 3-1259,-7-1-1079,16 6-759,11-3 3196,2 3 1,13-5 0,-5 0 0</inkml:trace>
  <inkml:trace contextRef="#ctx0" brushRef="#br0" timeOffset="25084">13654 4166 12390,'0'-13'630,"0"0"179,-5 4-719,0 4-90,-5 7 0,-8 12 0,5 1 0,1 0 0,1 0 0,2 1 45,2 1 0,2 1-45,3-3 0,4 2 0,3-2 90,5-2-90,4-1 0,1-2 0,5-3 0,8 0 90,0-14-90,-11 0 0,0-7 0,-2-3 0,-5-4-272,-3 4 0,-1-2 272,-4 0 0,-2 2 0,0-12 0,-7 1 0,-3 1 0,-1 3-495,-11 5 1,-3 5-765,-1 14-284,4 2 1,-1 2 1542,-2 10 0,1 1 0,4-2 0,-1 0 0,2-1 0,1 1 0,-1-1 0</inkml:trace>
  <inkml:trace contextRef="#ctx0" brushRef="#br0" timeOffset="27366">11398 3837 10411,'0'-7'810,"0"0"-631,0 5 181,0 1 2916,0-1-1694,5 2-1582,9-6 0,0 4-90,6-7 0,0-1-180,3 2-750,0-2 1,5-3 0,-3 2-59,-8 4 1,1 0-16,9-4 1,5-2 0,-5 2 545,-11 5 1,-1-1 0,9-3 0,-1 0 0,-1 0 0</inkml:trace>
  <inkml:trace contextRef="#ctx0" brushRef="#br0" timeOffset="27717">12217 3780 12390,'-15'-12'2518,"3"2"-2518,8 1 0,1-1 0,18-1-179,-5 2-1306,13 1 1,2 1-674,3 1 1748,-8 2 0,2-1 1,-1 1-1,-3 1 1,-1 0-1,7-1 0,0 0 1</inkml:trace>
  <inkml:trace contextRef="#ctx0" brushRef="#br0" timeOffset="28617">9774 3666 8702,'12'-11'540,"-2"0"-360,-5 3 89,0 0 1,-1-1 720,0-4-720,0 4 449,1-9-539,-4 12 450,1-4-91,-2 15-179,0 11-180,0 3 45,2 8 0,1 3-1470,-3-12 1,1 0 1274,1 2 0,1 2 0,-1 0 30,-1 4 0,-1 1 0,0-1-896,1-4 0,0 0 0,0 1 858,0 0 1,-1 0-1,0 2 1,-1 2 49,1 2 0,0 3 0,0 0 0,0 0 0,0-2-379,0-4 1,0-2 0,0 1-1,0 4 352,1-3 0,-1 4 0,1 2 0,0 2 0,0 0 0,-1-2 0,1-2 0,0-3-23,-1 2 1,0-3-1,0-1 1,1 4 10,0-3 1,1 4 0,0 1 0,1 2 0,-1 0-1,1-2 1,-1-2 0,-1-4-12,0 2 1,-1-4-1,1-1 1,0 4-11,1 0 1,1 4 0,0 1 0,0 2 0,1-2 0,-2-2 0,0-4-13,0 3 0,-2-3 0,1 2 0,0-1 0,0 3 0,1 1 0,0 0 0,-1-1 0,0-5 0,-1-2 0,0-2 0,0 2-54,-1 3 0,0 4 0,0 0 0,0 0 0,0-5-985,-2 6 0,0-2 769,1-4 0,0 0 0,0-3-989,-6 6-2018,8-21 2974,-4-14 1,4-3 0,0-10 0</inkml:trace>
  <inkml:trace contextRef="#ctx0" brushRef="#br0" timeOffset="30568">9922 3624 9332,'-20'-12'989,"5"5"90,-5-2-989,12 6 630,-4 1-450,16 1 539,8-1-629,5 0-90,5-1 0,3 0 0,5-2-910,-7 1 1,7-1 0,0-1 0,-4 2 511,1-1 1,0 0 343,-2 0 0,6-1 0,1 0 0,-2-1 0,-4 2 33,4-1 0,1-1-13,-10 3 0,2-1 0,3 0 1,2-1-1,2 0 0,0 0 1,-1 0-1,1 0-26,-2 1 0,2 1 0,0-1 0,0 0 0,1 1 0,-1-1 0,0 0 0,0 1 0,0-1-280,0 0 0,-1 0 0,0 0 0,0-1 0,0 1 0,0 0 0,0 0 0,0 0 260,0 1 0,0 0 0,1 0 0,0-1 0,0 1 0,-1 1 0,-1-1 0,-1 1 0,-3 0-345,9-1 1,-2 2 0,-3-1 0,0 1 364,2-1 0,-1 0 0,4 1-19,-8 0 0,3 0 0,3 0 1,1-1-1,0 1 0,-1 0 1,-2 0-1,-3 0-11,4 1 0,-4-1 0,0 1 0,5-1-73,-5 1 1,3-1-1,3 0 1,1 1 0,1-1-1,0 0 1,-3 1 0,-2 0-1,-3 0 73,3 0 0,-5 0 0,0 0 0,4 1 0,-3-1 0,5 0 0,1 0 0,2 0 0,0 0 0,-2 0 0,-1 0 0,-5 1 0,4-1 0,-5 1 0,0-1 0,4 1-12,-3-1 1,4 1 0,1-1 0,2 1 0,-1 0 0,0-1 0,-3 1 0,-3 0 11,1-1 0,-3 1 0,-1 0 0,5 0-12,-1 0 1,4 1 0,2 0 0,1-1-1,0 1 1,0 0 0,-4 0 0,-3-1 11,0 1 0,-4-1 0,0 0 0,4 1 0,1 0 0,5 0 0,2 0 0,1 1 0,-2 0 0,-2-1 0,-5 1 0,1-1 0,-4 0 0,4 1-15,-3 0 0,3 0 0,2 0 0,0 0 0,-2 1 0,-4-1 15,0 0 0,-4 1 0,3-1-18,3 1 0,4 0 0,1 1 0,-1-1 0,-4-1 18,4 2 0,0-1 0,0 0 0,4 1 0,0 0 0,-4 0 0,-4-1 0,-1-1-23,0 1 1,3 1-1,-1-1 1,-4-1 22,-4 0 0,0 0 66,6 1 0,4 1 0,-5-1-66,1 0 436,0 0 0,-2 0-436,-7-1 0,3 0 0,0-1 0,-8 1 1545,7-1-1545,-13 0 2310,3-1-2310,-5 0 2534,2 0-2534,-3 0 1002,1 0-1002,3 0 180,-3 3-90,2 1-90,-2 0 90,-1 4 0,3-5 0,-1 11-90,0-7 90,1 16-90,-2-10 90,1 10-45,-1-7 0,-2 1-45,1 6 90,0 8 0,0 0-415,-1-15 0,0 0 355,-2 11 0,0 3 0,0-2-538,-1-6 0,-1 1 530,2 4 0,-1 6 1,1 0-1,-1-5-695,-2 3 0,0 0 673,4-4 0,0 4 0,0 2 0,0-1 0,1-5 30,-2-3 0,1-4 0,1 4-12,0 3 0,1 5 0,0 1 0,0-2 0,1-4-806,1-4 0,0-3 0,-1 2 810,0 1 1,-1 2-1,1 1 1,1-1-23,2 1 0,1-1 0,0 0 0,-1-2-99,-2-2 1,-1-1 0,0 2 116,3 2 0,0 3 0,1 1 0,0-2 0,-2-4-18,0 3 0,0-2 0,1 6 0,1 3 0,-1-5 0,1 2 0,-1-3 0,0-2 0,-2-9 416,2 11-416,-4-19 1913,1 2-1913,-6-7 2882,-7-3-2882,-1 0 0,-4-2 1200,-12 3-1200,7 0 0,-2 0 0,4-1 0,-1 2 30,-1-1 0,-3 2 0,4 0-196,-8 5 196,5-2 0,-4-1 0,3 1-435,6 0 0,-2 1 427,-2-2 1,-5 0-1,0 0 1,3 0-583,0 0 1,-2 0 577,3-2 0,-4 1 0,-1 0 0,0 0 0,4 0-18,3-1 0,2 0 0,-4 0 15,-2 0 0,-6-1 0,-3 1 0,1 0 0,1 0 0,5-1-412,0 1 1,3-1-1,-3 1 422,3-1 1,-4 0 0,-2 0 0,-1 1-1,1-1 1,2 0 0,5 1-26,-3-1 0,4 1 0,-3-1 18,-3 2 0,-4 0 0,-1 0 0,1 0 0,5 0 27,-4 1 0,0 1-27,8 0 0,-4 1 0,-1 0 0,2 0 0,3 0-856,-3 1 0,1 1 868,-1 0 0,-2 1 0,2-1 30,4-1 0,2-1 0,0 0-15,-5 1 0,0 1-23,-1-2 1,-3 1-1,-1 0 1,3-1 22,-3 1 0,0-1-45,4-2 0,-3 2 0,-2-1 0,1 0 0,5-1-30,3 0 0,3-2 0,-3 1 45,-1 1 0,-4-1 0,-3 1 0,1 0 0,2-1 0,3 0-15,2 0 0,2-1 0,-2 1 0,-5 0 0,-5 1 0,-2 0 0,2 0 0,6-1 0,-2 1 0,2 0 0,-2 0 0,-5 0 0,1 1 0,5-1 45,2 0 0,0 0-45,0 0 0,-5 2 0,0-1 0,4-1 0,2 0 0,0 1 18,1-2 0,-4 2 0,-2 0 0,0-1 0,2 0-363,2 0 1,1-1-1,0 1 1,-1-1 366,-3 1 1,0 0-1,-1 0 1,2 0 41,-2 0 1,1-1 0,1 1-95,1-1 0,1 1 0,1-1 30,1 0 0,-1 1 0,0-1 0,-3 1 0,0-1 0,4 1 0,3-1 0,-1 1 0,-8 1 0,-5 0 0,5 0 0,9-1 0,0 0 0,-2 0 0,-4 0 0,1 1 0,3-1 0,0 1 0,1-1 0,-1 1 0,-4 0 0,1 0 0,3 0 0,2-1 0,0 0 0,-6 2 0,-4 1 0,4-1 0,9-2 0,1-1 0,-8 3 0,-4 1 0,5-1 0,-7 1 0,9-1 0,-3 0 0,3 0 0,-2 1 0,-4 1 0,1 0 0,3-2 0,-3 3 0,0-1 0,4-1 45,-6 2 0,0-1-45,6-1 0,0-1 0,1-1 0,7-2 0,-4 1 719,4-2-719,3 1 90,-1 0 0,-1 2-90,5-1 0,-10 5 90,11-5-90,-10 5 0,9-6 0,-6 4 0,8-5 2029,-2 2-5306,5-3 0,1-3 2573,1-2 0,1 0 0,0 1 0</inkml:trace>
  <inkml:trace contextRef="#ctx0" brushRef="#br0" timeOffset="37800">13586 4346 11760,'8'0'540,"-2"0"-90,0 4-90,6-3-271,-2 4 181,8-10-270,-11 4 90,11-12-90,-11 7 0,9-16 0,-10 10-45,1-4 0,-2-1 45,0-1 0,-1-4 0,-1-1 0,-1 1 135,0-6 0,-1-1-45,-1 6 135,-3-3 0,1 2-135,0 9 90,-13-12-180,9 18 180,-17-4-180,13 11 179,-17-1-89,13 11-45,-2-2 0,0 1 45,2 8 0,-3 2 0,1 2-45,7-1 0,0 1-45,-1-1 0,1 0 0,2 7 0,2-2 90,2-6-90,1 2 0,1-1 0,1-3 0,-1 15 90,1-18-90,6 5 0,1-7 90,0-3-90,3 2 0,2-1 90,0-3-90,4 1 0,5-4 0,7 0 0,0-2 0,-7-4 0,-1-2 0,-2 4 0,0-11 0,0-2 0,-3 5-45,1-9 0,-2-2 45,-2 1-1093,-5 1 1,1-5 0,-2 4 977,-1-10 115,-1 6 0,-1-3 0,-3 3-156,-6-5 246,-1-2 0,-2 2 0,-7 6-45,-1 3 0,-1 1-45,-1 8 0,-6 3 0,-2 4 90,0 10-869,5 1 0,-4 2 0,4 1 554,5 3 0,1 1 15,-1-2 0,-1 2 1,1 1-884,0 5 1,1 3 0,1-2-547,1 0 1,0 0 1407,-1 2 1,0 1-1,3-1 1,3-4-1,1 0 1,1-1-1,-1 1 1</inkml:trace>
  <inkml:trace contextRef="#ctx0" brushRef="#br0" timeOffset="49467">2149 7217 7803,'-8'0'629,"1"0"-179,3 0 0,1 0-1,0 0-89,0 0-90,1 0 0,0 0 180,1-4-270,0 3 269,0-2 181,0 3-540,1-2 0,-1-1 0,7-1 360,6-2-361,1 1 91,6-2-45,-3 2 0,2 1-45,8-3-1131,-1 2 1,5 0-1,-3 0 1041,-5 1 0,2 1 36,-2 0 0,4 0 0,2 0 0,-1 0 0,-4 0-593,8 0 1,1 1 574,-5-1 0,6 1 0,1-1 0,-1 1 0,-4 0-385,-3 0 1,-3 0 0,3 1 396,1-1 0,5 0 0,1 0 0,1 0 0,-2 0 0,-4 0-502,4 0 0,-5 1 0,3-1 490,-3 1 0,1-1 0,1 1 0,0-1 0,0 0 0,0 1 0,1-1 0,0 0 0,-2 0 0,-1 0 162,4 0 0,-2 0 1,4-1-156,-8 2 1,3-1 0,2 0-1,1-1 1,-1 1 0,-2 1 0,-4-1-26,4 0 0,-4 0 0,3 1 18,1-1 0,5 0 0,-1 1 0,-1-1 0,-5 1-18,1 1 0,-2-1 0,5 1 0,2-1 0,-5 1 0,1 0 45,-2 0 0,-1 0 740,-7 0-741,2-2 1,1-2-45,2-6 0,2 2 0,-6-6 0,-15 12 939,4-5-1209,-6 6-1556,1-1-1412,-2 7 3781,-1 3 1,0 3-1,0 0 1</inkml:trace>
  <inkml:trace contextRef="#ctx0" brushRef="#br0" timeOffset="53004">5318 7075 6813,'-7'7'810,"1"-1"89,3-6-539,0 1 270,1-1 2248,1 0-2698,5 0 270,7 0-360,-1 0 89,15 0-89,-12 0 0,5 0 0,0 0 0,2 0 0,5 0 0,1 0-299,1 0 269,-6 0 0,5 0 0,-4 0-1187,-5 0 1,-1 0 1171,10 0 0,2 0 0,-1 0 0,-1 0-45,-9 0 0,1 0 60,6 0 0,4 0 0,-4 0-60,-7 0 0,-1 0 30,8 0 0,2 0 0,-2 0 15,-8 0 0,0 0-15,8 0 0,3 0 0,-4 0-30,-6 0 0,0 0 30,9 0 0,4 0 0,-4 0 15,-7 0 0,1 0 0,2 0 0,5 0 0,2 0 0,-3 0-864,2-1 0,-1-1 0,0 1 819,1 0 0,0 1 0,0 0 30,5-2 0,0-1 0,-5 0-205,-10 0 1,-1 1 204,11-2 0,3 0 0,-2 1-30,-9-1 0,1 0-360,3 1 0,5 0 0,0 0 0,-4 0 360,2 0 0,-2 0 0,2 0 0,1 0 0,0 0 30,-6 1 0,0 0 0,-2-1-257,5 0 0,-1 1 227,6-2 0,2 1 0,-7 0 0,1 0 0,-2 0 485,0 1 1,2-1-486,0 0 0,6 0 0,-1 0 0,-4 1 45,0-1 0,0 1-45,2 0 0,4 0 0,1-1 0,-5 1 0,-3 1 0,1-1 0,-1 0 0,5 1 0,-1 0 0,-4 0 0,-3 0 0,-1 0 22,1 0 1,3 0 0,0 0-1,-4 1-22,-2-1 0,1 1 0,1-1 0,4 0 0,1 0 0,-5 0 0,2 1 0,-1-1 0,0 0 0,2 0 0,0 0 0,3-1 0,1 1 0,-2-1-130,-1 1 0,2-1 152,1 1 1,3-1-1,1 0 1,-5 0-23,-1 1 0,-1 0 0,0-1 0,4 0 0,0 0 0,-5 1 0,-2 0 0,0-1 0,0 1 0,4 0 0,0-1 0,-5 1 45,0-1 0,-1 1-45,9-1 0,3 0 0,-3 0 0,-10 1 0,0 0 0,8-1 0,4 0 0,-5 0 45,-8 1 0,0-1-1,4 0 1,5-1 0,0 1 0,-4-1-45,-2 1 0,1 0 22,3 0 1,6-1 0,0 0-1,-5 1-22,-3 1 0,0-1 22,3 1 1,4 0 0,0 0-1,-4 0-22,-1 0 0,0 1 0,0 0 0,4 0 0,0-1 0,-4 1 45,-3 0 0,0 0-45,0 1 0,3 0 0,0 1 0,-4-1 0,-2-1 0,-1 1 30,10 1 0,4 1 0,-4-1-30,-9-1 0,1-1 22,5 2 1,5 0 0,1 1-1,-1-1-22,-4-1 0,0 1 0,-1-1 0,0 0 0,1 1 0,-1 0 0,0 0 0,1 0 22,5-1 1,2 1-1,-2 0 1,-5-1-23,-6 0 0,0 0 30,10 1 0,3-1 0,-4 1-30,-10-1 0,-1 0 30,10 1 0,4-1 0,-4 1-30,-9-1 0,1 0 30,8 1 0,4-1 0,-4 1-30,-8-2 0,-1 1 0,10 0 0,2 0 45,-1 0 0,-1 0-45,-11 0 0,1-1 0,8 1 0,3 0 0,-4 0 0,-8 0 0,-1-1 0,8 1 0,4 0 0,-4 0 45,-9 0 0,0 0-45,7 0 0,3 0 0,-3-1 0,-8 1 0,0 0 0,6 0 0,2 0 0,-3 0 0,6 0 0,0 0 0,-1 0 0,-5-1 45,1 1 0,-1 0-45,-5 0 623,2 1 1,-1-1-624,-5 0 2406,8 2-2406,-4-2 0,-3 1 90,12 0-90,-13-1 0,11 1 0,-15 0 872,6-1-872,-7 0 0,3 0 0,-4-1 1222,2 1-1222,-5 0 883,4 0-883,-5 0 0,5 1 0,-5-1 0,5 2 0,-5-1 0,4 2 0,-4-2 0,1 1 0,-1-1 0,-1-2 0,0 2 0,-1-1 1529,1 0-1619,-5-4 90,3-4-90,-13-15 90,9 4-45,-4-6 0,-1-2-597,2-3 612,2 4 0,-1-6 0,0 4-458,3 5 0,0-1 488,-1-2 0,-1-5 0,0 0 0,1 4 0,0 1 0,1-1-23,-1 2 1,-1-5 0,0 1-1,0 5 23,1 2 0,0 3 0,-2-9 0,-1 0 0,1 11 0,1 2 0,-2-2 0,-7-12 0,9 20-89,-4-5 89,6 9 577,-4-2-577,5 5 1041,-8-1-1041,-2 8 0,-2-5 0,-9 10 0,12-6-312,-7 0 312,8 2 0,-5-2 0,3 2 0,-15 4 0,13-6 45,-4 2 0,0 0-45,0-2 0,-5 2 0,-1-1 0,0-1 0,5-1 0,-4 0 0,3 0-265,5-2 1,0 0 264,-10 1 0,-5 0 0,3 0-1557,8-1 1,-1 0 1556,0-1 0,-2 1 0,-1 0 0,-2 0 0,-2-1 0,3 1-383,-1-1 1,0 1 382,-2-1 0,-4 1 0,0 0 0,5 0 0,1-1 0,1 1 0,-1-1 0,-3 1 0,1 0 0,3-1 0,3 1 0,0-1 0,-1 0 0,-3 1 0,-1 0 0,4-1 0,2 1 0,-1-1 0,-3 1 0,-4-1 0,-1 1 0,4-1 0,0 1 0,0-1 0,0 1 0,-3-1 0,0 1 0,0 1 0,-1-1 0,-1 1-23,2 1 1,-2-1-1,0 1 1,0-1-184,4 0 1,1 0 0,0 0 0,-2 0 205,2-1 0,-2 1 0,0 1 0,-1-1 0,3-1 0,3 1 0,1-1 0,3-1 0,-3 1 0,-3 0 0,-5 0 0,-1 0 0,1 0 0,5 0 0,-6 0 0,-1-1-18,5 0 0,-5 1 0,-2-1 0,1 0 0,6 0 18,-5 0 0,1-1 0,3 1 0,-5-1 0,-1 0 0,1 1 0,6-1 0,-4 0 0,0 0 0,4 0 0,-4 1 0,-1-1 0,1 0 0,4 0-30,4 0 0,3 0 0,-4 0 30,-3 0 0,-4 0 0,-2 0 0,1 0 0,5 0 0,4 0 0,3 0 0,-3 0 0,-5-1 0,-4 0 0,-2 1 0,2-1 0,4 0 0,4 1 0,2 0 0,-2-1-15,1 0 0,-5 1 0,-1-2 0,0 1 0,2 0 0,4 0 15,-1 0 0,3 0 0,-3 0 0,0 0 0,-4 0 0,-2-1 0,0 1 0,1-1 0,2 1 0,-2-1 0,2 0 0,0 1 0,-1-1-352,-3 0 0,-1 0 1,1 1-1,1-1 352,-3 1 0,2 0 0,2 0 0,4 0 0,3 1 0,0 0 0,-4 0 0,0-1 0,6 1 0,-2 0 0,0 0-281,-3 0 0,0 0 1,1 0 280,1 3 0,-1 0-127,0-1 1,-4-1 0,1 1 0,3 0 126,1 1 0,0 1 0,-2-1 0,-4 2 0,-1-2 0,5 1 366,0-2 0,0 1-366,-1 1 0,-5 1 0,0 1 0,5-2 209,1 0 1,1 0-210,1 0 0,-3 0 0,1 1-30,3-1 0,0 1 0,1-1 30,0 0 0,-1 1 0,0-1 0,-3 2 0,-1-1 0,4-1 0,0 0 0,0 0 0,-1-1 0,-5 1 0,1 0 0,3-2-45,1 1 0,0-1 45,0 0 0,-4 0 0,0 0 0,4-1 0,2 0 0,0-1 0,-7 1 0,-2 0 0,2 0 0,5-1 0,2 0-45,-6 0 0,1 0 444,8 0 1,2 0-400,-8 0 0,-4 0 0,0 0 0,11 0 0,1 0 0,-10-1 0,-4-1 0,4 1 283,-6 0-313,9 0 0,-3-1 0,3 1 30,7 1 0,0 0 0,-6 0 0,-2 0 0,2 0 0,-6 0-45,-1 2 0,1 0 45,6-1 0,1 1 0,0 0 0,5-2 0,-14 2 0,18-1 0,-5 2 0,2-1 0,6-1 1158,-10 0-1158,11-1 0,-10-5 0,9 4 0,-11-10 0,10 6 0,-11-10 0,12 6 399,-3-2 0,0-1-399,-8-8 0,0-1 0,7 8 0,1 2-90,2 4 90,-8-7 0,11 10 3218,-7-3-3218,10 5 389,-6-2-479,4 4 228,-1-1-138,3 1-90,1 0 90,1 0 0,-3 4 0,3 2 0,-4 9 0,4-5 0,-5 16 90,5-11-90,-2 7 0,0 1 0,1 0 0,-2 6 0,1 1 0,1-2 30,0-6 0,0 5 0,0-4-308,-1 8 278,2-9 0,-2 4 0,2-4 0,-1 4 45,0 2 0,1 0-45,1-5 0,0 3 0,1-1 0,0-4 44,2 1 1,0 1-45,0-4 0,2 8 0,0-11 0,-3-5 90,3 2-90,-10-22-90,0-7 90,-5-5 0,5-2 0,-6 9 0,7 3 0,-7-9 0,7 10 279,0-4-369,4 3 90,1 3 0,-1-4 0,1 8-90,5 0 90,5 3 0,1 1 90,18 5-90,-13 0 0,12 1 45,-10 0 0,2 1-15,-1-2 0,3-1 0,-1 1-366,5 2 1,1 1 335,2 0 0,4-1 0,-5 0 45,-9-2 0,0-1-338,3 0 1,3 1 0,2 0 0,-4-1-785,1-1 1,1 0 420,-2-1 1,5 0-1,0 0 1,0-1 0,-3-1-438,-2-1 1,-3-1 0,3 0 1055,0 0 0,4 0 0,2 0 1,1 0-1,-3-1 0,-4 0 0,3-1 1,-4-1-1,1 0 0,5 0 1,0 0-1,-1 1 0,1-1 0</inkml:trace>
  <inkml:trace contextRef="#ctx0" brushRef="#br0" timeOffset="53667">6831 6692 9242,'-11'0'1079,"2"0"180,-1-5-989,4 0-180,5-6 360,18-8-360,0 3-956,-1 4 1,3-2 0,-2 1 865,-2 2 0,1-1 22,2 0 1,4-3 0,0-1-1,-2 3-22,-1 0 0,2 0 22,0-1 1,4-1 0,0 0-1,-3 2-22,-1 1 0,-1 1 0,2 0 0,2-2 0,1 0 0,-4 3 0,-1 1 0,-1 0-150,8-3 0,3-1 0,-4 2-30,-9 4 1,-1 1-811,4-3 1,1 0-1,-3 1 91,-3 0-1350,0-5 2249,-16 10 0,-15 1 0,3 1 0</inkml:trace>
  <inkml:trace contextRef="#ctx0" brushRef="#br0" timeOffset="53901">6903 6531 9691,'-15'5'0,"2"0"540,-6-1-180,11-1 899,7-1-1079,10-1 45,11-2 0,3-3-135,5-5-1183,-4 1 1,5 0 0,-3-1 649,-6 0 1,2 0 419,1 0 1,5-2 0,0 0-1,-3 2-224,0-1 1,1 1-410,-4 1 1,4-2-1,2 0 1,-2 1 0,-3 1-984,8-2 1,-2 0 1577,-6 3 1,2-1 0,-1 0 0,-2 1 0,4-1-1,-2 1 1,0 0 0,0-1 0</inkml:trace>
  <inkml:trace contextRef="#ctx0" brushRef="#br0" timeOffset="64200">13967 4159 14279,'12'-4'2428,"-1"1"-2428,-2 3 0,-2-4 0,-1 3 0,2-3 0,-2 4 0,6 0 0,-6 0 0,2 0 0,1 0 0,-4 0 0,9 0 0,-8 0 0,10 0 0,-8 0 0,9 4 0,-10 0 0,8 4 0,-9-2 0,9 5 0,-10-5 0,7 6 0,-7-7 0,2 3 0,2 3 0,-3-4 0,7 10 0,-7-9 90,7 8-90,-7-9 0,7 8 0,-7-10 0,5 7 0,-7-8 0,6 6 0,-7-7 0,4 3 0,-6-5-2518,1 2-759,-8-2 3039,-6-1 0,-3 5 1,-3 1-1</inkml:trace>
  <inkml:trace contextRef="#ctx0" brushRef="#br0" timeOffset="65868">12483 5875 9152,'-9'-11'1349,"0"-3"90,3-3-1079,2 4 629,-1-9-629,2 12 540,-1-11-541,2 12 361,-3-9-720,3 14 0,-1-3 180,-2 12-180,1 3 0,-8 14 90,5-6-90,1 2 0,0 1 0,1-1 45,3 2 0,0 1-45,1-4 0,7 2 0,1-2 90,-4-4-90,19 5 0,-2-10 0,0-4 0,2-5 0,1-2 90,0-3-90,2-8 0,1-3-227,-5-2 227,-3-6 0,-3-2-90,-6 1 90,-8-2 0,-3-1 0,-5 6-45,-11-1 1,-2 4 44,0 8-450,-6 7 0,-1 5-270,7 9-919,-2 11 1,2 3 578,11-9 1,2 1 720,-2 6 1,-1 3 0,3-1-1,2-3 1,1 0 0,0 8-1,-1-1 1</inkml:trace>
  <inkml:trace contextRef="#ctx0" brushRef="#br0" timeOffset="66351">12593 6478 13739,'0'-12'810,"0"4"-451,-4 2-359,1 20 0,-2 5 0,2 5 90,1-2-90,2-7 0,0-5 0,7 9 0,1-11 0,15 4 90,-6-10-90,5 1 0,4-19 90,-9 5 0,0-9 0,-2-2 0,-6-1 90,-5 4 0,-2-5 0,-4 3-135,-6 1 0,-3 1-45,2-6 0,-3 3 0,-11 6 0,-2 6-90,1 4-330,4 10 0,-4 5 1,4 0-661,-4 8-13,7 2 1,-1 6 0,4-2-547,7-6 1,2 0 1623,0 7 0,0 2 0,2-2 0,2-3 0,0-2 0,1 8 0,0-1 0</inkml:trace>
  <inkml:trace contextRef="#ctx0" brushRef="#br0" timeOffset="66819">12628 7038 13829,'0'-17'2249,"0"5"-1080,0 0-1079,-4 6-90,3 1 90,-5 5-90,2-1 0,-2 7 0,1-4-90,-3 17 90,4-12 0,-2 18 0,5-15 0,8 7-90,3-11-90,17 3 90,-6-8 90,1-3 0,1 0 0,-1 0 0,3-8 0,-2-2 0,-4 3-1639,-5-10 1,-3-3 1523,-5 4-1019,-12-3 0,-6 0 1134,-2 6-496,-14 1 1,-2 3 495,2 4-630,-3 3 1,0 1-450,7 2-560,3 0 1,7 1 545,13 0 1,3 0 0</inkml:trace>
  <inkml:trace contextRef="#ctx0" brushRef="#br0" timeOffset="67400">13553 6070 14009,'-18'-6'1169,"-1"7"-1079,7 0-90,-1 10 0,-1 0 0,5 0 0,-5 11 0,10-12 0,-1 12 0,5-13 90,16 8-90,-7-10 0,8-2 0,2-2 0,-3 0 0,6-5 0,-1-2 0,-2-6 45,1-4 0,-1-1-45,-6-7-1093,-6 3 1,-1-4 0,-2 3 298,-8-9 794,0 7 0,-1-3 0,-2 3 859,-10-1-904,-1 4 0,0 3-315,1 8-1279,-7 16 1,1 7 1296,10 0 1,2 2 0,-7 8-1,2 1 1,7-5 0,0 0 0</inkml:trace>
  <inkml:trace contextRef="#ctx0" brushRef="#br0" timeOffset="68984">13651 6054 12930,'0'-14'1709,"0"4"-1170,0-1-359,0 7 270,0-6-270,6 6 180,5-2-180,2 5 179,15 7-134,-13 1 0,0 2-180,0-2 0,-1 1 180,9 9 0,-2 0-225,-2-1 90,3 4 0,0 1-227,-3-2 362,2 3 0,-1 0-136,-4-2 91,0 4 0,-2-1 0,-3 0-60,-4-4 0,1 3 0,-3-2 60,1 7-90,-2-5 0,-1 4 0,-1-4 0,-1 7-30,-3-8 0,0 4 0,0-3 119,0 9-119,-3-10 0,-1 4 0,0-4-60,-1 8 90,-2-7 0,-3 4 0,1-3 0,-3 4-30,2-6 0,-3 3 0,3-4 30,-6 4-30,5-8 0,-2 2 0,1-2 30,-6 5-60,6-6 0,-3 2 0,2-3-30,-6 6 60,6-6 0,-3 2 0,3-2 30,-7 5-60,6-6 0,-3 3 0,3-3-30,-8 6 30,6-5 0,-4 2 0,4-2-273,4-4 0,0 0 243,-7 5 0,-2 1 0,2-2 45,6-4 0,-1-1 45,-9 6 0,-4 2 0,4-3-45,8-5 0,0-1 134,-8 5 1,-5 2 0,5-3-90,11-6 0,-1 0-30,-5 3 0,-4 1 0,4-1 30,-7 1 0,7-3 0,-2 1 0,3-1-90,-9 1 30,8-2 0,-3 1 0,2-2-30,-8 2 0,7-2 0,-3 0 0,2 0 0,7-3 0,0 1 0,-8 1 0,-1 0 45,-2 0 0,1-2-45,10 0 0,-2-1 0,-6 1 0,-3 0 0,3-1-45,8-1 0,-1 0 45,-5-1 0,-2-1 0,2 0 0,-6 1 0,7-1 0,0-1 0,-7-2 90,5 0-90,1-2 0,0 0 0,-1-1 39,-4-1 1,-2-1 5,9 1 0,1-1-698,-2 1 0,2-1 653,3 1 0,2 0 0,-1-5 186,4 3-186,1-2 0,0-1 0,0-2 0,0-2 0,1-1 0,1 2 0,1-3 0,0 1 0,1 2 0,0-2 0,1 1 90,1 2 248,-3-7-338,3 7 0,1 4-90,-1-18 90,3 15 0,0-5 0,0 1 0,1 3 0,3-3 0,-1 1 0,0 2-45,4-3 0,0 0 45,-4 2 5,7-6 0,3-3-50,-2 4 0,1 0 75,1 0 0,1-1 0,-1 1-30,1-1 0,1 1-45,3-6 0,-2 3 45,-3 7 0,1-1 0,1-1 1405,-2 5-1405,5-4 0,3-1-45,-6 8 0,1 1-891,1-2 0,1 0 936,11-2-1341,-13 8 0,-1 2 1341,6-3-515,4 0 0,0 1 515,-1 0-356,1 0 1,0 1 355,-6 1 862,8-1-862,-14 3 0,-4 1 2336,2-1-2336,-5 1 1592,0 1-4869,-3 1 2457,-6 6 1,-5-5 0,-6 6 0</inkml:trace>
  <inkml:trace contextRef="#ctx0" brushRef="#br0" timeOffset="73416">11505 4033 12750,'4'9'-3277,"-2"5"3174,10-8 0,-10 2 0,6-3 1</inkml:trace>
  <inkml:trace contextRef="#ctx0" brushRef="#br0" timeOffset="73717">12192 3849 12750,'7'0'-820,"-6"6"1,-2 1 0,-3 4 0</inkml:trace>
  <inkml:trace contextRef="#ctx0" brushRef="#br0" timeOffset="74134">11744 4451 10951,'14'0'-3277,"-3"0"2994,2 5 0,-3-4 1,-1 4-1</inkml:trace>
  <inkml:trace contextRef="#ctx0" brushRef="#br0" timeOffset="74484">12182 5000 8972,'-14'2'0,"0"1"0,-8 0 0,5 1 0,-1-1 0,0 1 90,-1 0-135,0 1 0,-1 0 45,4-1 0,0 1 0,0 0-90,5-2-630,-9 5 181,15-6-181,-2 3 720,6-4 0,0 1 0,1 0 0</inkml:trace>
  <inkml:trace contextRef="#ctx0" brushRef="#br0" timeOffset="74952">12596 5053 14369,'-9'-6'-3277,"1"-1"2457,4 6 1,0-4 0,0 2 0</inkml:trace>
  <inkml:trace contextRef="#ctx0" brushRef="#br0" timeOffset="76183">11787 5497 12300,'-2'-14'-1093,"0"0"1,2 2 0</inkml:trace>
  <inkml:trace contextRef="#ctx0" brushRef="#br0" timeOffset="78220">13573 4166 15628,'-5'-11'90,"-2"4"0,6 3 90,-4 2-90,5 0-90,-2 0 90,2 1-60,-1 0 0,1 0 0</inkml:trace>
  <inkml:trace contextRef="#ctx0" brushRef="#br0" timeOffset="79050">13838 4529 13559,'-16'-2'1439,"4"1"-989,-1 1-180,7 0-90,-3 0 360,3 0 269,2 0-719,13 0-90,1 0 45,10-2 0,2-2-45,4-4-694,-5 4 0,3 0 0,-2-1 739,-5-2 0,-1 1-45,8 1 0,1 1 45,-8-1 0,-1 0 45,6 0-90,-1 0 0,-1 1 90,-2-1-90,7-1 180,-12 2-90,-6 1-720,2 0-449,-14 2 2531,-1 0-3701,-19 1 1350,7 0-1,-8 0-739,10 2 1,-1 1-32,-4 2 1468,4-3 0,0 1 1,0 1-1,-1-4 1</inkml:trace>
  <inkml:trace contextRef="#ctx0" brushRef="#br0" timeOffset="82166">13889 4400 10681,'0'-13'1259,"0"-2"-899,0 7 539,-4-7-629,3 7 270,-9-6-360,9 10 0,-6-3 270,4 4-361,-1 1 271,-1-1-360,2 2 180,-2 0-90,2 1 180,-4 0-180,2 5 270,-8 2-360,6 3 180,-6 1-90,8-3 89,-6 8-89,3-2-90,-6 13 0,7-11 90,-4 11-90,6-16 0,0 13 0,2-14 90,1 8-90,1-11 0,-1 3 720,1-8-720,8-12 0,-6 3-45,9-9 0,2-1 45,-4 1 0,6-5 0,0-1 0,-2 2 0,1-3 0,0 1 0,-4 4-45,1-1 0,-1 2 45,-1 4 0,2-5 0,-2 8 0,-4 5-90,3-3 90,-5 7 0,3-1 0,-3 2 0,5 5 0,-2 1 0,10 11 0,-6-6 0,1 2 0,0 0 90,0-1-90,5 8 0,0-1 0,-6-6 0,1 0 0,1 0 0,-3-2 0,10 10 0,-12-13 0,7 6 0,-8-9 90,1 1-90,-4-4 360,0-1-360,-12-1 0,3 0 0,-22 0 0,12 0 0,-6 3 0,0-1 0,0 0 0,3 2 0,-3 1 0,2-1 0,-4-2 0,-5 6 0,1 1 0,10-6 0,1 3 0,0 0 0,7-2 0,-8 2 0,14-4 0,-3 1 0,4 0 0,1-2 0,-1 2 539,3-2-539,4-4-90,10-14 90,-2 4 0,0-2 0,-1 1 0,0-1 0,4-7 0,1-1-89,-1 0 89,2-4 0,-1 0 0,-5 7 0,-1 0 0,-1 1 0,-3 6 0,2-9 0,-6 16-90,0-2 90,-1 18 0,0 6 0,0 3 90,12 8-90,-5-16 0,5 1 0,2 0 0,-1 0 0,4 0 0,0-1 0,-1-1 0,2-1 0,-1 1 0,-3-4 0,12 5 0,-17-7 89,6 0-89,-12-3 360,2-1 0,-5 0-270,-16 5-90,6-4 0,-15 9-90,0-3 90,3 3 90,-7 0-90,9-3 0,0 0 0,-5 1 0,-3 2 0,1-1 0,5-2 0,0 1 0,1 0 0,4-1 45,2 0 0,1-1-45,4 0 0,-7 3 90,13-6-90,-2-5 0,13-3 0,-5-6-45,10 1 0,0-1 135,-4-2-135,5 0 0,0 0-866,-3 1 911,5-5-1545,-5 4 0,0-1 1545,4-3-552,1-4 1,-1 1 551,-2 2-241,0 0 0,-2 0 241,-3 5 344,3-10-344,-7 17 2296,0-4-2296,-3 17 0,1 5 0,4 4 0,5 9 0,1-14 0,-1 2 0,1 1 0,0-2 724,4 3 0,2 2-724,-5-6 0,0 0 0,1 0 0,-1 0 0,10 9 0,-16-16 1188,2 4-1188,-5-7 670,-1 1-670,-18-2 0,7 0 0,-9-1 0,-2-1 0,1 1 0,-5-1 0,-1 0 0,8 4 0,1 1-802,-8 0 1,0 1 801,-7 2 0,5 2 0,-2-4 0,4 3 0,2-3 0,7 1 0,13-3 0,-4 2 90,4-3-180,-1 1 90,3-2 1513,-1 0-1513,5 4 0,-1-4 0,2 8 0,-2-4 0,-3 3 0,0-3 0,0-1 0,0-1 0,0 1 0,0-2 90,0 1-90,0 1-90,0-2 90,0 2 0,0-2 0,0 2 90,0-1-180,0 0-3187,0-1 0,0-7 0,0 2 3013,0-9 1,0 6 0,0-2 0</inkml:trace>
  <inkml:trace contextRef="#ctx0" brushRef="#br0" timeOffset="82936">13912 4564 13559,'0'-9'-3277,"0"1"2859,0 2 1,-5 1-1,-1-1 1</inkml:trace>
  <inkml:trace contextRef="#ctx0" brushRef="#br0" timeOffset="84553">13346 4087 17607,'-11'-6'0,"2"-1"0,-8 2 0,5 2 0,-5 0 0,0 1 0,-2 0 0,-4 0 0,-2 1 0,2 0-1093,1 1 1,-3-1 0,2 1-55,7 0 1,0 0 1146,-12 0 0,-4-1 0,5 2 402,8 2 1,1 0-373,-10-1 0,-4-1 0,4 1-30,9 1 0,0 1 0,-7 0 0,-4 0 0,5 0 0,8-3 0,2 1 0,-6 3 0,-3 0 0,4 0 0,-3 0 45,-2 2 0,0 1-45,6-2 928,-11 4-928,5 0 0,10-3 45,0 0 0,0 0-45,2 0 0,-12 5 0,14-6 0,-13 4 0,15-6 0,-12 5 0,12-6 90,-11 4-90,13-5 0,-7 1 0,11-1 3171,-3-1-3171,4-1 756,0 1-756,1-1-90,0-7 90,1-5-90,0-2 0,0-10 90,0 11-45,2-3 0,1-1 45,1 0 0,0-1 0,1 0 0,-1 3 0,1-11-90,-5 18 90,2 5 0,-6 19 0,-2-1 0,0 8 0,-6-3 90,7-5 0,-3 1 0,0-1 0,1 1-45,-1 1 0,1-1-45,1-3 0,-2 6 0,4-4 90,2 1-90,0-2 269,8 0-269,2-9 90,13 5-90,-4-6 0,4 0 0,1-1 0,1-1-401,-3-1 0,1 1 41,-2-2 0,0 0-2561,11 0 2516,-10 0 1,0 0-586,-2 0 1,0 0-1415,7 0 425,3 0 1979,-13-5 0,-8 0 0,-2-5 0</inkml:trace>
  <inkml:trace contextRef="#ctx0" brushRef="#br0" timeOffset="85417">12078 4232 13110,'4'-8'809,"0"2"-359,-4 4 179,-5-1-359,-3 1 360,-22 0-450,9 1 0,-6 4 0,0 0-90,2-2 44,-3 5 1,1-1-135,4-4 45,1 5 0,1 0-45,4-4 0,-1 5 0,0 0 0,5-3 90,-13 5-90,18-6 0,-1 1 0,1-1 0,4-1 0,-3 1 0,5-3 90,0 1-90,1-1 0,0-5 0,8-10 0,-5 1 0,11-12 0,-5 13 0,3-4 0,3-1 0,-6 8 0,2-6 0,-6 13 90,-8 6-90,-5 4 0,-10 10 0,4-4 45,1-1 0,1-1-45,0 1 0,-7 7 90,9-3-90,6-6 90,-2 10-90,6-12 0,14 7 0,-4-9-405,10-1 1,2-1-316,2-2-373,-3 0 1,4-1 0,-3-2-547,-4-1 1,-1-1-1,10 3 1,1-1 1395,-8-3 1,-2-2-1,7-1 1,5-5 0</inkml:trace>
  <inkml:trace contextRef="#ctx0" brushRef="#br0" timeOffset="86216">11437 4333 11580,'19'-8'1979,"-2"1"-1439,-5 1 90,-4 2-451,-11 3 91,-11 7-180,-2-5 90,-6 7 0,-2 0-90,-5-2-941,5 0 0,-4 2 0,3-1 851,6-2 0,0 0 90,-9 2 0,-4 0 0,4 0-45,10-2 0,-1 0 22,-3 0 1,-3 2-1,0-1 1,3 0-68,4-2 0,1 0 30,-9 3 0,-3 1 0,4-2-30,0 0 45,1 1 0,1-1-45,7-2 0,-13 4 0,21-6 0,-7 2 0,11-2 180,-2-1-180,5-1 2822,-2 0-2822,1 0 0,-2-4 0,2-1-90,0-7 90,2 2 0,5-11 0,2 8 0,2-3 0,0-1 0,2 1 0,0-2 0,-1 1 0,-2 2 0,9-11 0,-12 18 0,1-2 0,-4 6 0,-7 8 90,-8 6 0,-2 3 0,0 1 0,-1 0 0,0 2 0,-2 1 0,2 1 0,2-3-45,3 3 0,1 0-45,5-5 90,5 15-90,1-18 45,12-1 0,3-1-135,0-2-1003,3-3 1,4 0 0,-1-2-547,-5 1 1,0-2 545,12-3 1,6-2 0,-5 1 682,-7 0 0,-1 0 1,2-2-1,2-1 1,-3 1-1,-4 1 0,0-1 1</inkml:trace>
  <inkml:trace contextRef="#ctx0" brushRef="#br0" timeOffset="89133">12586 5708 10861,'-5'-8'1079,"0"2"-809,3 4-180,1 1 0,0 1 989,-1-1-539,2 6-450,14 1 270,3 11-180,9-7-46,-2 1 1,-1 0-565,6-1 520,-5-3 0,4 0 0,-2-1-474,-7-1 0,0-1 384,3 0 0,5 1 0,-1 0 0,-3-1 0,0 0 0,0-1 0,2 1 0,5 0 0,0 1 0,-4-1-1309,0-1 1,-2 1 1308,1-1 0,2 1 0,0-1-60,-3 0 0,-1 0 0,-1-1-75,-1 1 0,0-1-435,4 1 1,2-1-1,-5 0-59,2 1-721,-6-1 1,-2-1-1349,-8-1 2782,0 2 1,-7-1 0,-1 0 0</inkml:trace>
  <inkml:trace contextRef="#ctx0" brushRef="#br0" timeOffset="89501">12814 6321 12030,'-17'4'2249,"1"-1"-2159,8-8 270,19-3-270,-1-3-1183,7 1 1,7-1 0,-4 2 739,-4 1 1,0-1 352,8-3 0,4-2 0,-3 1 220,-7 4 0,1-1-220,5-2 0,4-3 0,0 0 0,-3 2-370,0 0 0,1-1 370,-4 2 0,4-3 0,2 0 0,-3 0 0,-4 3 0,1 0 0,-2-1 0,6-4 0,3-2 0,-5 3-45,-10 6 0,-2 0-45,10-8 0,-2 0-180,-9 7-3007,4-8 798,-19 20-130,-17 20 2609,1 1 0,3-2 0,0-1 0,7-7 0,-1 0 0</inkml:trace>
  <inkml:trace contextRef="#ctx0" brushRef="#br0" timeOffset="89850">12871 6834 10591,'-17'12'899,"5"-2"181,-11 4-720,12-8 179,-7 4-449,13-8 900,-1 2-810,18-11-1,-3-5 1,11-5 0,3-1-682,-9 5 0,0-1 547,3-2 0,5-2 0,0 0 0,-2 2-750,1-2 0,2-1 723,-4 3 0,5-4 0,0-1 0,0 1 0,-3 2-468,-3 2 1,-1 2-1,2-2 450,-1 0 0,4-2 0,0-2 0,1 1 0,-2 1 0,-2 2 0,0 0 0,-2 2 0,1-1 18,3-2 0,3-3 0,0 0 0,-1 1 0,-3 2-18,1 0 0,0 0 0,-2 0 0,4-2 0,-2 1 0,-3 2 0,-5 5 0,-1 0-45,10-9 0,-3 3-135,-11 9-645,0-2-164,-7 8-2125,-1 0 3114,-6 1 0,-4 1 0,-7 0 0</inkml:trace>
  <inkml:trace contextRef="#ctx0" brushRef="#br0" timeOffset="91401">13629 6032 14639,'20'-2'359,"-1"0"-179,1 2 0,-4 0-90,7 0 45,-8 3 0,3 1-45,6 4 0,1 1-90,-4-2 0,0 2-1093,1 1 1,1 3 0,-4-2 207,4 5 945,-7-4 0,2 3 0,-4-1 644,4 6-569,0 4 0,-2 1 44,-5-1-44,-2 6 0,-2 0-45,-3-2-60,-2-6 0,0 3 0,-1-3 15,-1-5 0,0-1 75,-2 12 0,-1 5 0,-1-1-739,-1-6 0,0-1 0,-1 1 649,1-1 0,0 1 0,-2 0 30,-2 4 0,-3 1 0,2-5-119,3-11 1,-1 0 148,-5 5 0,-2 4 0,2-4-45,2-7 0,0 0 45,-6 6 0,-3 2 0,3-3-90,3-6 0,1 0 90,-7 5 0,-3 2 0,3-3-45,5-4 0,1-1-15,-7 5 0,-2 2 0,1-2 80,7-5 1,0 0-111,-7 6 0,-2 0 45,-2 0 0,1-1-45,9-5 0,-2 0 0,-1 0 0,-3 1 0,-1 0 0,3-2 0,1 0 0,-2-1 22,-1 1 1,-5 0-1,0 1 1,4-2-68,0-1 0,0 0 45,-3 0 0,-4 1 0,0 0 0,5-2 0,0 0 0,-1-1 0,-1 0 0,-4 1 0,-1 0 0,5-2 0,1 0 0,-1 0 0,4-2 0,-3 0 0,-2 1 0,2-1 0,3 0-695,-7-1 1,1 1 694,0-1 0,-2-1 0,0 1-30,-1-1 0,1-1 0,2 0 63,1-4 1,0 1-34,-1 3 0,-1 1 0,2-3-329,0-8 0,2 0 329,7 6 0,-1-2-30,0-5 0,-2-5 0,3 1 30,5 3 0,1-2 0,-1-8 0,-1-5 0,4 2 0,5 5 0,2 1 0,-1-11 0,1-3 0,3 4-45,2 9 0,3 1 45,-1-6 0,2-3 0,0 4-45,2 9 0,0 2 45,1-8 0,1 1 0,8-4 0,-5 6 0,5-3 613,4 2-613,-8 7-45,0 2 0,0 1-45,-4 3 1324,10-4-1414,-13 7 1242,7-2-3671,-5 3 1710,1-1 278,4-2-1268,-4 1 954,6-3 935,0-1 0,3-3 0,2-1 0</inkml:trace>
  <inkml:trace contextRef="#ctx0" brushRef="#br0" timeOffset="92886">14001 5901 13289,'-14'-9'810,"1"1"-720,4 8 90,3-1-90,0 0 0,3 1-90,-1-1 0,3 0 0,0-1 0,15-5 0,-6 3 0,7-2 0,0-1 0,-2 2 0,12-6 0,-18 8 0,4-1 0,-26 4 0,6 0 0,-10 5 0,-3 1 0,1-3 0,4 6 0,-1 1 0,-1-4 0,0 0 0,-5 6 0,0-1 0,1 0-90,6-2 90,2 0 0,3 0 0,5-2 0,0 10 90,14-9-90,10 11 0,1-10 0,6 6 0,-8-8 0,1 0 0,5 2 0,1 0-115,-3-2 0,0 1 115,9 2 0,-2-1-2023,-7-3 2023,-4-1 0,-1-1 0,7 0 0,-5-1 0,13 1 0,-15-3 0,7 0-270,-9-1 0,-4 0-180,1 0-266,-3-5 266,-1-1 90,-1-1-809,-2-13 719,-1 10 90,-1-7 1,0-3 269,-1 2 135,-2-6 0,-2 1 134,-2-1 361,1-1 0,-1-1 1890,-2 6-1891,4 1 1,0 1-270,-2 7 0,2-2 0,-1 8-180,4 2 89,-2 0 451,1 2-360,1 1 180,-4 17-270,1-5-91,-2 14 1,1-8 0,0 1-90,0 4 0,0 0-279,-1 0 1,0 1-112,1-2 1,-1 2-1,2-3-2887,-3 8 2254,1-7 0,0 1 1023,2-2 0,0-2 0,-1 5 0,1-5 0,1 0 0</inkml:trace>
  <inkml:trace contextRef="#ctx0" brushRef="#br0" timeOffset="96485">10662 3845 10411,'-4'-8'720,"-2"1"-540,6 4-1,-4 1 91,3-1 0,-2 0-90,1 0 90,-1 1-90,0-1 0,-1 1 0,0 0-1,0 0 91,0 1-90,-1 0 90,1 0-90,-1 0 0,0 0 90,0 1-180,1 0 899,-1 0-179,21 4-630,-6-3-1,13 2 1,4 1-90,0 0-1141,-4-3 1,5 1-1,-3-1 1096,-5 2 0,-1-1-45,11 0 0,3-1 0,-3 1 0,-9-1 0,0 1 22,3-1 1,4 1 0,1 0-1,-2 0-805,1 0 1,-1 0-1,0 0 783,0 1 0,0-1 0,1 0 0,2 0 0,0 0 0,-6 0 0,2 0 0,-1-1 0,-3 1 0,-7-2-90,7 2 1,-17-2-2970,1 0-218,-19 0 2949,-1 0 1,-10 0-1,3 0 1</inkml:trace>
  <inkml:trace contextRef="#ctx0" brushRef="#br0" timeOffset="97702">13168 4242 11760,'-7'-5'-3148,"1"4"989,17-3 2159,-1 4 0,7 0 0,-5 0 0</inkml:trace>
  <inkml:trace contextRef="#ctx0" brushRef="#br0" timeOffset="100386">13512 4177 22554,'-18'0'-90,"1"-3"90,8 2 90,-6-4-90,7 5 0,-8-3 0,7 2 0,-15 0 0,11 0 0,-4 1 0,0 0 0,3 0 0,-4 0 0,-2 0 0,2 0 0,-6-1 0,-1 2 0,1 3 0,-6-4 0,0 1-709,2 6 709,6-6 0,-3 0 0,4 0 0,5 0 0,0 1 30,-8 0 0,-4 0 0,4 0-1669,6-1 1,1 0 1365,-10 1 1,-1 1 272,-2 0 0,3 0 252,9-1 0,-1 0-252,-8 2 0,-3-1 0,4 1 0,8-2 0,0 0 0,-6 2 0,-4 0 0,5 0-90,-6 1 135,-1 1 0,2 0-135,8-1 90,-1 1 0,1 0 0,5-1 0,-1 0 0,1 0 0,3-1-98,-12 4 98,15-5 0,-5 2 224,3-2-224,5-1 3139,-5 2-3139,8-4 600,-1 2-420,3-1-18,-1-5-162,2 0-90,5-9 90,-4 5 0,7-14 0,-4 11-90,1-19 90,-1 17 0,-1-2 0,-2-1 0,2 1 0,-1-3 0,0 1 0,1 2 0,-1-8 0,0 9 0,-1 4 0,2-6-90,-2 11 180,1-3-180,-2 6-90,1 1 180,-1 9 0,0-2 0,-5 19 0,0-12 0,1 3 0,-1 1 90,-4-1-90,2 9 0,-1-7 0,3-4 0,0 3 0,-1 2 0,2-7 0,-2 10 0,4-14 0,-2 5 90,3-8-180,-1 2 90,1-5 0,1 1 90,0-2-90,0 1 0,0-1 90,11 2-180,-5-1 90,22 2 0,-15-1 45,7 1 0,1-1-45,-1 1 0,6 0 0,0 1 0,-1 0-45,4 1 0,1 1 45,-7-2-196,-2 0 1,-1 0 195,-8-3 0,6 2 0,-11-3 90,3 1-90,-9-2 90,0 1-3367,1 0 0,-1-6 2457,-6-1 1,-6-1 0,-7 2 0</inkml:trace>
  <inkml:trace contextRef="#ctx0" brushRef="#br0" timeOffset="102855">12410 4850 9152,'0'-8'270,"0"2"-270,0 4 90,0 0 0,0 1 89,0-1-89,0 1 90,0-1 0,0 1 0,0-1 0,4 1 0,-3-1 0,2 1 3096,-3 0-3224,-3 0-952,-1 5 1,-5-3 899,-7 6 0,4-6 0,-6 1 0</inkml:trace>
  <inkml:trace contextRef="#ctx0" brushRef="#br0" timeOffset="104503">11764 4051 18506,'0'-10'540,"0"2"-540,0 3 0,3 4 0,-2-5 0,4 3 0,-2-1 0,-1 1 0,1 1 0,-3 1 90,1 0-180,-1 0 180,0 0-90,0-3 0,0 3 0,0-3 0,0 2-90,0-1 90,0-3 0,3 3 0,3-14 0,1 8 0,4-12-90,-6 11 0,0-2-180,-4 7-629,0 1 269,-1 1 1,1 0-181,-1 2-89,0-1-2378,0 0 1337,-6 0 1940,-8 0 0,-2 2 0,-5-1 0</inkml:trace>
  <inkml:trace contextRef="#ctx0" brushRef="#br0" timeOffset="104949">11337 3934 12480,'7'-9'-810,"-2"0"-809,-2 1 450,0 2 1169,1-13 0,-2 8 0,0-7 0</inkml:trace>
  <inkml:trace contextRef="#ctx0" brushRef="#br0" timeOffset="105852">10361 4000 13289,'7'0'-3277,"-2"-4"2612,1 2 0,-4-3 0,3 5 1</inkml:trace>
  <inkml:trace contextRef="#ctx0" brushRef="#br0" timeOffset="112967">5618 7080 8612,'-7'-8'450,"1"2"-180,4 5-90,0-1-1,0 2 1,0-1 0,0 0-90,2 0 1259,-2 0-629,1 1 359,0-1-539,-2 1 0,3 0-180,-2 0 269,0 0-449,1 0 450,-2 0-450,1 0 359,-3 0-359,1 0 270,-2 0-270,3 0 0,-1 0 0,3 0 1349,-1 0-1349,10 0 269,6 0-269,1 0 45,2 0 0,-1 0-135,2 0 0,7 1 0,2-2-1870,1-4 1780,-5 5 0,2-1 135,4-3 0,2-1-739,-8 4 1,1 0 0,1 1 0,-1-1 603,4-1 0,-1 1 0,1-1 45,2 1 0,2 0 0,0-1 0,-5 1 0,2 0 0,-2 0-213,-3 0 0,1 0 0,1-1 190,-1 2 1,2-1-1,0 0 1,-2 0-268,-2 1 1,-2-1-1,3 1 263,4-1 0,5 1 0,1-1 0,-2 1 0,-4 0-18,-4-1 0,-2 1 0,2 0 15,0 0 0,3 0 0,2 0 0,1 0 0,-3 0 0,-3 0-15,2 0 0,-4 0 0,3 0 15,0 0 0,3 1 0,2 0 0,0 0 0,-2 0 0,-3 0-269,0-1 1,-3 0 0,2 1 253,2 0 0,2 0 0,1 1 0,-1-1 0,-1 0 0,0 0 0,-1-1 0,-1 1 334,-3 0 0,-1 0 1,2 0-335,3 0 0,4 0 0,2 1 0,-3-1 0,-4 0 0,4 0 0,-1 0 0,-2 0 0,4-1 0,-1 1 0,-4-1 262,-5 0 1,0 0-593,6 1 0,5-1 0,-6 0-1379,6 1 1331,-9-1 1,-2 0-252,-8 0-2648,-9 0 3051,-17-6 0,3 0 0,-13-5 1</inkml:trace>
  <inkml:trace contextRef="#ctx0" brushRef="#br0" timeOffset="113719">5885 7152 8792,'-17'-6'2339,"-7"-3"-5616,3 2 2422,3 0 3180,3 1-1965,10 4 1229,-1-2-1409,4 2 1529,0 1-809,16 6-630,-5-4-91,5 3 1,2 1 0,4-4 3096,8 6-3023,-2-5 1,1-1-582,-9 1 0,1 1 440,5-2 1,3 1-1,2-1 1,-5 0-733,3 0 0,1 0 692,-3 0 0,5 0 0,2 0 0,-2 0 0,-4 0-567,-1-1 1,-4 0 0,4 1 524,1-1 0,3 0 0,3 0 0,0 1 0,-1-1 0,-5 0-666,4 0 1,-4 0 0,3 0 635,-4-1 0,2 0 0,0 0 0,1 0 0,-1 0-260,2 1 0,0 0 0,0 0 1,-2-1 259,3-2 0,-1-1 0,1 1-50,-1 2 1,0 2 0,1-1 0,1-1 67,0 0 0,1-1 0,0 0 0,0 0 0,-3 0-63,-3 2 1,-3-1-1,1 1 1,3 0 44,0 0 0,4-1 0,2 0 0,0 1 0,0-1 0,-3 0 0,-4 1 0,5 0 0,-5 0 0,3 0 0,-3 0 0,4 0 0,1 0 0,0 0 0,-2 0 0,-5 0 0,-1 0 0,-4 0 0,3 0 22,5 0 1,4-1-1,-1 1 1,-5 1-23,-6 1 0,-1 0 0,11-2 0,-3 0 1179,-12 4-1089,0-4 2055,-12 0-4124,-5 0 1836,-1 0-3134,-11-3 3490,6 2-213,-5-5 0,11 3 0,0-3 0</inkml:trace>
  <inkml:trace contextRef="#ctx0" brushRef="#br0" timeOffset="115417">8865 7151 13829,'-8'-9'810,"4"-2"179,-2 8-359,4-1 1079,-2 2-900,23 15-719,-7-6 135,14 8 0,1-1-353,0-2 248,-4-3 0,3 2 0,-3-2-394,-5-3 1,-1 0 363,10 3 0,4 2 0,-4-2-435,-7-3 1,-1 0 366,3 1 1,3 0-1,1 1 1,-4-2-23,0 0 0,0-1 67,2 1 1,4 0-1,0 1 1,-4-2-68,-1-1 0,1 0 67,3 0 1,5 1-1,2-1 1,-3 0-38,-2-2 0,-2 0 0,1 0-721,-4 0 1,1 0 0,0 1 0,-1-2 690,0 1 0,-1-2 0,1 1 0,1 0 0,0 0 0,-1 0-190,-1 0 1,2 0 211,0 0 1,5 0 0,0 0-1,-4 0-22,-2 1 0,1-1 0,0 0 0,5 0 0,-1 0 0,-4 0 0,-1 0 0,-1 0 0,1 0 0,3 0 0,1 0 0,-5 0 0,-2-1 0,0 1 30,9 0 0,3-1 0,-5 1-30,-9-1 0,0 0-30,9 1 0,6-1 0,-3 0 30,-1 0 0,-1 0 30,-7 1 0,2-1 0,-2 0-75,2-2 0,-2-1 90,0 0 0,-1-1-45,6-2 0,3-3 0,-1-1-90,-4 2 120,-7 0 0,2-3 0,-2 1-120,7-4 90,-8 4 0,3-2 0,-3 1 0,6-4 0,1-3 0,-1 0 0,-5 1 179,-4 5 1,-1-2-180,0 1 0,0-1 0,3-4 0,3-2 0,0 0-90,-2 2 45,2-3 0,-1 0 45,-3 2-90,0-4 0,0 0 90,-4 1 0,-1-2 0,0 0 511,-4 2-556,-1-2 0,0 1-45,-3 3 3140,2-9-2960,-4 3-90,0 9-45,-2-2 0,-2 0 45,-2 2-45,-4-3 0,-1 0 45,-4 1 0,-3-4 0,-2 1-803,0 1 803,3 5 0,-1 0 0,1 4 0,1 1 0,-10-7-30,8 8 0,-3-2 0,2 2 75,4 2 0,-1 0-45,-4-1 0,-4-1 0,0 0 0,3 2 0,2 0 0,-1 1 0,-3-1 0,-4-1 0,0 0 0,3 2 0,3 1 0,0 0 0,-3 0 0,-4-1 0,-1 0 0,5 2 0,-1-1 0,0 1 0,-3 0 0,-5-1 0,1 0 0,3 1-45,2 0 0,-1 1 63,5 0 0,-4 0 0,-1 0 0,1 0 0,4 1-18,-6-1 0,0 1 0,3 0 0,-5 0 0,-2 0 0,1 1 0,5-1 45,-4 1 0,1 0-9,4 1 0,-5-1 0,-1 1 0,2-1 0,5 1 9,-1 1 0,0-1-23,0 1 1,-4 0-1,0-1 1,5 1 22,1 0 0,0 0-23,-1 1 1,-4 1-1,0 0 1,3-1 22,2 0 0,-1 0-23,-1 2 1,-6 2-1,1 0 1,4-1-23,0-1 0,1 0 22,-1 2 1,-5 1-1,0 0 1,5 0-23,2-1 0,0 0 44,-2 2 1,-4 1 0,0 1 0,5-1 0,4-2 0,1 2-23,-1 0 1,-3 2 0,1-1-1,4 0 23,4-2 0,1 1 15,-6 4 0,-2 2 0,2-1-60,7-4 0,0 1 60,-7 6 0,-3 3 0,3-3-60,7-3 0,-1 0 60,-6 7 0,-4 2 0,4-2-60,6-5 0,1-1 30,-5 7 0,-2 2 0,2-2-30,7-8 0,1 1 60,-2 5 0,-2 3 0,3-3-60,-2 7 45,4-8 0,1 2 0,3-1 0,1-1 45,0 5-45,1 3 0,2 0 45,7-2-1,1 2 1,2 0-90,7-2 30,-1-7 0,2 3 0,-1-4-30,-2-4 0,2-1 0,3 1 0,5 1 0,1 0 0,-3-2 0,1-1 0,2 0-45,3-1 0,5 1 0,1 0 0,-5-1-180,0-2 1,-1-1 14,1 1 0,2 0 0,-1-1-883,-3-2 1,0 0 0,-3-1 122,0 0 0,1 0-123,5 0 1,4 0 0,-5-1-547,-10-1 1,-2-1 1024,10-3 0,-2-1 0,-2-3 0,-1-6 0</inkml:trace>
  <inkml:trace contextRef="#ctx0" brushRef="#br0" timeOffset="130899">5577 7380 11131,'0'-13'3276,"0"2"-3044,8 3-142,1 2 0,9 6-1571,3-6 1481,6 2-786,-10-1 0,0 0 786,4 0 0,0-2 0,4-1 0,1 0-934,-7 1 1,2-1-1,-1 0 634,3 0 0,1-1 1,1-1-357,-1 2 1,2-2-1,1 0 1,0-1 0,-1 2-165,1-1 1,0 0 0,0 0 0,1 0 773,-3 1 0,1 0 1,0-1-1,1 0 1,-1 1-1,0 0 1,-1 0-1,0 1 0,-1 0 1,0 0-1,0 0 1,2 0-1,0 0 1,0 0-1,-1 0 1,1-1-1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23:22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 4777 0,'0'0'0,"0"-12"0,0 0 15,-12 12 32,12 12-47,-11 0 16,-1 11-16,0 1 16,-70 58-1,-106 35 32,165-105-47,-142 47 31,142-48-31,-1-11 32,24-11-17,24-13 1,-12 24-16,23-23 15,-23 23-15,-1-12 0,36 0 16,0 12 0,0 24-1,0 58 1,-12 82 0,-11 59-1,-24-164 1,11 129-1,-11-59-15,0 70 16,-23 48 0,0-1-1,11-23 1,0-23 0,12-153-16,0 70 15,12-47-15,35 1 16,23-36-1,71-70 1,105-106 0,107-94-1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43:42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4702 2164 9422,'-10'5'449,"1"2"-179,2-6 90,0 6 0,0-4-90,0 3 89,-1 1-89,0-1 90,1 2-90,-1 0 0,2-1 90,-3 5 359,-2 4-89,2-1 179,1-2-539,27-18-180,-2-5-910,4-2 1,6-4 0,2-1 0,-3 1 780,-2 1 1,-2 2 0,5-3-290,-7 4 0,2-1 0,4-2 1,1-1-1,1 0 0,0-1 1,1 1-1,-2 0 0,-1 1 1,-2 1-120,2-1 1,-2 1-1,-1 1 1,1 0-1,1-2 1,4-1 403,-7 4 1,2-2 0,2 0 0,2-1 0,0-1 0,2 0 0,0-1-1,1 0 1,-1 1 0,0-1 0,0 1 0,-2 1 0,-1 0 0,-1 1 0,-2 1-1,4-2 1,-1 1 0,-3 0 0,0 1 0,0 1 0,0-1 0,1-1 0,3 0-1,-1 0 1,0-1 0,0 1 0,0 0 0,0-1 0,0 1 0,0 0 0,0-1-1,0 1 1,0 0 0,0-1 0,0 1 0</inkml:trace>
  <inkml:trace contextRef="#ctx0" brushRef="#br0" timeOffset="1169">5210 4693 8882,'-8'4'450,"0"-3"-270,4 3 89,1-1 1,-1-3 450,-1 6-450,2-4 449,-2 3-539,3-3 450,-1 2-360,2-2 539,-1 1-539,1-2 1799,0 0-1889,6-6-45,9-8 0,7-5-540,-4 5 0,2-2 0,3-2 1,3-1-1,1 0 0,1-2 320,-6 6 1,1-1 0,1 0 0,2-2 0,0 0 0,1 0 0,1 0 0,0-1 0,0 1 0,-1 0 0,1 0 0,-2 0 0,0 1 0,0-1 0,0 1 0,0 0 0,0 0 0,-1 0 0,0 1 0,1-1 0,-1 0 0,2 0 0,-1 0 0,2-1 0,0 1 0,-1 0 0,1 0 0,-1 0 0,0 0 0,1 0 0,-1 0 0,1 0 0,-1 0 0,1 0 0,-1 0 0,1 0 0,-1 1 0,1-1 0</inkml:trace>
  <inkml:trace contextRef="#ctx0" brushRef="#br0" timeOffset="2434">4144 7366 11670,'0'-15'1260,"-5"5"-721,4 4-359,-4 4 0,5-2 0,0 1 90,0 0 0,5-1 0,-4-2-1,11-2-89,-5-3 45,9-6 0,3-2-805,-7 7 1,1-3 601,6-3 1,4-5-1,1-1 1,-2 3-792,-4 5 0,-2 0 0,4-1 589,-3 1 0,3-1 0,1-2 0,2-1 0,1-1 0,-1 1 0,-2 2 1,-1 1-641,5-4 1,-3 2 0,0 0 0,5-4 794,-9 8 1,2-2-1,2-1 1,1-1 0,1-1-1,1-1 1,0 1 0,0-1-1,-1 1 1,-1 1 0,-1 2-1,-2 0 1,6-4 0,-3 2-1,0 1 1,-1 0 0,1-1-1,2-1 1,-2 2 0,0-1-1,0 1 1,0-1-1,0 1 1,0-1 0,-1 1-1,1-1 1,0 1 0,0-1-1</inkml:trace>
  <inkml:trace contextRef="#ctx0" brushRef="#br0" timeOffset="5818">8854 5486 10141,'6'-9'540,"-2"0"-360,-2 4 90,0 1-90,0 0 449,2-3-449,-2 3 360,3-4-450,-4 5 629,2-2 91,-2 4-630,-1 5 0,0 9 224,4 7 1,2 5-135,-1 5 0,0 1-587,2-3 1,-1 1 406,-2 0 0,-2 2 0,0-4-45,0-7 0,-2 0 45,0 4 0,-2 4 0,0 1 0,-1-4-621,-2 1 0,-1 1 585,1-4 0,0 4 0,-1 2 0,0-1 0,0-5-24,0-2 0,-1-2 0,0 2 6,0 5 0,-1 3 0,0 2 0,0-1 0,1-4-6,1-4 0,1-3 0,0 3-15,0 2 0,0 4 0,-1 2 0,1 1 0,1 0 0,1-2 3,2 0 0,1 0 0,0-1 0,1 0 0,0 1-348,-1-1 0,0 1 0,1-1 1,-1 1-1,2 0 345,1-2 0,1 2 0,0 0 0,0-2 0,1-1 0,0-5-15,3 7 0,1-1 0,-2 0 0,1 5 0,0 0 0,-2-5 45,1-2 0,-1-1-45,0 2 0,2 3 0,-1 0 0,0-4 0,-1-1 0,1-2 0,-1 1 0,1 3 0,0 0 0,-1-4 0,-1-2 0,1-1 0,0 2 0,1 3 0,0 1 0,0-2-692,-1-1 0,0-1 0,0 0 692,0 0 0,0 1 0,1 0 0,-2 0 0,1 0 0,-2-4 377,1 3-377,0 0 0,0 0 0,-1-5 0,1 1 0,1-1 0,-1-4 0,5 9-90,-6-15-359,3 4-540,-3-8-2288,4 1 0,-3-8 3124,2 4 0,-3-13 0,0 3 0</inkml:trace>
  <inkml:trace contextRef="#ctx0" brushRef="#br0" timeOffset="68708">9877 6273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44:56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1356 3676 12300,'-13'2'1349,"2"-1"-1349,14-8-90,1 1 0,15-9-2511,-2 2 2331,5-4 0,-9 8 0,0-2-135,2 0 0,1-1-180,2-1 1,-1 1-226,2-2 1,1 1-718,1-1 0,0 0 1527,1 1 0,0 0 0,0 0 0,0 1 0,0 1 0,0-1 0</inkml:trace>
  <inkml:trace contextRef="#ctx0" brushRef="#br0" timeOffset="367">1367 4909 13469,'0'12'0,"-6"-5"0,5 0 0,-5-2-270,17 0 1,-1-1-1370,16-11 1,4-5-1,-14 6 1,0-1 1336,3-2 0,2-2 0,-1 0 0,-4 2 0,0-1 0,0 0 1,0 0-1</inkml:trace>
  <inkml:trace contextRef="#ctx0" brushRef="#br0" timeOffset="770">1066 6280 13919,'-13'0'90,"5"0"-90,2-4 0,10-1 0,14-13 0,0 4-1093,-3 2 1,4-1 0,-2 0 550,-2 1 1,0 1 451,1-1 0,2-1 0,-1 0-876,6-5 1,0 1 470,-6 3 1,1 0-271,5-3 1,1-2 764,-6 6 0,1-1 0,-1 2 0,-1 0 0,-1 1 0,8-6 0,1 1 0</inkml:trace>
  <inkml:trace contextRef="#ctx0" brushRef="#br0" timeOffset="1017">1183 7099 13919,'0'17'180,"29"-4"-790,-12-7 490,4-8 0,4-6 0,-2 0-665,-6 2 1,0-4-36,3-4 1,4-5 0,1-1 0,-5 2-820,3-5 1,-2 0 1454,-3 5 0,1-2 0,-1-1 0,-1 1 0,-2 1 1,-2 1-1,0 0 0,1-2 0,0 1 0,1-1 0</inkml:trace>
  <inkml:trace contextRef="#ctx0" brushRef="#br0" timeOffset="1649">3984 4254 9602,'7'19'0,"2"-2"0</inkml:trace>
  <inkml:trace contextRef="#ctx0" brushRef="#br0" timeOffset="2055">4191 5616 14009,'-8'-2'-90,"-3"-1"-90,5 2-1259,6 14 360,-3-4 1079,9 12 0,5 3 0,-4-2 0,1-1 0,0 0 0</inkml:trace>
  <inkml:trace contextRef="#ctx0" brushRef="#br0" timeOffset="2304">4104 6759 12210,'17'-25'-690,"-6"5"1,10-2-1</inkml:trace>
  <inkml:trace contextRef="#ctx0" brushRef="#br0" timeOffset="4699">770 4242 1151,'-1'31'90,"1"-1"0,-1 1 0,0-1 0,0 1 0,1-1 0,-1 0 0,1 1-380,0-1 1,-1 0 0,1 1 0,0-1 401,0 0 0,0 0 1,0 0-1,0 0-128,0 0 1,-1 0 0,1 0 0,1-1 37,0 1 1,1 0-1,0 0 1,0-1-71,-2 0 1,1 0 0,-1 1 0,1 1 62,0-5 0,1 0 0,1 2 0,-1 0 0,1 1 0,-1 0-77,1-3 0,-1 2 1,0 0-1,0 0 1,0 1-1,0-1 1,0 0-1,0-1 62,1 4 0,-1-2 0,0 0 0,0 0 0,1 2 0,0 2-47,-1-7 1,0 3-1,1 1 1,0 1 0,0 1-1,0 0 1,0-1 0,0 0-1,0-1 1,-1-2 0,0-2 46,1 5 0,-1-3 0,-1-2 0,1 0 0,0 1 0,0 2 0,0-2 0,0 2 0,0 0 0,0 1 0,0 0 0,0-1 0,0-2 0,0-2 0,-1 6 0,1 1 0,-1-1 0,1 0 0</inkml:trace>
  <inkml:trace contextRef="#ctx0" brushRef="#br0" timeOffset="15399">6389 1945 11400,'-8'-8'1080,"0"3"-810,6 3-90,0 0 0,0 1-1,0-2 1,0 3 0,1-3 0,-1 2 0,1-1 90,-1 1 270,-1-2-361,1 2 271,-1-4-270,1 3 270,-2-3-270,1 2 539,-2-5-179,1-2-180,-2-3 0,2 1-270,1 5 89,1 1-179,1 5-90,0-1 90,0 2 0,0 5 180,-5 19-180,3-3-1108,-3 9 0,0 2 1153,3-16 0,-1 0 15,-1 10 0,-1 4 0,1-3-60,1-7 0,1-1 30,-2 8 0,-1 3 0,1-4 15,2-9 0,0 0-15,-1 6 0,-1 3 0,1-3-30,0-2 0,1-2 0,-2 7 0,1-2 90,0 1 359,1-11-179,2-12-180,-1 0-90,-1-8 2396,2 1-2306,-4-8-90,4 1 90,-4-7 90,3 1 0,0-2-90,0 8-90,2 5 90,14 5-90,-6 5 45,8-2 0,1-1 45,-1 8-90,5-7 0,1-2-90,0 4 90,5-2 0,-1-2 0,-3 1-90,1 0 0,0 0-90,-7 0-405,-1-1 1,0-1 44,-5 1-1619,11-9 1080,-14 7-180,5-5-2018,-1-1 0,-4 3 3229,8-10 0,-8 7 0,3-5 0</inkml:trace>
  <inkml:trace contextRef="#ctx0" brushRef="#br0" timeOffset="15633">6737 1993 14009,'-7'-8'2159,"-3"2"-2339,10 2-720,1 2-809,15 0 810,-2 0-740,5 1 1,0-1-482,0 1 1879,10 0 1,-13 1 0,-2 0 0</inkml:trace>
  <inkml:trace contextRef="#ctx0" brushRef="#br0" timeOffset="15817">6840 2109 14099,'-21'1'2788,"5"0"-3327,5-1-91,14 0-719,8-4-225,9-1 0,3 0 44,5-5 1065,-7 4 0,4-1 0,-4 0 0,8-1 1,-6 1-1,-1 0 0</inkml:trace>
  <inkml:trace contextRef="#ctx0" brushRef="#br0" timeOffset="16370">7246 1945 13559,'-12'-14'3059,"0"1"-2790,1 4-89,5 2 90,-1 2-90,4 2-90,-1-1 90,2-1-180,2 1 90,6-5-180,-4 5 180,17-5-90,-11 5 0,19-2 0,-14 5-90,16-1 90,-17 2 0,13 5 0,-15 1 180,7 12-90,-13-7 269,1 16-269,-12-14 90,1 4 0,-1 1 0,-8-1 45,1 3 0,1 0-135,0-2 90,-2 2 0,1 1 89,-2 0-269,-1 3 270,10-11 270,11-11-315,10-3 0,3-2-135,7 2-90,1-5 0,6-3 0,-3 2-645,-10 3 0,1 0 675,7-3 0,5-1 0,-5 0 15,-8 4 0,-1 1 165,7-2 0,4-1 0,-3 2 239,-1-1 1,-1 0-405,4 0 0,-2 0 24,1 0 21,-22 3-3367,0 2 0,-13 4 0,3-2 0,-13 7 2596,9-3 0,-3 3 0,2 1 1</inkml:trace>
  <inkml:trace contextRef="#ctx0" brushRef="#br0" timeOffset="17636">10866 3357 12210,'-6'-11'2339,"-3"-6"-1980,6 15 811,-6-15-361,4 12-629,0-5 180,1 6 90,4 12 0,9 5 89,-7 1-449,14 1 0,3-1 0,-8-5-45,10 3 0,1-2 45,-7-7-90,2-1 0,0 0 90,-1-2-90,4-5 0,0-2 0,-2-1 0,4-6 0,0-2 90,-4 1-90,-4 0 0,1-3 0,-2 2-211,3-6 181,-6 3 0,2-3 0,-3 3 30,0-6 0,-1-5 0,-1-1 0,-3 4 90,-1-3 0,-2 0-90,-9 6 45,2-4 0,-2 0-414,-6 8 369,3 0 0,0 1 0,0 7 0,-5 1 0,-4 1 90,-2 6 0,-1 1-153,1 0 0,-1 2 123,0 3 0,-2 3 0,4 1-15,6 0 0,-1 1 15,-7 3 0,-3 2 0,3-1-60,6-3 0,1 1 60,-8 4 0,-3 3 0,3-1-1625,8-5 1,1 1 1609,-9 5 0,-1 1 45,4 1 0,3 0-30,6-6 1,0 1-61,-3 4 0,-1 4 0,3-3 90,-1 7-90,2 4 0,2 0 0,6-2 44,4 2 1,2 1 45,0-4-90,7-8 0,4 2 0,-1-4-387,5 5 27,4-7 0,6 0 0,-2-2-170,-7-5 0,2-1-290,4-1 1,5 0 0,0-1 0,-4 0-151,2-2 0,0 0 190,0-1 1,2 1-1,1-2 780,1-2 0,0-1 0,-2-1 0,1-2 0,-1 0 0,2-1 0,-1 0 0,1 0 0</inkml:trace>
  <inkml:trace contextRef="#ctx0" brushRef="#br0" timeOffset="23301">7206 2245 16887,'10'-3'270,"0"-2"0,9 1-270,-6-2 45,6 2 0,0 2-45,1-2 90,7 1 0,2 2-45,-8 4 0,0-1-45,2-2 0,1 2 45,3 7 0,-4 2-45,-5-5 0,0 7 0,-2 1 90,-6-3 0,3 14-90,-10-14 180,1 16-90,-10-16 89,-8 16-89,-1-15 45,-4 1 0,-1 0-135,-3-1 30,2-3 0,-4 1 0,3-2-220,6-2 1,1-1 189,-8 2 0,-2 1 0,3-1 93,-2 0-408,1-1 1,1-1-316,7-1-2647,-9 2 348,19-5 2929,-2 1 0,6-1 0,1-1 0</inkml:trace>
  <inkml:trace contextRef="#ctx0" brushRef="#br0" timeOffset="24767">7051 1936 12840,'8'-14'1619,"-3"1"-1349,-2 6-180,-3 0-1,4-2-89,-3 4 180,17-6-90,-10 7 225,10 0 0,5 2-225,-1 4 0,-1 1-90,0-3 0,0 1 90,7 7 0,-2 3 0,-9-3-45,0 6 0,-1 2 45,-5-1 0,-2 3 0,-1 1-90,-3-1 89,-2 5 1,-1 1-90,-2-3 90,-6 6 0,-4 3 0,0-10 0,-2-1-45,-1 2 0,0 0 135,-5-1 0,2-2-934,2-6 844,-6 5-447,6-7 357,4-3 189,-6 2-9,9-5 180,-2 1 179,6-4 250,17-9-879,11-6 90,3 0-1346,-1 4 1,0 2 1345,-5 4-1148,6 0 0,-1 1 1148,-8 2 0,1 3 0,1 2 90,5 12-90,-2-3 0,-11 1 0,-3 0 0,-5-3 0,3 14 90,-6-13-90,-1 14 90,-8-14-1,-3 3 1,-2 0-90,-8-2 90,-3 2 0,-1 0-210,0-3 120,-5 1 0,1-1 0,1-1 0,-2-1 0,-1 0-90,7-3-540,-1-1 1,1 0-271,7-4-2377,-12 2 0,20-4 3511,-2-7 0,7 5 1,2-5-1</inkml:trace>
  <inkml:trace contextRef="#ctx0" brushRef="#br0" timeOffset="37932">6019 4268 13559,'-11'0'0</inkml:trace>
  <inkml:trace contextRef="#ctx0" brushRef="#br0" timeOffset="42816">3716 2469 18416,'-8'12'540,"-1"1"-270,3 11-270,1-9 90,1 1 0,1-1 0,1-3 0,-2 17 0,3-13-90,0 3 360,0-4-181,1-10 1800,0 2-1889,0-16-180,4-11 90,-4 0 0,4-6-90,-2 6 90,-2 3-45,3 1 0,0 0 45,-1-1 0,3-7-90,1 6 90,-1 8-89,5-10 89,-5 14-180,9-6 180,-7 9-90,9-2 0,-8 4 90,4 1 90,2 6-90,-6-4 180,11 19-180,-5 3 0,-2 1 0,-5-6 0,-1-1 90,-3-4-90,4 15 0,-4-18 0,4 9 89,-4-14-358,6 3-181,-4-7-360,3-1-2467,5-7 1067,-3 5 571,4-10 1,0-3 982,0 3 1,-3-2-1,0-1 1,0-1 0</inkml:trace>
  <inkml:trace contextRef="#ctx0" brushRef="#br0" timeOffset="47216">3962 3253 8882,'-2'-15'1889,"0"0"-1529,2 4-1,0-1 91,0 4 0,0 0-90,0 1-90,0 0 89,0 0-89,0 1 90,0 1 90,0 1-90,0 0-91,-3 1-89,2 1 90,-2 0-180,3 0 90,0 0-180,0 1 90,-2 0-180,2 0 270,-3 1 0,2 0 0,0 5 0,0-4 359,-1 21-359,0-11-45,0 7 0,0 1-45,0-1-45,1 3 0,-1 0-45,1-2 0,1 2 0,0 0 0,5-4 0,-3 0 0,1 0 0,8-5 90,4 8-90,-4-15-450,16 2 90,-13-6-944,7-8 0,3-6-315,-3-1 0,-1-2 959,0 0 1,1-1-871,2-6 1,-3 2-251,-7 5 1780,5-6 0,-11 11 0,-1 0 0</inkml:trace>
  <inkml:trace contextRef="#ctx0" brushRef="#br0" timeOffset="47367">4231 3163 11311,'-9'-3'899,"-1"0"-89,5 2-2160,0 1 316,19-2 0,6 0 134,-3 0 179,6 0 0,1 0 721,1 1 0,-8 1 0,4-1 0</inkml:trace>
  <inkml:trace contextRef="#ctx0" brushRef="#br0" timeOffset="47518">4356 3235 11041,'-18'12'2248,"-3"0"-2068,7-5-450,-3 3-89,19-7-91,-5-5-855,16-3 1,6-2 45,-4-6 1259,12 0 0,2 0 0,-3-1 0,-5 3 0,-1-1 0</inkml:trace>
  <inkml:trace contextRef="#ctx0" brushRef="#br0" timeOffset="47733">4585 3001 13289,'-14'-11'3059,"-2"-2"-2789,4 5-270,-4 1 0,10 5 0,-2 0 0,6 11 89,1 3-89,1 6 0,0 1-315,2-1 1,2 0-226,2 7-553,0-5 1,0 3 0,0-2-547,0-6 1,1 1 1291,4 13 0,0 1 0,2-2 1,-5-10-1,1 0 0</inkml:trace>
  <inkml:trace contextRef="#ctx0" brushRef="#br0" timeOffset="48367">5948 3239 12300,'-6'-18'2069,"-3"-5"-1619,4 13 359,-2-5-629,5 11-90,-1 0 90,2 3 270,0 0-271,0 7 1,0-4 90,-1 16-270,0-10 90,-1 11 0,-3 9-90,2-9 90,0 5 0,0 0-90,1-3 0,1 3 0,1 0 90,1-6-90,5 0 0,2 0 90,-4-6-90,10-1 0,3-1 0,-6-4-1639,13 0 1,3-4-186,-5-7 340,9-1 0,-1-2-147,-6-8 538,-6 5 1,3-2 0,-3 1 794,6-7 0,-5 4 0,-2 0 0,1-2 0</inkml:trace>
  <inkml:trace contextRef="#ctx0" brushRef="#br0" timeOffset="48535">6210 3229 13739,'-14'0'2159,"-6"0"-1889,10 0-1709,-4 0 359,16 0-1528,11 0 969,6-2 1,3-1 1465,8 2 1,-9-1 0,-1 0 0,-3 2 0</inkml:trace>
  <inkml:trace contextRef="#ctx0" brushRef="#br0" timeOffset="48683">6268 3326 13110,'-23'12'2788,"8"-4"-3598,-3-2 181,21-5-2430,4-7 1530,18-7 1529,-3 1 0,0-1 0,-6 3 0,0 1 0,4-1 0,0 0 0</inkml:trace>
  <inkml:trace contextRef="#ctx0" brushRef="#br0" timeOffset="49067">6463 3200 13919,'-16'-9'3276,"-2"-1"-3134,9 1-142,-1-8 0,10 10 0,19-17 0,-8 14-45,9-1 0,1 1 45,-2 4 0,1 1 0,1 1 0,-4 2 45,2 3 0,-2 3 675,-5 19-540,4-5-1697,-21 3 1,-4-1 1696,-1-3-329,-6 3 1,-1-1 328,3-3-295,-1 1 1,1-1 204,4-3-165,-5 10 165,11-15 2651,1 3-2651,11-8 0,18-9-135,-5 2 0,0-1-817,0-3 0,0-1 592,-2 2 0,1 0-1349,2-3 0,-2-1 428,6 1 98,-6 2 1,2 0 0,-3 0 436,9-3 1,-7 3-1,0 0 1,2-2 0</inkml:trace>
  <inkml:trace contextRef="#ctx0" brushRef="#br0" timeOffset="49666">8309 3511 13919,'3'-16'2429,"0"-1"-1710,-2 9 541,3-4-1081,-3 8 91,1 0 180,-1 4 450,1 14-631,-1-5 1,1 20-270,-1-12 90,1 7-45,-1-5 0,-1 0-45,1 5 90,1 3 0,1-1 0,-1-4 270,3 0 0,1-1-91,1-5 1,3-1 0,1-2-180,1-3-45,6-3 0,2-1-1215,1-6 1,0-3 369,-2 1 1,2-1-281,3-4 1,0-2-226,-10 0 1,0-2-335,5-3 1,0-1-1,-6 4 1,-1 1 1266,1-3 1,-2 0 0,-1-1-1,0-1 1</inkml:trace>
  <inkml:trace contextRef="#ctx0" brushRef="#br0" timeOffset="49850">8746 3496 15358,'-7'-5'1709,"-3"0"-719,6-1-990,-4 2-1709,4-3-360,10 6 810,5-1-2018,17 7 0,-8-4 3092,5 8 0,-13-8 0,-2 3 1</inkml:trace>
  <inkml:trace contextRef="#ctx0" brushRef="#br0" timeOffset="50015">8759 3612 15088,'-8'1'1709,"1"0"-1619,4 0-2338,24-6 719,-9 0-110,12 0 1,3-1 1124,-4-2 0,-5 3 0,1 0 0,1-1 0</inkml:trace>
  <inkml:trace contextRef="#ctx0" brushRef="#br0" timeOffset="50650">9094 3420 14908,'0'-19'3149,"0"6"-2700,0-4-449,0 11 360,6-2-270,2 6 270,13-1-270,-6 3 0,10 9-90,-15-7 180,4 20-180,-10-15 90,-1 19-90,-8-14 0,-2 5 0,-1 0 0,-4-4 0,-1 3 0,1-1 0,6-6 0,-9 9-90,14-12 180,-4 3-90,11-6 0,-5 1 0,17-2-90,-9-2-1549,10 1 1,1-1 1523,-2 0-226,3 0 0,-1 0 341,-7 0 0,13 5 0,-13 0 0,1 6 180,-7 4-91,-6-4 271,-13 16-180,-3-8-180,-6 3 360,4-8 0,1-3-180,0-2 134,-4 1 1,1-1-135,4-4 45,0 0 0,0 0-135,4-2 90,-10 0-180,15-2 3054,-4-6-3144,8-6 1020,10-5-1020,0 2 90,12 4 0,-10 7 0,6 8 0,-10 3 270,7 12-180,-9-5 135,1 2 0,1 0-855,9 8-449,-2 1-560,3-15 1,1-2-1639,1-6 2730,4-4 1,1-1 0,3 0 0,-8-1 0,1-1 0</inkml:trace>
  <inkml:trace contextRef="#ctx0" brushRef="#br0" timeOffset="54803">4080 2531 13649,'0'-7'1259,"0"1"-809,0 5 540,0 0-451,0-1-179,0 1 90,0-1 269,0 1 1440,0-1-1979,0 19 0,0-3-45,2 6 0,0 1-45,2 0-45,-1 0 0,0-1-45,0-3 0,-1 0 0,0 1 90,0-4-90,1 13 0,-2-18 449,0 6 991,-1-12-1170,1-4-270,-6-17 0,5 1-45,-4-4 0,-1 0 45,0 1-45,1-3 0,0 1 45,-3 3 0,4 0 0,0 2 0,-1 5-270,1-7-450,7 38 180,1-12-270,-1 11 1,0 3-180,1-5-650,1 1 1,-1 1-392,0 1-129,5 9 2159,3-6 0,-5-10 0,6 4 0</inkml:trace>
  <inkml:trace contextRef="#ctx0" brushRef="#br0" timeOffset="55316">4208 2429 17607,'13'-5'-90,"13"-10"-90,-5 7 0,1-1 45,-4 1 0,0-1-675,11-2 1,-2 1 180,-8 3-496,-2 2 1,-2 0 404,-4 2-2557,3 1 3039,-11 7 1,-8 1-1,-5 6 1</inkml:trace>
  <inkml:trace contextRef="#ctx0" brushRef="#br0" timeOffset="55500">4284 2478 11940,'-14'11'1619,"4"-3"-539,4-4-631,12-2-449,2-6 90,20-3-225,-5-6 0,2-1 0,-7 6 1,1 1-959,2-5 1,3-1 0,-4 2-1057,3-2 510,1-1 1,-2 1-990,-7 2 2628,5-7 0,-13 9 0,-1 0 0</inkml:trace>
  <inkml:trace contextRef="#ctx0" brushRef="#br0" timeOffset="55900">4485 2162 13919,'-26'-12'3276,"2"3"-2594,4 3 127,4 3-89,12 9 179,14 7-629,-2 0 135,7-1 0,1-1-225,-1-2-1,4 0 1,1 0-90,-1-4 45,3 0 0,0-1-135,-3-2 270,2-1 0,0 0 0,-6-1 629,12 0-539,-20-4 630,5 3-631,-9-3 631,2 0-451,-4 2 181,1-3-990,-10 14-90,3-2-1079,-6 11 0,-2 2-90,0 2 436,2-4 1,-2 4 0,1-2-547,4-5 1,-1 0 545,-3 8 1,-1 3 0,1-2 545,5-8 1,0 1 0,-3 9 0,1-1 0,1 3 0</inkml:trace>
  <inkml:trace contextRef="#ctx0" brushRef="#br0" timeOffset="62270">4740 1929 12840,'0'-9'629,"0"1"-179,0 3 0,0-1-180,0 1-90,0 1-91,0 0-89,0 0 0,0 1 0,0-1 0,0 0 90,7 0-90,-5 1 90,13-1 0,-9 1 0,7 0-90,-2 0 90,1 1 0,0 0-90,0 0 0,1 1 90,-1 1-90,-1 0 0,-1 0 90,-1 0-90,0 0 0,-2 7 90,-2-6 0,0 10 0,-2-10 90,-2 9 0,0-4-90,-1 4 0,0-1 0,0 1-90,-5 0 90,4 0-90,-9 0 89,9-1-89,-9 0 90,8 0-90,-9-1 90,9 0-90,-9 0 0,7 1 180,-2-1-90,15-6-90,-1-3 0,8-3 0,2-2 0,-1-3 0,6 4 0,1 0 0,-3-2-45,0 3 0,0 1 45,-6 1 0,11 0 0,-18 7 180,6 8-180,-10 0 180,-1 6 0,-2 1-180,-7-1 90,0 5 0,-3 1-45,-11-4 0,-1-3-137,6-1 0,-2 0 152,-6-1 0,-3 1 0,0-3-1017,3-3 1,1-2 1046,-5 3 0,0-1 0,6-4 0,3-2-1513,6-3 1423,-4 0 90,10-2-270,3-5 347,0 0-167,14-2 2043,-4 4-2088,10 5 1,1 3-226,2 5-807,9 1 0,1 0 357,-15-2 1,0-1-361,9 2 1,2 0 1079,-1 0 0,-1-1 0,-8-3 0,-1-1 0,8 4 0,0 0 0</inkml:trace>
  <inkml:trace contextRef="#ctx0" brushRef="#br0" timeOffset="63216">6945 3594 12210,'6'-20'989,"-2"4"1,1-1 539,1-13-1259,1 1 539,-2 7 91,-4 38-810,1-9 90,-2 15 0,0 4-90,0-4 44,0 4 1,0-1-45,0-4-45,2 3 0,1-1-45,-2-7 45,3 1 0,0-3-45,-3-6 540,4 2-540,-4-13 0,1-15-90,-2 0 90,3-7 0,0-1 0,-2 0-30,5 2 0,3-4 0,-1 4-100,-4 9 0,1 0 130,4-7 0,3-1 0,-1 4 0,1 2 0,0 4 0,0 3 0,-2 5 0,9 9 0,-11 6 0,8 17 0,-9-7 45,0 1 0,0 0-135,-1-1-135,0 2 0,1 0-45,-3-3-540,1 0 1,0 0 90,-1-4-91,1 7-2467,0-6 617,-1-6 2660,3 3 0,-2-10 0,2-1 0</inkml:trace>
  <inkml:trace contextRef="#ctx0" brushRef="#br0" timeOffset="63750">7439 3737 16797,'19'-15'0,"-5"2"0,10 7 0,-11 2 0,12 1 0,-14 2 0,5 0 0,-10 6 0,-10 2 0,5 5 0,-25 5 0,14-6-45,-7-2 0,1-1 45,3-1 0,-6 6 0,14-8 0,0 2 0,25-4 0,-8-1 0,8-1 0,1-1 0,-5 0 90,3 0 0,-1 0-90,-4 0 180,10 5 0,-16-4 360,2 16-270,-13-5-180,4 5-90,-25 3 0,15-12-45,-8 1 0,-2 0-135,4-3-450,-3 0 1,0 0-181,1 0-809,0-2 0,0 0 0,4-3 1619,-9-5 0,17-5 0,-3-7 0</inkml:trace>
  <inkml:trace contextRef="#ctx0" brushRef="#br0" timeOffset="64532">7501 3792 16348,'-7'0'2608,"2"1"-2068,4-5-360,1 0-180,11-7 90,-5 5 180,19-8-270,-12 8 90,8-2-1,-3 4 1,-4 1 0,13 1-90,-14 1 0,9 6 90,-15-3 180,2 14-90,-8-10-90,0 10 90,-13 3-90,9-6 90,-11 2 0,-2-1 0,8-1 44,-6-1 1,0-1-135,6-2 270,-5 3-270,9-9 450,1 0-360,13-2-180,-3 0 0,11-1-630,9-13 0,-9 10-719,5-10 0,-1-1 359,-2 6-649,2-6 1,0-2-32,-5 4 31,1-3 1,-1-2 1106,-3 1 0,-4 4 0,-1-1 0,0-4 1</inkml:trace>
  <inkml:trace contextRef="#ctx0" brushRef="#br0" timeOffset="64716">7765 3265 14009,'-13'-6'810,"-2"-1"-721,10 3-448,5 0-631,15 3 271,-1 1-856,3 3 1,-1 0 135,0-1 1439,13 7 0,-19-3 0,2 4 0</inkml:trace>
  <inkml:trace contextRef="#ctx0" brushRef="#br0" timeOffset="64866">7790 3440 12930,'-10'8'1259,"1"-1"450,4-4-1799,7-2-1619,11-10 540,3 6-470,5-10 1,1-2 1214,2 2 0,-4 0 0,-1-2 0,4-2 0</inkml:trace>
  <inkml:trace contextRef="#ctx0" brushRef="#br0" timeOffset="65302">8180 3077 14009,'-11'-15'2609,"5"5"-2160,2-9-359,10 11 180,7-8-180,-1 9 270,16-3-270,-14 6-90,8 1 90,-1 3-3367,3 6 2392,-4 1 1553,-3 10-668,-15-6 90,-5 11-90,2-12 0,-8 2 0,-2 0 0,3-1 0,-5 0 0,0 0-90,6-3 90,-6 11 0,12-13-90,11 6 90,-2-8 0,20 3 90,-15-4-180,17 5 90,-18-4-48,9 5 138,-14-5 180,0 6-270,-7-5 0,-13 3 0,-6 1-180,-2-1-750,-3 1 1,-6 1-1,2-2-14,8-2 0,-1 1 944,-2 1 0,-4 1 0,0 1 0,3-1 0,0 0 0,2-1 0,-2 2 0,1 0 0,-1 0 0</inkml:trace>
  <inkml:trace contextRef="#ctx0" brushRef="#br0" timeOffset="66135">9178 4539 14908,'0'-27'2249,"0"11"-1079,0-14-1081,0 20-89,0-2 180,5 10 0,0 6-180,1 6 180,1 17-180,-3-5 45,-1 7 0,-1 2 0,1-3 0,0-1-45,-1 0 0,-1 1 45,1 1 0,1-3-45,-1-11 90,1 10 90,-2-18 90,1 1-270,-1-14-90,1-6 90,0-5 0,1-11 90,1 6-90,2-8 224,-2 7 1,1 1-135,1-7 90,1-1 0,0 1-90,-1 7-90,2 3 0,-1 2 0,-1 7 0,10-1 0,-9 9-180,12 18-180,-10-6-584,2 10 0,0 1 134,-3 0-283,-2-2 1,1 5 0,-2-3-2185,0 7 2808,-1-6 1,1 3 0,-1-4 0,1 3 0,-1-7 0,-1 1 0</inkml:trace>
  <inkml:trace contextRef="#ctx0" brushRef="#br0" timeOffset="66550">9581 4800 14998,'0'-11'2159,"1"2"-1529,-1 5-270,6 3-360,2 0 90,11 6-90,-7-4 0,4 14 0,-13-10 0,1 15 0,-4-12 0,-6 9 0,-1-10 0,0 3-180,-3-1 180,6-3-180,-1 2 180,2-6 0,18 0-90,4-1 90,6-1 0,-4 0 0,0 0 0,-8 0 0,10 0 0,-15 0 90,1 4-90,-13 9 0,-2-2 0,-15 11 0,8-13-180,-2 1 0,1 0-270,1-2-1034,-3 1 0,0-1 405,4-2-2198,-12 3 257,17-8 3020,0-7 0,5 5 0,2-6 0</inkml:trace>
  <inkml:trace contextRef="#ctx0" brushRef="#br0" timeOffset="66735">9818 4450 14369,'-6'-10'1079,"5"-1"-2698,0 8-1259,23 0 1439,-5 2 1439,1 3 0,0 1 0,-6-2 0,6 3 0</inkml:trace>
  <inkml:trace contextRef="#ctx0" brushRef="#br0" timeOffset="66883">9846 4625 13559,'-10'8'1260,"1"-1"-541,2-5-1438,11-7-2430,18-15 1260,-1 4 1420,-5 2 1,3-1 0,-2 1 0,6-6 0,-4 4 0,0-1 0</inkml:trace>
  <inkml:trace contextRef="#ctx0" brushRef="#br0" timeOffset="67216">10234 4273 14009,'-16'-14'3276,"-2"1"-2954,9 3-322,0 2 270,14 4-180,-4 1 90,18-1-90,-10 3 0,12 1 89,2 5-89,-8-3 225,-1 7 0,-1 2-45,-3-1 134,-3 6 1,-2 2-135,-2-2 674,-9 7 1,-2 1-271,0-6 1,0-1-585,-4 1 0,0 1 180,3-2 0,2-2-90,0-6 270,17 4-450,0-10-180,11-4 0,2-1-360,6 0-553,-5-5 1,6-3 0,-4 1-547,-5 3 1,0 0 818,3-3 1,4-2 0,0-1 0,-3 1 409,0 1 0,-1 1 1,1-2-1,3 0 1,-4 1-1,-4 0 0,0 1 1</inkml:trace>
  <inkml:trace contextRef="#ctx0" brushRef="#br0" timeOffset="69516">10950 4843 15988,'-7'-1'989,"2"0"-719,4 1 0,0 0 0,1 3 90,-1-2-1,0 5-269,1-2 270,0 5-270,0-2 360,8 5-360,-5-7 539,18 8-179,-4-4-270,4 0 270,6-2-180,-15-6 89,16 0-269,-15-1 0,4-2 0,-1-1 0,-2 2-90,1-4 0,0-2 90,-4 1-90,3-4 0,0-2 0,-2-2 0,-1 0 0,0 1 0,-1 0-45,3-7 0,-3 0 45,-4 2 0,-1-3 0,-1-1 0,-2 2-45,0-5 0,-3 0 45,-6 2 0,4-3 0,-2 1 0,-11 3-45,5-5 0,0 0 45,-2 6 90,1-3 0,2 1 0,3 7 45,0 1 0,-1 1 45,2 3 180,-10-9-180,8 13 0,-11-7-180,10 9 90,-12-3-90,10 6 179,-16 0-179,14 1 90,-9 1 180,-3 13-180,7-3 0,0 1-90,2 0 0,1 1-992,-9 8 1,2 0 991,5-1 45,1 5 0,0 1-45,3 0 0,5-5 0,0 3 0,2-2 0,2-6 0,1 1-30,-1 9 0,1 5 0,2-5-105,3-9 0,3 0-585,-2 6 0,2 3 1,4-3-920,12-1 1,4-4-1,-9 0 1,3-1 1376,6-4 1,5-1 0,-4-4 0,-7-3 0,0-2 0,2 0-1,0 0 1,0 0 0</inkml:trace>
  <inkml:trace contextRef="#ctx0" brushRef="#br0" timeOffset="78298">1336 3124 10501,'5'-12'270,"0"2"-180,-4 5 0,0 2 719,0 1-449,-1 9-270,-9 15-90,3 1-783,0-5 0,-1 0 783,-2 11 45,1-3 0,-1 3-45,2-7 0,-1 2 0,-1 1 0,-1 5 0,-1-1 0,1-2 0,3-6 0,0-3 0,-1 4 0,-1 2 0,-2 4 0,0 1 0,0-1 0,2-5 0,-2 5 0,0-1-68,1-2 1,-2 5 0,1-2-1,1-3-22,2-4 1,1-1-331,-2 5 0,-1 3 0,2-4-389,-1 4 269,3-8 0,0-2 458,-3-1 0,2-9 0,-3 0 1</inkml:trace>
  <inkml:trace contextRef="#ctx0" brushRef="#br0" timeOffset="78502">857 3425 12660,'3'-27'494,"0"0"1,2-1-315,-3 9 0,3 5 360,17 28-450,-10 5-1183,2-3 1,4 4 0,-2-1 138,-3-4 1,0 1 975,3 2 1,4 4-1,0 0 1,-2-3 22,0 0 0,2 0-135,0-2 0,3 3 0,3 1 0,0-1 0,-1-1-730,2-2 1,0-1 0,0 0 0,0 0 447,-5-2 0,-1-1 0,1 1 0,-1 0 0,2-2 372,1 1 0,1-1 0,1 0 0,-3-2 0,-4-2 0,0-2 0,-2-1 0,9 3 0,0-1 0</inkml:trace>
  <inkml:trace contextRef="#ctx0" brushRef="#br0" timeOffset="78870">1297 3047 12300,'9'-17'899,"0"1"1,4-10-810,-3 3 270,-6 18 179,-10 36-1964,-4-5 1485,3-4 0,-1 2 0,0-1-546,-2-1 0,-1 1 522,2-2 0,-2 4 0,0 2 0,0 0 0,1-2-649,-1 2 1,0-2 0,0 1 0,-1 2 627,2-2 0,-1 1 0,-1 1 0,1 1 0,0-2 0,0-2-417,0 4 0,-1-3 1,2 0-1,-1 0 402,1-2 0,1 0 0,0 0 0,0 1-64,0 1 0,1 1 0,-1 1 0,1 0 1,1-1 63,0 1 0,1-1 0,0 0 0,0 1-18,0-3 0,0 1 0,-1 1 0,1-1 0,2-2-222,0 10 0,1-2 0,1-5-120,1 2-645,3-6 0,2-2-2272,2-12 2276,1-9 1001,-3-10 0,-4-15 0,0 3 0</inkml:trace>
  <inkml:trace contextRef="#ctx0" brushRef="#br0" timeOffset="79133">830 3270 12660,'-3'-16'1169,"-5"-4"-269,1 5-721,1 8 1,7 3 135,6 19 0,2 7-45,7 0-935,-6-3 1,2 4 0,-1 2 0,0-3 709,2 1 0,1 2-16,-2-5 1,4 3 0,1 2 0,1 1 0,-2-2 0,-1-4-30,1 1 0,-2-3 0,3 2 15,-1-2 0,2 3 0,2 1 0,-1-1 0,0-1 0,-2-4-793,0 1 1,-1-4-1,1 0 778,4 4 0,2 1 0,1 0-225,-2-3 0,1 1 1,1-1-1,-2-1-281,-3-1 0,-1-2 1,4 2-151,1 1 1,5 1-1,1 2 1,-1-2 0,-4-3-438,-3-2 1,-3-2 0,1 0 834,2 2 0,3 0 0,-1-1 0,-3-1 0,3-1 1,-2-1-1,0-1 0,0 0 0</inkml:trace>
  <inkml:trace contextRef="#ctx0" brushRef="#br0" timeOffset="87598">979 2458 12750,'-3'-12'1439,"-1"-1"-989,3 12 719,-2-7-539,1 5-630,-1-2 0,1 3 359,1 8-269,0 1 180,1 17-180,0-7 45,0 2 0,0 1-45,0-2 45,2 2 0,0-1-135,-1-4 0,5 14 90,-5-20 1619,1 7-1709,-8-23 0,5 1 0,-4-8 0,0-2 0,1-4 0,1-2 0,0 0 0,1 2-45,4-4 0,2-1-135,2 1 90,1-2 90,6 15 0,-9 10 90,13 13-90,-10-5-135,3 7 0,0 0-225,-1 0-719,5 5 0,1 2-496,-5-4 1,0-1 1124,1 1 1,0 0-1190,0 1 1,-1-3-572,-2-5 2210,4 5 0,-5-10 0,0-1 0</inkml:trace>
  <inkml:trace contextRef="#ctx0" brushRef="#br0" timeOffset="87950">1326 2519 14908,'-10'18'0,"-1"-1"90,9 5 0,4-2-90,-2-2 90,17-6-90,-10-10 90,21 0 0,-14-10 45,4 1 0,0-2 45,-3-8 225,2-2 0,-4-2-91,-11 5 1,-3 0-315,3-2 0,-4 2-45,-8 0 0,-3 4 45,-5 6-135,0 6 0,0 0-134,1 2-901,-2 10 1,1 2-90,3-2-380,0 12 1,2 3 998,5-6 0,2-2 0,2-1 0,3-2 0</inkml:trace>
  <inkml:trace contextRef="#ctx0" brushRef="#br0" timeOffset="88715">961 2840 14549,'-18'12'-90,"5"-4"90,-5 5 90,12-7 180,-1 8-181,6-7 631,26 12-495,-2-14 0,1-1-583,-1 2 1,2-1 387,3-3 0,4-4 0,-4-1-421,-8-1 1,0-3 390,3 1 0,4-2 0,0 0 0,-4-1 0,1-2 0,-1-2 22,1 0 1,4-3-1,0 0 1,-4 2-498,-2-1 0,-1-1 475,0-2 0,2-4 0,0 0 0,-4 3 0,-2 0 0,-3-1-23,0-1 1,1-4-1,-1-1 1,-2 4 22,-3 0 0,-2 0 0,1 1 0,-1-3 0,-2 0 30,-2-2 0,-2-1 0,0 2 14,1 0 1,-2-2 90,-3-1 0,-2-4 0,-1-1 0,0 6-90,1 0 0,-3 1 67,-4 1 1,-2-3-1,-2 0 1,1 5-68,1 3 0,-2 3 22,-3 1 1,-4-1-1,-1 2 1,3 2-23,-2 3 0,-1 3 0,-3 1 0,-6 1 0,0 0 0,4 2-650,-1 0 0,0 2 623,5 3 0,-5 2 0,-1 0 0,1 0 0,5 1 12,3-2 0,3 1 0,-2 2-30,-4 3 0,-3 2 0,-1 2 0,1 0 0,5-2 0,3 0 0,4-2 0,-2 4 30,-1 2 0,-3 3 0,-2 2 0,2 1 0,0-1 0,5-3-30,0 1 0,3-2 0,-1 2 30,0 1 0,-2 4 0,0 1 0,0 0 0,1-1 0,4-3-30,-2 5 0,2 0 22,1 1 1,0 5-1,1-1 1,2-3 22,2-3 0,3 1-23,2 0 1,1 4-1,1 1 1,1-6-23,1 0 0,3-1 44,2 0 1,3 3 0,1 0 0,-1-5-45,1-1 0,2-3 90,7 1 0,4 2 0,2-1 0,-3-4-45,-2-3 0,2-3-27,-1-2 0,4 0 0,1 0 0,0-1 0,-5-2 27,5-1 0,0-2-27,-3-3 0,3-1 0,3-1 0,-2 0 0,-4 0-18,-3 1 0,-2-1 0,2-1 18,5-3 0,4-3 0,1-1 0,-1 1 0,-4 0-18,-5 2 0,-3 1 0,2-3 18,3-2 0,3-3 0,1-1 0,-1 0 0,-5 2-18,3-3 0,-2-3-18,-4 2 0,3-3 0,0-3 0,-1-1 0,-3 1 18,-2-2 0,-3 0 0,-2-1 0,0-3-320,-2 3 1,0-1 0,-1-2 0,0-1 0,-1 2 0,-1 1 341,1-3 1,0 2-1,-3 0 1,-3-1 31,-4 1 0,-4-2 0,-1 0 0,-1 3 0,0 5-59,-2-1 1,-4 3 49,-3 0 0,-5-1 0,0 1 0,2 4-70,-2 4 0,-3 2 7,4 4 0,-5-1 0,-2 1 0,1 1 0,3 1 21,3 2 0,1 2 0,-2 0-3,-4 1 0,-6 1 0,0 0 0,0 1 0,6 0-30,3 1 0,4 1 0,-3 2-30,0 1 0,-3 3 0,-2 2 0,0 0 0,2 0 0,5-1-60,0 1 0,4 0 0,-1 4-300,-1 0 0,-1 4 1,-2 2-1,1 0 0,2 0 1,3-3-61,3 1 0,2-2 1,0 4-177,-1 4 1,-1 5-1,0 1 1,1 0 0,2-5 327,3-3 0,2-3 0,0 2 1,-1 3-1,0 2 0,1 0 1,1-3-1,2 3 0,1 0 1</inkml:trace>
  <inkml:trace contextRef="#ctx0" brushRef="#br0" timeOffset="95548">1540 2287 10681,'-12'0'1619,"1"0"-1439,6 0 629,2 0-809,15-5 0,2 0 0,9-4 0,3 0 0,-11 4 0,1 0-853,7-3 0,3 0 0,-3 1 853,-7 2 0,0 0-120,8-1 0,4-1 0,-4 1-60,-8 2 0,-1 0-570,6 0 1,2-1-1,-4 2-419,3-2 1169,-4 2 0,-2 0 0,-8 2 0,0 0 0</inkml:trace>
  <inkml:trace contextRef="#ctx0" brushRef="#br0" timeOffset="95766">1587 2329 10951,'-8'3'719,"28"-11"-764,0 0 0,3-2 45,-1 2 0,2-1-1093,1 0 1,3-1 0,-3 2-547,-9 3 1,1 0 545,6-2 1,4-1 0,-5 0-216,6-2 1308,-8 3 0,-2-1 0,-5-1 0,-2 0 0</inkml:trace>
  <inkml:trace contextRef="#ctx0" brushRef="#br0" timeOffset="96049">1828 1986 10591,'-8'-6'630,"1"2"-1,5 3-89,14 0-450,-5 6 270,23 1-270,-15 6 44,3-4 1,1 1-45,-2 3 90,4-1 0,2 1-90,4 2-1092,-11-5 0,-1-1 1002,4 3 0,-9-3 0,-4-2 0,0 2 90,-3 5 0,-2-3-495,-7 6 1,-3 0-496,-1 3-193,-3-3 1,-4 3 0,2-1 623,2-5 1,1 0 0,-9 9 0,0-1 0,8-10 0,0 0 0</inkml:trace>
  <inkml:trace contextRef="#ctx0" brushRef="#br0" timeOffset="97548">1777 2542 11940,'0'-8'540,"0"1"-360,0 4-90,0 1 180,0 1 359,0 5-179,5 20-360,-4-9 45,8 6 0,0 0-45,-2-7-636,10 10 546,-9-14 90,0 0-90,-1 0 0,7 6 0,-5-6 90,10 6-180,-11-11-629,10 2 269,-9-6-1709,12-7 1260,-11 4-740,5-12 1,0-3 1483,-3 5 1,-1-3 0,0-1 0,-3 3 0</inkml:trace>
  <inkml:trace contextRef="#ctx0" brushRef="#br0" timeOffset="97682">2070 2535 11850,'-11'-5'900,"5"0"-720,-8 0-180,12 3-990,-10-3-2287,18 3 3151,6 0 1,4 2 0,5 0 0</inkml:trace>
  <inkml:trace contextRef="#ctx0" brushRef="#br0" timeOffset="97848">2108 2673 12390,'-11'2'-630,"3"-7"270,11-2-269,9-1-181,2-4-764,4 4 0,2 0 1574,2-7 0,-3 5 0,-1 0 0,2-2 0</inkml:trace>
  <inkml:trace contextRef="#ctx0" brushRef="#br0" timeOffset="98132">2341 2476 11580,'-12'0'450,"-1"-1"-450,3 6 0,1 0 90,5 4 180,1 4-180,3-6 0,13 5 0,-5-8-45,8-1 0,1 0-45,-1-1 90,3 0 0,1-2 90,-2-5 179,0 2 1,-3-1-180,-5-9 630,-10-13-721,-14 10 1,-5 2-135,6 0 0,-2 1 0,-12-2 1,0 5-1869,6 5 1733,-9-1-923,15 13 474,5-5-1010,2 11 1,1 3-572,1-4 2210,2 7 0,1 2 0,2-2 0,1 7 0</inkml:trace>
  <inkml:trace contextRef="#ctx0" brushRef="#br0" timeOffset="98398">1908 2951 14279,'-24'13'90,"-2"-3"90,17-7-180,5-1 0,10-2 45,13-6 0,3-1-135,7-2-730,-8 2 1,4-2 0,0 0 0,-3 1 192,3-1 0,0 0 339,-3 0 0,4-1 0,1-1 0,-1 1 0,-4 0-27,7-2 1,-2-1 89,-6 4 0,1-1 0,1-1 0,-1 0-595,0 0 1,0 0 0,-1 0 0,-1 0 209,6-3 0,0 1 610,-1-1 0,3-2 0,-5 3 0,-6 3 0,-2 1 0,-1-1 0,0 1 0</inkml:trace>
  <inkml:trace contextRef="#ctx0" brushRef="#br0" timeOffset="98633">1972 2988 14279,'-14'12'764,"0"0"1,-5 4-315,25-9-450,6-14 45,15-1 0,6-1-45,-10-1 0,2-1 0,0-1 0,0 1-706,1 0 1,1 1 0,2-1 480,-5 1 0,3-1 0,1 0 0,0-1 1,-2 2-1,-4 1-225,5-1 1,-1 0-371,0 0 1,3 0 0,0-1 0,-6 3 555,-6 1 1,-2 2-1,3-1 1,-2 0 0,-4 0-1</inkml:trace>
  <inkml:trace contextRef="#ctx0" brushRef="#br0" timeOffset="100634">1483 6659 7713,'17'21'90,"0"-3"-90,1-1-1782,1-2 1692,0-3-90,1-2 0,1-2-90,1-2 1,0-3-181,3-1-770,0-1 950,1-1 270,2-9 0,0 7 0,2-7 0</inkml:trace>
  <inkml:trace contextRef="#ctx0" brushRef="#br0" timeOffset="109371">2598 1949 12210,'0'-9'270,"0"2"-90,0 3 90,0 2-90,-5 1-180,4 4 89,-6-1 1,6 6-90,-4-2 90,3 2-90,-1 2 90,1-3 0,1 1 0,0 1 0,1-2 90,0 1 0,0 0-90,0-2 90,5 1-90,-4 1 0,9-2 0,-4 3-90,5-5 90,7 0-900,4-9 270,-1 4-1034,-5-8 0,-1-3-1703,7-8 2981,-11 8 1,1-1 159,3-10 0,-11 12 1,0 0-1</inkml:trace>
  <inkml:trace contextRef="#ctx0" brushRef="#br0" timeOffset="109541">2765 1864 11041,'-10'-4'809,"1"0"-359,4 3-90,0 5-180,-2-3 0,-1 15-90,5-10-1,-4 21 1,5-13-90,0 9 45,4-7 0,2 1-1684,2 9 1,2 1 186,-3-4 1,2 0 1451,0 0 0,2 1 0,-1-3 0,2 1 0,-3-5 0,1-1 0</inkml:trace>
  <inkml:trace contextRef="#ctx0" brushRef="#br0" timeOffset="110044">2577 1713 11131,'-26'-2'719,"5"3"1,0 2-675,3 1 0,0 1-1138,-3 3 1,-2 1 0,4 1 749,6 1 0,1 1 388,-7 3 0,0 2-364,5 1 0,3 1 364,2-5 0,0 3 15,-1 8 0,1 5 0,0-3-15,3-4 0,1 2-9,3-1 0,0 5 0,0 1 0,1-1 0,1-5 9,1 5 0,3-2 0,0 0 0,1 3 0,1-1 0,0-5 0,2-5 0,3-2 15,8 5 0,5 3 0,-2-4-60,-5-7 0,1 0 44,2-1 1,6 1 0,-1-1 0,-4-2 0,-2-4 0,0-2-15,9 1 0,3-1 0,-4-2-30,-8-5 0,-1-2 0,8-1 0,3-3 0,-5 0 0,-7-1 0,-2-4-23,1-2 1,3-5 0,0-1-1,-4 3-22,-3-1 0,-1-2 45,-3 0 0,2-4 0,-1-2 0,0 0 0,-3 4 0,0-6 0,-3-1 18,-2 4 0,0-4 0,0-3 0,-1 3 0,1 3 12,0 5 0,-1 2 0,-2-2 78,-2-2 0,-2-3 0,-2-1 0,0 2 0,1 4-63,0-1 0,-4 2-23,-2 2 1,-5-1-1,-1 2 1,2 3-23,1 4 0,-1 3 0,-10-2 0,-5 2 0,4 3 0,7 6 0,-1 2 0,-2 1 0,-4 1 0,0 2 0,4 0-90,0 3 0,1 2-30,-1 0 0,-2 0 0,2 1-390,7 1 1,0 1-1,2-1-685,-3 4 1,1 1 504,3-2 1,0 1-1,1 1 690,2 3 0,1 1 0,1 2 0,1-3 0,0-1 0,1-2 0,0 2 0,0 4 0,-1-1 0,1 1 0,0 0 0</inkml:trace>
  <inkml:trace contextRef="#ctx0" brushRef="#br0" timeOffset="113512">3450 8201 10051,'5'-8'900,"-1"1"-540,-2 3-91,-2 1 1,1 0-90,-1 0 90,0 1-90,1-1-90,-1 1 90,0 1 1439,0 0-1619,0 4 0,-3-1 0,2 2 0,-5-2 0,5-2 0,-3 2 0,3-2 0,-2 1 0,2-1 0,-1 0 0,1 1 0,0 0 0,0 0 0,1 1 0,0-1 180,-3 1-180,3-7 0,-4 0 90,4-3 0,-3 1 0,3 2-1,-4 2 1,4 18-90,-4 14 0,3 2 0,-7-5 0,0 0-90,3-4-193,-1-4 1,-2 0-347,-1 10 89,3-7-1079,-1 2 0,0 0-1658,0 4 3036,3-11 0,0-1 0,1-3 0,1-10 0</inkml:trace>
  <inkml:trace contextRef="#ctx0" brushRef="#br0" timeOffset="113748">3285 8219 11760,'0'-11'1080,"-5"-2"-721,3 8-269,5-1 0,6 5-90,16 6 0,-8 2 0,0-3 0,0 2 0,1 6-90,7-5 0,1-1-269,-3 3-367,0-3 1,-1 0-1074,1-2 138,-3 1 401,-3-3 1224,-5-1 0,-2-1 1,1 0-1</inkml:trace>
  <inkml:trace contextRef="#ctx0" brushRef="#br0" timeOffset="114226">3488 7873 10591,'-4'-13'1529,"-3"-6"-1529,5 10 90,-2-2 180,3 8-90,6 2 90,-3 6 179,7 3-404,-5 7 0,-1 2-45,7 1 0,-3 4 0,0-2 90,0-6-90,7 13 90,-7-18-90,13 6 0,-9-12 0,7 1-539,8-12 89,-10-3-270,3-2 1,-2-1 89,-4-6-90,-2 1 1,-2 1 539,-5 1 225,-4-1 0,-3-1 225,-5 4 224,-1-2 1,-2 0-45,-4 3 179,2 1 1,0 1-450,6 5 180,-13-3-180,19 26-180,-6-6 45,8 9 0,3 5-180,1 1 0,1-1-45,-1-3 0,1 1-913,3 3 1,3 2 0,-2-4 436,5 3 1,-2-4-1,1 0 1,-1-6 0</inkml:trace>
  <inkml:trace contextRef="#ctx0" brushRef="#br0" timeOffset="114894">3389 8572 12300,'22'-4'0,"-2"-4"90,2-2-90,-5-3 45,5-3 0,1-1-713,-11 7 0,1 0 638,8-8 0,3-4 0,-2 2 30,-6 6 0,0-2-68,3-4 1,4-4 0,-1-1-1,-3 1-22,-3 1 0,-3 0 0,1 0-730,-1 3 1,1 0 0,0-1 0,-3 2 702,-2-2 0,-2 1 0,-2 0 87,-2-2 0,-2 0 0,-1 1 280,-1 1 1,-2-1-206,0 0 0,-2-4 0,0-1 0,0 5 0,-4 2 0,-1 1 105,-5-6 0,-3-3 0,1 5-60,5 9 0,-3 2 30,-6-1 0,-3 0 0,2 3-30,6 4 0,0 3-1,-8 3 1,-3 3 0,4 1-45,6-1 0,1 4 45,-4 6 0,-4 5 0,0 2 0,4-3-465,2 2 1,1 1 410,1 0 0,-2 4 0,-1 2 0,1-2 0,3-2-36,0 4 0,0 0 36,4-3 0,-1 3 0,-1 2 0,1-2 0,3-3-36,-2 6 0,2 0 18,3-6 0,0 4 0,0 1 0,1-1 0,1-4-18,0 5 0,3-1 0,2 0 0,3 3 0,0 1 0,1-6 0,-1-3 0,3-2 0,6 6 0,4 1 0,0-5 0,-5-10 0,1-3 0,7 6 0,3-3-45,3-11 0,3-8-528,-2-5 1,2-5 0,-1 0 572,-4 6 0,0-1 0,1-3-18,-3-3 0,3-5 0,-1-1 0,-1 0 0,-4 4 337,-3 1 1,-3 2 0,1-3-320,2-3 0,2-4 0,0-2 0,-1 1 0,-2 4 0,-4 4 0,-2 2 0,0-4-18,1-5 0,0-5 0,-1-2 0,-2 1 0,-3 5-295,-4-2 1,-4-1 334,2 1 1,-2-4-1,-1 1 1,-2 5-23,-7 4 0,-3 3 22,1 2 0,-3-2 1,-1 1-1,3 4-22,-5-1 0,1 2 0,-1 0 0,-1 0 0,-1 5-30,0 9 0,0 3 1,2 2 29,1-1 0,-1 4-158,-1 4 1,-3 5-1,0 2 1,5-2-113,0 3 0,2 3-288,3-3 0,-2 4 1,0 3-1,1-2 1,3-3 77,2-2 0,2-3 1,0 4 479,0 2 0,-2 4 0,1 2 0,1-2 0,3-4 0,0 5 0,2-1 0,1 1 0,0-1 0,0 1 0</inkml:trace>
  <inkml:trace contextRef="#ctx0" brushRef="#br0" timeOffset="115211">3975 8552 12660,'-8'-8'-495,"-5"2"0,12 4 1,-5 1-1</inkml:trace>
  <inkml:trace contextRef="#ctx0" brushRef="#br0" timeOffset="116761">4191 8561 11670,'-7'-6'-180,"2"1"-89,5 3-361,-4 1-1349,3 0 810,-3 0 1169,4-2 0,0 1 0,0-1 0</inkml:trace>
  <inkml:trace contextRef="#ctx0" brushRef="#br0" timeOffset="118714">7775 8053 10681,'-1'-16'1259,"-1"0"-629,1-2-1071,-1 2 891,0-1-90,0 2-1,0 0 200,1 3-380,0 1 260,0 2-349,0 2-90,1 2 90,0 1 771,0 2-771,0 9 22,0-1-67,2 9 0,1 2 45,-1 3-416,2 2 0,1 2 326,-5-6 0,0 0 0,2 9 0,0 1-45,-2-10 0,0 1-315,0 9 0,0-2-90,0-5-1189,-1 1 1,2-1 1580,4-5 0,2 3 1,4-13-1</inkml:trace>
  <inkml:trace contextRef="#ctx0" brushRef="#br0" timeOffset="118962">7894 7984 11041,'-13'-1'1439,"-6"5"-1259,7 6-90,-2 5 0,1 4-90,4 2 0,2 2 45,-3 3 0,2-1-45,2-5 0,3-2 45,4-1 0,4-3-135,4-4-540,16 4 0,-8-13-629,2-2 0,0-3 539,0-5 720,9-6 0,-1-1 0,-3-2 0,-3 3 0,0 1 0</inkml:trace>
  <inkml:trace contextRef="#ctx0" brushRef="#br0" timeOffset="119112">8089 8037 11041,'-11'0'-3277,"22"-3"1966,-3 2 1311,18-3 0,-14 2 0,0-1 0</inkml:trace>
  <inkml:trace contextRef="#ctx0" brushRef="#br0" timeOffset="119263">8220 8116 10861,'-11'3'270,"-2"-1"-1889,10-2-720,15-10 1709,-4 4 630,7-5 0,1 0 0,0-1 0,6-6 0</inkml:trace>
  <inkml:trace contextRef="#ctx0" brushRef="#br0" timeOffset="119728">8487 7760 11580,'-5'-15'2519,"-1"5"-2159,1 3-180,-2 10-90,3 24-1,2-11 1,1 1-90,-2 1 0,2 1-1639,3 7 1,1-2 844,-2-4 1223,4 2 1,3 1-430,0 3 180,5 0 0,-6-9 270,-3-10-450,-4-14-90,1-4 90,-1-6 0,0-5 0,0-4 0,0-1 1528,2 3 0,1 0-1528,-2 2 0,1-1 0,1 5-852,9-4 852,-6-7-346,5 16 346,-6 5 0,3 0 0,-1 6 292,1 0-292,-2 7 90,6 9-180,-5 0-450,2 7 1,1 2-1,-3-2-585,2 9 1,0 0 135,-3-7-650,2 2 1,0 1 1447,-1-7 1,-1-3-1,0-2 1,0 0-1</inkml:trace>
  <inkml:trace contextRef="#ctx0" brushRef="#br0" timeOffset="120082">8945 7829 13469,'0'-14'2159,"0"-3"-2069,0 11 180,0-3 270,0 20-361,0 19 1,0-2-1245,1 2 1,-2 1 1154,-5-4 120,4-5 0,1 5 0,-1-2-633,-2-3 1,1-1 422,0 5 0,1 0 90,2 3 360,6-9 90,9-5-540,0-2 44,3-11 1,2-5-45,0-8-636,-3 2 1,4-2-1,-3 1 501,-4-1 0,0-1-958,9-5 1,4-2 0,-4 3-283,-8 5 1,-1 1 281,4-4 1,2-1 0,-4 2 883,-1-1 0,1-3 0,-8 7 0</inkml:trace>
  <inkml:trace contextRef="#ctx0" brushRef="#br0" timeOffset="127884">9911 7753 8702,'1'-10'989,"0"1"-539,0 2-90,0 2-90,-1-1-90,0 0 90,0 1-180,0 0 89,0 0 1,0 0 0,0 1 0,0 1 0,0-1 0,0 1 1529,0 1-1709,-4-4 0,0 0 0,-4-1 0,2-1 0,1 6 90,1-4-90,1 4 90,0-1-90,1 1 0,0 0 0,1 1 90,-1-1 0,0 0-90,0 1 90,0-1 0,1 1-90,0 6 0,1 1 90,4 11-90,-3-4 90,7 15-90,-3-14 0,-1 9 89,6 4-89,-7-10 0,1 3 0,1 0 0,-3-4 0,0 1 0,0-1 0,-1-5 0,1 6 0,-1-8 0,-1-2 90,2 0 450,-2-4-540,1-14 0,-6 2-45,2-8 0,0-3 45,-3 1 0,-2-7 0,2-1-319,4 1 319,-6-5 0,1 1 0,5 3-45,-1-1 0,0 1 45,3 6 0,6 2 0,1 0 0,-4 7 0,16 1 0,2 3 0,-7 4 45,10 3 0,1 4-45,-8 9 45,1 1 0,-2 3-45,-4 7 45,-3 0 0,-1 1-135,-3-1-450,-2 5 0,0 0 1,-1-3-1036,-1 4 1,1-1-45,-1-4 1619,2 0 0,0-2 0,2-7 0,3 6 0</inkml:trace>
  <inkml:trace contextRef="#ctx0" brushRef="#br0" timeOffset="128267">10249 7720 10411,'0'-10'2159,"0"1"-1709,0 11-360,4 7 179,-3 15-269,3-4 90,-4-1 0,0-1 0,0-1 0,1 2 0,0 1-90,0-5 45,2 3 0,1-1-45,-1-5 90,6 11-90,-3-17 0,8 1 0,-6-6 0,14-6 0,-10-4-90,8-3-360,-2-5 91,-4 6-586,0 0 1,0 0-136,-1 0 1080,1-2 0,-2 1 0,-4 2 0,4-5 0</inkml:trace>
  <inkml:trace contextRef="#ctx0" brushRef="#br0" timeOffset="128466">10471 7702 10771,'-16'-8'1439,"5"2"-1259,0-4-270,8 6-630,7-4 271,-2 6-2160,26-1 1440,-18 2 1169,19 0 0,-18 1 0,2 0 0</inkml:trace>
  <inkml:trace contextRef="#ctx0" brushRef="#br0" timeOffset="128618">10506 7795 10771,'-12'3'1619,"1"-1"-2249,7-11 181,8 0-2430,12-13 1710,2 10 1169,-5 2 0,0 1 0,2 1 0,4-3 0</inkml:trace>
  <inkml:trace contextRef="#ctx0" brushRef="#br0" timeOffset="129049">10785 7616 10681,'-7'-4'1979,"-9"-3"-1799,13 2 0,-10-5-180,12 5 0,4-3 0,-1 5 0,20-4 0,-14 5 0,21-1 0,-17 3 90,5-1-90,-5 6 0,-5-3 0,2 12 0,-7-8 89,-8 14-89,-1-11 0,-6 13 0,0-14 0,1 10 0,2-11 0,6 5 0,1-8 90,10 2-90,2-5 0,15 0 0,-7-1 0,1-2 0,1 0 0,-2 1 0,4-1 0,-1 0 0,-4 2 90,13 6 0,-20 0 0,-5 18-90,-14-9 0,-3 4 0,-3 0-90,-7-1-1003,7-4 1,-4 1 0,3-2 634,4-3 1,0-2-636,-7 3 1,-3 0 0,2-1-2160,-9-2 3252,7-2 0,0-2 0,0-3 0,0-1 0</inkml:trace>
  <inkml:trace contextRef="#ctx0" brushRef="#br0" timeOffset="129633">10371 6957 10231,'-22'-9'509,"0"0"1,4 3 0,-2 1-218,-5 0 1,-6 1-1,-2 1 1,2 2-1113,3 4 1,1 3 0,-1 1 0,0-2 486,3-3 0,0 0 0,-1-1 1,0 2-1,0 3 393,2 2 0,-2 4 0,1 1 0,0 0 0,2 1 0,3-3-60,-1 2 0,2 0 0,-1 2 44,0 2 1,-3 3 0,-1 2 0,1 0 0,1 0 0,3-3-66,-1 2 0,4-2 0,-2 4 59,4-3 1,-1 2-1,-2 2 1,1 2-1,0-2 1,1 0-1,3-4-8,-2 6 0,3-3 0,-1 5 15,5-4 0,-1 3 0,-1 4 0,1 1 0,1 1 0,0-2 0,1-2 0,1-3-304,0 2 1,2-4 0,0 0-1,2 4 309,1-3 0,0 4 0,1 2 0,1 2 0,0 0 0,1 0 0,-1-2 0,1-3 0,1-3-28,0 4 1,0-5-1,2-1 1,3 4 10,0-3 1,1 3 0,3 2 0,0 1 0,1 0-1,0-2 1,-1-2 0,-1-3-34,2 1 0,-1-3 0,1-2 0,3 3 22,-1-3 1,3 1-1,1 2 1,2 1-1,0-1 1,0-1-1,-2-2 1,-2-3-1,3 0 1,-2-2-1,0-2 1,4 1-23,1-1 0,4 2 0,2 0 0,1-1 0,0-1 0,-2-1 0,-4-2 0,6 0 0,-3-3 0,4-1-34,-7-3 0,3 0 0,2-1 1,2 0-1,-1-1 0,-1 0 1,-2-1-1,-4 0 4,8-1 0,-5-2 0,4-2 17,-6-1 0,5-1 0,1-2 0,1-1 1,-1 0-1,-3 0 0,-5 1-17,3-4 0,-5 0 0,2-3 17,-3 2 0,2-4 0,2-1 0,0-1 1,0 0-1,-3 1 0,-2 2-10,0 0 1,-4 1 0,0 0-1,3-3 11,-2 1 1,2-2 0,1-3 0,1 0 0,0-1 0,-1 1-1,-2 1 1,-1 3 11,1-2 0,-3 2 0,0 1 0,3-4 11,-3 1 0,3-2 1,0-2-1,1-1 0,0-1 1,0 2-1,-3 2 0,-1 2-34,1-1 1,-3 3 0,0-1-1,1-2 10,0 0 0,1-4 0,2-2 1,-1 0-1,0 1 0,-2 2 0,-3 3 13,2-3 0,-2 4 0,-2-4 0,-2 1 0,0-4 0,-1-3 0,-1 1 0,-1 2 0,-2 4 0,-1 2 0,-2 3 0,-2-3 0,-3 0 0,-1-4 0,-2-1 0,-1-1 0,0 4 0,0 3 0,-1 1 0,-2 3 0,-2-1 0,-1 1 0,-4-3 0,-2-1 0,-1 1 0,1 2 0,3 3 0,-4-1 0,2 3 0,-4 1-13,2 3 0,-3 0 0,-3 0 1,-2-1-1,1 2 0,2 1 0,3 1 13,0 2 0,3 0 0,-1 3 0,-4 0 10,4 2 0,-3 1 0,-2 1 0,-2 0 0,-1 1 0,1 0 0,1 1 0,3 0 0,2 0-9,-7 1 1,4 1 0,1 2 0,-5 2-2,9-1 0,-3 1 0,-1 1 0,-2 2 0,0 0 0,0 0 0,0 1 0,2-1 0,2 0 0,3-1 0,-3 2 0,3-2 0,1 1 0,0 1 0,-3 4 8,4-3 0,-2 3 0,-1 1 1,-2 2-1,0 1 0,0 0 0,1 1 1,0-1-1,2-2 0,1 0 0,4-3-44,-4 4 0,4-3 0,1 0 0,1 1 1,-3 4-91,4-4 0,-3 4 0,0 1 0,0 2 0,-1 1 0,1-1 0,1 0 0,1-1 0,2-3 0,3-2-174,-3 11 0,4-3 1,2 3-248,3-4 1,-1 5 0,2 2 0,1-1 0,1-2 0,2-5-422,2-1 1,3-3 0,0 1 967,2 2 0,0 2 0,2-1 0,0-3 0,5-1 0,1-3 0,1 1 0,-1 0 0</inkml:trace>
  <inkml:trace contextRef="#ctx0" brushRef="#br0" timeOffset="134052">11655 7913 8522,'0'-8'0,"0"1"0,0 5 0,0-1 0,0 0 0,4 1-90,-3 0 90,3 0-180,-4 1 0,0 0-89,2 1-1171,-1-1 1440,2 0 0,-3 0 0</inkml:trace>
  <inkml:trace contextRef="#ctx0" brushRef="#br0" timeOffset="134284">11670 7707 9332,'-12'-11'-2069,"-4"-3"2069,5 5 0,-3 0 0,8 3 0</inkml:trace>
  <inkml:trace contextRef="#ctx0" brushRef="#br0" timeOffset="142553">11055 6879 11311,'21'1'0</inkml:trace>
  <inkml:trace contextRef="#ctx0" brushRef="#br0" timeOffset="143938">11898 6912 7353,'-5'-7'0,"0"2"0</inkml:trace>
  <inkml:trace contextRef="#ctx0" brushRef="#br0" timeOffset="144653">11744 6733 8792,'0'0'0</inkml:trace>
  <inkml:trace contextRef="#ctx0" brushRef="#br0" timeOffset="145187">11916 6854 10411,'-10'0'60,"4"0"0,2 0 0</inkml:trace>
  <inkml:trace contextRef="#ctx0" brushRef="#br0" timeOffset="147852">12147 6985 10321,'-4'-11'0</inkml:trace>
  <inkml:trace contextRef="#ctx0" brushRef="#br0" timeOffset="150454">13924 5632 8972,'3'-12'809,"4"1"-449,-4 2 0,4 0-90,-1 0 90,0 0-1,0 0 1,0 2 0,1-1-90,-2 2-90,1 0 359,2 0-359,-4 2 450,3-1-450,-6 10 0,0 11-180,-6-2 90,2 3 0,0-1-90,-3-2 90,2 2 0,1-1 89,2-2-89,-3 5 0,3-7 0,0-2 90,1 6-180,0-8 360,4 3 270,-3-7-630,7-9 0,-7-2 0,9-14 0,-7 6-45,4-2 0,-1 1 45,1-1-45,2-4 0,0-1 45,1 2 0,3-6 0,3 0 0,-4 12 0,-1 2 0,1-4 0,0 2 0,12 2 0,-16 18 0,10 10 0,-10 0 45,1 2 0,-1 0-45,-1 1 0,-1 2 0,-1 0-180,-2-2-1459,0 4 1,-1 0-1639,-1-5 2794,-1 0 0,1-1 0,-1-4 0,0 3 0</inkml:trace>
  <inkml:trace contextRef="#ctx0" brushRef="#br0" timeOffset="151204">14360 5752 10321,'0'-14'1799,"0"0"-540,0 3-1169,0 4 900,0 1-451,0 21-449,0 3 45,-2 0 0,-1 0-45,2 6-45,-3-7 0,0-1 45,3-1-90,-2 1 0,0 0 90,3-3 0,-3 14-90,3-16 0,0 3 0,5-4 90,-3-5-90,6 5 0,-3-9-360,14 2 90,-6-3-360,6-5 1,-1 0 89,1 2-1034,2-7 0,1-1-45,-5 5 1619,-1-3 0,-1-1 0,-2 1 0,4-4 0</inkml:trace>
  <inkml:trace contextRef="#ctx0" brushRef="#br0" timeOffset="151419">14596 5759 11400,'-6'-8'360,"2"0"-360,4 5 0,6 1-449,8 0-91,1 2-360,4-1-1618,-2 6 1528,-4-3 990,3 3 0,-7-5 0,-1 0 0</inkml:trace>
  <inkml:trace contextRef="#ctx0" brushRef="#br0" timeOffset="151589">14621 5844 10321,'16'-5'-656,"-1"0"1,10 0-1,-4-1 1,-5 3 0</inkml:trace>
  <inkml:trace contextRef="#ctx0" brushRef="#br0" timeOffset="152504">14919 5672 13739,'15'-5'180,"0"2"-90,2 3-90,-7 0 0,3 0 0,-5 4 180,-2 1-180,0 3 90,-3 1-90,-3-2 0,-6 6 0,1-6 0,-7 7 0,2-8 0,-4 7 0,4-6 0,2 0 0,5-2 90,3-3-90,0 0 0,7 1 0,1-2 0,11 4 0,-6-3 0,10 2 0,-12-2-90,9 4 90,-13-4 0,4 2 90,-7-1-90,-2-1 90,0 5 0,-2-3 0,-14 11-90,7-8 0,-8 2 0,-1-2 0,2-2-180,-8 2-2069,-7-4 2249,12-2 0,0 0 0,0 0 0,-1 0 0,1-1 0,0 0 0</inkml:trace>
  <inkml:trace contextRef="#ctx0" brushRef="#br0" timeOffset="153302">13364 6325 12120,'10'-14'1979,"0"-3"-1529,-4 9 269,3-6-719,-5 9 1080,1-2-721,-4 12-359,-1 2 180,-5 14-90,4-6-45,-6 2 0,-1 0-45,6 0 0,-11 9 180,9-3-180,-3-7 90,2 13-90,2-17 0,1 10 0,1-15 720,1 5-720,5-29 0,-3 9 0,5-13 0,1-3 0,-3 4-45,5-5 0,1 0 45,-2 4 0,1-2 0,2 2-90,-2 5 90,0 2 0,1 2 0,-1 6 0,8-2 0,-10 7 0,7 15 90,-9-6-90,0 8 0,-1 3-315,-3-2 0,-1-1 90,2 0 0,-2 1-1034,-3 6 0,-1-1 0,2-4-380,-2 2 1,1 1 1085,2-3 1,0 9-1,0-13 1</inkml:trace>
  <inkml:trace contextRef="#ctx0" brushRef="#br0" timeOffset="153769">13736 6500 13020,'0'-9'1709,"0"-5"-1530,21 6-89,-11-2 90,8 7 0,1 3-90,-6 0-3367,14 11 1703,-19-4 3163,2 11-1589,-9-7 180,-7 12-180,-2-12 0,-1 3 0,0-1 0,-1-4 0,-9 8 0,17-11 949,-7 5-949,9-7 0,6 4 0,-5-4 90,25 5-90,-16-4 3276,18 4-3250,-2 2-26,-10-3 45,1 2 0,-2 0-45,-4-1 90,5 13-90,-12-12 90,-8 13-90,-7-13 0,-5 0 0,-1 0 0,-9-2 0,-3-1 0,0-1-3277,1-1 3040,6-3 0,0 0-573,-9-1-1508,8-1 1509,-5 0-2468,1-6 182,12-3 3006,-5-10 0,17 2 1,0-2-1</inkml:trace>
  <inkml:trace contextRef="#ctx0" brushRef="#br0" timeOffset="154271">13804 5927 12750,'-22'-8'1092,"0"-1"0,-7 3 0,-1 2-1120,1 0 0,-1 3 432,2 6 1,-3 3 0,0 2 0,4 0-979,1 2 0,0 3 736,2-1 0,-5 3 0,0 1 0,1 0 0,5-2-72,4-2 0,4-1 0,-2 2 17,-3 4 1,-3 4 0,-1 2 0,1-1 0,4-3-368,3-2 0,3-2 1,-1 4 289,1-1 0,-2 5 0,0 1 0,1 1 0,1-2 0,2-2-30,0 1 0,2-2 0,0 4 0,2 0 0,0 3 0,0 3 0,0-1 0,1-1 0,1-4 30,0 1 0,3-4 0,0 4-15,2-3 0,1 4 0,1 1 0,0 0 0,1-2 0,0-4-45,0-1 0,0-3 0,4 2-60,3 4 0,5 4 0,1 1 0,0-3 0,-1-4 0,2 2 0,4-3-18,-2-3 0,4 1 0,3 1 0,-1-2 0,-4-4 108,6-1 0,1-4-18,-4-2 0,5-1 0,3 1 0,-2-2 0,-4-1 18,-2-2 0,-3 0 0,4-3 0,-2-2 0,4-1 0,3-1 0,1-2 0,0 0 0,-2-1 0,-1 0-18,1-2 0,-1-2 0,-1 0 0,0-1 1,1 0 2,-1 1 0,0 1 0,0 0 0,1-1 0,-1-2 0,0-1 3,-3 0 1,0-3 0,0 0 0,0-2-1,0 1 1,-2 0 0,-1 1 0,-3 2 11,7-6 0,-5 2 0,3-4 0,-5 2 0,3-2 0,1-3 0,0-1 0,-2 1 0,-1 1 0,-4 4-30,0-3 0,-4 3 0,1-3 30,-3 0 0,1-3 0,0-3 0,-1 1 0,-1 1 0,-2 4 0,0-1 0,-3 4 0,-2-4 54,-3-3 0,-3-4 0,-1-1 0,-2 1 0,0 5 5,1 4 1,-1 4 0,-4-2-30,-3 0 0,-5-1 0,-2-2 0,-1 0 0,1 3 0,1 3-767,-3-2 0,1 5 0,-4-1 749,6 4 1,-2 0 0,-2-1 0,-1 0 0,0 1 0,0 1 0,1 2-195,-4 0 0,1 3 0,0 1 0,-2 1 0,-3 1 173,8 2 0,-2 0 0,-1 0 0,-1 1 0,-1 1 0,-1 0 0,1 0 0,0 2 0,0 0 0,1 1-253,1 1 1,0 2-1,0 0 1,1 1 0,-1 0-1,1 1 1,-1 0-1,1 0 1,0-1 0,1 1 161,-2-2 0,0 1 0,0-2 0,0 1 0,1 0 0,0 1 0,1 1 0,1 1 0,0 2-310,-1 4 0,-1 3 1,1 1-1,0 2 1,2-1-1,3 0 0,1-1 1,4-2-684,-1 5 1,5-2 0,0 4 1006,1-1 0,0 4 0,1 2 0,1-2 1,2-3-1,3-1 0,2-3 0,0 2 0,1 6 1,0 0-1,0 0 0</inkml:trace>
  <inkml:trace contextRef="#ctx0" brushRef="#br0" timeOffset="155953">8357 4442 10771,'-6'-9'989,"1"1"-539,5 4-90,0 0 0,0 1-91,-2 0 1,1 0 0,-1 1 90,2 0-90,0 0 90,-1 1 2916,1 0-2775,-2 5-51,2 3-360,0 1 270,0 6-270,0-9 450,4 11 89,2-7-449,-1 2 720,6-2-541,-9-6 631,10 1-900,-6-3 449,12-7-359,-5-3-45,8-5 0,6-2-135,-6 2 0,2-2 0,0 1-365,-3 2 0,1 1 0,1-2 387,3 0 1,3-2-1,-1 1 1,-3 2 22,-3 2 0,-1 0 22,1 1 1,2-2-1,0 0 1,-4 2-23,-2 2 0,-2 0 15,4-3 0,3-1 0,-5 1-60,2-1 0,-2 0 0,-1-1 0,-6 4-422,8-7 152,-13 10-3007,2-1 2457,-12 5 1,-5 6 0,-7 3 0</inkml:trace>
  <inkml:trace contextRef="#ctx0" brushRef="#br0" timeOffset="158486">6041 3771 9961,'-13'-5'0,"0"1"0</inkml:trace>
  <inkml:trace contextRef="#ctx0" brushRef="#br0" timeOffset="159038">3957 3603 13559,'17'6'-1093,"-6"-4"1,-5 4 0</inkml:trace>
  <inkml:trace contextRef="#ctx0" brushRef="#br0" timeOffset="200503">9549 1649 12480,'-5'-12'989,"3"2"-449,-2 3 90,-1 1-181,4 0-179,-4 1 0,2 1-180,2 1-90,-2 1 90,3 0 180,0 2 449,-3-1-89,3 7-360,-2 2-90,0 4 0,2 1 0,-2-2-90,2 2 89,-1 1-412,1 0 323,-1 2 0,1 0 0,0-1-90,0 1 90,0-1-90,0 0 90,0-1-90,0-1 0,0 0 0,0-1 0,0-1 0,0-1 0,4-2 0,-3 0 90,2-2-90,-3-1 323,0-1 2016,0 0-2384,0-17 0,0-8-45,0-4 0,0 0 90,0-3 0,0-2-960,3 4 1,0-2-1,0 5 871,-1-4-457,7 1 0,0 2 546,-7 9-196,14-4 196,-12 16-89,18 7 133,-8 7 1,-1 2-224,12 6-406,-6 3 0,-2 0-44,-4-3-541,0 3 1,-2 0 2554,-3-2-3024,-3 2 1,0 0-1472,-3-4 3110,-1-1 0,-1-1 0,0-2 0,0 3 0</inkml:trace>
  <inkml:trace contextRef="#ctx0" brushRef="#br0" timeOffset="202236">9904 1865 11850,'0'-9'2969,"0"0"-1890,0 4-899,0 1-180,-2 7 90,-2 3-90,-3 11 0,2-6 0,-2 18 0,5-17 0,-2 17 0,4-19 90,11 10-90,-8-13 0,21 8 0,-15-10 0,6-1 0,2-2 0,-2-1 0,4-7 0,-1-5-90,-4-17 90,-3 14 0,-3-2 0,-13-9 0,-6 1 0,-1 4-45,-9-1 0,-2 1 45,4 6-135,-1 3 0,1 2-135,5 5-3007,-15 16 0,21 8 2869,-4 4 0,18-2 0,5-12 1</inkml:trace>
  <inkml:trace contextRef="#ctx0" brushRef="#br0" timeOffset="203005">10165 1385 13469,'-5'-13'2069,"4"5"-1619,-4 0-450,3 5 1349,1 2-180,-2 4 2107,3-1-6553,-4 2 0,-2 1 0,-2-4 2457,-1 8 1,5-2 0,0 4 0</inkml:trace>
  <inkml:trace contextRef="#ctx0" brushRef="#br0" timeOffset="203473">10062 1472 13199,'-10'-16'3149,"-5"-4"-2790,8 11 181,-5-6-360,8 11 180,-1-2 0,4 11-180,7-5 89,5 15-179,2-10-45,3 4 0,-1-1-45,3-2-274,12 3 364,-1-4-90,-6 0 0,6-2 0,4 1 0,-7-2 0,0-1 0,1 1 0,0 0 45,-4-1 0,-4-1 45,-9 0 989,1 0-1169,-13 0 275,-13 5-185,1-3-90,-9 9-360,3-1-1903,3 3 1814,-6 2-496,7-5 1,1 1 224,-5 3-829,-1 1 1,2 0-1250,3-2 2767,3 0 1,1 1 0,6-5 0,-1 6 0</inkml:trace>
  <inkml:trace contextRef="#ctx0" brushRef="#br0" timeOffset="203989">10551 1342 14998,'0'-15'2429,"0"0"-2609,-5 7 180,4 7 0,-4 6 0,5 24 0,0-13 45,2 8 0,0 2-45,-1-8 45,3 4 0,0 0-45,-2-7 0,6 13 90,-4-19 90,2 6 90,-3-11 629,0 1-899,-2-11-90,-6-24 180,3 10 0,-1-2-90,0 0 0,1 0 0,-1-10 0,2 4 0,1 8-45,5-1 0,3 2 45,0 10 0,6 1 0,2 1 0,-1 3 0,5 1 0,0 1 0,0 2-45,3 6 0,0 1 45,-4-4-45,-4 6 0,-1 2-314,7 4 89,-10 0-675,-1 0 1,0 0 134,-6 0-829,0 4 1,-1-1-392,-2-1 2030,-3 2 0,0-1 0,1-3 0,-4 8 0</inkml:trace>
  <inkml:trace contextRef="#ctx0" brushRef="#br0" timeOffset="204304">10966 1574 14819,'2'-11'3276,"1"0"-2595,-3 2-321,0 3-180,0 2-90,3 2 0,-2 6-90,3 5-630,-2 16 1,-1-4-1010,0 8 1,1 1-1639,-2-3 2621,-2 2 1,0-1-1,1-7 1,-3 5 0</inkml:trace>
  <inkml:trace contextRef="#ctx0" brushRef="#br0" timeOffset="206172">11133 1141 13020,'0'-9'1709,"0"1"-1260,0 5-179,0 0 0,0 0 90,0 1-90,0 0 89,-2 1 181,1 0 540,-2 9-991,13 5 1,-7 1 90,20 7-180,-15-12 45,8 0 0,1-1-45,0-2 45,8 1 0,1-1-45,-1-1 0,-4-3 0,4 0 0,-3 0 45,-1-1 0,-1-1-45,3 1 0,-1-1 0,5-5 90,-22 4-90,1-8 0,-5 6 0,-13-2 0,5 3-225,-11 9 0,-1 3-44,1-1-631,-6 7 1,-1 2-740,8-5 1,1 0 488,0-2 0,1 1 1150,1 4 0,3-2 0,7-5 0,0 5 0</inkml:trace>
  <inkml:trace contextRef="#ctx0" brushRef="#br0" timeOffset="206721">11734 1046 16977,'-6'12'180,"1"0"-180,5-3 180,0 6-180,0-4 270,0 14-180,0-12 90,5 14-180,-4-17 0,11 11 90,-11-14 359,9 5-449,-10-15 0,2-5 0,-2-5-89,0-11 89,0 10 0,0-4 0,0-1 0,0-1 0,0-3 0,0 0 0,5 5 0,-3 1 0,1 1 0,2 5-90,1-1 90,1 9 0,-1 1 0,9 7 0,-7 3-90,13 13 0,-10-5-585,2 2 0,0-1-44,-1 0-920,2 6 1,0 0 1344,-5-8 1,0 0 0,0 3-1,1-1 1,3 6 0</inkml:trace>
  <inkml:trace contextRef="#ctx0" brushRef="#br0" timeOffset="207621">12160 1240 15988,'6'-4'360,"5"3"179,3-3-89,10 4-360,-6 0 0,1 0-90,-16 0 90,1 4-90,-9 0 0,4 3 0,-9 3 90,4-5-90,-5 5 0,2-6 2069,1 2-2159,0-4 90,8 0 0,8-2 0,1 0-90,9 3 90,-12-2 90,3 6-270,-6 4 180,-1-3 0,-9 9 0,-1-10 0,0 4 90,-10 1-90,10-3 0,-9 4-90,-1 3 90,8-6 90,-12 9-90,15-12-90,-6 5 90,9-9 0,0 3 0,4-4 180,-1 1-90,1-3 0,6 2 0,5-1-90,14 0 0,-4-1 0,0-3 0,0 0-90,-1 2-450,2-5 0,1-1-539,-6 5-560,2-9 1,-2-2-1639,-7 3 2457,6-14 1,-12 9 0,-1 1 0</inkml:trace>
  <inkml:trace contextRef="#ctx0" brushRef="#br0" timeOffset="208104">12370 814 16707,'-2'20'720,"6"-5"-360,2 2-180,1-6 90,7 6-270,-8-7 45,9 1 0,2-1 44,0-1-89,5 0 0,1-1 0,-4-5 45,2 0 0,-1-2-45,-4-1 270,10 0-90,-18-5 180,1 4-630,-24 3 0,8-1-315,-10 11 1,-2 1 134,4-3-360,-1 8 1,0 0 90,4-4-901,2 2 1,2 0-180,4-3 1799,6 11 0,0-16 0,5 3 0</inkml:trace>
  <inkml:trace contextRef="#ctx0" brushRef="#br0" timeOffset="208588">12942 746 15988,'0'-10'2428,"0"-2"-2338,4 16 0,0 2-90,3 18 0,0-6 45,-2 3 0,0-1-45,1-2 0,0 3 0,-1 0 0,-2-6 90,5 13-90,-6-18 0,3 6 90,-4-11 0,0 0-90,-1-27 0,0 11 0,0-12 0,0-2 0,0 3-185,0 4 0,0 0 185,6-11 0,-1 8-45,0 3 0,1 2 45,2 3 0,-1-5 0,-1 15 0,5 6 0,-5-2 0,8 20-180,-9-11-495,2 8 1,-1 1-136,0-1-829,0 5 1,0-1-212,0-1 1850,1 2 0,-1 0 0,-1-4 0,3 10 0</inkml:trace>
  <inkml:trace contextRef="#ctx0" brushRef="#br0" timeOffset="209020">13400 970 16348,'-4'-6'3148,"3"-4"-3148,2 9 90,6 0-90,8 6 90,-1 8-90,-4-5 0,-1 7 0,-8-10 0,1 11 0,-2-11 0,-5 9 0,4-8 0,-3 2 0,0-3-90,4 0 90,-3-3 90,7 0-90,2-1 0,18 2-90,4 1 90,0 1 90,-2-1 180,-9 1-90,-5-1-1,3 3 271,-4 2-270,-5-2 270,0 9-360,-11-7-360,-6 3 0,-2 0-450,-11 0-373,1-2 1,-6 2 0,2-2-547,4-2 1,-3-1 1403,2 0 1,-6 0 0,-2 1 0,1 0 0,3-2 0,1 1 0,3-2 0,-3 1 0,2 0 0,-1-1 0,1 1 0,0-1 0,-1 1 0</inkml:trace>
  <inkml:trace contextRef="#ctx0" brushRef="#br0" timeOffset="210054">9738 2345 14908,'16'-1'1979,"6"0"-1619,-1 1-1960,8 2 1,2 1 1689,-12-3 0,0 1-30,3 0 0,1 1 0,0-1 30,1 0 0,0 0 0,-1 0-45,5 0 0,2-1 0,-5 0 0,3 1 0,4 0 0,-1-1 0,-1 1 0,-3-1-15,4 0 0,-4 1 0,5-2 3,-7 0 1,3 0 0,4 0 0,0-1-1,1 0 1,-2 0 0,-1 1 0,-5-1-408,2 1 1,-4-1 0,0 1 0,4-2 384,-1 1 0,4-1 0,2-1 0,1 0 1,0 0-1,0 0 0,-3 1 0,-3-1-225,3 1 1,-4 0 0,1-1 0,4 0 213,-5 0 0,3 0 0,3-1 0,1-1 0,1 1 0,-1 0 0,0-1 0,-4 1 0,-2 0 0,1 0 0,-4 1 0,-1-1 0,2 0 0,4-1 0,-6 1 0,4-1 0,1 0 0,2-1 0,1-1 0,1 1 0,1-1 0,-1 0 0,0 1 0,0-1 0,-2 1 0,-2 0-143,3 0 0,-2 0 0,0 0 0,-1 0 0,0 0 0,0 0 0,1 1 0,-1-2 0,2 1 143,-1 0 0,0 0 0,0-1 0,1 0 0,-1 1 0,1-1 0,1 0 0,-1 1 0,0-1 0,0 1-34,-1 0 0,1 0 1,1 0-1,0-1 0,0 1 1,0 0-1,-1 0 0,-1 1 1,-1 0-1,-2 0 0,-2 0 34,6-1 0,-5 2 0,0-1 0,1 0 0,4-1-23,-6 2 1,4-2 0,2 0-1,2 0 1,0-1 0,1 0-1,-1 1 1,0-1 0,-3 1 0,-1 0-1,-4 1 23,4-1 0,-5 1 0,-1 0 0,1 0 0,4-2-3,-2 1 1,4-2-1,2-1 1,1 0-1,0-1 1,0 1-1,-3 0 1,-2 0-1,-4 2-27,6-5 0,-4 2 0,1-3 60,-1 1 0,2-3 0,2-2 0,-1 1 0,-2 0 0,-4 2 0,-1-1 0,-3 2 0,2-3 45,-2 1 0,3-3 0,1-1 0,-1 0 0,-1 2 0,-3 1-15,0 1 0,-3 1 0,2-2 248,3-3 1,2-3 0,2-2 0,-2 0 0,-2 2-40,-2-3 1,-2 0 0,0 1-248,-1 3 1,1 0 0,0 0-1,-3 0 8,-2-1 0,-2 1 0,-3-1 30,-3-2 0,-3-2 0,-3 0-15,-4 0 0,-3-2 0,-1 0 0,1 1-45,3 3 0,1 1 0,-1 0 0,-3-1 0,-4 2 0,-3-2 0,-2 0 0,-1 1 0,0 2 0,3 3 144,-1 1 1,1 3 0,-4-1-158,2 2 0,-2-1 0,-3-1 0,-1-1 0,0 2 1,2 0-1,3 2 116,-7-3 0,3 3 1,-5-2-116,8 5 1,-3-2 0,-2-1 0,-2-1-1,0 1 1,1 1 0,2 0 0,3 2-147,-4-1 0,5 1 1,-2 1-1,-3-1 158,5 2 0,-4-2 0,-1 0 0,-2 0 0,-1 0 0,1-1 0,1 2 0,2 0 0,3 1-23,-7-1 1,5 1 0,0 1-1,-6-2 6,8 4 1,-3-2 0,-2 1-1,-2-1 1,-1 0 0,0 0-1,0 0 1,0 1 0,2 0 0,3 0-1,2 2 17,-6-2 0,5 2 0,0 0 0,0 1 0,-6-1-17,6 0 1,-4 1 0,-2-1-1,-2 0 1,-1 0 0,0 0 0,0 1-1,1-1 1,1 1 0,4 1-1,2-1-63,-4 1 0,4 1 0,2 0 1,-2 1-1,-4-1 80,4 1 0,-4 0 0,-2-1 0,-2 1 0,0 0 0,-1 1 0,1-1 0,2 0 0,2 1 0,3-1-45,-3 1 1,4 0 0,1 0 0,-1 1 0,-4 0 44,4 0 0,-4 1 0,-1 0 0,-2 0 0,-1 1 0,0 0 0,1-1 0,2 1 0,2 0 0,3-1 0,-3 1 0,4 0 0,2-1 0,-2 2 0,-3 0-9,4 0 0,-3 1 0,-2 0 0,-1 0 0,0 1 0,-1 0 0,2 0 0,0 0 0,3 0 0,3-1 97,-8 2 1,5-1 0,0 2 0,-4 1-89,5-2 0,-3 3 0,-2 0 0,-2 1 0,0 0 0,1 0 0,2 0 0,1-1 0,5-1 0,-3 1 0,4-1 0,1 0 0,-4 2 0,2-1 0,-1 1 0,-3 1 0,0 1 0,-1 0 0,1 0 0,1 1 0,1-2 75,0 2 0,0 1 0,1-1 0,1 0 0,0 1 0,0-2-57,-2 2 0,0 0 0,1-1 0,0 1 0,-2 2-7,5-3 0,-2 2 0,0 1 1,-1 1-1,1-1 0,1 0 0,2-1 1,3-2 121,-6 5 0,4-1 0,-2 2-133,3-4 0,-2 4 0,-1 0 0,-1 2 0,0-1 0,3-2 0,2-2 30,-4 4 0,3-3 0,-2 3-15,1-1 0,-2 2 0,-2 2 0,0 0 0,1-2 0,4-3 14,0 0 1,3-2 0,-2 2-30,2-1 0,-2 3 0,-1 2 0,0 0 0,2-2 0,2-2 0,1-1 0,2-1 0,-1 3 0,1 1 0,-2 4 0,0 2 0,1 0 0,0-2 0,3-3 0,0-2 0,2-2 0,0 2 18,0 4 0,-2 5 0,1 1 0,1-2 0,1-5-18,2-1 0,2 0 22,1-1 1,1 4 0,1 0-1,1-5-22,1-1 0,3-1 30,4 8 0,4 3 0,0-4 15,-2-9 0,4-1-45,2-1 0,4 1 0,4 1 0,1-2 0,0-3-468,1-4 0,0-3 1,1-1-1,1-1 1,0 2 212,-4 1 0,0 0 0,1 1 0,0 0 0,0-2 0,1-1-75,-1-2 0,2-2 1,-1-1-1,0-1 0,1 0 1,-1 0-218,1-1 1,-1 0 0,0 0 0,0-1 0,1 0 0,0 0 397,0-1 0,0-1 0,1 0 0,0 0 0,0-1 0,0 1 0,0 0 0,1 0 0,-1 0 0,1 1 0,-1-1 0,1 0 0,-1 0 0,1 0 0,-1 0 0,1-1 1,-1 1-1,1-1 0,0 1 0,-1-1 0,1 1 0</inkml:trace>
  <inkml:trace contextRef="#ctx0" brushRef="#br0" timeOffset="229789">9488 2490 13110,'16'-4'1169,"-4"0"-629,4 2-271,-5 2 451,20-5-540,-13 4 179,8-3 1,0 1-1113,2-1 933,-5 1 0,4-1 0,-3 0-477,-6 1 1,2 0 431,2-1 0,6-1 0,-1 1 0,-2-1-310,0 1 0,2-1 250,-4 1 0,4-1 0,2 0 0,1 0 0,-2 0 0,-4 0-531,1 1 1,-4 0 0,4 0 500,2-1 0,3-1 0,3 0 0,0 0 0,-2 0 0,-5 1-15,-2 1 0,-3 0 0,3-1 0,1 1 0,3-2 0,2 1 0,0-1 0,-2 0 0,-3 2-348,1-2 0,-2 2 0,2-1 333,1 0 0,3-2 0,3 1 0,0-1 0,-2 1 0,-4 0-15,1 0 0,-3 1 0,3-2 12,-5 2 1,4-1 0,2 0 0,0-1 0,0 0 0,-2 1 0,-4 1-13,6-2 0,-4 1 0,4-1 22,-6 1 1,3 0-1,2-1 1,1 0-1,1 0 1,-1 0-1,0 0 1,-2 0-8,1-1 0,0 1 0,-1 0 0,-1 0 0,1-1 0,0 1-161,1 0 1,1 0 0,-1-1 0,1 1 0,0 0 0,-1-1 160,3 0 0,1-1 0,0 1 0,-1-1 0,-2 1 0,-4 2-15,-1 0 0,-4 0 0,3 1 0,4-2 0,5-2 0,1 1 0,-2 0 0,-4 1 0,-4 1 0,-3 0 0,3 1 0,4-2 0,3-1 0,2-1 0,-1 1 0,-5 1 30,-4 1 0,-3 1 0,4-1-30,3-1 0,6-1 0,0 0 0,0 0 0,-5 2 30,-3 0 0,-2 1 0,3-1-15,0 1 0,5-2 0,2 0 0,1 0 0,-1-1 0,-2 2-136,-2 0 0,-1 0 0,-1 0 0,2 0 1,1-1 132,-1 1 1,2-1 0,2 1 0,0-1 0,-1 0 0,-1 0 0,-2 1-13,0 0 0,-2 0 0,-1 0 0,0 1 0,1-1-15,1 0 0,1 0 0,0-1 0,0 1 0,-3 0 0,-3 1 15,6-1 0,-1-1 0,0 0 0,3-1 0,0 0 0,-5 1-45,-3 0 0,-1 1 75,8-3 0,3-2 0,-4 2-30,-9 3 0,0 0-135,3-1 0,5-1 0,0 0 0,-4 1 180,-2 0 0,0 1 0,0 0 0,5-2 0,-1 1 0,-5 1 325,-4 1 1,-1 0-326,15-4 0,-2 0-45,-7 2 0,-1 0 0,-2 1 0,-5 1 0,9-2-90,-17 5-3187,1 0 2621,-27 8 1,6-1-1,-3 0 1,1 0 0</inkml:trace>
  <inkml:trace contextRef="#ctx0" brushRef="#br0" timeOffset="239237">10784 3298 14189,'-15'0'180,"0"0"270,0 0-571,-1-5 750,2 4-89,0-3 35,3 4-395,2 0 19,2 0 701,3 0-720,18 0-90,-3 0-615,16 0 615,-6-5-912,3 4 822,5-8 0,2 8 0,-14-3 0,0-1 0,1 2 0,-1 1-760,2-3 0,0 0 760,-1 1 0,1 1 0,0-1 0,-1 0 0,0 1 0,0-1 0,0 0 0,-1 0 0,6-1 0,0 0 0,-6 1 0,0 0-405,12-2 1,0 0-46,-3 0-585,-2 2 1,-6-2-2243,-16-3 2979,-12 1 0,-13 1 0,6 6 0,1 0 0</inkml:trace>
  <inkml:trace contextRef="#ctx0" brushRef="#br0" timeOffset="239520">10720 3266 12030,'-28'9'990,"8"-3"-271,1 0 1,0 1-1,-5 5-449,2-2 720,11 0-721,17-7 631,10 1-720,0-3 45,10-2 0,6-3-195,-7-1 0,1 0 0,0-1-345,-2 2 0,0 0 0,2-1 315,2-2 0,3 0 0,0-1 0,-5 2 0,-3 0 0,0 1-135,2-1 0,5-1 0,-1 1 0,-4 0-90,-1 0 0,-1 1-270,0-1 0,4 0 1,-1 0-1,-3 1 180,-4 1 1,0-1-526,2 0 1,2 0-1,-5 0-419,-2 0-2018,-4-3 2994,-18 5 0,-8-1 1,0 4-1</inkml:trace>
  <inkml:trace contextRef="#ctx0" brushRef="#br0" timeOffset="241021">10601 3440 12660,'-14'2'629,"4"0"-2877,4-1 2248,10-1 0,4 0 0,6 0 0</inkml:trace>
  <inkml:trace contextRef="#ctx0" brushRef="#br0" timeOffset="249219">13998 2729 12930,'3'-16'1439,"-2"3"-810,3 3 1,-4 3-180,0-2 0,0 2-181,2 1 1,-1 1 0,1 0 0,-1 1-90,-1 1 0,2 0-90,-1 2 180,-1 0 449,1 16-539,-1-6 90,0 10 0,0 0-90,0 0-1,0 3 1,0 0-90,0-2 0,1 3 0,1 0-90,-1-7 45,1 1 0,0-1 45,-2-8 270,0 6 0,0-11 1349,0 1-1799,0-29 90,0 10-1093,1-7 1,1-6 0,0 4 989,1 7 1,0 1 72,2-11 0,1-5 0,0 5 30,-1 11 0,1 1-482,1-5 0,1-2 1,-1 4 481,3-1-90,1 3 0,1 3 90,3 7 0,1 8 90,4 15-180,-11 2 180,6 5-135,-9-7 0,-1 1-135,2 7-630,-2 4 1,-1 2 2588,-2-3-2948,-3 2 0,-2-1 179,2-4-629,-4-1 0,-2-1 180,2-5-200,-1 0 1,0-2 1175,1-4 1,1 3-1,4-10 1</inkml:trace>
  <inkml:trace contextRef="#ctx0" brushRef="#br0" timeOffset="249870">14494 2884 14639,'0'-10'3058,"0"-2"-2339,0 7 1,0 0-630,0 28 450,0 5-181,0-3 1,0 1-270,0-4 0,0-3-2520,0 9 2430,4-10 103,2-4-103,0-6 360,2 5-90,-7-9 1619,4 1-1889,-4-12 2466,2 6-2466,0-26 0,-1 15-206,0-7 1,0-1 205,1 0 180,2-8 89,-3 10 1,1 1-90,1-3-45,-1 1 0,0 2-225,-2 7 0,1-1 90,-2 27-270,0-6-854,0 10 0,0 3-46,0-2-469,0 2 1,0-1 88,0 0 343,0 8-432,0-13 1,0 0 818,7 4 1,-5 11 0,6-18 0</inkml:trace>
  <inkml:trace contextRef="#ctx0" brushRef="#br0" timeOffset="250387">14685 2612 13739,'-10'-2'1889,"1"1"-720,0 0-989,4 0 90,-2 1 2968,6 0-2698,12 0-540,15 0 0,1 0 0,-11 0 0,1 0 0,1-2 0,-1-1 0,6-3-360,1 1 0,0 1-179,-5-2-451,-2 2 1,0 0 89,-5 1-2377,7-5 618,-14 6 2659,1-5 0,-5 4 0,0-2 0</inkml:trace>
  <inkml:trace contextRef="#ctx0" brushRef="#br0" timeOffset="250804">14836 2421 14729,'-10'-8'3276,"2"3"-1875,4 6-771,2 6 89,11 8-629,-7-4 360,19 6-360,-15-11 90,20 6-90,-13-7 44,6 0 1,1-1 315,-3-2 0,-1-1-315,1 1 0,-1-1 135,4 0 0,-2-2-91,-6 1 361,14-4-360,-18 2 180,7-5-360,-12 6 90,-14 15-270,3-4-1035,-8 9 1,-1 1-135,1-2 256,3-2 1,-2 3 0,3-2-2185,-6 8 2943,4-3 0,-1 3 0,3-3 0,3-6 0,2 0 0,-6 10 0,1 0 0</inkml:trace>
  <inkml:trace contextRef="#ctx0" brushRef="#br0" timeOffset="254136">13725 3674 11221,'-5'-10'1079,"3"0"-719,-2 9 0,4-4-1,-2 2 1,1-2 720,-1-1 449,1-3-1170,-1 1 451,1-1 89,0 5-539,0 5-90,6 10-180,-1 1 270,2 5-225,-1-1 0,1 1 135,1 5-270,-2-5 0,1-1 179,2 3-179,-5-14 180,1 4 1619,-3-7-1709,0-3-180,-1-4 90,-4-16 0,-1 8 0,2-5 0,1 0 0,-2 1-45,4-4 0,0 0 45,0 2 0,3-2 0,1 1-90,2 3 0,7-11 90,-2 19 0,6-4 0,-5 10-89,4 0 89,4 3 0,-7 7 0,17 0 0,-18 7 0,2-5 0,-2 0 0,-2 5-180,-2-1 0,0 1-360,-4-1-675,-1 2 1,-1 1 225,-1-1-650,-4 1 1,-1-1-1639,3-1 3161,-11 10 1,11-14-1,-4 2 1</inkml:trace>
  <inkml:trace contextRef="#ctx0" brushRef="#br0" timeOffset="255341">14089 3795 17787,'-7'-5'360,"2"1"-270,11-5-180,-5 4 90,27-5 0,-18 7 0,8-1 0,2 2 0,-6 1-90,16 1 90,-17 6 0,10 2 90,-16 8-90,2 8 0,-14-7 45,-4 2 0,-1-1-45,-7-2 45,0 2 0,0 0-45,5-5 44,-1 0 1,1-1-45,5-2 0,-5 6 90,10-10-90,-1 0 0,9-4 90,8-1-90,1-1 0,3-5 0,1-2 0,1 4-1639,9-8 1,-1-2 1523,-5 5 115,4-1 0,-1-1 0,-9 4 270,10-4-270,-19 9-719,0-3-271,-12 4-359,-2 0-1928,-11 0 2859,3 0 1,2 0-1,6 0 1</inkml:trace>
  <inkml:trace contextRef="#ctx0" brushRef="#br0" timeOffset="255621">14584 3574 13649,'24'5'-3277,"-7"-4"2522,5 8 0,-13-8 0,2 2 1</inkml:trace>
  <inkml:trace contextRef="#ctx0" brushRef="#br0" timeOffset="255788">14623 3707 14549,'-7'0'-1889,"1"1"-1388,29-1 707,-10 0 2183,4-2 0,0-1 1,3 2-1,0-3 0</inkml:trace>
  <inkml:trace contextRef="#ctx0" brushRef="#br0" timeOffset="264171">5640 556 13829,'-2'-12'540,"1"1"-90,-4 1 89,3 0 91,-2 3-90,2 0-1,0 2-269,-1 2-90,3 1 0,-1 1 539,0 18-539,1-5 90,0 16 0,0 3-180,0-4-822,-1-4 0,1 4 0,1-4 822,2 6-45,0 1 0,-1-1-45,3-5 90,-2-2 0,0-1 90,-1-8 2428,3 8-2608,-3-24 0,-1-21-45,-3-3 0,-1-2 45,2 5 0,1 0 2,-2-1 0,0-2 0,1 4-2,1-4-90,2-1 0,3 2 90,4 7-536,0 1 1,2 1 535,3 7-398,10-4 398,-14 11 0,18 7-135,-16 7 1,1 1-226,11 5-405,-8 3 1,-2 1 134,-4-4-674,1 5 0,0 0 44,-4-1-379,0 3 1,-1 2-1639,-1-3 2358,-3-5 0,0 0 919,0 1 0,-1-2 0,0 0 0</inkml:trace>
  <inkml:trace contextRef="#ctx0" brushRef="#br0" timeOffset="264553">5999 1034 18596,'12'-8'720,"-2"5"-495,-1-8 0,0-4 44,1-3 1,0-1-469,-1 0 1,0-1 468,-3-2 0,0-2 0,-1 4 89,-2-9 271,-1-2 0,-1 1-181,0 7 1,-1 3 0,0 2-360,0 8-270,0-2 300,0 17-120,0 4-45,-5 6 0,0 2 45,2 7-45,-4 4 0,1 1-225,5-2-990,2 2 1,0 1 0,1-6-380,9 0 1,3-1-1639,-4-7 2914,10-2 1,1-2 0,-4-6 0,11 1 0</inkml:trace>
  <inkml:trace contextRef="#ctx0" brushRef="#br0" timeOffset="266122">6528 560 14369,'0'-7'2968,"-4"1"-2158,-1 6-361,-2-1 91,1 1-270,3 0 270,0 0 89,9 0-269,8 0-270,2 0 0,4 0-90,9-2 0,1 0-216,-5 2 1,1-1 215,-2-1 0,4-2 0,-1 1 0,-4 0 0,-1 1 0,0-1 22,1 1 1,4-1-1,0 0 1,-5 1 22,-6-1 0,-1 1-1,13-1 1,-2 1 45,-10-1-90,8-1 90,-18 2-90,1 0 0,-4 1 0,-1 0-449,0 0-739,-2 0 198,0-3 541,-5 0 89,-1-4 180,-1 3 90,-2-2 90,0-5 0,0 4 90,-8-11 0,9 11 630,-11-13-271,9 11-359,-1-1-90,5 7-90,4 3 450,1 12-90,6 7-180,1 1 90,3-3 0,1-2-90,2-3 89,7 3 1,2-1 0,-5-5 0,1-1-1254,2 2 0,0-1 1344,10 1-173,-7-6 173,-10 0 297,9-2-387,-15 0 270,2-1-360,-5 0 1857,-1 0-1947,-5 3 888,-1 6-888,-4-2-90,0 8 180,3-9-2,-2 8-88,4-9 0,-2 4 0,3-5 0,0 1 0,0-3 0,1 0 90,-1 0 0,1-2-3367,0 1 0,-10-1 2457,3 0 1,-10 0 0,6 0 0</inkml:trace>
  <inkml:trace contextRef="#ctx0" brushRef="#br0" timeOffset="267338">6093 1093 16887,'3'-7'3276,"-2"1"-2684,2 2-3869,-3 7 0,4 1 0,1 3 0,5-1 3136,-1-5 0,0-1 0,0 0 0</inkml:trace>
  <inkml:trace contextRef="#ctx0" brushRef="#br0" timeOffset="317520">8502 1669 19406,'-4'-8'0,"1"-5"0,1 4 0,1-4 0,0-12 0,0 11 0,1-4 0,-1-1 0,1 2 0,0-3 0,0-1 0,0 2 0,-1-3 0,2 0 90,4 3-1729,-3-5 1,0 1-656,6 5 2527,-4-2 0,-2 0-233,4 6 475,2-17-475,-3 18-314,3-14 314,-4 16 0,5-13 0,-5 14 2533,6-12-2533,-4 8 0,0 1 967,0 1-967,-3 9 779,1-3-779,-3 4 575,1-1-575,-1 2-180,-1 0 90,-3 5 90,-1 6 0,-4-1 0,-4 13 0,4-10 0,0 4 0,0 1 0,0 1-90,-1 5 0,0 3 90,3-3 0,2-1-108,-2 0 1,1 1 107,1 6 0,2-3 0,1-5 0,1 1 0,0-1 0,0-4 45,2 0 0,0 0-45,-1-5 0,7 14 0,-4-17 0,3 11 0,-2-13 0,-1 7 0,-2-9 0,1 4 629,-2-6-413,1-3-306,-2-7 90,0-2 0,0-2 90,-4-4-90,3 5-90,-6-19 90,6 13 0,0-5 0,0-2 90,1 0-45,-1-7 0,2-1-511,3 2 466,-2 7 0,0-2 0,0 3 0,4-8 0,-3 8 0,1-2 0,-1 3 0,1-3-45,1 0 0,1 0-45,3 1 90,-2 2 0,8-2 0,-9 15 0,6-5 0,-6 8 286,5-2-286,-6 4-90,3-1-3187,-4 2 0,-2 10 2457,0 4 1,-9 3 0,-2 1 0</inkml:trace>
  <inkml:trace contextRef="#ctx0" brushRef="#br0" timeOffset="318620">8468 1686 14099,'-11'-11'450,"1"0"-270,2 1 179,-7-7-269,4 5 90,-1 0 0,0 1-90,2 1 90,-2 0 0,-1 0 0,1 3-45,-2-1 0,0 1-45,1 2 44,-3 1 1,0 1-135,1 1 90,-4 0 0,-1 3-90,2 6 45,-2-5 0,-1 3 45,2 9-1729,-4-2 1,-1 0 844,6 3 318,-2 2 1,1 1 475,7-2-335,0 4 1,1 2 334,3-2 45,-1 5 0,1 1-45,2-2 0,1-5 0,1 1-69,2 0 1,2 1 113,2 3 0,2 0-45,-1-1 0,3 1 60,4 0 0,3 3 0,0-5 781,-2-7 1,2 0-820,2 1 1,2 3-1,1 0 1,-2-4-23,-1-3 0,1 0 0,9 3 0,4 3 0,-3-3 45,-8-6 0,0 0-45,7 3 0,4 1 0,-4-2 0,-9-4 0,0-1 0,3 3 0,3 0 0,-3-2 0,2 2 1056,-1 0 0,-2-2-3934,-6-2 1977,2-6-2376,-20-21 2871,4 1 0,-6 4 0,0 0 0,2-4 0</inkml:trace>
  <inkml:trace contextRef="#ctx0" brushRef="#br0" timeOffset="319685">8572 1646 13289,'0'-9'810,"0"2"-630,0 2 90,-5-2-90,4 0 179,-3-9-269,4 6 0,0-14 0,0 13 0,10-16 0,-4 16-45,7-3 0,2 0-45,-3 3 0,5-3 0,2 1 0,-2 3 0,6 1 0,1 0 0,0 3 0,4 0 0,0 2 0,-4 2 45,2 0 0,-2 1-45,-4 7 45,-1-3 0,-1 1 45,-3 10 0,0-3 0,-1-1-90,-1 6 45,0 0 0,1 1-45,-2-1 45,-3-3 0,1 0 0,-1 2 0,0-2-45,2 6 0,1 1 0,1 1 90,-4-4 44,2 2 1,-1-1-45,-2-2 90,1 4 0,0 1 180,0 6-315,-3-12 0,-1 1 45,-1 0 0,-2-1 0,0-1 0,0 6 270,-2 0-271,0-7 91,-6 16-90,1-18 0,-10 16 0,6-16-45,-1 3 0,0 0 45,0-1-45,-3 2 0,1 1-45,0-2 0,-8 6 90,5-5-90,3-5 0,-3 4 90,-6 1-90,8-5 0,-2-1 0,0 0 0,1-3 45,-1-1 0,-1 0 45,2-3-90,-3 0 0,-1-2 0,3 0 0,-4-5 0,0-1 0,2 3 0,-9-13 0,-3 10 0,12-5 0,-2 6 0,1 0 0,3-3 90,-11 1-90,16 3 0,-10-1 0,13 3 0,-10-2 0,10 2 0,-6-2 0,9 3 0,-2-2 0,3 1 0,1 1 90,1-1-360,0 1 270,1 5 0,0 1 0,0 6 90,0 11-90,0-7 0,-1 1 0,-2 0 0,-3-3 45,0 2 0,-1 0-45,-3-3 45,0 2 0,0 0-45,-1-3-135,-3 0 0,0 0-135,0-3-765,-3-2 1,0-1-135,1-2-470,-4-5 1,-1-2-1639,2-9 2649,2 4 0,2-1 0,-3-13 0,0 3 0</inkml:trace>
  <inkml:trace contextRef="#ctx0" brushRef="#br0" timeOffset="320686">7677 694 12030,'0'-12'3276,"0"0"-1695,-4 7-1491,1 1 0,-1 9 270,-3 6-270,5 2 135,-2 7 0,1 4-90,5 5 0,1 0-431,-4-1 0,1 0 326,6-2 0,2 1 0,-1-4-30,1 4 45,6-1 0,2 0-45,-2-7 90,4-1 0,1-1 0,-1-5 45,4-2 0,2-1-45,-2-5 44,5 0 1,1-2-135,-3-2 0,-5-4 0,2-3 0,-2 0 0,7-5 0,-5-5 0,3-6 0,-4 2 0,-7 7 0,-2-3-799,1-3 0,2-6 0,-1 0 0,-3 3 799,-3 1 0,-3-1 0,0-2 0,0-4 0,0-1 0,-2 4-305,0 2 1,-3-1 326,-2 2 1,-2-5-1,-1 1 1,1 4 22,0 4 0,-3 0 45,-4-4 0,-4-3 0,0 6-90,-5-3-686,2 11 1,-5-1 0,3 4 685,-8 2 0,-4 4 0,1 4-1151,3 11 1151,9-6 0,-1 2 61,-6 10 0,1 1-61,9-9 0,0 2-225,-4 4 1,-2 3 0,3-2 179,8-5 0,1 0-136,-8 14 0,2 1-1168,7-4 830,3 1 0,2 1-560,3-4 404,2-5 0,3-1-2602,10 10 2792,0-11 0,6 4 0,-7-14 0</inkml:trace>
  <inkml:trace contextRef="#ctx0" brushRef="#br0" timeOffset="321589">7934 505 11131,'-2'7'1709,"-2"-1"-1529,2-6 359,-2 1 271,-1-6-91,-4-5-719,1-1 90,-4-13-90,7 11 0,-2-11 90,3 0-90,1 3 45,2-8 0,0-1-45,0 2-499,0-2 1,1 2 498,6 6 0,-5-4 0,7 11 0,-1 1 0,-4-4 0,13-8 90,-9 12-90,2 4 90,-3-1 90,0 5 180,-5 2 547,-2 2-907,-4 5 0,-1 4 0,-4 2 0,2 5 0,-2-3-90,-1 5 90,0 3 0,3-3 0,1 2 0,0 1 0,1 2 0,1 6 0,0 3 45,3-6 0,2 1-45,0-3 0,2 2 0,-1-2 0,-1 2 0,1-2 0,7 1 0,-1-3 0,-4-6 90,12 11-90,-14-15 0,10 7 0,-9-12 90,3 3 90,-3-6 90,-1 0-270,-1-13 0,-4 4-90,-2-24 90,0 14 0,-1-5 0,1-3-90,4 1 90,-4-5 0,0-1 0,4 4 0,-1-2 0,1 1-1684,1 5 1684,0 6 0,1 0 0,5-3-583,-3 6 583,2-2-90,8 0 90,-6 6 0,9-3-84,-4 6 84,-4 2 0,2 0 0,-2 2 1471,-3 0-1471,0 2 593,-3-1-683,0 6-540,-5 2 90,-1 4-2141,-8 11 2681,4-5 0,0 1 0,2-3 0,0 0 0,-1 3 0,0 0 0</inkml:trace>
  <inkml:trace contextRef="#ctx0" brushRef="#br0" timeOffset="322136">7764 296 12210,'0'-8'360,"0"3"-270,8 4-90,1 0 90,15 6-90,-8-4-45,0 2 0,0 1-135,-2 0-540,3-1 1,0 0-1,-2 3-1259,16-3 1440,-19-1-1081,8-7 1620,-14-2 450,1-7 90,-6 3 1169,-8-11-1079,5 10 899,-15-14-990,12 15 451,-17-9-810,14 15 180,-12-2-360,11 6 44,-3 9 1,-2 6-45,2 2 0,1 2 0,-1 0 0,1 2-225,-3 7 1,3-2-226,3-5-630,1-1 1,1 0 90,2-5-1710,-3 10 2699,5-18 0,-2 1 0,2-7 0</inkml:trace>
  <inkml:trace contextRef="#ctx0" brushRef="#br0" timeOffset="322270">7741 258 11311,'-1'-12'269,"0"2"91,0 6-180,6 8-180,3 11-360,3 1 0,0 1-180,-3-2 1,-1 1-542,4 2 1,0 0 1080,-1-2 0,0-1 0,7 10 0,-5-10 0,-1 1 0</inkml:trace>
  <inkml:trace contextRef="#ctx0" brushRef="#br0" timeOffset="324885">3885 4068 10681,'5'-9'630,"-1"2"-451,-4 4-89,1 1-90,-1-1 0,1 0-269,-1 0-631,1 2 270,0 0-1888,4 1 1708,-2 5 810,4-4 0,-3 4 0,1-5 0</inkml:trace>
  <inkml:trace contextRef="#ctx0" brushRef="#br0" timeOffset="326323">5921 4016 10231,'6'0'0,"-1"0"0</inkml:trace>
  <inkml:trace contextRef="#ctx0" brushRef="#br0" timeOffset="328018">4047 4119 12660,'4'-8'180,"-1"2"-180,-3 4 0,0 2 0,0-2 0</inkml:trace>
  <inkml:trace contextRef="#ctx0" brushRef="#br0" timeOffset="328519">3992 4064 11580,'4'-8'-3277,"-1"-2"3129,4 9 1,-5-3-1,4 4 1</inkml:trace>
  <inkml:trace contextRef="#ctx0" brushRef="#br0" timeOffset="329173">6079 4044 6903,'7'0'0,"-1"0"0</inkml:trace>
  <inkml:trace contextRef="#ctx0" brushRef="#br0" timeOffset="329572">7177 4030 12930,'-7'-5'89,"7"4"1,8-4 0</inkml:trace>
  <inkml:trace contextRef="#ctx0" brushRef="#br0" timeOffset="335073">9816 2350 17517,'9'0'450,"-1"-4"-360,-2 3 90,-1-3-1,7 1-179,-5 0 180,17-5 0,3-2-180,-1 2 45,-3 2 0,-2 0-45,-1 1 0,5-1 0,2 0-266,-2 0 296,-5 1 0,2 0 0,-2 1-30,10-3 0,-8 2 0,4-1 0,-4 0-218,-5 2 0,-1 0 218,10-2 0,3 0 0,-3 0-1565,-8 1 0,0 1 1565,11-3 0,1 0 0,-8 2 0,-1 0 0,0 0-192,-1 0 0,1 0 192,1 0 0,5-1 0,-1 0 0,-3 1 0,-1 0 0,0 0 22,0-1 0,4 0 1,0 0-1,-4 1-22,-1 0 0,-1-1 45,3 0 0,3-1 0,0 0 0,-1 0-15,-2 0 0,-2 1 0,0-1-30,3 0 0,1-1 0,1 0 22,-1 1 1,1 0 0,0 0-1,-4 1-201,0 0 1,0 1 223,3 0 0,5-2 0,0 1 0,-5 0-45,-3 2 0,0-1 45,1 1 0,3-2 0,1 1 0,-5 1-538,-1-1 1,-1 0 522,1 1 0,1-1 0,-2 1 15,3-2 0,-2 1-45,-5 1 0,1 0 60,4-1 0,3-1 0,-2 1-60,-5 1 0,1-1 30,7-1 0,5-1 0,-4 1 14,-8 2 1,0-1-45,10-1 0,1 0 45,-5 0 0,-3 1 0,-3 2 0,-1-1-45,5-1 0,1 0 90,6-1 0,-2 0-39,-9 2 1,1 0-52,6-2 0,4-1 0,-4 2 45,-7 1 0,-1-1-16,7 0 1,4-2 0,-4 1-30,-7 2 0,-1 0 30,8-1 0,4-2 0,-4 1 15,-7 2 0,0 1 15,8-3 0,5-1 0,-4 1-15,-8 2 0,0 0 135,3-1 0,5-1 0,0 0 0,-4 1-90,-3 0 0,0 0-60,9-3 0,5-1 0,-5 1 15,-12 3 0,-1 0-15,8-3 0,3-1 0,-3 2-30,-8 1 0,0 1 0,6-3 0,3-1 0,-3 1 0,9-3 29,-9 3 1,4-1 0,-4 1 15,-5 3 0,-1-1-45,9-2 0,3-2 0,-3 2 0,-7 2 0,0 0 60,11-3 0,5-2 0,-5 2-60,-10 2 0,1 1-30,8-4 0,4-1 0,-5 2 30,-11 3 0,0 0 60,6-1 0,2-1 0,-3 1-60,7-3 135,0 1 0,0 0-45,-5 2-90,0-2 0,0 1 0,-3 0 297,4-2 0,3-1-342,-6 4 0,-1 0 776,1-1 1,0 1-687,3-1 0,-1 0-45,-7 3 0,2 0 0,0-1 0,-4 2 180,17-6-180,-20 7 3276,11-4-3072,-14 4 345,1 0-549,-4 2 90,-2 0-3367,-2 0 0,-4 0 2457,-4 0 1,-2 1 0,-1 0 0</inkml:trace>
  <inkml:trace contextRef="#ctx0" brushRef="#br0" timeOffset="341420">3496 3741 8072,'-7'4'450,"2"-1"-180,4-1-90,0-2 629,0 2-539,-1-2-90,2 1 90,-2 0 270,-1-1-270,2 0 449,-3 1-539,3-1 360,-2 0-360,2 0 359,-1 0 181,1 0-540,10-4-90,-7 1 0,25-5 0,-18 3-45,10 2 0,1 0-45,-1 1-1093,1 0 1,3 0 0,-2 1 1067,10-1 25,-5 1 0,4 0 0,-3 0-217,-9 1 1,0 0 246,10-1 0,3 0 0,-2 0-30,-9 1 0,1-1-532,2 0 1,4 1 0,0-1 0,-3 0 531,0 0 0,1 0 0,-2 0 0,4 0 0,2 0 0,-2-1 0,-2 1-232,-3 0 0,-2-1 0,3 1 277,2-1 0,3 0 0,3 0 0,0 0 0,-2 0 0,-4 0 172,3 0 0,-4 0 0,4-1-217,-5 1 0,4 0 0,2 0 0,1-1 0,-1 1 0,-1-1 0,-5 1 0,7 0 0,-5-1 0,5 1 0,-6 0 0,2 0 0,3-1 0,1 1 0,0-1 0,1 1 0,-2-1 0,-1 1 0,2 0 0,-1 0 0,-1-1 0,0 1 0,0 0 0,0 0-125,2 0 0,-1 0 0,1 0 0,-1 0 0,1 0 0,-1-1 125,2 1 0,2 0 0,-1 0 0,-1 0 0,-3 0 0,-4 0 0,7 0 0,-2 0 22,0 0 1,4-1-1,-1 0 1,-5 1-23,-2 0 0,-2-1 0,0 0 0,4 1 0,-1-1 0,-3 0 0,-4 1 0,1 0 0,6-1 0,4-1 0,-4 1 781,-10 1 1,1 1-782,8-1 0,4-1 0,-2 1 0,4 0 0,-1 1 422,1-1 1,-1 1-423,-7 0 0,-1 1 0,-3-1 1494,0 1-1494,-1 0 0,-1 0 0,-7 0 2439,5 0-2439,-12 0 246,2 0-246,-3 0 607,-1 0-247,0 0-3637,1 0 0,-7 0 2756,-4 0 1,-6 0 0,-2 0 0</inkml:trace>
  <inkml:trace contextRef="#ctx0" brushRef="#br0" timeOffset="348135">3996 4091 9242,'-9'0'3276,"3"-4"-2145,16 6-1131,-6-5 90,10 6-90,-13-3 90,0 0-90,-10-5 0,5 4 0,-6-5 0,8 6 0,0-1 0,1 0 0,-1 1-1709,1-1-1568,1 8 2859,0-3 1,0 4-1,0-6 1</inkml:trace>
  <inkml:trace contextRef="#ctx0" brushRef="#br0" timeOffset="350352">6199 4090 12930,'-8'9'90,"1"-2"0,1-6 269,5 1-179,-8-1 90,8 2-180,-2-2 90,3 0 180,0 0 89,-1 0-269,-1 1-180,0-1 180,0 1 1799,1-1-5256,1-6 0,-7 0 2457,5-7 1,-11 7 0,5-1 0</inkml:trace>
  <inkml:trace contextRef="#ctx0" brushRef="#br0" timeOffset="350669">6222 4115 13379,'-13'2'180,"3"0"-180,3-7 0,4 4 0,3-3 0</inkml:trace>
  <inkml:trace contextRef="#ctx0" brushRef="#br0" timeOffset="351504">4021 4278 12570,'0'0'0</inkml:trace>
  <inkml:trace contextRef="#ctx0" brushRef="#br0" timeOffset="381919">3501 3709 12570,'0'-10'1169,"0"1"-539,0 4-91,0 2-89,0 0-90,0 1 540,0 2-541,0 4 271,4-4-450,3 22 0,2-12-90,-1 10 0,0 2 0,2-1-45,3 5 0,1 0-45,-1-1 0,-1-6 0,3 2 0,-1 0-909,-1-2 1,0 0 908,3 3 0,-1 0 0,0-1 0,-3-3 0,-3-6-110,5 11 110,-11-19 90,1 2-90,-12-5 0,1-7-45,-7 0 0,-2-2 45,-2-8-30,1 3 0,-4-2 0,1 0 30,0-1 0,1 0-569,-4-3 0,0 0 569,9 7 0,2 2 80,-2 1-80,7 6-90,-3-1 180,8 9-90,0 12 0,2 0 0,5 5 0,3 0 0,-1 0 0,7 3 0,2 0-1330,-1-6 1330,-3-5 0,2 0 180,10 1 0,-5-5 0,7 1 553,-8-8 1,-1-1-644,4 1-90,3-8 0,-2-3 0,-3-2-90,0-10 0,0-3-90,-4-1-390,-6 4 1,0-3-1,-1 3-239,0-9-284,-4 8 1,-1-2 0,-1 4 352,-6-2 0,3-7 0,-4 24 0</inkml:trace>
  <inkml:trace contextRef="#ctx0" brushRef="#br0" timeOffset="382738">3745 4914 12660,'0'-11'719,"0"0"1080,0-1-1349,0 6 360,-4-7-720,3 10-180,-3-2 90,4 17 0,0-4 0,1 13 0,1 3 0,-1-3-45,3 8 0,0-1 45,0-6-405,1 2 0,1-1 45,1-4-180,-1 0 1,0-1 269,-2-5-629,3 10 629,-6-17-720,-5 1 900,-14-13 180,2 5-90,-8-15 225,10 5 0,0 0 45,-4-10 224,-1 0 1,1 0-225,4 4-90,2 1 0,1 1 180,5 5-180,8 6-180,6 10 0,6 1 269,-1 5 1,0 0 0,2-3 180,4 6 0,0 2-90,-1-6-46,1 2 1,1-2-135,-3-2-90,1-2 0,-1-1-90,-2-3 90,14-6-90,-18 1-225,3-10 0,-1-4-315,-1 3-553,0-4 1,0-6 0,-1 3-2185,3-8 2880,-3 7 1,2-3 0,-3 3 0,1-3-1,-1 7 1,-1-1 0</inkml:trace>
  <inkml:trace contextRef="#ctx0" brushRef="#br0" timeOffset="383618">3850 5934 13020,'2'-16'1574,"0"0"0,0-4-1214,-2 8-181,0 25-179,0 13 0,0 0 0,0 0-267,0-8 1,0 1 296,0 4 0,0 2 0,0-3-30,0-6 0,0 0-30,0 7 0,0 2 0,0-3 30,0 7-360,0 0 1,0 0-1,0-6 200,1-6 1,-2-1-1010,-4 7 719,4-10-809,-11 6 989,0-23 180,-1 1-1540,-2-15 1,0-3 1809,2 0 90,-1-3 0,1-1 222,2 2 93,2 2 0,-1-1-226,3 2-89,-5-9 0,7 14-180,3 8 989,0-1-449,17 13-540,-6 2 90,10 5 0,4 1 134,-3 2 1,1 0 327,-3-4 1,1 0 0,-1 0-553,3 2 0,0-2 180,0-1 0,-2-2-1236,-4-3 1056,7 2-71,-4-6-19,-8-8 0,13-11 0,-14-2-135,2-4 1,-1-1-226,-1-3-420,-4 5 1,2-4-1,-2 3-859,-2 7 1,0 0 851,2-10 1,-1 0-853,-1 8 1,0 2-1610,1-8 3248,2-5 0,-1 13 0,0 1 0</inkml:trace>
  <inkml:trace contextRef="#ctx0" brushRef="#br0" timeOffset="384521">5708 3681 13289,'8'-6'0,"0"1"540,-5 0-180,-1 3 809,1-1-899,-1 3 180,8 15-450,-3-6 45,4 9 0,0 3-45,3 0 30,-3-1 0,2 4 0,-1 0-1669,1 4 1,0-1 1633,-4-6 1,1 0-1,-1 0 5,1 5 0,0 1 0,-2-5 0,0 6-315,0 0 0,-1-1 573,-4-12-1517,-1 6 719,-8-17 270,-8-8 180,-1-3 45,-1-8 0,0-2 45,1-3 150,2 0 0,-1-4 0,2 3-15,4 7 0,1 0 134,-3-6 1,-2-3 0,3 4-90,1 2 0,-5-8-180,9 19 2673,0 0-2583,8 18 0,3-5 90,1 9 0,2 0 0,4 0 180,1 5 0,1 0-2271,0-2 2001,-4-4 0,1-1 269,0-3 1,1-1-180,2 2-341,3-3 0,-1-1 340,-3-5-44,2-8 0,-1-2-135,-3-3 0,1-10 0,-1-3 0,-2 0-450,-5 2 1,1-5-1,-2 2-989,-2-1 0,-2 2 719,3-6 1,-2 1-271,-2 9 1,0 2 989,0-1 0,0 10 0,0-1 0</inkml:trace>
  <inkml:trace contextRef="#ctx0" brushRef="#br0" timeOffset="385285">5775 5165 13199,'6'-16'1440,"1"-11"898,-1 1-1708,0 1-630,-3 8 90,-1 12-90,2 20 0,-1-5 45,1 9 0,0 1-135,0 1 45,1 6 0,0 1-45,-2-2-270,2 3 0,-2 0 91,0-6-91,0-1 0,-1-1 180,-1-8-719,0 6 629,-12-31 270,2 5 0,-4-13 0,1-4 0,-3 2-625,6 4 0,0-4 0,1 4 715,-2-8 0,1 0 0,2 1-1303,3 7 1213,0-6 450,4 15-180,7 4-180,0 8-90,8 7 0,5 14 0,-5-5 180,0-1 0,-1 1 1817,-1-2-1727,2 2 0,1 0-180,-2-4 135,2-1 0,-1-1-45,-1-5 89,12 1-179,-15-16 1540,9-17-1720,-16 4 0,-1-3 0,1 5 0,0-2-675,-2-8 1,-2 1-46,0 6-829,0 2 1,0 0-931,0 6 2569,5-3 0,1 14 0,4 0 0</inkml:trace>
  <inkml:trace contextRef="#ctx0" brushRef="#br0" timeOffset="385835">5783 5824 13829,'4'-12'540,"0"-3"1439,-2 6-1350,6 18-629,-1 1 45,2 16 0,1 3-472,-5-13 1,1 0 426,1 10 0,0 4 0,0-3-90,-3-7 0,0 0-240,2 8 0,1 4 0,-1-5 60,-2-9 1,-1-1-361,3 6 0,-1 3 1,0-5-1,1 5 225,-1-7 0,-1-1-1753,-1 3 629,-1-7 269,-1 2 1260,-1-9 0,0 0 0,0-2 0</inkml:trace>
  <inkml:trace contextRef="#ctx0" brushRef="#br0" timeOffset="386119">5780 6168 13379,'-12'-17'990,"4"6"539,1 2-1079,11 14-315,7 5 0,2 3-46,6 4 226,4 3 0,-1 0-45,-4-6 134,3 3 1,0-1 495,6 0-810,-14-6 0,1-3 360,8-6-450,-16-3 45,1-13 0,-1-3-135,-1 0-884,-2-2 0,0-6 0,-1 3 839,0 6 0,-1-1-473,0-5 1,-1-3 0,1-2 0,0 2-486,0 2 1,1 1 0,0 0-1,-2-3 1,-1 0 0,3 2 436,6-6 1,1 6-1,-1 10 1,10-3 0</inkml:trace>
  <inkml:trace contextRef="#ctx0" brushRef="#br0" timeOffset="386985">1317 3135 13559,'4'-10'1889,"-1"0"-630,-7 6-1079,3 5-90,4 0 90,12 18-180,2-11 45,5 10 0,5 3-15,-10-10 0,2 0 0,-1 0-227,8 6 1,0 0 196,-3-3 0,1 1 0,-4-3 0,3 2-135,-1 2 0,-1-1-135,-5-3-630,-2-1 1,-2 1 0,-4-4-2378,2 8 257,-8-11 3020,-1 4 0,-8-7 0,-2 0 0</inkml:trace>
  <inkml:trace contextRef="#ctx0" brushRef="#br0" timeOffset="389005">2745 2560 13110,'8'-15'89,"-2"2"1,-4 5 180,-2 0 90,2 1 90,-2 1-90,1 0 269,0-2 91,0-2-1,0-1-629,0 3 90,-1 2-90,0 5 2159,0 0-1979,0-2-90,-4 2 0,3-5-1,-4 3-89,3-1 0,1-2-90,-1 5-90,2-2-89,0 1 179,5 12 0,1-8 0,10 21 0,-4-15 44,0 6 1,0 0-45,-1-2 0,2 1 0,-1 1 0,-1-2 0,0 1 0,-1 0 0,-2-3 0,8 11 0,-11-14 90,3 4-90,-7-7 0,0-1-3277,0 0 978,-6-2-978,-10-5 0,-8-6 2824,1 0 0,4-2 0,9 5 0</inkml:trace>
  <inkml:trace contextRef="#ctx0" brushRef="#br0" timeOffset="389435">2791 2308 14009,'-15'-6'90,"4"2"719,-6-2-89,5 10-540,-3 4-45,5 6 0,2 2-45,-2 9-1001,2-5 0,0 2 1,1-1 910,1-5 0,1 0 30,-1 10 0,-1 4 0,2-4 63,1-7 0,2 0-71,2 3 1,0 4-1,1 1 1,1-5-23,0-2 0,2-1 0,5 8 0,2 3 0,0-5 0,7 0 0,-2-10 0,3 0 0,-1-3 90,9 0-90,-3-7 0,4-2 0,-1-4-30,-6-5 0,-1-3 0,0 0-790,3 1 1,0 0-1,-1-2 820,-3-2 0,-1-2 0,-2-1 0,3-8 0,-2 0-897,-4 4 0,-1-1 897,3-5 0,-2-2-209,-6 1 0,-2-1 0,-2 2 254,2 0 0,-3 0-102,-4-2 1,-3-3-1,-2-1 1,1 6 145,0 1 1,-4 2-22,-2 1 0,-3-2 0,-2 0 0,3 5-68,1 4 0,-1 2 165,-4-1 1,-4 1 0,3 2-256,-5 5-225,-3 14 0,1 6-315,2 4-190,10 0 1,-1 7 0,-1 0 0,4-2-820,0-2 1,2 1 1596,1 1 1,-1 4 0,1 0 0,2-4-1,3-1 1,2-2 0,1 9 0,-1-1-1</inkml:trace>
  <inkml:trace contextRef="#ctx0" brushRef="#br0" timeOffset="390119">2886 2820 14099,'-6'-12'1799,"1"3"-900,1 0-269,3 7-90,6 4-1,8 9 1,2 4-315,0-2 0,2 2-270,0 1 1,3 3 0,1 2 0,0 1 277,-3-1 1,0 1 0,0 2 0,0-2 0,-1 0-212,2 0 1,-2-2 0,1 1-1,0 4 113,-3-3 0,0 2 0,0 1 0,1 2 0,0 1 0,-1-1 0,0-1 0,-2-2-114,1 0 1,-2-1-1,0 0 1,0-1 0,0 1-1,2 1 91,-2 0 1,2 2-1,0 1 1,0 0-1,0 0 1,-1-1-1,1-1 1,-2-1-417,3 3 0,-1-1 1,0-1-1,-1-1 1,0 0 303,0-1 0,0 1 0,-1-3 0,-2-3 90,-1-2 0,-1-2 45,2 3 0,-1 0-45,2 1-625,2 5 1,0 0 534,-3-5 124,0-1 0,-1-1-124,-4-10 750,1 1-750,-3-3 1742,0-1-3541,-1-3-1478,-1-19 0,0 7 2457,-1-18 1,-5 10 0,-2-3 0</inkml:trace>
  <inkml:trace contextRef="#ctx0" brushRef="#br0" timeOffset="642132">3929 4036 10771,'3'-7'809,"0"0"-539,-2 4-90,-1 1 270,0-2-180,1 2 449,0-4-449,0 3 450,-1-2-540,1 2 629,-1 1 990,1 0-1619,-1-6-90,0 0 0,0-9 0,0 7 90,-4-8-90,-1 10 0,0-5 90,-5 4-90,6 4 179,-11-4-179,9 5 90,-9-3-90,8 5-90,-9-2 90,9 3-90,-10 0 0,10 1 90,-13 5-90,10-4 90,-15 13 0,13-12-90,-7 12 180,0-2-90,7 1 45,-1 0 0,0 0-135,3 0 45,-2 3 0,1 0-45,2-1 90,-2 2 0,1 1-1,3-3-1650,-3 6 0,1 0 1651,2-4-788,0 3 1,0 0 787,3-6-73,1 3 0,0-1 163,2-2 180,0 17-270,1-17-149,-1 16 149,1-17 90,0 16-90,0-17 1166,4 3 1,3 2-987,10 7 1995,2 1-2220,-4-11 0,0-1-45,-1-4 45,1 1 0,0 0 44,-1-2 1,2 1 0,-1-1-90,-1-2 90,1 0 0,1-1 0,-3-2 0,2 0 0,1 0 0,-2-1 0,3-1 0,-1 1 0,0-2 780,7 0-870,2-5 0,-9 4 0,3-2 0,-1-2 90,-3-1-90,2 0 0,0 0 0,-3-3 0,1 2 0,0-1 0,-3 1 0,12-10 0,-14 9 45,2-3 0,0 0-45,-3 2 0,10-15 0,-13 14 0,4-16 0,-7 14 0,1-17 0,-3 16 0,-1-17 0,0 17 0,-4-18 0,2 17 0,-4-2 0,-1-1 0,3 2 423,-8-9-333,1-2-90,4 9 0,-2-1 0,0-1 90,0 4-45,-1-1 0,0 1-45,0 4 45,-2-3 0,-2 1-45,-5-1 0,-3-2 90,-5 4-90,14 8 0,-8-1 180,-1 3-180,7 1 0,-16 1 0,18 0 90,-13 0-180,14 5 180,-14 4-90,14 1 0,1 3-1607,-6 4 1,0 1 1651,5-4 0,1 1-45,-2 9 0,1-2 90,4-2-90,2 1 0,-1 3 90,3-3 0,1 0-90,-1-3 0,1 1 30,1 4 0,0 3 0,2-4 60,6 8-705,-4-2 0,2-1 615,9-5 0,1 2-95,-2-9 95,7 7-179,-7-8-541,2-2 0,0 0-269,1 0-650,4 0 1,0 0-1381,-2-3 1380,3 1 1,1-1-1639,-2-4 3012,10 4 1,-14-9-1,0 0 1</inkml:trace>
  <inkml:trace contextRef="#ctx0" brushRef="#br0" timeOffset="643199">3931 5311 10141,'2'-13'1889,"-1"-4"-1619,-1 3 0,0 0 270,0-4-361,0 7 451,-5-13-360,4 13 449,-9-9-539,6 12 540,-11-12-180,-1 10-450,-1-4 359,-8 5-269,12 6 45,-4 1 0,-1 1-135,2 0 0,-12 1 270,-1 11-270,10-9 89,-2 10 1,-1 2 0,4-4 0,-2 9 0,1 2-90,3-1 30,5 1 0,0 5 0,1-1-1090,2 5 1,1 0 999,1-7 0,0 0 0,1 0-30,1 5 0,1-2 45,2-6 0,1 0-2645,0 9 2600,-1-10 0,2 1 0,5 2 0,1 0-24,1 6 24,1-10 0,3 3 0,0-4 0,4 5 30,-1-7 0,3 0 0,-1-2-30,9 3 0,-6-6 0,5 1 0,-4-2 0,-6-3 0,1-2 30,10 3 0,4-1 0,-4-1-30,-9-2 0,0-2 30,7 0 0,4-1 0,-4-1-30,2-1 0,3-6 0,-1-2-90,-5 3 135,2-6 0,-1-1-45,-4 2 0,0-3 0,-1-1 0,-4 1-45,0-3 0,-1 0 45,-3 0-90,0-7 0,-2-4 45,-6 5 0,-1 0-836,-1-3 1,-1 0 835,1 2 0,-3 1 45,-4 4 0,-3-1 0,1 1 297,4 0 0,-2-1-297,-2 0 0,-2-3 0,-1-1 0,2 4 0,0 1 0,-2 2 30,-5-7 0,-3-1 0,1 5-30,6 7 0,-2 3 90,-7-4 0,-4 0 0,3 3-45,8 5 0,-1 2-15,-7-1 0,-2 0 0,3 2-30,-6 1 0,-1 2 0,1 4-90,5 9-120,5 1 0,-2 5 0,4-1-150,4-1 0,2 3-460,-2 2 1,0 5 0,-1 0 0,3-4 210,2 1 0,1 1 609,1 1 0,0 5 0,0 0 0,1-5 0,1 0 0,1-1 0,1 0 0,0 1 0,-1 0 0</inkml:trace>
  <inkml:trace contextRef="#ctx0" brushRef="#br0" timeOffset="644184">3866 6304 11311,'0'-10'1079,"0"0"-90,-5 2-179,-1-1-540,-4 1 449,-3-3-449,4 7 0,-3-2 630,-6 3-721,6 1 136,-5 0 0,-1 2-135,1 6 90,-4-4 0,0 2-180,1 10 134,-4-2 1,0 2-135,10 0 0,3 2-1729,-5-1 1,2 0 1613,1 13-1007,10-12 1,2 0 1121,-1 6-140,3 4 0,3 3 95,4-1 0,3 0-45,-4-4 0,2 0-403,4-1 1,3 1 0,-1-4 402,-5-7 0,2-2 30,8 6 0,3 1 0,0-1 249,2-3 0,-1-2-279,-6-2 0,1 1 0,0-1-32,4-2 0,-1-1 0,-2-3 32,5 1 0,3 0 0,-1-4 83,-8-8-83,2 1 0,0-2 0,-3-8 0,2 0 0,0 0 0,-4 0 0,2-4 0,-1-1 0,-3 2-45,-1-3 0,-1-1 45,-3 2 45,0-5 0,-2 0-38,-1 2-7,-2 6 0,0-2 0,-3 0 0,0 1 1049,0-7-1049,-2-4 0,-3 0 0,-4 3 90,-3-2 0,-1 0 2561,-5 6-2532,3 7 1,-3-1 0,-1 4-75,-2 4 0,-1 3-1326,-3-5 1,0 2 1280,5 5 0,0 5-506,-1 7 1,1 3-35,-5 3-553,5 1 1,-2 6 0,3-3-547,5-4 1,1 1 1463,0 3 0,-2 4 0,1-1 0,1-1 0,2 0 1,1 0-1,0 1 0,0 0 0,0 1 0</inkml:trace>
  <inkml:trace contextRef="#ctx0" brushRef="#br0" timeOffset="645765">3926 4348 9781,'0'0'0</inkml:trace>
  <inkml:trace contextRef="#ctx0" brushRef="#br0" timeOffset="646315">4011 5427 10321,'0'0'0</inkml:trace>
  <inkml:trace contextRef="#ctx0" brushRef="#br0" timeOffset="647497">3943 4209 10141,'-6'-5'540,"0"0"-360,6 2-180,-3 0 90,3 1-90,-4 1 0,4-1-900,0 1 900,0 6 0,8 10 0,1 7 0</inkml:trace>
  <inkml:trace contextRef="#ctx0" brushRef="#br0" timeOffset="648100">3889 5465 12390,'-9'-4'809,"1"3"-809,5-3 0,6 4 0,2 0 0</inkml:trace>
  <inkml:trace contextRef="#ctx0" brushRef="#br0" timeOffset="649448">3977 6505 13649,'0'-10'1080,"-4"1"-4357,2 3 2457,-2-5 1,4 2 0,0-6 0</inkml:trace>
  <inkml:trace contextRef="#ctx0" brushRef="#br0" timeOffset="649965">4111 4303 10501,'0'-13'-765,"5"6"1,0 7-1,4 8 1</inkml:trace>
  <inkml:trace contextRef="#ctx0" brushRef="#br0" timeOffset="650284">4006 5508 11490,'1'-11'0,"1"2"-2068,-2 2 2068,-4 3 0,3 7 0,-3 4 0</inkml:trace>
  <inkml:trace contextRef="#ctx0" brushRef="#br0" timeOffset="650998">4027 6734 14369,'0'-13'629,"-5"3"-89,4 2-540,-3 5 90,4-1-90,0 2 0,0 0 0,0 1 0,0 0 0</inkml:trace>
  <inkml:trace contextRef="#ctx0" brushRef="#br0" timeOffset="654768">3832 4265 6813,'1'16'0,"0"-2"0</inkml:trace>
  <inkml:trace contextRef="#ctx0" brushRef="#br0" timeOffset="656149">3917 4326 8162,'-7'6'540,"0"-2"-180,7-3 989,-1-1-989,-2 0-270,2 0 360,-2 0-361,2 0 1,-3 0 0,3 0 90,-1-3-180,1 2 270,-1-2-180,1 3 0,-2-2-90,2 2 270,-2-4-180,0 2-90,0-1 180,1 0-180,0 2 180,0-2-180,1 2 180,-2-1-91,2 2 91,-1-1-90,1 0 180,-1 0-90,1 0 90,0 1 0,-1-1 90,1 1-271,-1 0 361,1 0-450,0-1-180,0 0-2158,13-7-939,11-8 2127,-10 8 0,0-1 880,5-3 0,-1-1 1,-3 3-1,-1 1 1,2-2-1,-1 0 0</inkml:trace>
  <inkml:trace contextRef="#ctx0" brushRef="#br0" timeOffset="659352">3989 5354 9961,'-21'12'-990,"3"-2"1,4 2 0</inkml:trace>
  <inkml:trace contextRef="#ctx0" brushRef="#br0" timeOffset="660586">4045 6591 15448,'-5'-17'-3277,"-4"-3"2621,8-6 1,-4-1-1,5 10 1,0 0 0</inkml:trace>
  <inkml:trace contextRef="#ctx0" brushRef="#br0" timeOffset="661048">4065 4247 10591,'-7'-11'-2878,"-5"5"2878,-1 6 0,1 2 0,8 3 0</inkml:trace>
  <inkml:trace contextRef="#ctx0" brushRef="#br0" timeOffset="661399">4073 5400 10681,'-11'-9'0</inkml:trace>
  <inkml:trace contextRef="#ctx0" brushRef="#br0" timeOffset="662748">4021 6716 12390,'-9'-10'0</inkml:trace>
  <inkml:trace contextRef="#ctx0" brushRef="#br0" timeOffset="666748">3960 4268 7892,'-6'-9'990,"-2"4"-900,7 0 0,-5 4 90,6-3 0,-4 4-180,3-1 899,0 1-3417,0 4 2518,1 1 0,-1 3 0,1-2 0</inkml:trace>
  <inkml:trace contextRef="#ctx0" brushRef="#br0" timeOffset="668281">4548 3826 7713,'13'-13'539,"-2"2"-269,-5 4 90,0 0 0,-1 1-90,-1 0 179,0 2 361,-2-2-91,-1 3-449,-5-1 0,-2 8 90,-13 8-180,6 1-45,-5 4 0,0 0-641,-2 3 626,3-2 0,-4 2 0,3-1-75,4-5 0,0 1-23,-2 3 1,-5 3-1,0 1 1,3-2-913,2-2 1,1-1 0,0 0 889,-4 3 0,0 1 0,1-1 30,3 0 0,0-1 0,3-3-30,0 3 45,0-1 0,1 0-45,6-8 0,-3 7 0,6-11 722,0 1-722,1-10 2901,5-9-2901,1-2 0,1-7 0,1 2 0,1-1 0,-2-8-1093,2 4 1,2-5 0,-1 4 1038,-3 6 0,0 0 54,4-8 0,1-3 0,-1 4-58,-3 9 0,-1 2 103,7-15 0,-1 4-45,-5 9-90,3-5 90,-8 26 90,-7-6-45,2 18 0,0 6-45,-11-4 196,7 3 0,1 5 1,-1-3-152,0-5 0,0-1 15,-1 9 0,0 4 0,1-4-15,3-8 0,0-1 44,-1 6 1,1 3 0,1-5 123,1 5-78,5-2 0,0 0-135,-1-7-1129,10 0 0,3-1 1129,-5-6-235,10 0 0,0-1 235,-3-6 0,6 0 0,1-2-90,1-6-330,-4 0 1,4 0-1,-2-1-30,-5-1 1,0-2-371,2 1 1,5-2 0,-1 1 0,-3 0-376,0 0 0,0 0 1195,4-2 0,3-1 0,-4 2 0,-7 3 0,-2 0 0,5-1 0,0 0 0</inkml:trace>
  <inkml:trace contextRef="#ctx0" brushRef="#br0" timeOffset="669118">4330 4793 10861,'9'-25'1259,"-4"4"-719,-1 0-90,-4 9-91,-5 9-89,-7 10-180,0 0 135,-4 9 0,0 3-135,-1 3-1111,2-2 0,-2 3 0,2-3 1065,3-4 1,0-1 45,-5 7 0,-1 3 0,2-3-90,5-8 0,1 0-544,-3 4 1,-1 4 0,2-4 543,-1 1-799,2-1 0,2-2 889,5-7 0,-2 4-90,6-9 1261,-2 1-1261,5-13-180,5-19 90,0 3 45,2-3 0,-1-1 2096,1 3-2081,-3 5 0,2-2 0,-2 2 30,3-9 0,-1-1 0,0 0 0,-3 7 45,-3 3 0,0 1-45,-2 9 3276,-6-3-3178,3 21-8,-8 6 0,3 6-90,-2 4 135,0-3 0,0 0-403,0 7 328,3-7 0,0 3 0,1-4-60,-1 7 90,1 4 0,4 1-45,9-16 0,0-1-821,-3 4 1,1-1 775,19 1-479,-8-14 1,3-3-646,9-3 0,1-3 494,-1 3 0,0-2-95,-7-1 0,1-1 0,0-2 725,3-2 0,0-2 0,-2 1 0,0 0 0,0 0 0,1-1 0,0-1 0,0 1 0</inkml:trace>
  <inkml:trace contextRef="#ctx0" brushRef="#br0" timeOffset="669982">4417 5923 11400,'5'-24'2609,"-7"5"-2069,-8 1-360,-3 18-1,-2 10 1,0 4 0,-2 10-1273,2-6 1,-1 3 0,1-2 611,3-4 0,1 0 526,-2 3 0,-2 4 0,-1 1 0,3-3 0,-3 6 0,0 0-45,3-6 0,0 2 0,1-3 620,0 1 0,2-1-620,0-3 0,1-2 0,-1 4 0,1-2 0,0-1 0,4-5 719,-1 4-719,19-28 0,-6 7-45,10-14 0,1-2-45,-5 3 943,2-1 0,-1 0-853,-5 4 0,2-4 90,-2 1-90,-4 8 0,1-7 0,-4 14 90,-1 0-90,-5 14 0,3-3 0,-6 9 90,4 4-90,-1-7 90,3 16-90,1-16 0,16 11 0,-5-14-675,12-1 0,2-2-314,2-2-104,1-4 1,5 0 0,-3-2 682,-8-3 0,-2-1 1,6 2-1,2 0 1,-4-2-1,-8-2 0,1-1 1</inkml:trace>
  <inkml:trace contextRef="#ctx0" brushRef="#br0" timeOffset="670882">4554 4900 10231,'-7'-23'1799,"2"5"-540,-4-10-899,4 13 540,-7-13-720,7 18 269,-12-3-89,0 19-360,-2 4-1639,0 10 1,2 2 844,1 4 823,5-8 1,-2 1 0,3-2 830,0 3-815,3-1 0,2-1-45,2-6 0,15 9 0,-4-14 45,10-2 0,3-3-45,5-9 0,-1-4-45,-1 2 0,-2-1 45,2-3 0,-4-3 0,-12-4 0,-4 1 0,-2 3 0,-1-14 0,-6 20 3276,4-1-3250,-4 6-26,5 8 0,0 9 0,0 1-270,0 5-90,0 0-179,5-4-91,-4 4-2248,16 4 1259,-10-7 1619,5 0 0,2 0 0,-3-2 0,7 6 0</inkml:trace>
  <inkml:trace contextRef="#ctx0" brushRef="#br0" timeOffset="671465">4477 6244 12480,'0'-20'3276,"-5"-1"-1695,-6 2-1311,-5 6 360,-8 25-451,9-3-89,-2 8 0,1 1-90,0-1 0,0 1 0,1 1 0,5-4-90,-4 12 180,12-18-359,6 4-631,19-17-739,-4-6 1,1-1 1310,-2 2 1,-1-1 327,1-4 0,0-1-45,-2 5 0,-2 2 135,4 5-90,7 2 0,-17 13 0,0 11-90,-2-11-539,7 9-91,-4-16-179,5 1-2378,14-14 2646,-8-1 631,2-6 0,0-2 0,-9 4 0,-2-1 0,5-5 0,0 0 0</inkml:trace>
  <inkml:trace contextRef="#ctx0" brushRef="#br0" timeOffset="672132">4533 4003 10501,'3'-13'2519,"1"-9"-1980,-10 7 271,-8-10-630,0 18 269,-15-2-359,14 14 135,-6 6 0,-1 3-90,8 2 0,1 1-1774,-3 0 1,1 0 1340,5-3 1,3-1-147,2 6 444,3-7 811,6 9-811,4-13 0,12 5 0,-5-10 0,1 0 0,-1-2 0,1-7 0,2 0 0,0-2 0,-3-6 0,0 0 0,-1 1 0,-5 1 0,3-5 0,-8 16 1816,2 5-1726,-1 8-719,11 6-91,-4-5-919,6-3 1,2-2-1639,3-3 3242,-4-1 1,0 0 0,3-3 0,1 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47:38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3997 3572 24575,'0'0'0</inkml:trace>
  <inkml:trace contextRef="#ctx0" brushRef="#br0" timeOffset="247579">5740 1723 6183,'-4'6'0,"1"0"0</inkml:trace>
  <inkml:trace contextRef="#ctx0" brushRef="#br0" timeOffset="248516">5733 3476 10231,'-8'-4'1889,"-3"3"-360,-3-2-1259,2 3 719,-14 0-719,14 0 180,-4-1 0,-1 2-180,2 3 44,-1-4 1,0 1-225,4 8 90,-7-8-90,15 5 90,6-6 0,13 2 0,5 0-180,10-2-820,-9-1 1,4 1 0,2-2 0,-4 1 806,3-3 1,1-1 30,-1 1 0,4 0 0,2 0 0,-1-1 0,-4 1-451,-2-1 0,-3-1 0,4 1 433,-1 0 0,5 1 0,2-2 0,0 2 0,-3-1 0,-3 1 0,2 0 0,-5 0 0,5 1 0,-4 0 0,3-1 0,2 1 0,1-1 0,0 1 0,-1 0 0,-4 1 0,5-1 0,-4 1 0,1 0 0,0 0 0,-1 0 0,0 0 0,1 0 0,-1 0 0,-1 1 0,4-1 0,0 1 0,-2 1 0,-5-1 45,-4 1 0,-1 0-90,15 0 0,-2 0 45,-17 0 0,6 0 0,-15 0-2428,0 0 4007,-3 3-4856,-6-2 1210,-10 6 2067,-3-6 0,-8 5 0,6-3 0</inkml:trace>
  <inkml:trace contextRef="#ctx0" brushRef="#br0" timeOffset="250198">9671 2443 10321,'4'3'3276,"-1"-4"-1875,0 16-1221,0-11 360,3-1-90,-2-2-270,-2-1 0,10-5-1819,7-9 1,4-2 1490,-6 5 1,4-2-213,1-1 0,5-3 0,2-2 0,0 1 1,-3 2-461,-5 3 1,-3 2 0,2 0 0,3-2 798,-2 2 1,3-2 0,3-1 0,1 0 0,1-1 0,1-1 0,-1 2 0,0-1 0,-2 2 0,-3 1 0,3-2 0,-2 2 0,-1 1 0,0 0 0,0-1 0,3 0 0,2-1 0,-1 0 0,0 0 0,0 1 0,0-1 0,0 0 0,0 0 0,1 0 0,-1 0 0</inkml:trace>
  <inkml:trace contextRef="#ctx0" brushRef="#br0" timeOffset="252479">10134 4240 10951,'-17'-10'90,"3"5"0,1-1 449,-2 3 811,-11-2-631,-3 1-539,4 2 270,2 1-270,16 1 269,-7 5-269,9-4 360,-4 8-180,7-6 449,0 9 1,19 0-540,-4-1-399,1-5 0,3-2 398,13 0 1,1-1-957,-9-1 0,3-1 740,-1 0 1,5 0 0,2-1 0,-1 1 0,-3 0-680,0-1 1,-3 0 0,4 0 650,-3-1 1,4 0 0,3 0 0,1 0 0,-1 0-1,-1 1 1,-4-1-26,0 1 0,-4-1 0,2 1 0,3 0 0,-4-1 0,2 0 0,3 0 0,1 0 0,1-1 0,1 1 0,-1 0 0,0 0 0,-2 0 0,-1 1-289,2 0 0,-1 1 1,-1 0-1,-1 0 1,0 0-1,1 0 1,1 0 288,-1 0 0,0-1 0,1 0 0,0 0 0,0 1 0,0-1 0,0 1 0,0-1-184,3 2 1,2-1-1,-1 1 1,0 0 0,-1 0-1,-3 0 1,-4 1 183,6 0 0,-5 1 0,2 0 3,2-2 1,2-1-1,0 0 1,-2 1-4,2 1 0,-2 2 0,-2-2 0,-1-2 0,0 0-90,-4 1 0,3 1 0,0 1 0,-6-2 0,11 1-360,-5 0 0,-3 1 91,-10-2-2047,3 1-871,-32-1 2621,3-1 1,-4 0-1,-2 0 1,-7-1 0</inkml:trace>
  <inkml:trace contextRef="#ctx0" brushRef="#br0" timeOffset="252895">9728 4338 15178,'-11'0'90,"3"0"450,25 0 0,9 0-270,-3 0-1090,-1 0 1,7 0 0,1 0 0,-4 0 77,-1 1 0,2-2 831,-1 1 1,5-1 0,2 0 0,0-1 0,-5 1-212,-1-1 1,-3 0-1,5 0 147,-3 1 1,4-1 0,2 1 0,2 0 0,-1-1 0,-2 1-1,-3-1-3,-1 0 1,-3 0 0,1-1-1,4 2-13,-4 0 0,3 0 0,3 0 0,2 1 0,1 0 0,0 0 0,-1-1 0,-1 1 0,-3 0 0,-3 0-87,3-1 0,-4 0 0,-2 0 1,2 1-1,4 0 87,-4 0 0,4 0 0,2 0 0,1 1 0,1-1 0,0 1 0,1 0 0,-2-1 0,-1 1 0,-2 0-173,2-1 0,0 1 0,-2 0 0,-1 0 0,1 0 0,-2 0 1,2 0 178,1 0 0,0 0 0,0 0 0,0 0 0,-1 0 0,0 0-15,4 1 0,2 0 0,-2 0 0,-2 0 0,-6-1 0,1-1 0,-3 1 118,-2 0 0,0 1-118,-3 0 0,0-1 237,6 0 1,-1 0-238,3 1 795,-9-1 0,-2 0-1065,-4-1 2378,-5 0-5385,-1 0 2457,-17 0 1,2 0 0,-12 0 0</inkml:trace>
  <inkml:trace contextRef="#ctx0" brushRef="#br0" timeOffset="253462">9573 4282 15178,'10'5'1350,"-2"-1"-1081,-4-4 541,3 5-540,-2-4 269,8 7-449,-6-5 540,16 0-450,-10 0 90,9-3 44,-2 0 1,0 0-135,9 0-1191,-2-1 1,6-1-1,-4 0 1056,-4 2 0,1-1-9,-2 0 0,5-1 0,1 0 0,0 1 0,-4-1-414,-1 2 0,-4 0 0,5-1 416,-1 1 1,4-1-1,3 0 1,1-1-1,1 1 1,-2 0-1,-1 0-339,-2 0 1,-1 1 0,-1-1-1,0 1 1,1-1 0,0 1 300,-2-1 0,1 0 0,0 1 0,0-1 0,1 0 0,-1 0 0,1 1 0,3-1 0,2 1 0,0-1 0,0 1 0,-2 0 0,-1 0 0,-4-1-422,8 1 0,-5 0 0,2 0 422,-4 0 0,2 0 0,1 0 0,0 0 0,-1 0-18,-2-1 0,0 1 0,0 0 0,-1 1 0,-2-1-42,4 0 0,-2 0 0,2 0-115,-2 0 1,3 0 0,2 0-1,0 0 1,-2 0 0,-5 0 84,-1 0 0,-3 0 0,3 0-252,0 0 0,4 0 0,1 0 0,-1 0 1,-6 0-109,3-3 0,-2-1-643,5 0 1,2-1 0,-5-2-2185,2-11 3232,-5 1 0,-2-2 0,-7-6 0,-5 8 0,-1-1 0</inkml:trace>
  <inkml:trace contextRef="#ctx0" brushRef="#br0" timeOffset="256163">9329 4081 12120,'3'-9'1529,"-1"2"-1169,-2 5 2916,0 1-2954,7 12-232,-6-6-90,14 9 180,-2-8-180,5-4 0,3 0 0,3-2 0,-3-9 0,0-2-108,3 7 0,0-3 108,-1-10 0,-1-5 0,-4 3-304,-5 6 1,-1-1 243,4-9 0,1-3 0,-4 2 15,-6 9 1,-3 0 14,-1-8 0,-1-2 0,-1 2 30,0-9 0,-9 11 0,-5-3 0,2 3 0,-4-6 30,-4 10 0,-6 0 0,0 4 59,4 8 1,0 3 0,-1 2-45,-2 1 0,-1 1 0,0 1 0,1 1-298,1 1 1,1 1 0,0 3 274,1 4 1,0 3 0,1 1-1,4-2-22,1 0 0,3 1 0,-1 2 0,-2 4 0,1 0 0,3-3 45,2 0 0,1 1-45,-1 7 0,0 4 0,5-4-90,8-9 0,1-1-90,-1 9 1,5-3-914,9-12 1,6-4 0,3-3 1069,0-4 0,2-3 0,1-1 0,0 0 0,-2 2 0,1 0 0,-1 0 0,2-2 0,-3-4 0,1 0 0,-1 1 0,1-1 1,0 1-1</inkml:trace>
  <inkml:trace contextRef="#ctx0" brushRef="#br0" timeOffset="260365">4992 3906 12300,'-2'-14'899,"1"3"-539,0 3 180,-1 0 0,0 1 89,0-1-89,0 1-90,1 1-1,-1 1-179,1 0-90,-1 2 0,1 0-90,1 1 180,-1 1-180,0 7 90,-1 9-180,1 4 0,0 3 45,-1 0 0,1 1-1271,0-1 1,0 0 1225,0-5 0,1-1-434,0 10 434,0-11-93,0 11 183,0-19 180,0 2-270,-4-24 0,0-12 0,1 7 0,1-2 651,-2 2 0,1-1 1,0-1-682,1-2 0,1-1 0,1 4 681,7-5-696,-5 0 0,2 4 45,7 10 0,2-1 0,-3 10-90,18 9 90,-15 4-90,2-2 0,0 2 160,-2 5-1015,0 1 1,0 1 224,-2 0-809,1 6 0,-2-1 0,-5-3 1529,-1 3 0,-2 1 0,-1-4 0,-1 12 0</inkml:trace>
  <inkml:trace contextRef="#ctx0" brushRef="#br0" timeOffset="260732">5267 4098 14279,'0'-16'180,"0"1"180,4-9-271,-3 6 46,1-6 0,0 0-45,-2 0 360,0-3 0,0 0-90,0 5-1,-2 1 1,-1 2-360,2 6 0,-3-2 90,1 12 0,2 9-90,-1 5 0,2 19 0,4-8-45,-1 1 0,-1 0-1373,4-1 1328,-2-5 0,1 1-544,0-2 0,1-1-670,3-2 0,1 0-46,6 14 1350,-2-17 0,0-4 0,-2-8 0,7-2 0</inkml:trace>
  <inkml:trace contextRef="#ctx0" brushRef="#br0" timeOffset="261229">5142 3422 13379,'-25'-7'120,"-1"-1"0,6 2 0,-1 2 329,-8 0 1,-5 0 0,4 2-954,5 4 0,0 2 728,-1 1 1,-4 2 0,-1 2 0,5 4-428,6 3 0,3 3 0,1 3 1,0 1 246,1-2 1,-1 2 0,1 2 0,-1 0 0,2 0 0,1-1-336,-1 4 0,2 0 0,1 0 1,1 3 315,4-6 1,1 3 0,0 1-1,2 1 1,-1-1 0,2-3 0,-1-2-26,1 4 0,0-3 0,3 3 29,0-2 1,3 4 0,0 2 0,1 0 0,0-2 0,-1-5-30,1 1 0,0-5 0,2 3 18,4 1 0,3 3 0,2 0 0,-1-1 0,-1-5 27,3 2 0,4-4-27,-2-4 0,6 2 0,1-1 0,1-1 0,-1-4-560,-1-3 1,0-3 0,0-2 0,0 2 541,3 2 0,0 2 0,1-2 0,1-4-36,-1-4 0,2-4 0,0-2 0,-2-1 0,-5 1-170,5-1 1,-2-4 205,-3-1 0,3-4 0,1-1 0,-2 0 0,-5 2-73,2-5 1,-2-3 72,-4 3 0,3-5 0,1-2 0,-2 0 0,-3 4 37,-2 1 0,-3 2 0,1-3-37,0-2 0,1-3 0,0-3 0,0 0 0,-2 2 0,-1 3-30,-1-2 0,-2 3 0,0-4 30,-2 5 0,0-3 0,0-3 0,0 0 0,-1 1 0,-1 1 0,-1 4 30,-2-5 0,-2 4 0,-2-4 90,1 2 0,-2-4 0,-1-2 0,0 0 0,-1 3 0,0 5-1,-3-1 1,0 5 0,-5-2 15,0 1 0,-4-3 0,-3 0 0,0 0 0,0 3 0,3 5-105,-1 1 0,1 5 0,-5 0 0,-1 3 0,-5-1 0,-3 1 0,-1 2 0,2 1 0,5 3 130,-2 3 0,3 3 1,-3 4-161,3-1 0,-3 3 0,-3 2 0,0 0 0,0 1 0,3 0 0,3-1-209,0 1 1,5-1-1,-1 2 1,-2 3 185,3-1 1,-3 3-1,-2 2 1,0 1-1,0 0 1,1 0 0,2-1-1,4-2-45,-2 3 1,4-3 0,1 1-1,-1 4-169,2-2 1,-1 3 0,-1 2 0,0 1 0,0 1 0,2-1 0,1-2 0,3-3-221,0 2 1,2-2-1,2 0 1,-1 1 132,-1 4 0,-1 2 0,1 2 0,1-2 1,2-1-497,4 0 1,2-2 0,2-1 0,0-1-274,0 2 1,1-2 0,0 1 1049,2-1 0,-1 0 0,2 0 0,0-3 0,1-1 0,2-1 0,0-1 0,0 0 1,0 0-1,0 0 0</inkml:trace>
  <inkml:trace contextRef="#ctx0" brushRef="#br0" timeOffset="265362">7896 4395 17607,'16'7'360,"-1"3"-270,-6-9 90,6 10-90,-2-7-46,3 0 1,1 1-45,3-3 45,6 0 0,2-1-45,-1-8-1093,-4 3 1,2-1 0,-2 0 312,-6-3 1,0-1 779,8-3 0,3-2 0,-4 1 0,-6 3 0,-2-2-374,4-5 1,3-3 0,0-2 0,-4 4 373,-1 0 0,-2-2-18,-3 2 0,3-4 0,-1-1 0,0 0 0,-3 4 294,-1-4 1,-1 0-300,0-3 1,-1-4-1,0 0 1,-1 4-23,-3 1 0,-1 0 22,0-1 1,-1-4-1,0 1 1,-2 4 22,-5 2 0,-1 0 0,1 1 0,-1-4 0,0 1 0,-2 4 0,-3 2 0,-2 1 0,-5-4 0,-1-3 0,0 4 0,4 8 0,-1 3 45,-5 0 0,-6 1 0,0 0 0,4 3 0,1 1 0,-2 3-45,-2 2 0,-6 1 0,0 2 0,5 0 0,4 1 0,0 3 22,-1 2 1,-4 3-1,0 1 1,5-1-23,1 0 0,1 2 0,0 3 0,-3 2 0,0 2 0,4-3 45,2 0 0,0 3-27,4-2 0,-3 4 0,0 2 0,1 0 0,3-1 11,0 6 1,2-1 0,1 1-400,-1-5 1,0 1-1,0 0 1,2-1 369,2 1 0,2 0 0,1-2 0,0 8 0,4-3 482,2-10 0,2 0-452,0 4 0,1 2 0,1-5-30,13 4-180,3-3 0,1-2-270,2-8-450,-2-5 1,5 0 0,-4-4 690,-4-5 1,1-3-612,3 1 1,5-2 0,0-1 0,-4-1 454,1-5 1,0-1 0,-7 4 0,3 0 0,-2 0 0,-1 0 0,2-4 0,0-1 0</inkml:trace>
  <inkml:trace contextRef="#ctx0" brushRef="#br0" timeOffset="266162">8746 2066 14279,'-6'-25'479,"0"1"1,1 0 0,-1 9-300,0 19 0,-5 6-180,5 5 90,-6 4 0,2-2 0,1 1 0,-2 6 89,-1 2 1,0 0-90,4-5-45,0-2 0,2-1 45,2-5-90,0 8 90,3-16 180,1 3-90,5-7 0,9 1-180,0-8 0,16 0-2817,-11-1 2727,7-3 90,-5 6 0,-1 1 0,5-7-45,2 6 0,-2 2 45,-6-2 45,-2 3 0,-2 2-45,-5 5 90,6 7 0,-12 0 0,1 14-90,-3-14 90,-2 9-90,-6-2 0,5-7 90,-14 13-180,9-15-360,-15 10 0,11-14-1979,-16 9 1170,14-11-450,-8 3 1709,-2-6 0,8-1 0,-8-1 0</inkml:trace>
  <inkml:trace contextRef="#ctx0" brushRef="#br0" timeOffset="266345">8650 2095 13559,'-11'-15'1529,"3"4"-899,2-1-630,4 6 0,8-5-90,3 5-360,11-4 1,5 0-1,-9 5 0,2-1-370,6 0 1,6-2 0,1 0 0,-3 1-274,-6 2 1,-2 0 0,2 1 794,4-2 0,2 0 0,0 0 0,-3 1 0,-2 0 0,-3 1 0,1-1 0,0 1 1,0 0-1,1-1 0</inkml:trace>
  <inkml:trace contextRef="#ctx0" brushRef="#br0" timeOffset="267165">11966 1830 12210,'2'-16'1079,"-1"5"-359,2-3-450,-3 9-90,0 7 0,-4 0 269,1 26-269,-1-15 45,-1 17 0,0 2-135,2-3-1183,-1-4 1,0 4 0,1-4 739,2-9 1,0 1 442,-1 6 0,1 4 0,1-3 762,-1 6-807,1 0 0,0-1 45,0-7 0,0-3 0,0 0 0,0-7 810,0 9-91,0-16-809,0-5-45,0-14 0,0-4 45,0-7-598,3 5 0,3-4 0,-1 3 598,4-8-30,1 9 0,3-3 0,-2 3 30,6-5-45,4 2 0,1 2 2525,-2 8-2480,3 5 0,1 1 0,-3 4 0,1 9 0,-1 1 0,-5 3 0,-1 10 0,-3 3 0,-5-4 45,-6 7 0,-2-1-45,0-6-45,-13 2 0,-2-1-135,3-3-360,-12 0 1,-2-1-181,2-3-373,3-4 1,-3-1 0,2-1-547,2-3 1,1-1 982,-6 3 1,3-3-1,-4-9 1,17-3 0</inkml:trace>
  <inkml:trace contextRef="#ctx0" brushRef="#br0" timeOffset="267712">12189 1625 12750,'-16'-18'854,"0"4"1,-2 2-496,-4 5 1,-3 4-225,-5 2 0,-1 2-1774,4 2 1,2 3 536,3 4 1,1 3 1191,3 1 0,1 0-584,3-2 0,1 0 494,-5 4 0,0 3-55,3-1 1,0 2 0,1 0 99,0-2 0,1 2-240,0 2 1,-2 5 0,2 1 0,1-4 239,2 0 0,2 1 22,1 2 1,-1 5 0,1 0-1,1-4 322,2 0 1,2-1-323,1 1 1,0 4-1,1-1 1,2-4-68,3-3 0,3-1 22,-1-1 1,1 3-1,1-1 1,1-4-23,3-2 0,1-2 45,5 9 0,1-2-45,-2-9 0,1-2 0,0 0 45,-1-1 0,2 0-45,2-1 0,5 2 0,0-1 0,-3-2 0,-1-2 0,2-1 22,0 0 1,6-1-1,-1 0 1,-3-1-23,-3-1 0,1-2 0,0-3 0,4-1 0,0-1 0,-4 0 45,-2-1 0,-1-1-68,0-4 1,3-2-1,0-1 1,-4 0 22,-2 1 0,0-3-23,-1-3 1,3-5-1,-1 0 1,-3 2-23,-1-2 0,-2-3 45,-4 4 0,0-6 0,1-2 0,-1 0 0,0 1 0,-3 4 199,0-2 0,-2 4 0,-1-4-169,0-1 0,-1-4 0,0-2 0,-1-1 0,0 3 0,-3 6 0,0 2 0,-2 3 0,-3-1-12,-1-4 0,-3-2 0,-1-2 0,-1 2 0,1 5-18,-5-4 0,-3 3 0,0 6 0,-3-3 0,-3 0 0,0 2 0,3 3 0,2 3 0,0 3 0,-3 1 0,-1 1 0,-5-1 0,-3 1 0,0 0 0,2 2 0,3 1 192,-2 2 1,3 2 0,-4 2-206,5 0 0,-3 2 0,-3-1 0,0 2 1,1 0-1,2 0 0,4 1-17,-5 2 0,4 1 0,-2 3-189,5-1 1,-4 3-1,0 1 1,-1 0 0,1 1-1,2-1 1,5-1-82,-2 1 0,5 0 1,-1 3-357,0 3 1,-2 4-1,0 1 1,3-1 0,4-3-984,3 2 1,5 0 1624,3 0 0,2 2 0,2-3 0,2-2 0,3-3 1,4 2-1,1 0 0</inkml:trace>
  <inkml:trace contextRef="#ctx0" brushRef="#br0" timeOffset="280078">5176 5259 10591,'-7'-6'540,"0"1"-91,3 3-89,-1 2 0,0-2 0,0 2-180,-1 0 90,1 0 269,-3 0-359,4 0 270,-3 0-90,5 0 719,-1 0-629,9 4-270,1-2 359,16 11-449,-6-11 90,9 7 0,4 0-45,-2-5 0,1-1-1228,-8 0 1,0 2 0,1-2 1079,7 0 1,1-1 102,-5-1 0,1 0 0,-2-1-502,1 0 1,2 1 429,-3-1 0,4 0 0,1 1 0,0-1 0,-5-1-354,-1 0 0,-3-1 0,3 0 366,0 1 0,4 0 0,3 0 0,-1 0 0,-2 1 0,-3-2-356,3 0 1,-4 0 0,3 0 340,1 0 0,4 0 0,2 0 0,0-1 0,-2 1 0,-4 1-15,2 0 0,-3 1 0,3-1 0,-5 0 0,2-1 0,3 0 0,1 0 0,0 0 0,1 0 0,-2 1 0,-1-1 15,3 2 0,-1-1 0,-1 1 0,0 0 0,1 0 0,2 0-15,-2 0 0,1 0 0,2 0 0,0 0 0,0 0 0,-1 0 0,-1 0 0,-2 1 0,0-1 0,-1 0 0,-2-1 0,0 2 0,0-1 0,0 1 0,5 2 0,1 0 0,-1 0 0,-2 1 0,-6-2 234,-2-1 0,-1 0-234,3 2 0,3 2 0,-6-2 0,1-2 90,10 3-90,-24-2 1083,2-1-993,-6 0 1225,0-1-1225,1 0 3186,-2 0-3228,0 0 0,-6 0 0,-2 0 0</inkml:trace>
  <inkml:trace contextRef="#ctx0" brushRef="#br0" timeOffset="283230">8865 5101 9242,'-11'0'719,"0"0"-539,2 0 90,1 0 0,-2 0 0,0 0 0,-1 0-1,0 0 1,-1 0 270,-5 0 180,-10 0-630,9 0 359,-6 0 361,20 5-540,-2 1-90,6 2 629,22 12-494,-1-10 0,6 0-181,-4-3 1,3 0 0,0 1 0,0-2-644,0 1 0,-1-1 0,3 0 545,-2-3 0,3 0 0,1 0 0,-2-1 0,-4 0-36,6 0 0,0-2 0,-4 1 0,4 0 0,2 0 0,-1-1 0,-5 0-486,-2-2 0,-3 0 0,3 0 486,0 1 0,4 1 0,2-1 0,1 0 0,-3 0 0,-3-1 0,1-2 0,-4 0 0,5 0 12,-3 2 1,4-1 0,2 1 0,2-1 0,0 1 0,-1-1 0,-1 1-13,0-2 0,0 1 0,-1-1 0,1 0 0,-1 0 0,0 1-272,0 0 1,0 0-1,0 0 1,0-1 0,1 1-1,0 0 272,0-1 0,1-1 0,1 1 0,0-1 0,-2 0 0,-2 1 0,-4 0 0,2-1 0,-4 1 0,2-2 0,4 0 0,3-2 0,2 0 0,-2 1 0,-5 0 0,3-2 0,-1 0 0,-1-1 0,4-2 0,-1-1 0,-6 2 0,-2 0 0,-3-1 0,0-1 0,2-2 0,-1-1 0,-4 2 0,-2 0 0,-2-1 0,0-3 0,1-3 0,0-2 0,-3 2 0,-4-1 0,-2 2 0,0-1 0,3-4 0,1 1 0,-3 0 45,-1-4 0,-5 1-45,-8 0 0,-4 3 0,7 8 0,-3 0 22,-5 0 1,-3-3 0,-3 2-1,3 2-22,-2 1 0,-3 2 0,2 3 0,-5-2 0,-1 0 0,0 1 0,3 2 0,1 1 0,2 1 0,-4 1 0,0-1 0,-5 1 0,-3-1 0,1 1 0,1 1 0,4 0 0,-3 0 0,3 1 0,-4 1 12,4 0 1,-3 0 0,-3 0 0,-1 1 0,1-1 0,2 1 0,4 0-378,0 0 1,4 0 0,0 1-1,-4 0 365,2 2 0,-3-1 0,-2 1 0,-1 1 0,0 0 0,1 0 0,2-1 0,3 1-218,-3 0 0,4-1 0,1 1 0,-3 1 218,-2 0 0,-3 2 0,0-1 0,-1 2 0,2 0 17,0 1 1,0 0 0,1 1 0,1 0 0,1-1-76,-3 2 0,1-1 0,-2 3 83,7-1 1,-3 1 0,-2 1 0,0 1-1,1 1 1,2-2 0,4 0 4,-5 2 0,5 0 0,-2 3-30,3 0 0,-4 3 0,0 1 0,0 1 0,2-1 0,3-3 30,2 1 0,2-2 0,-1 3-12,0 2 0,-3 4 0,1 2 0,0-2 0,4-4-18,0 4 0,2 0 22,2-1 1,0 3-1,1 0 1,5-4-23,3-2 0,5-2 30,5 7 0,4 3 0,1-5 15,2-9 0,5-3-135,2-2 0,6 1 0,3-1 0,0-1 0,-4-2 0,-2-3 0,-3-2 0,5-1-169,-5-1 0,4 0 1,3-1-1,1 0 1,0-1-1,0 1 1,-3-2-1,-3 1-54,2-2 1,-3 0 0,-1-1-1,5-1-52,-4 1 1,3-2 0,3 1 0,0-1 0,2 0 0,-1-1 0,-2 1 0,-1 0 0,-3 1-456,6-3 1,-3 2 0,0-2 0,2 1 791,-5 0 1,2 1 0,0-1 0,2-1 0,-2 1-1,-1 0 1,-2 1 0,3-2 0,-3 1 0,-1 0-1,1 0 1,1-1 0,-1 1 0,0-1 0,1 1 0</inkml:trace>
  <inkml:trace contextRef="#ctx0" brushRef="#br0" timeOffset="285646">4080 5913 11490,'-7'5'1080,"1"-1"2196,6-4-2864,12 0-232,3 0-180,7 0 180,7 0-180,-14 0 134,5 0 1,3 0-45,-2 0 0,1 0-200,-1 0 1,0 0 199,9 0 0,-2 0 0,-5 0 0,2 0 0,1 0-90,-2 0 90,3 0 0,0 0-90,-2 0 90,4 1 0,1-2 0,-3-4-30,-4 4 0,4-1 0,0 1 0,-2-3 0,0 0 0,1 1-685,3 0 0,2 1 1,-1 0 646,-5-1 1,0 1-1,0 0 1,-2 0 22,6-1 0,0 1 22,-7 0 0,2 0 1,1 0-1,1 0-251,0 0 0,1 1 0,0-1 0,1 1 1,1-1 227,-1 1 1,1 0 0,1-1 0,0 1 0,-1 0 0,0 0-27,1 0 0,0 0 0,-1-1 0,1 1 0,0 1-3,-3-1 0,2 1 0,1-1 0,-2 1 0,-2 0 0,-4 0-641,9 0 1,-2 0 647,-2 0 1,2 0-1,1 0 1,-3 0-23,-2 0 0,-3 0 0,3 0 0,2 0 0,3 0 0,-1 0 0,-1 0 30,-2 0 0,-2 0 0,3 0-30,-2 0 0,3 0 0,1 0 0,-2 0 0,-3 0 0,5 2 0,1-1 18,-6 0 0,4-1 0,2 0 0,-2 0 0,-4 0-18,6 2 0,0-1 0,-6 0 0,5-1 0,0 0 0,-1-1 0,-3 1 0,4 0 0,2 0 0,-4 0 0,4 0 0,3 0 0,-1 0 0,-1 0 0,-1 0 0,-1 0 0,0 0 0,2 0 0,-4 0 0,1 0 0,2 0 0,-1 0 0,-1 0 0,-1 0 0,1 0 0,-1 0 0,-1 0 0,1 0 0,2 0 0,1 0 0,-2 0 0,-4 0 0,-5 0 0,0 0 30,6 0 0,4 0 0,-5 0-75,-8 0 0,-1 0-490,9-1 1,2 0 0,-3 0 534,5 1 0,-8-1 0,2 0 0,-1 0 250,-2 1 0,-1 0-250,1 0 0,-1 0 0,-2 0 0,0 0 0,11 0 0,-11 0 519,14 0-609,-20 0 1273,7 3-1183,-13-2 3036,3 2-3036,-3-3 917,0 0-917,2 0-3277,-2 0 2457,-13-6 1,0 1 0,-11-5 0</inkml:trace>
  <inkml:trace contextRef="#ctx0" brushRef="#br0" timeOffset="286728">2138 1966 14189,'-12'-10'1979,"0"2"-1619,7 5 179,-5 1-449,2 1 0,-6 0 90,0 16-90,1-6-90,3 8 0,2 1 0,2 0 45,0 4 0,2 0-45,1-1 0,1 2 0,1-1 0,1-4 45,2 0 0,2 0-45,2-5 0,11 13 0,-6-17-90,17 5 90,-14-11 0,3-3 0,1-3 0,-4-6-45,0-3 0,-1-1 45,-4-7 0,-2-2 0,-2-2 90,-3 0-60,-4 5 0,-2-4 0,-1 3-75,1 3 0,-2 2-45,-9-6 0,-2 3-180,2 5-810,-1 19 1,0 5-90,6 2-470,-3 13 1,2 3-1,5-14 1,2 0 1318,-4 11 0,1 0 0,4-10 0,1-1 0,-1 2 0,1 0 0</inkml:trace>
  <inkml:trace contextRef="#ctx0" brushRef="#br0" timeOffset="287212">2070 2914 13919,'-7'-15'1799,"-1"-3"-1529,3 12-90,-2-2-180,4 8 0,-2 5 0,2 3 0,-5 15 0,4-5 45,0-1 0,0 1-135,2-1 90,0 0 0,2 0 0,7-3-180,1 12 180,8-18-90,13 4 90,-10-10 0,-1-8 0,0-4 0,-4 0 90,-2-10 0,-3-2 0,-3 1 135,-6-6 0,-1-1-46,-1 2 46,-9-1 0,-2 1-225,4 7 0,-8 5 0,-1 1-90,4 8-180,-9 0-1888,1 23 988,8-7-469,-1 10 1,1 1-1639,4 0 2940,2-5 1,1 0-1,3 2 1,1-2 0</inkml:trace>
  <inkml:trace contextRef="#ctx0" brushRef="#br0" timeOffset="287928">1586 2113 13020,'-5'-11'3238,"0"4"-2249,2 3-719,16 7-270,-5-2 45,10 1 0,3 0-45,-1-2 0,2 0 0,5 1 0,-3-2-615,-6-2 0,0-1 495,8 2 0,4 0 1,-4 0-1520,-7-2 1,-2 0 1274,7-1 1,0 1-1077,3 1 1,-1 1 719,-10-3 1,0 1 719,14 2 0,-2 0 0,-12-1 0,7 3 0</inkml:trace>
  <inkml:trace contextRef="#ctx0" brushRef="#br0" timeOffset="288445">1626 2916 15448,'26'1'-270,"-3"0"0,0-1-270,-3-2 1,2-1 211,2 0 0,6-1 0,-1 0 1,-4-1-1,0 0 0,0-2 1,5 1-1,1 0 0,0-1 1</inkml:trace>
  <inkml:trace contextRef="#ctx0" brushRef="#br0" timeOffset="291712">8873 5972 15628,'25'-3'405,"-7"0"0,-1 1-225,7 1-1273,-4-1 1,4 1 0,-4 0-662,12 1 1844,-5 0 0,4 0 0,-3 0 333,-8 0 1,-1 0-357,4 1 1,3 0-1,1 1 1,-4-1 109,1-1 0,0 1-132,3 1 0,5 0 0,0 1 0,-4-1-45,-1 1 0,0-1 22,2 1 1,5 0-1,0 0 1,-5 0-23,-2 0 0,0 1 22,1-1 1,4 1-1,1-1 1,-5 0-380,-1 0 1,0 0 356,1-1 0,6 1 0,0 0 0,-5 0 45,-1 0 0,1-1-27,-2 1 0,6-1 0,1 1 0,-1-1 0,-4 1-18,-7-1 0,-2-1 0,3 1 18,4 0 0,6 1 0,1 0 0,-2-1 0,-5 1-18,2-1 0,0 1 36,-7-1 0,5 0 0,1 0 0,-2 1 0,-3-1-36,4 0 0,1 0 36,-4 0 0,4 0 0,1 0 0,1 0 0,-3 0 9,0 0 0,-1-1 0,0 0 0,0 1-45,0-1 0,0 1 0,1-1 0,0 1 22,4 0 1,1-1-1,-1 1 1,-4-1-49,-4 0 1,-1 0 70,3 0 0,4 1 0,0-1 0,-4 0-45,0 1 0,-1-1 22,1 0 1,4 0 0,0 1-1,-4-1-22,-3 0 0,1 0 22,-1 1 1,4-1 0,0 0-1,-5 0-22,-1 0 0,-1 0 30,7 0 0,4 0 0,-5 0-30,-8-1 0,0 0 0,6 1 0,4-1 0,-3 0 0,-8 0 0,0 0 0,9 0 0,1 0 0,0 0 0,0 0 0,-10 0 0,1 0 0,6 0 0,3 0 0,-3 0 0,6 0 0,3-2 0,-1 0 0,-6 1 0,-5-1 0,4-2 0,-1 1 116,3 0 1,1-1-88,-4 0 1,1 0 0,-2 0-30,4-1 0,-4 1 371,-5 0 1,-1 0-282,11-6-90,-10 3 0,2-1 0,0 0 0,-2 0 0,1-1 0,1 1 0,-4 0 0,0 0 0,-1-1 0,-4 2 180,9-7-90,-12 8 3059,5-5-2879,-9 6-270,1-2 1065,-3 4-1065,-1 1 662,0 0-662,1 0 90,-1-4-90,0-2 0,0-1 0,3-13 0,-2 10 0,2-5 0,0-2 0,-2 0-90,0-6 0,1 0 90,-2-1-963,0 5 1,0-4 0,0 3 962,0 5 0,0 0-30,0-11 0,0-3 0,0 3 30,0 7 0,0 0-23,-1-3 1,0-3-1,0 0 1,0 4 22,1 0 0,-1 1 0,0-1 0,0-1 0,0 2 0,0-5 0,0 2-1248,0 3 1,-1 1 1247,1 0 0,-1 2-143,-1-8 143,2 22 0,-1-2 0,2 5 1669,-1 0-1669,0 2 3276,0-1-3256,-2 1 270,-1 0-290,-11 7 0,4-5 0,-4 3 0,-2 0 0,0-4 45,-5 1 0,-1 0-45,1-2 0,-7 1 0,-1-1-328,0 0 328,9 0 0,-4-1 0,-1-1 0,1 1-912,-2 0 1,0 0 0,0-1 911,-3 0 0,-2-1 0,2 0 0,4 2 0,1 0 0,0-1 30,-1 0 0,-1-1 0,2 0-30,1 2 0,-2 0-23,0-1 1,-5-1-1,0 1 1,4 0 22,2 0 0,-1 0 0,-3 1 0,-4-1 0,0 0 0,3 0 0,1 1 0,0-1 18,4 1 0,-4 0 0,-2-1 0,2 1 0,3-1-18,4 1 0,3 1 0,-3-1 0,-4-1 0,-4 1 0,-1-1 0,1 0 0,4 1 0,-4 0 0,-1-1 0,6 1 0,-4-1 0,-1 0 0,1 1 0,3-1-1189,-5 0 0,0 1 1211,9-1 1,-3 1 0,0-1-1,0 0-22,0 1 0,-1-1 0,0 1 0,2 0-231,3-1 1,0 1 0,-1 0 230,-4 0 0,-4-1 0,-2 0 0,3 1 0,3-1 0,-4 1 0,0-1 18,6 1 0,-5 0 0,-1-1 0,2 1 0,4 0-18,-6 0 0,0 0-18,3 0 0,-5 0 0,-2 0 0,0 0 0,4 0 18,3 0 0,2 1 0,1 0 0,-1-1 0,-5 1 0,1-1 0,-2 1 0,2-1 0,0 1 0,-1 0 0,3 0 0,3 0 0,1 0 0,0 0 0,-3 0 0,-4 0 0,-1 0 0,1 0-454,-1 1 1,0 0 0,0 0 453,1 0 0,-1-1 0,-1 0 0,5 2 0,-1-1 0,1 1 0,4 0 433,3 0 0,2 0-403,-8 0 0,-4 0 0,4 1-30,9-1 0,0 1-23,-5-1 1,-3 1-1,-1 0 1,5-1 612,1 1 0,0 0-590,-8 0 0,-4 2 0,5-2 0,8 0 0,1 0 0,-4 0 0,-3 0 0,-1 1 0,4-1 0,-1 1 0,0-1-23,-1 1 1,-5 1-1,0-1 1,6 1 22,4-2 0,1 1 0,-7 1 0,-3 0 0,4 0 0,8-1 0,0-1 0,-7 1 0,-3 0 0,3 0 0,8-1 0,-1-1-30,-8 2 0,-2 0 0,2 0 30,8-2 0,-1 0 0,-8 2 0,-4 0 0,4 0 0,7-2 0,1 0 0,-11 1 0,0 0 0,6-1 0,1-1 0,5 0 0,0 0 0,-4 0 0,-2 0-45,-2-1 0,0 1 45,-6-1 0,-2 0 0,1 0-90,6 0 90,-2 0 0,1 0 90,4 0-135,-1 0 0,0 0 45,4 0 216,0 2 1,0 1-217,4 3 0,-7-1-90,6 7 180,6-11 2479,-8 10-2569,12-8 459,-6 3-459,8-3 1118,-2-1-1208,4-1 783,-1 1-693,3 1 84,0 1-84,4 11 0,-3-5 45,3 6 0,1 1-45,-1 1 0,1 7 0,0 1 89,2-1-936,-2 6 0,-1 0 937,-1-3-30,-2-4 0,0 4 0,0-4-60,-1 8 0,1-11 0,-1 2 0,0-3 90,0 4-90,0 7 45,0-12 0,0-1-45,0 6 0,0 1 0,0 0 0,0-5-446,0 0 0,0-1 446,0-5 89,3 9-89,-2-18 360,2 3-270,-2-7 1506,0-7-1596,1 1 1080,-1-8-1080,0 3 1,-1-3-1,0 5 90,0-4-90,1 9 90,-1-4-90,1 6 0,0-2 90,-1 2-90,1 0 90,4-1-90,-2 1 269,15-3-269,-6 2 180,10 1 0,4-1-90,-2 2 0,0 0-510,2 2 1,2 0 478,0 0 1,1 1 0,-2 0-1617,-5 0 1,0 1 1586,1-1 0,2 1 0,1-1-8,-2-1 0,1-1 1,0 0-1,-2 0-364,-2 2 0,-1 1 0,3-1 372,0-1 0,4 0 0,1-1 0,1 1 0,-2-1 0,-4 1-368,3 0 1,-4 0 0,4 0 337,0 0 0,4-1 0,2 0 0,0 1 0,-2-2 0,-3 1-30,1 0 0,-3 0 0,3-1-176,-4 0 0,3 1 1,2-1-1,1 0 1,-1 1-1,-2-1 1,-4 0-95,6 0 0,-4 0 0,3 0-247,-1 0 1,3 0 0,2 0 0,0 0 0,-2 0 0,-4 0-547,-1 0 1,-4 0 0,3 0 1041,2 0 1,4 0 0,0 0 0,-1 0 0,-4 0 0,1 0 0,-1 0 0,0 0-1,-1 0 1,1 0 0</inkml:trace>
  <inkml:trace contextRef="#ctx0" brushRef="#br0" timeOffset="295529">1666 6870 11311,'-18'0'449,"2"0"1,3 0 0,0 0 0,-2 0-722,0 0 722,-1 0 414,-6 0 305,-9 0-989,9 0 90,-5 0-270,23 0 479,-2 3 61,21 1-450,-5 4 60,7-4 0,5-1 0,2 0-91,1-1 1,0 0 0,1-1-471,1 2 0,0-1 1,4-1 440,-7-1 0,3-1 0,2-1 0,1 0 0,-1 0 0,-1 0-472,-1 0 1,0 0 0,-1 0 0,1 0 0,-1 0 0,1 0 441,-1 0 0,0 0 0,1 0 0,-1 0 0,1 0 0,1-1 0,0 1 0,2-1 0,1 0 0,-1 1 0,0-1 0,-3 1 0,-4 0-321,4 0 0,-4 1 0,2 0 321,4-1 0,5-1 0,0 0 0,-1 0 0,-6 0 45,5 1 0,-1 0-45,-6 0 0,3-1 0,1 1 0,0-1 0,-4 0-102,4-1 0,-4 0 1,2 0 101,-1 0 0,0-1 0,0 0 0,-2 1 382,6-2 0,-4-1-337,-7 1 0,-4 0-45,-9 2 2764,3-4-2764,-7 4 1545,1-2-4822,-2 4 0,-5 6 3237,-14 14 0,5-3 0,2-2 0,0-1 0</inkml:trace>
  <inkml:trace contextRef="#ctx0" brushRef="#br0" timeOffset="296628">7955 6787 10141,'-14'5'1619,"3"-2"-629,-3-1-810,7-1 1529,-4 2-1440,8-2-89,-1 0 810,23 3-720,-8-2 44,14 0 1,2 0-135,2-1-1191,-2 0 1,7-1-1,-4 0 1056,-5-3 0,2 0 9,-3 2 0,4-1 0,2 1 0,-1 0 0,-4-1-454,-1 0 0,-3 0 0,3-1 430,1 1 0,4-1 0,2 0 0,0 1 0,-2-1 0,-3 2-447,3 0 1,-4 1-1,4-1 455,-4-1 1,4 0 0,2-1-1,2 1 1,-2-1 0,-1 1-1,-4 0-388,0 1 1,-3 0 0,-1 1 0,3-1 349,3 0 0,3-1 0,0 0 0,0 0 0,1 1 15,-6 0 0,1 0 0,1 1 0,-1 0 0,-2 0 0,0-1 57,1 1 1,-2 0 0,0-1 0,4 1-62,-2 0 0,2 0 0,2 0 1,2-1-1,0 1 0,-2 0 0,-2 0 1,-3 0-12,2 0 0,-4 0 0,0 0 0,4 0 0,-3 0 0,4 1 0,1 0 0,1-1 0,1 1 0,-2 0 0,-2-1 0,-3 1 22,2-1 1,-4 0-1,0 1 1,4-1-23,0 1 0,4 0 0,3 1 0,0-1 0,-1 1 0,-2-1 0,-4 0 0,6-1 0,-5 0 0,4 1 12,-5-1 1,2 1 0,3 0 0,1 0 0,-2 0 0,-1 0 0,-4 0 17,5-1 0,-3 0 0,3 0-18,-5 1 1,3-1 0,2 1 0,1-1 0,0 1 0,-3-1 0,-3 0-166,5 0 0,-3 0 0,2 0 153,-4 0 0,2 0 0,0 0 0,1 0 0,-1 0 18,-1 0 0,1 0 0,-1 0 0,0 0 0,-2 0 27,3 0 0,-1 0 0,3 0-30,-2 0 0,5 0 0,1 0 0,0 0 0,-2 0 0,-4 0 15,0 0 0,-3 0 0,3 0-15,-2 0 0,3 0 0,2 0 0,0 0 0,-2 0 0,-3 0-15,-1 0 0,-4 0 0,4 0 18,2 0 0,5 0 0,0 0 0,0 0 0,-6 0-18,5 0 0,-1 0 22,1 0 1,4 0-1,0 0 1,-6 0-23,-2 0 0,-1 0 44,0 0 1,3 0 0,-1 0 0,-3 0-45,-4 2 0,0 0 30,9-1 0,4 0 0,-5 0-30,-12 1 0,0 0 0,5 0 0,2-1 0,-4 0 1337,-2-1-1247,8 1-3328,-19-1-39,-26 0 2621,5 5 1,-4-4-1,-2-1 1,-4 5 0</inkml:trace>
  <inkml:trace contextRef="#ctx0" brushRef="#br0" timeOffset="301028">7901 6776 11400,'-11'-7'1710,"-1"1"-1441,12 2 181,-5 0 360,3 1-541,0 1 991,1 0-990,0 2 1978,0-1-1618,5 11-360,2 0-180,5 4 180,1 0-90,-4-9-1,8 4-89,-7-6 90,13 2-180,-11-4 90,5 0 0,3-1-45,-1-2 0,2-1-15,0-1 0,1-1 0,0 0-187,1 0 0,0-2 157,-1-1 0,0-1 0,-3 1 0,4-3 0,1-2 0,1 0 0,-5 0 0,1-3 0,0 0 0,-4 1-45,3-6 0,-1-4 90,-6 1 0,-2 0-45,1 2 0,0-2-45,-3-8 0,-3 3 45,-4 6 0,-2-3 0,-2-1 0,-4 4 0,-3-4 0,0 1 0,-6 3 0,0-4 0,-1 2 0,0 3 135,-3 0 0,0 0-45,0 4-45,6 5 0,-1 1 315,-9-3-90,5 5-46,-2 2 1,-1 1-135,-1 1 0,4 2 0,0 1 45,-1 2 0,0 1 45,-6-1-90,-3 3 0,0 1 0,4 4 0,-2 3 0,-1 1 0,5 5 119,6-4 1,-2 1 0,2 0-30,-6 7 30,5-2 0,-2 4 0,1 0-60,6-2 0,1 1 0,1-1-385,-2 0 0,-1-1 0,2 2 325,0 7 0,2 1 0,3-3-90,3-9 0,2 0 60,-1 7 0,0 5 0,1-4-15,1-8 0,1 1-15,4 8 0,1 5 0,3-2-1009,0-8 1,1-3 0,1 1 978,-1 2 0,0-1 0,3-1 0,3 1 0,2-1 0,-1-4 44,6 1-44,-4-7 0,3 1 0,-2-2 0,10 1-476,-8-5 1,4 0 0,-3-1 475,-6-1 0,0-1 0,7-2 0,4-1 0,-3 1 94,-8 1 1,0-1-95,8-5 0,3-1 0,-4 0 0,7-1-60,-7-2 0,3-3 0,-1-1-30,-1-4 0,-1-2 30,-2 1 0,1-3 1,-2-1 29,-3-3 0,-2-2 0,-2 1 30,0-2 0,-3 0-30,-4 1 0,-2-2 0,-2 4-37,-1 10 0,-1-1 67,-5-5 0,-3-3 0,1 3 0,-5-6-30,-3 9 0,-6-1 1,0 3 29,-2 5 0,-1 3-275,-3-5 0,0 3 275,4 6 0,2 4-225,3 0 1,2 2-1108,-9 7 882,10-8 0,-1 2-1189,-1 10 1,2 2-345,-4-4 344,4 8 1,3 2-1639,6-4 2829,0 10 0,11-13 1,2 1-1</inkml:trace>
  <inkml:trace contextRef="#ctx0" brushRef="#br0" timeOffset="303744">7868 5845 10771,'-7'-10'1979,"1"-2"-810,0 7-809,2 0 539,-2 3-719,5 2 540,-4-1-450,4 1 449,-1 0-269,1 0 2826,-1 0-1335,5 5-1941,-3-1 0,7 2 0,-3 0 180,4-5-180,7 8 90,-2-7-90,5 4 0,5-5 0,-9-1 0,2 0 0,1 0 0,-3 0 0,17-4 0,-17 3 0,16-3 0,-16 4 0,17-3 90,-18 1-180,8-1 180,1-1-90,-7 3 0,1-2 0,1 0 0,-2 1 0,1-1 0,1 1 0,-3 0 0,3 0 0,0-1 0,-4 1 90,10-2-90,-14 1 0,0 0 0,0-2 0,7-3 0,-5 2 0,5-4 0,0 0 0,-4 2 0,11-9 0,-16 12 0,6-8 0,-5 5 0,4-6 0,-5 2 90,-1 2-90,3-12 0,-5 9 0,1-7 0,-2-4 0,-2 8 0,-1-1 0,-1-8 0,-1 0 0,-1 5 0,0 1-45,-1-6 0,-1 1 45,-5 6 90,5-3 0,0 1 0,-2 3-45,-1-2 0,1 0 45,0 3-90,-3-2 0,0 1 0,1 1 89,-3 0 1,0 1 0,1 3-1651,-4-1 0,0 1 1651,2 4-392,-4-1 1,1 0 391,3 4-45,-4 0 0,1 0-45,0 2 45,-3 0 0,0 1-45,0 1 0,-9 0 0,12 1 0,-1 0 0,-5 5 0,-1 1 0,3-3 0,1 2 0,-10 4 0,3 2 90,6-1-90,-2 0 0,0 1 90,4 0-1,-3 3 1,1 1 0,3-1 0,-2 3 0,1 0 0,3-1-30,3 0 0,-1 2 0,1-1-60,3-3 0,1 0 417,-2 5 1,-1 2-1,2-3-417,-2 9 45,4-8 0,1 0 680,1 0-725,2 1 0,0 0 0,1 0 0,0-1 0,1 0 0,1-1 0,3 0 0,-1-1 89,0 1-314,5 1 1,1 0-316,-1-3-1099,9 1 1,2 0-1639,-3-4 1638,7 0 1,0-1 818,-3-4 1,10 4 0,-14-6 0</inkml:trace>
  <inkml:trace contextRef="#ctx0" brushRef="#br0" timeOffset="306861">564 3682 12660,'-9'-8'1349,"2"1"-989,4 5 359,-1-1-449,1 0 540,-2 0-540,3 2 359,-3-2 900,4 3-1439,10 4 90,-2-3 90,9 3 0,2 2-90,4-1-1095,-2 0 1,5 0 0,-2 0 1004,-4 0 0,1 0-45,3-1 0,5 2 0,0-1 0,-3-1-45,1 1 0,1 0 15,-5-1 0,3 1 0,3 0 0,1 1 0,-1-1 0,-3 1-591,5 0 0,-2 0 0,0 0 0,0 1 576,-2-2 0,0 1 0,0-1 0,1 1 0,0 1 18,3 0 0,2 1 0,0 0 0,-3 0 0,-4-2-256,3 2 1,-1 0 237,0 0 0,5 1 0,0 0 0,-7-2 0,-7-2 0,-1 1 0,5 0 0,3 2 0,-4-2 0,3 1 0,-3-1 0,-2-1 0,-6-2-809,6 0-2468,-15-2 905,1-5-905,-26 3 2943,6-3 0,-2 3 0,-1 2 0,-6-1 0</inkml:trace>
  <inkml:trace contextRef="#ctx0" brushRef="#br0" timeOffset="307262">511 4399 13379,'-29'2'630,"12"-1"90,-11 1-181,20-2-89,6 0 90,22 0-270,0 0-1491,10-4 0,2-1 1311,-15 4 0,3 0-36,1-3 0,5-2 0,3-1 0,-1 0 0,-5 2-54,7 0 0,0 0 15,-7 0 0,4-1 0,2-1 0,1 0 0,-3 1 0,-3 1-15,-2 0 0,-2 1 0,2-1 0,4 0 0,5-2 0,2 1 0,-3-1 0,-3 2 0,-5 1 0,-2 0 0,2-1 18,3 0 0,3 0 0,1-1 0,-1 0 0,-5 1-18,5 0 0,-2-1 0,-2 1 0,4-2 0,-1 1 0,-4 1 0,-4 0 0,-1 0 0,4-1 0,2-1 0,-4 2 668,1-2-668,-3 0 0,-2 1-90,-8 2-1799,4-3 1069,-9 5 1,-13 14 0,-7 6 0</inkml:trace>
  <inkml:trace contextRef="#ctx0" brushRef="#br0" timeOffset="307711">806 4936 13199,'-16'7'2789,"5"-2"-450,5-4-1980,11-1 1,0-6-270,9-2 0,4-1 0,6-10-910,-6 8 1,5-2 0,1 0 0,-3 2 466,4-3 1,2 0 367,-4 3 0,4-2 0,3-2 0,1 0 0,-1 1 0,-2 0-279,-2 2 0,-1 1 1,-1-1-1,0 1 0,1-1 279,-1 2 0,0-2 0,0 1 0,1 0 0,-1 0 0,0 0-301,5-2 1,0 0 0,0 0 0,-3 1-1,-2 2 331,2-1 0,0 1 101,0-1 0,4 0 0,0-1 1,-4 2 167,-1 1 1,-1 1-315,6-3 0,-3 1 799,-7 1-4076,-18 8 0,-8-1 0,-1 2 2766,-6 0 0,2 0 1,1 0-1</inkml:trace>
  <inkml:trace contextRef="#ctx0" brushRef="#br0" timeOffset="309844">1757 3786 11760,'-7'-6'990,"-2"0"-361,8-1 1,-7 2 0,8-1-181,-8 1 91,7-1-180,-7 2 0,5 0-90,-4 1-91,3 0 1,-1 1 0,1 0-90,-1 0-90,2 2 0,0-1-90,-1 1 90,2 0 0,-3 10 0,2-8 0,-5 27 0,6-7 0,4-3 0,1 0 0,6 3 45,3-10 0,1-3-45,2-4 0,1-1 0,0 0 0,-1-3 45,4-2 0,-1-3-45,-3-4 0,3-4 0,-3-3 0,-8-2 0,-5-1-90,-3-3 0,-3 0-90,-5-8-315,-9 18 1,-1 4-46,3 4-585,-5 10 1,0 3 45,1 2-14,6 2 1,-3 4 0,3-1 545,5-4 1,0 1 0,-5 8 0,1 1 0,2 5 0</inkml:trace>
  <inkml:trace contextRef="#ctx0" brushRef="#br0" timeOffset="310311">1725 4176 13469,'-8'-11'2159,"-16"-4"-2159,15 10-90,-12-2 90,12 13 0,4 3 0,-5 16 0,5-7 0,0 0 0,1 0 0,1-2-45,0 1 0,3-1-45,5-3-180,8 13-89,14-17 269,-6 3 45,-3-11 0,0-5 45,-3-5 45,-1-4 0,-1-1-45,-3-6 45,-3-3 0,-3 0-45,-8 1 134,-4-6 1,-3 0-135,1 14 0,-1 1-45,1-5 0,0 3-1034,-16 11 539,20 10-899,-5 10 0,0 3-180,4 4 1268,3-3 0,-1 4 1,1-2-1,2-6 1,-1 1-1,0 9 1,0 0-1</inkml:trace>
  <inkml:trace contextRef="#ctx0" brushRef="#br0" timeOffset="310713">1839 4479 14279,'-16'0'270,"3"6"-270,6-4 0,0 16 0,3-11-90,0 18 90,2-14 0,1 6 0,7-3 0,1-6 0,11 3 0,-5-8 90,18-10-90,-14-5 179,4-2 1,-1-2 0,-2-6 360,-2 0 0,-2-1-180,-7 3 89,-8-2 1,-3 1-270,-7 4-45,-8 1 0,-3 2-135,-2 5-150,2 6 0,-4 2 0,4 1-648,-8 0-222,8 8 1,-2 4 0,5-2-690,-1 4 1709,4 9 0,3 2 0,6-5 0,5-5 0,-1 1 0</inkml:trace>
  <inkml:trace contextRef="#ctx0" brushRef="#br0" timeOffset="311928">1203 3380 12390,'0'-11'630,"0"1"-271,-6 1 91,5 0-90,-9 2-180,9 1 0,-8 2-90,7 0-90,-6-1-90,1 3 0,-2 6 90,2 5-270,-1 18 0,6-6-360,-1 1 1,1 0 89,0-2-675,1 2 1,-1 2 1214,0-6 0,-1 0 0,1-2 0,0 0 0,-4 14 0</inkml:trace>
  <inkml:trace contextRef="#ctx0" brushRef="#br0" timeOffset="312145">1027 3487 11131,'-7'-16'1169,"3"-1"-1169,2 9 0,9 7-180,8 8 0,2 5-180,5 3-733,-3-4 1,2 2 0,-2-2-673,5 3 1015,-5-3 1,2 0-1,-2-1 31,8 3 719,-1-1 0,0-1 0,-2-3 0,-9-3 0,0 0 0</inkml:trace>
  <inkml:trace contextRef="#ctx0" brushRef="#br0" timeOffset="312344">1418 3451 11850,'-16'-24'1349,"5"9"-2788,7 17 540,2 4 899,8 14 0,3 4 0,-7-3 0,3-2 0,-1 0 0</inkml:trace>
  <inkml:trace contextRef="#ctx0" brushRef="#br0" timeOffset="312845">1391 3494 11221,'1'-13'2338,"-1"3"-2428,0 3 0,-3 3 90,2 9 0,-3 0 0,13 23 0,-2-15 0,2 3 0,1-2 0,0-6-90,10 4 90,-10-9 90,14 1-90,-12-4 90,11-14-90,-15 6 0,-1-6 0,-2-2 90,-3 2-90,0-7 0,-15-3 0,9 11-180,-9-1 0,-1 3-89,6 4-1350,-19 6 629,15 2 990,-2 14 0,-1 5 0,5-7 0,1 0 0,-6 13 0,0 0 0</inkml:trace>
  <inkml:trace contextRef="#ctx0" brushRef="#br0" timeOffset="313245">751 4006 11400,'0'-14'1620,"0"-2"-1171,0 9 1,0-4-540,0 6 0,-4 1 90,2 10-450,-6 12-180,4-1 1,0 1 179,-2 11-584,2-7 0,-1-2 224,2-5-1619,-4 15 2429,5-19 0,-2 5 0,2-11 0</inkml:trace>
  <inkml:trace contextRef="#ctx0" brushRef="#br0" timeOffset="313413">658 4064 9961,'-4'-20'1439,"1"6"-1439,2 4 0,7 8 90,-5 5-180,19 3-179,-13 6-1800,18 6 1079,-14-5 990,2-1 0,1 0 0,-1-2 0,7 4 0</inkml:trace>
  <inkml:trace contextRef="#ctx0" brushRef="#br0" timeOffset="313595">927 3986 11580,'-5'-10'-90,"2"3"90,0 4-359,9 21-181,-1-7-1099,3 11 1,1 1-1639,3-2 2946,-4-3 0,-1 0 0,1 3 0,0 2 0</inkml:trace>
  <inkml:trace contextRef="#ctx0" brushRef="#br0" timeOffset="313898">703 4698 12840,'0'-15'809,"0"1"-809,0 8-270,0 1-629,0 18 359,-3 6-1099,2-1 1,0 2-1639,-3 9 3028,2-8 1,1 0 0,-1-4 0,-1 10 0</inkml:trace>
  <inkml:trace contextRef="#ctx0" brushRef="#br0" timeOffset="314095">670 4682 13469,'-5'-14'630,"4"2"-180,-6 4-720,6 4-810,12 6 451,-3 6-811,7 2 1,2 2 0,-1 4 1014,0-3 1,2 0-1,0 0 1,5 4-1</inkml:trace>
  <inkml:trace contextRef="#ctx0" brushRef="#br0" timeOffset="314394">958 4726 12390,'0'-20'720,"-5"4"-271,4-3-449,-4 9 0,5-9 0,6 12 0,1-4 0,6 8 0,0 0 90,-2 9 90,-2 9-90,-4-2 270,-2 15-270,-3-15 180,-6 16-270,5-17 0,-8 14 90,9-17-270,10 3-180,0-14-360,6-2 1,2-1-920,-1-5 1,1-1 1193,9-3 0,1-1 1,-3 1-1,-1 0 0,2-1 1,0-1-1</inkml:trace>
  <inkml:trace contextRef="#ctx0" brushRef="#br0" timeOffset="315444">2730 3543 12480,'-7'-4'540,"-3"1"-450,6 9-90,-8 6 0,5 2 0,1 3 0,1 2 0,3-3 0,1 1 44,-3-1 1,3 1-45,6 2 0,1-2 0,-3-6 0,9 0 0,1 0 0,-5-3 0,19 2 0,-15-8 90,14-6-90,-16 2 0,1-10 0,-3-5 45,-8 1 0,-2 0-45,1-1 0,-2-1 0,-7-5 0,-2 4-90,-2 6-45,1 2 1,1 3-226,2 4-1889,-13 7 900,13 9 1349,-2 3 0,0 2 0,2 8 0,2-8 0,0 0 0</inkml:trace>
  <inkml:trace contextRef="#ctx0" brushRef="#br0" timeOffset="315845">2727 4051 12660,'-8'20'0,"1"3"0,7-2 0,6-5 0,0-1 0,8-12 90,5 2-90,-6-11 0,9-8 0,-13 0 45,-3-3 0,-1 1-45,-2-1 0,-8-10 0,-3 3 0,-8 9-135,5 4 0,-1 1-135,-5 5-630,2 9 1,0 2-90,2 5-631,-3 11 1,1 3 1111,2 2 0,3-4 0,1 0 0,0 5 0</inkml:trace>
  <inkml:trace contextRef="#ctx0" brushRef="#br0" timeOffset="316230">2721 4413 12390,'1'15'0,"-1"-1"0,0-4 0,0 7 0,0-4 0,0 14 90,6-3-90,1-3 0,11-1 90,-5-17-90,13-6 90,-14 1 135,3-9 0,-2-2 44,-2 3 1,-2-8 0,-1 0-90,-4 2-1651,-8-5 0,-2 0 1471,-2 3-1135,-6 0 1,-2 0 1134,3 8-180,-1 2 1,-1 2-3098,-3 3 1516,2 0 1761,4 9 0,11 0 0,-1 5 0</inkml:trace>
  <inkml:trace contextRef="#ctx0" brushRef="#br0" timeOffset="317460">2013 3752 8792,'-10'-1'1799,"0"1"-1529,6 0 0,-1-1-1,1 1 91,-1 0-180,1-1 90,-1 1 450,-7 0-451,4 0 451,-8-1-540,9 1 270,-3-1-450,7 1 90,0 0-180,2-1 180,11 0 0,17-5-90,-2 1-1326,5-1 1,-1-1 1325,2 1 0,-7 0 0,5 0 0,-4 1 0,-6 1 0,1 0 0,5-1 0,4-1 0,1 0 0,-1 1-629,-5 1 1,0 0-1,-1 0 1,0 1 650,1-1 1,-1 0-1,1 0 1,-1 0-23,9-1 0,0 0 0,-6 1 0,-4 0 0,-5 1 0,-2 0 0,-9 1-3277,1 0 2457,-20 2 1,4 0 0,-11 0 0</inkml:trace>
  <inkml:trace contextRef="#ctx0" brushRef="#br0" timeOffset="317910">1994 3724 11221,'-10'-9'1619,"3"2"-1170,0 2-539,5 3 1,-2 0 358,10 12 1,14 5-90,0 2-90,-6-8 0,2 0-45,8 0 0,1-1-484,-9-3 0,2 1 461,4 0 1,4 0-1,1 1 1,-3-1-590,0 0 0,2-1 585,-3 0 0,3 0 0,2 1 0,-1-1 0,-4 0-18,6 0 0,1 1 0,-4-2 0,3 1 0,3 1 0,-2-1 0,-3 0 0,0 1 0,-3-1 0,0 0 0,6 0 0,2 1 0,-4 0 0,2 3 0,-7 0-90,-10-4-720,4 5-2467,-15-7 2882,-7 0 0,-6-1 0,-7-2 0</inkml:trace>
  <inkml:trace contextRef="#ctx0" brushRef="#br0" timeOffset="318378">1931 3738 11580,'-9'-7'1170,"3"0"-721,8 4-179,9 12 0,2-3-45,2 7 0,2 2-135,1 0-1126,-2-1 1,2 1-1,-1 0 1081,-5-4 0,2 2 45,2 4 0,4 3 0,1 2 0,-2-1-597,1 2 0,-1 1 0,1 0 529,-4-5 1,1 0-1,0 1 1,1 1 13,1 1 0,1 2 0,0 0 0,-1-1 0,-2-3-286,3 3 0,0 0 268,-3-4 0,4 3 0,0 1 0,-1-1 0,-4-4-18,2 1 0,-1-2 22,1 1 1,1 1-1,1 1 1,-3-4-23,-2-1 0,0-1 0,5 5 0,3 2 0,-4-4 0,-7-5 0,0-2 0,4 4 0,1 2 0,-2-3 0,2 2-284,1-2 1,-2-2-77,-3-4-932,10 0-327,-15-12-270,4 3 2603,-7-20 1,-3 10 0,0-13 0</inkml:trace>
  <inkml:trace contextRef="#ctx0" brushRef="#br0" timeOffset="318912">1783 4165 10951,'-16'4'1529,"5"-1"-720,-3 0-629,10-2 810,-2 0-810,10-7-180,3-1 45,11-10 0,3-1-397,-9 7 0,2-1 352,3-3 0,3-2 0,0-1 0,-2 2-495,0 1 0,0-1 495,3-1 0,3-4 0,1 1 0,-4 2 0,0 2 0,0 0 0,-3 2 0,3-1 0,2-2 0,-1 1 0,-2 2 0,4-2 0,-1 2 0,1-1-723,-2 0 0,2 0 1,-1 0-1,-1 2 633,5-4 0,-2 2-1023,-6 4 0,-3 2 484,-9 4-1863,2 0 2492,-7 4 0,-6 6 0,-2 2 0</inkml:trace>
  <inkml:trace contextRef="#ctx0" brushRef="#br0" timeOffset="319562">1773 4140 14639,'-13'-4'90,"2"1"-90,5 3 0,2 0-90,1 0 180,24 0 0,-8 3-1,12-2 1,2-1-90,-1 3-859,-4-2 0,4-1 1,-3-1 858,-4-2 0,-1 1 45,11 1 0,1 0-772,-3-3 0,-2-1 727,-6 1 0,1 2 0,7-1 0,1 1 0,-4-3 0,1 0 0,2 0-485,-1 2 1,1 0 0,1 1 0,-1-2 484,3 0 0,0-1 0,2 0 0,-7 2 0,3 0 0,-1-1 0,-1 1 0,-5 1-83,0-1 1,0 0 52,4 0 0,3-1 0,-5 1-149,2-1-316,-5 1 0,-2 0-45,-9 2-2737,1 0 3003,-14 1 0,-5-1 0,-6 1 0</inkml:trace>
  <inkml:trace contextRef="#ctx0" brushRef="#br0" timeOffset="319981">1796 4147 11850,'-16'-9'270,"5"4"-180,3-1 90,14 6-90,4-2 135,6 7 0,3 1-135,9-3-1109,-6 4 1,4 4-1,-2-2 1064,-5-5 0,1 2-27,-1 0 0,5 3 0,1 2 0,0-1 0,0 0-568,4 2 0,-1 0 0,1 0 0,-1 0 572,0-1 1,0 0-1,-1 1 1,2 0-23,-4-3 0,0 2 0,2 0 0,-2-1 0,-1 0 0,-3-2-250,7 3 0,-1-1 272,-1-1 1,4 3-1,0-1 1,-5-2-23,-3-1 0,-2 0 0,7 2 0,2 1 0,-5-1 89,4 3-179,-10-6 1,-2 0-3188,-8-2 2994,-22-16 0,4 4 1,-13-10-1</inkml:trace>
  <inkml:trace contextRef="#ctx0" brushRef="#br0" timeOffset="320445">1926 4514 13559,'7'-13'900,"6"-7"-631,2 4 1,3-1-225,-6 4 0,1 0-1138,3-4 1,2-3 0,-2 3 360,-5 5 1,0-1 731,6-8 0,3-4 0,-2 2 0,-5 5 0,1-1 0,0-3 0,3-4 0,0 0 0,-3 3 0,1-1 0,0 0 0,-3 4 0,3-3 0,-1 0 0,1 0 0,-3 4 0,3-4 0,0 0 0,0 3 0,3-4 0,0 1 0,-3 4 0,-3 3 0,1 2 347,4-5 0,2-2 1,-2 3-933,-5 6 1,-1 0 269,3-2 0,-2 2-2962,0 0 2690,-11 17 0,-7 4 0,-3 7 0</inkml:trace>
  <inkml:trace contextRef="#ctx0" brushRef="#br0" timeOffset="320797">2012 4498 11221,'-9'1'719,"1"0"-719,6-6 180,17-8-180,-5 1 180,14-4 0,4 0-180,-2 1-1093,-3 2 1,5-2 0,-4 2 697,-7 4 1,1 0 394,2-1 0,3-2 0,0 0 0,-3 2 0,1 0 0,0-1 0,2-1 0,3-2 0,1 1 0,-4 1 0,-1 0 0,1-1 0,-1 1 0,5-2 0,-1-1 0,-4 3 0,-2 1 0,0 0-90,4-2 0,3-2 0,-5 2-888,3-1 798,-9 5 0,-1 1-3097,-5 2 3039,-11 4 0,-6 6 1,-9 5-1</inkml:trace>
  <inkml:trace contextRef="#ctx0" brushRef="#br0" timeOffset="321211">1955 4532 11580,'-4'-12'1170,"1"2"-721,10 4 91,14 2-360,-2 4 45,5 0 0,1 0-135,0 7-45,-5-7 0,1 1 0,4 5 0,0 1-429,-10-4 1,2 0 413,9 2 0,4 1 0,-3-1-336,-7 0 1,0 0 305,1 0 0,5 0 0,0 0 0,-3-1 0,-1 0 0,1 0 0,0-1 0,4 1 0,-1 0 0,-3-1 45,-1-1 0,-1-1-45,7 1 0,3 0 0,-4-1 0,-11-1 0,0 0-1468,16-3 0,-1 1 1558,-13 0-1889,10-7-1439,-24 5 1796,-1-4 1442,-8-1 0,4 0 0,-4 0 0</inkml:trace>
  <inkml:trace contextRef="#ctx0" brushRef="#br0" timeOffset="322110">3470 3747 12300,'-9'-9'1529,"2"2"-1349,1 4-180,5 2-90,-5-1 90,4 2 0,-4 6 0,3-4 0,-3 12 90,5 2-180,11 5 0,12 0 0,-1-9 45,-4-8 0,0-3 45,2-12 0,-2 8 0,-10-10 0,-2-4-90,-4 0-1979,-5-10-269,-1 13-181,-3 15 2519,1 9 0,3 5 0,1-1 0</inkml:trace>
  <inkml:trace contextRef="#ctx0" brushRef="#br0" timeOffset="322480">3628 4081 13110,'-15'5'179,"1"-4"-89,2 9-90,4-3 0,0 11 0,3-4 0,1 13 0,1-14 0,10 17 90,16-14-90,-5 1 0,1-11 0,1-5 0,-6-6 45,2 0 0,-1-3 45,-5-5 0,-1-2 0,-2 0-90,-4-1 0,-8-3 0,-3 0 0,-3 2-660,-4 4 1,-4 0-1,-1 2 660,-7 2 0,1 2 0,-1-2 0,0 0 0,4 7 0,-1-1 0</inkml:trace>
  <inkml:trace contextRef="#ctx0" brushRef="#br0" timeOffset="323010">2756 3564 11041,'5'14'629,"3"-3"-449,6-3 0,1 0-90,6 0-479,-6-2 0,1 1 479,0-1 0,0 0-90,10 2 30,-7-2 0,3 1 0,-2-1-30,-4-1 0,1 0 30,9 2 0,4 1 0,-4-1-30,-8-3 0,1 0 0,7 2 0,3 1 0,-4-1 140,-8-3 1,-1 0-141,5 2 0,4 0 0,-4-1-540,9 2 225,-13-3 0,-1 1 351,-3-2 0,-12-2 0,0 1 0</inkml:trace>
  <inkml:trace contextRef="#ctx0" brushRef="#br0" timeOffset="323728">2714 3658 10861,'11'-6'629,"-1"2"-179,4 3-360,-4 1 135,4 6 0,1 2-45,1 0-90,-3 1 0,1 2 179,3 1 1,-1 1-180,8 5-1183,-5-2 1,3 2 0,-3-1 695,-4-4 0,0 0 397,3 3 0,3 3 0,0 0 0,-3-3 120,0 1 1,0 0-121,1 2 0,5 3 0,-1 0 0,-4-3 0,0-1 0,-1 0 0,1 0 0,3 3 0,-1 0 0,-2-3 45,-3-3 0,0 1-45,6 3 0,3 3 0,-4-3 0,-8-7 0,0-1 0,3 2 0,3 3 0,-3-3 0,3 1 45,0 0 0,0-1-135,-7-5-1169,8 4 180,-16-10 1839,2-7 0,-6-5 1,2-6-1</inkml:trace>
  <inkml:trace contextRef="#ctx0" brushRef="#br0" timeOffset="324194">2734 4095 11760,'18'-4'630,"-1"-5"-360,-2 3 0,1-1-180,5-6-1183,1 1 1,4-3 0,-3 2 80,-7 4 0,1-1 1034,3-1 1,3-3-1,0 1 1,-3 2 441,-2 0 0,-1 1-464,8-4 0,3-1 0,-3 2 0,-8 4 0,-2 1 0,9-5 0,1 0 0,-6 2 0,-1 1 0,-1 0 0,0 0 0,0 0 0,-1 0-90,-1 1 0,-2 2-269,-5 2-877,4-3 1236,-9 6 0,-1 1 0,-2 0 0</inkml:trace>
  <inkml:trace contextRef="#ctx0" brushRef="#br0" timeOffset="324778">2796 4048 10231,'18'-3'1619,"-4"2"-899,11 0-540,-11 8 44,5-3 1,1 0-135,1 12-1553,7-4 1,1-1 1507,-15-3 0,0 1 45,13 3 0,4 1 0,-3-1-90,-9-4 0,0 0 22,3 0 1,3 2-1,1 0 1,-5-2-23,-2-1 0,-1 0 0,8 2 0,3 1 0,-3-1 0,-9-4 0,0 1 0,7 1 0,3 1 0,-4-1 0,6 2 0,2-2 0,-1 0 0,-7-3-45,-5-1 0,-1-1 304,3-1-709,-6 0-179,1 0-757,-7-1-1313,-4 0 2699,-1-5 0,-8 4 0,-2-4 0</inkml:trace>
  <inkml:trace contextRef="#ctx0" brushRef="#br0" timeOffset="325226">2908 4564 11760,'-5'-12'990,"0"-1"-4267,11-2 1253,1 1 2737,11-8-533,-1 6-90,4-7 45,-2 6 0,2-3-484,-1 0 1,1-3 0,-1 2 348,-2 3 0,-1 0 0,1-1 0,-2 0 0,1-3 0,0-1 0,-1 1 0,-2 3-235,1-4 0,-2 0 279,2-2 1,1-4 0,1-1 0,-4 5 0,-1 1 0,0 0 22,1 1 1,1-4 0,0 0-1,-1 4-67,1 0 0,-1 2 0,3-6 0,-1 2 846,-3 9 0,-2 3-3005,-3 4 1937,2 6-858,-13 3-559,-2 13 1,-1 3 1574,-8-2 0,5 2 0,0 0 0,-4 3 0</inkml:trace>
  <inkml:trace contextRef="#ctx0" brushRef="#br0" timeOffset="325595">2869 4548 12030,'-11'3'1799,"4"-1"-1439,5-7-90,17-4-180,-4-3 45,11 0 0,3-1-680,2-2 612,-6 4 1,5-1-1,2-1 1,-5 2-470,0 0 0,1 1 438,-3 0 0,4-1 0,2 0 0,-2 1 0,-3 1 9,1-1 0,0 1 0,0 0 0,4-2 0,0 1 0,-5 1-45,-1 1 0,-1 0 0,8-2 0,3-2 0,-5 2 45,-9 3 0,0 1-15,6-3 0,2 0 0,-3 1-30,6-2 0,-1 0 0,0 0 0,-7 3 0,8-2-810,-16 4 91,-6 2-2558,1 0 2457,-14 3 1,5 0 0,-5 0 0</inkml:trace>
  <inkml:trace contextRef="#ctx0" brushRef="#br0" timeOffset="327028">2682 3622 14908,'-10'0'180,"1"0"-90,0 7-90,3-3 0,-6 11 0,8-7 0,-5 9 90,6-9-180,0 11 90,2-12 90,5 13-90,2-7 90,10 5-90,-5-7 0,10-4 0,-12-6 90,14 1-90,-11-2 0,16-11 0,-16 9 0,2-11 0,-1-3 0,-1-9 0,-5 11 0,-1-1 0,-3-3 0,-2 0 0,-1 4 45,-3-2 0,-3 1 45,-6-1-90,-2-3 90,-6 8 0,2 9 0,2-2-3302,-11 11 3302,16-1-404,-17 6 314,16 0 90,-14 3-90,16-4-265,-9 7 265,12-10-89,-4 10 89,8-10 2837,-1 9-2747,4-10-90,6 13 0,0-11 90,12 11-90,-7-13 0,15 9 0,-13-10 0,3 0 0,1-1 90,-2-1-90,2-1 0,0 0 0,-2-2 0,14 0 0,-18-1 0,14-11 0,-17 2-90,9-16 90,-14 11-90,2-16 90,-5 16-45,-2-4 0,-2 0 45,-3 2 0,-4-4 0,-1 1-90,-8 1-856,-1-5 946,6 14-2471,1 8 2381,5 0-924,-11 7 385,11 3-811,-2 3 1,0 1 0,1 6 1439,0 1 0,0 2 0,4-1 0,1-3 0,1-1 0</inkml:trace>
  <inkml:trace contextRef="#ctx0" brushRef="#br0" timeOffset="327653">2755 4000 11221,'-8'-1'1259,"-1"0"-989,-2 15-180,2-7 0,0 8 0,1 0 0,1-1-90,-4 8 89,5 1 91,3 1-180,-1 0 90,13 5-90,-1-14 0,10 2 0,-6-9 0,10-6 0,-10 0 0,4-4 0,0-1 0,-2-6 45,2-1 0,0-2-45,-4-4 0,-1-3 0,-1 1 0,-4-1 45,-2-4 0,-1 0 135,-3 1-90,-2 6 0,-2-1 270,-3-5-270,-1 6-45,-3 3 0,0 0-45,5 4 0,-19-3 0,17 18-1639,-4 11 1,-1 7-1,7-3 1,0 2 1091,-3 5 1,0 0 0,6-7 0,1-2 0,1 3 0</inkml:trace>
  <inkml:trace contextRef="#ctx0" brushRef="#br0" timeOffset="328279">2829 4497 11311,'-5'-16'2788,"-6"3"-2608,4 3 449,-12 5-449,13 4 360,-14 6-360,12 1 0,-12 12-180,11-6 90,0 3 0,0 1-90,2 9 0,-2 4 45,11-10 0,1-1-45,-2-4 0,8 2 0,1-1 0,-3-6 0,7-1 0,3-1 90,7-4-90,3-7-45,-7-5 0,-1-5 90,-6-3 0,-2-1-1684,3 0 1,0 1 1535,-6 2 1,-2-1 102,-3-9-2049,-1 6 2139,-2-5-2,-7 1 182,-3 7 0,-5-3 89,-10 4-359,9 8 0,-2 2 0,0 2 0,1 2-135,1 6 1,0 1-406,4-3-989,0 10 0,3 2 0,4-7-1748,-2 22 2747,13-20 0,-4 5 0,5-10 0</inkml:trace>
  <inkml:trace contextRef="#ctx0" brushRef="#br0" timeOffset="329995">2628 3584 14459,'-8'7'0,"2"-2"90,2 10 0,1-5-90,-1 14 0,4-13 90,4 19 0,7-6-90,-4 0 0,5-10 0,0-1 0,-4-3 0,6 0 0,0 0 0,-2-2 89,14 6-89,-14-9 0,12 1 0,-14-5 90,10-7-90,-9-7 0,1-1-1639,-7-4 1,-2-1 1523,-2 1-419,-3-7 0,-1 1 623,1 3 46,-9-1 0,-1 0-45,4 4-380,-6 1 0,-1 1 380,3 5-135,-2 2 0,-1 2-44,4 4-181,-12 0-180,13 10-1889,-3-5 1619,3 11 1,0 2-1170,-3-4 1889,1 5 0,1 1 0,1-3 0,-1 5 0</inkml:trace>
  <inkml:trace contextRef="#ctx0" brushRef="#br0" timeOffset="330727">2102 3677 11221,'7'-4'359,"6"3"-179,-4-6-90,4 4 90,8-2-180,-7 2 90,7 0-90,4 0-3277,-4 1 1805,7-1 726,-6 2 0,0 0 746,8 0 0,-8 0 0,5 1 0,-4 0 459,-7-1 0,0 1-459,7 0 0,3 0 0,-4 0 0,5 0 90,-1 2 0,-1 0 90,-9-1 629,10 3-629,-19-4 180,1 0-3637,-7 0 3539,-4-4 0,-3-1 0,-4-4 1</inkml:trace>
  <inkml:trace contextRef="#ctx0" brushRef="#br0" timeOffset="331677">2305 3486 14639,'-7'1'1259,"1"0"-1259,5-4 0,12-1 0,-4 0 0,11-2 0,4 1 0,-7-1 0,4 0 0,0 1 0,-1 1 0,1 0 0,0-1 0,-4 2 0,12-1 0,-20 3 0,-2 5 0,-10 1 0,-4 3 90,-4 4-90,4-5 180,-6 6-180,8-7 90,-8 8-90,8-6 0,-1 1-90,4-2 90,4-5 0,-1 2 90,1-3-90,8 1 0,-6-1 90,22 1-90,-15-1 0,9-1 0,2 0 0,-1 0 0,4-2 0,0 0 0,-2 1 0,-5-1 0,-1-1 90,8-1-90,-10 3 90,7-5-90,-15 5-820,1-1 1,-13 2 0,-3 0 0</inkml:trace>
  <inkml:trace contextRef="#ctx0" brushRef="#br0" timeOffset="333345">2814 3564 15808,'-5'-9'0,"1"1"0,8 1 0,-3 2 0,15-10 0,-8 7 0,8-4 0,5-2 0,-1 3 0,3 0 0,1 0 0,1 0 0,0 1-304,2-1 1,0 2 303,-1 3 0,1 0 0,-4 2 0,6 1 0,-9 2 0,3-1 0,-3 1 0,7 1 0,0 3 0,-1 0 0,-6-2 0,0 7 0,-1 0 0,-3-2 0,2 4 0,-11-3 0,-5-7 0,-1 4-449,-1-3-1530,0 0-1298,-12 0 1763,4 0 1514,-18 0 0,11 0 0,-7-1 0</inkml:trace>
  <inkml:trace contextRef="#ctx0" brushRef="#br0" timeOffset="333911">2819 3158 10681,'-9'-10'1529,"3"2"-1079,1 3-540,1 2 90,0 1 0,2 2 180,1 11-90,0-4 0,0 18 0,1-13 44,3 5 1,0 0-135,-2-2 90,6 4 0,1 0 0,-6-3 0,6 0 0,0 1-90,-3-3 45,1 1 0,1 0 45,-1-3-90,-1 2 1169,-3-8-1169,-2-14 0,1-1 0,-5-16 0,3 9 0,-2-12-90,3 17 90,6-12-90,0 16 90,6-3 0,4 14-89,-7-3-91,4 9-900,-2 3 361,-5-2-2558,9 17 1786,-11-14 1491,4 14 0,-6-14 0,-1 5 0</inkml:trace>
  <inkml:trace contextRef="#ctx0" brushRef="#br0" timeOffset="335611">2457 3170 9422,'-4'-10'899,"1"2"-629,3 3 0,0 2-90,0-1 449,0-2-449,0 3 1439,0-2-1349,6 8 0,6 5-90,-1 2 90,12 11-180,-13-11 0,3 3 0,-1 2-90,0 0-1607,4 10 1,1 1 1696,-3-2-60,-4-4 0,3 5 0,-3-5-98,3 7 158,-5-8 0,2 3 0,-2-3 0,3 6 90,1 1 0,0 0 0,-3-5-45,2 2 0,0 2-45,-3-8 0,-1 0-90,0 0 0,0 0 44,1 0 1,-1-1-45,-3-6 90,6 11 90,-4-8-180,-1-1 3276,0-2-3148,-4-7 198,1-1-3603,-1-2 0,0-4 2464,-1-2 1,0 1-1,0 1 1</inkml:trace>
  <inkml:trace contextRef="#ctx0" brushRef="#br0" timeOffset="346010">2726 3574 9512,'-14'0'1079,"3"0"-899,5 0-90,1 0 0,1 0-90,0 0 90,0 0 0,0 0-90,0 6 90,1-5 0,-1 5 359,-3 1-269,3-5 90,-7 19-90,4-8-90,-2 7 0,4-6 0,1 1-90,1-5 0,1 13 90,1-14-90,1 13 0,0-13 0,5 10 90,0-10 0,8 9-90,-5-11 90,10 8-90,-10-9 0,14 2 0,-13-6 90,11-1-90,-10 0 0,14-6 0,-13-1 0,5-3 0,0-1 0,4-10 0,-7 11 0,-1-2 0,-2-2 0,-1-1 0,-3 2 0,0-8 0,-5-1 0,0 7 44,-7-2 1,0 0 135,3 2 90,-11-1 0,-2 1-90,8 3-45,-8 1 0,-1 1-45,4 3-90,-18 0 0,17 5 0,-4 9 0,1 2-90,3-1-1549,-1 9 1,1 2-6,5-2 5,2 7 1,1 1-1639,3 1 3147,1-5 0,1 0 0,1 4 1,0 1-1</inkml:trace>
  <inkml:trace contextRef="#ctx0" brushRef="#br0" timeOffset="348811">2793 3730 13020,'20'5'134,"-4"-2"1,0 2-90,6 2 0,0 0-45,-4-2 0,0 1 0,3-1 0,2 0 0,-3-1-697,9 2 697,-7-1 0,4-1 0,-4 1 0,-5-2 0,-1 0 30,8 1 0,3 1 0,-3 0-30,-8-2 0,0 0 0,9 1 0,3 1 0,-2 0 0,-4-2 0,0 0 113,4 1 1,0 0-114,-4-2 0,-1 0 0,4 0 0,1 0 0,-1-2 90,-17 0 25,8 0-115,-10-4 0,4 4 0,-6-4-3277,3 4 2239,-10 0 0,1 0 0</inkml:trace>
  <inkml:trace contextRef="#ctx0" brushRef="#br0" timeOffset="349880">3532 3684 9961,'-8'-4'1529,"-4"-1"-1259,4 2-270,-1 1 0,0 1 90,5 1-90,-1 0 90,0 11 0,1-9-90,-1 19 90,2-15 90,1 8 90,1 2-180,1-6 0,5 13-90,-4-12 90,14 11-90,-13-12 90,19 9-90,-14-12 90,19 6-90,-8-8 0,1 0 0,5-10 0,-15 3 0,12-18 0,-13 11 45,-1-5 0,-1-3-45,-3 3-45,-1-4 0,-1 0 135,-7 1-46,-1-4 1,-1 0 45,-5 4-1729,0-1 1,1 1 1613,2 6-214,-10-5 239,12 12-100,-10-1 100,10 4 90,-12 6-1,10 2 91,-12 11-180,13-7 180,-8 13-90,11-12-90,-1 6 90,5 2-90,1-8 90,1 15-90,6-15 3268,-5 6-3268,10-4 90,-4-5-90,10 11 0,-4-12 90,11 9-90,-12-12 0,16 2 0,-16-6-1515,7-2 1,1-3 1514,-4-4-404,3-1 1,0-2 403,-7-2-355,-2-2 1,-2 0 354,-3 1 0,-2-4 0,-2-1 0,-9 2 45,1-2 0,-2 0-45,-8 3-882,0-2 1,-1 2 881,4 5 0,-2 1 0,-1 2-90,6 5 312,-12 6-132,13-2-90,-3 8 0,1 3 90,1-3-45,0 7 0,0 2-45,3-2 0,1 7 0,1 0 89,3-3-89,0 1 0,1 0 0,2-5 0,6 5 0,-1 2 90,8-8-90,-5-1 0,0 0 0,4-4 319,9 7-319,-11-12 0,15 1 0,-14-12 0,5 0 0,-1-2 0,0-6 0,0-1 0,0 0 0,-3-1 0,4-10 0,-12 3 0,-2 5 0,-2-6 45,-7 8 0,-1 1 135,-2-5-91,-6 0 1,-3 1-90,4 4 0,-2 3 0,-1 2-89,5 5 991,-4 4 1,0 4-1803,6 9 1,0 3 359,-1-5 1,0 1 1136,2 7 0,3 1-2216,2-3 0,2 0 1270,-1 9 1,2-7-1,1-1 1,1 7-1</inkml:trace>
  <inkml:trace contextRef="#ctx0" brushRef="#br0" timeOffset="351582">3571 3707 8882,'0'-14'1259,"0"3"-629,-4 2-90,0-3-181,-7-3-269,5 4 180,-5 1-270,7 7 90,-6 0-90,6 2 90,-6 1 0,5 0 270,-9 11-90,3 6-180,0 3 44,5-4 1,2 0-135,2-2 90,0 2 0,1 0-90,1-4 90,6 16-90,-5-16 90,14 13-90,-13-14 0,18 11 0,-14-13 90,15 7-90,-12-12 0,6 3 0,2-6 0,-4 0 45,3-3 0,0-1-45,0-4 0,2-2 0,0-1 0,-3-3 0,0-1 0,-1 1 0,-5-1 0,-2-2 0,-1 0 0,-4 0 45,-7-4 0,-3 0-45,-1 3-141,-3 0 1,-2 1 140,1 5 90,-6-4-90,-5 3 0,9 4-45,-2 3 0,1 1 45,4 2 0,-13 7 0,14-4 90,-13 19-90,14-13 0,-1 7 0,2 0 0,2-3 0,-3 7 90,5-1-90,3-6 89,-1 12-89,2-13 90,0 9-90,1-11 552,0 5-552,0-8 180,4 3-90,-3-6-3367,3 1 2792,-8-3 0,-4 0 0,-5 0 0</inkml:trace>
  <inkml:trace contextRef="#ctx0" brushRef="#br0" timeOffset="352627">3539 3658 9062,'-9'-10'989,"-1"3"-899,-1 2 0,2 3 180,-6-1-180,7 3 90,-11 5-90,10-4 270,-14 17-270,14-11-1,-1 6 1,1 1 0,3-2 0,-1 16 0,6-15 0,5 17-90,-2-17 0,6 3 0,4 1 90,10 6-1729,-2-9 1,1-1 1625,-7-4 1,0-1-370,7-4 0,-2-1 382,-2-3 0,2-5 0,1 0 0,-1 2 0,2-11 0,-2-2 0,-3 6 45,-3-8 0,-2-1-45,-5 2-70,-6-1 1,-3 0 69,-4 2 0,-8-8 0,-4 9 0,4 5 0,-5-2-180,-6 7-1439,10 2 1079,0 4 1,0 1-811,4-1 1314,-8 10 1,13-5 0,-1 4 0</inkml:trace>
  <inkml:trace contextRef="#ctx0" brushRef="#br0" timeOffset="359461">3468 3750 8612,'8'0'450,"-2"0"-360,-5 0 360,-1-4-1,0-1-359,0-4 0,0 3 0,0-1 0,0 3 90,-6 1 0,5-1 180,-9 0-1,3-2-359,-3 1 0,2 1 0,-2 3 0,5 1 90,-4 9-90,5-6 0,-2 21 90,3-16 0,0 23-90,2-17 0,3 2 0,1 1 90,-2-3-90,7 2 0,0 0 0,-1-3 45,7 3 0,1-1-45,0-3 0,3 1 0,0-1 90,-1-5-90,4-1 0,1-3 0,-1-7 45,6-2 0,0-1-135,-3-7 90,1-2 0,-1-2 0,-7 1-45,-1-7 0,-7-4-1594,-17 5 1,-3 0 1535,7-1 1,-3 1 102,-9 5 0,-6 1 0,3 3-112,-6 0 67,-5 3 0,0 3 45,5 4-180,0 6 0,-1 2-90,5 8-675,0 2 1,2 1 45,3 6 899,4-2 0,1 1 0,6-3 0,-1 9 0</inkml:trace>
  <inkml:trace contextRef="#ctx0" brushRef="#br0" timeOffset="360578">3609 3684 13289,'-4'-13'0,"1"2"-90,9-4 90,9-7 0,1 1-419,-5 7 0,1 1 419,1 0 0,1-1-1163,-3 3 0,1 0 1163,4-3 0,1-2 0,1 0 0,0 0-1172,-3 3 0,-1 1 1172,4-4 0,1 0 90,2-3 0,1 0-607,-1 0 1,0 0 516,-1 1 0,-1 1 45,0 0 0,-2 2-45,-9 9 323,5-4-323,-10 8 1341,1 0-1341,-3 0 2882,0 2-2792,-1-3 2535,0-1-2625,0 0 0,-3 0 0,2 3 0,-3-1 0,4 1-990,-2 0-988,2 6-361,-1 0 1080,1 7 1259,0-4 0,0 2 0,0-1 0</inkml:trace>
  <inkml:trace contextRef="#ctx0" brushRef="#br0" timeOffset="361463">2901 3328 8342,'0'-10'1170,"2"1"-1080,0 4 179,3-4-89,-1 3-90,0 0-90,-2 4 0,-2 1 0,1 0 0,-1 0 0</inkml:trace>
  <inkml:trace contextRef="#ctx0" brushRef="#br0" timeOffset="363510">3803 3744 9512,'-11'-5'1529,"0"4"-1349,6-8 809,-1 6-809,6-1-180,-3 0 90,3 2 3186,0 1-3224,6 0-52,-5-3 0,8 3 0,-3-6 0,2 6 0,1-3 0,-5 3 0,4-2 0,-5 2 0,2-1 0,-1 0 0,0 1 0,0-1 0,0 0 0,-1 2 0,0-2-3238,0 2-39,2 0 2724,-1-1 1,2 1-1,-1 0 1</inkml:trace>
  <inkml:trace contextRef="#ctx0" brushRef="#br0" timeOffset="365380">4121 3105 12750,'0'-6'539,"0"0"-449,0 5 1080,0 0-811,0-1-89,0 2-270,0-3 0,-3 3 1529,0-1-1439,-5-5 0,5 2 0,-4-5 0,6 5 0,-4 1-90,0 1 0,-5 7 0,2 1 0,-3 1-90,-1 10 90,5-11-3277,-5 15 3162,10-14 25,-1 8 0,8-9-179,2 7 179,7-9-180,10 8 180,-1-6 0,0 1 180,-5-1-90,-14-5 0,1 3 0,-4-3 3276,-6 0-3160,4 0-116,-8 1 0,5-1-90,-3 0-270,1-1-180,3-4-89,2-9 449,6 1 0,-4-5-90,11 3 180,-4 2 0,5-4 90,6-1 0,-9 5 180,9-7-180,-12 12 180,4-2 180,-9 8-360,1 4 0,-7 7 0,3 5-360,-3 2 180,10-8-450,0-1 630,14-6 0,-9 0 0,6-8 0,-13 5 0,1-5 360,-4-4-180,-12-2-90,8-2-90,-25 1 0,21 10-270,-15-2-3007,15 4 2457,5-5 1,10 5 0,7-5 0</inkml:trace>
  <inkml:trace contextRef="#ctx0" brushRef="#br0" timeOffset="365810">4433 2755 11580,'-5'-10'990,"4"0"-900,-5 6 0,3 1 359,3 20-359,-4-5 45,4 10 0,0 2-45,0-1-30,1-2 0,1 4 0,0 0-60,0 6 0,1 0-134,-1-1 1,1 2 133,0-8 0,0 1 0,0-5 88,0 3-88,4 0 0,-1-1 0,0-5-45,0-1 0,0-1 45,-1-4 0,3 6-90,-5-13 90,0 0-90,-2-16 359,-6 9-269,0-11 0,-1-1 0,-4 7 45,0-6 0,0 1 45,0 5 90,-10-6-180,12 8 0,-8-3 0,11 5-90,-1-2 0,4 4-90,2-2-899,6-2 629,2 2-1259,15-12 810,-7 6-586,3-3 1,-1-2 1484,-1 0 0,-4 3 0,0-1 0,0-3 0</inkml:trace>
  <inkml:trace contextRef="#ctx0" brushRef="#br0" timeOffset="365996">4575 2757 10231,'-5'-22'1709,"4"8"-1709,-7 3 90,7 15-90,-3 4 90,4 17-90,0-6 45,0 3 0,0 1-45,0-1 0,2 5 0,0-1-2446,-1-2 2266,1-7 1,0 1-1460,1 1 1,1-1 1573,3 9 1,-2-10 0,0-2 0,2 2 0</inkml:trace>
  <inkml:trace contextRef="#ctx0" brushRef="#br0" timeOffset="366210">4494 2960 11311,'-15'0'809,"4"0"-2698,23-7 1170,-4 6-856,13-8 1,3-1 1574,-4 3 0,-3-1 0,1 0 0,1-1 0</inkml:trace>
  <inkml:trace contextRef="#ctx0" brushRef="#br0" timeOffset="366911">4816 2830 11580,'-11'1'1979,"-1"0"-1529,7-1 449,-4 0 541,4 0-1440,5-4 0,13-3 0,5-2 0,3 0 0,-7 3 0,2-1 0,8-2 0,3 0 0,-1 1-1117,-2-1 0,0 1 1117,5-1 0,1 0 0,-2 0 0,-3 1 0,-4 0 0,1-1 0,-1 0 0,-8 1 90,8-9-90,-18 10-90,-1-8 90,-2 8 2234,-5-5-2234,3 7 0,-7-5 90,2 5-90,1 0 180,-5 2-180,9 2 0,-4 1 89,5 5 1,6 1-90,-1 0 360,13 8-270,-7-9 0,13 10-90,-13-9 90,12 5 0,-13-7-90,4 2 0,-7-2 0,-2-2 90,3 4-90,-5 1 90,-4 12-90,-6-6-1639,-4 3 1,-2 0 84,-6-1-85,-4 5 1,0 1-984,1-2 2622,5-6 0,-1 3 0,2-3 0,-5 4 0,6-4 0,-1 0 0</inkml:trace>
  <inkml:trace contextRef="#ctx0" brushRef="#br0" timeOffset="367910">5375 2550 10591,'-7'-13'1979,"0"3"-1080,0-1-809,2 6 0,-1-2-90,5 6 0,-1 0 90,1 0 360,0 10-360,0-2-90,0 8 180,7 1-180,-5-6 90,13 7-90,-8-11 0,14 4 90,-10-7-90,15 1 0,-13-4 0,18-6 0,-19 0 0,11-6 0,-16 6 0,2-5 0,-4 0 0,-1 0 359,-1-9-269,-2 12 180,0-7-180,0 10-270,-5-1 270,1 4-90,-1 7 0,-2 8 0,4 0 90,-2 6 0,0 1-90,1 0 45,0 8 0,0 0-303,1-3-12,0 6 0,0 0-179,-1-3-766,-1 1 1,-1 0-135,1-7-290,-1-1 1,0-2 1377,2-7 1,-3 3 0,4-12 0</inkml:trace>
  <inkml:trace contextRef="#ctx0" brushRef="#br0" timeOffset="368344">5234 2244 10681,'-6'-7'360,"1"2"-270,3 4 449,-1 11-359,1-7 180,-1 18-270,2-15 0,1 8 270,-1 0-270,0-5 0,1 8 0,0-11 0,0 5-1,0-8 811,0 1-900,4-13 0,-2 0 0,6-14 0,-3 10 90,3-8-90,-1 14 0,0-3 0,-3 8 0,7 7 0,-5-4-495,5 10 0,0 3-134,1-4 179,-1 3 0,0 1-1189,3 0 1,0 0 1126,6 3 1,-3-3 0,0 0-1,4-1 1</inkml:trace>
  <inkml:trace contextRef="#ctx0" brushRef="#br0" timeOffset="368761">5860 2478 11940,'-8'0'1439,"2"0"-989,4 0-1259,19-3 179,-9-1-270,17-1-2377,1-2 1697,-9 5 1310,12-5 0,-14 3 0,1 1 1</inkml:trace>
  <inkml:trace contextRef="#ctx0" brushRef="#br0" timeOffset="369443">6131 2208 12030,'-1'24'180,"4"1"-90,-2-5-45,6-5 0,1-1-45,-3-4 90,12 10-90,-9-14 180,14 3-180,-11-6 0,19 1 0,-18-3 0,13-11 90,-14 7 90,7-20-90,-12 15 134,-1-8 1,-1-3-45,-1 5 225,0-3 0,-1 1-225,0 5 0,-1-6-270,0 13 90,0 0 179,1 26-134,-1-5 0,1 2 0,0 9 0,1 2-1684,-1-7 1,0 0 1625,0-3 1,0-1 12,1-3 0,-1-1-20,2 9 110,2 7 0,0-1-90,0-1-467,-1-7 0,0 3 1,0-4 646,1 3-444,-1 1 0,0-1 444,-2-7 1237,0 0 0,-3-1-1057,-12-6-360,-5-3 90,-3-6-135,6-11 0,1-3 45,2 4 0,-1-10 0,2 0 0,1 1-135,2-2 0,1-1-135,2 2-575,4-4 1,3-2-595,8 5 0,2 1 854,-5-1 1,2 1-1055,12-5 1,0 3 1604,-3 5 1,-5 3 0,0 1 0,0-1 0</inkml:trace>
  <inkml:trace contextRef="#ctx0" brushRef="#br0" timeOffset="369694">6517 2003 9422,'18'20'247,"0"1"0,0 0 1,-5-5-1,1 1-225,1 3 1,4 4-1,-1 0 1,-4-4-1662,-4-3 1,-2-1 491,5 9 1,-1 1 1011,-7-5 0,-2-1 472,0-5 0,-2 2-1387,-4 4 1,-3 3-1,0-3 1050,0-3 0,-2-1 0,-6 10 0,-3 0 0,6-14 0,-1 1 0</inkml:trace>
  <inkml:trace contextRef="#ctx0" brushRef="#br0" timeOffset="370177">5135 2285 9691,'-18'0'1440,"6"0"-901,-10 7-269,11 2 270,-2 3 0,0 2-271,2 6 46,-2 4 0,0 1-946,3 1 781,4-5 0,1 4 0,0-4-1789,3-5 1,0 0 1576,-1 8 0,2 2 286,7 1 1,3-2 96,-5-9 1,2 1-232,6 6 0,3 3 0,-1-4-45,-4-7 0,2-1-16,7 4 1,4 1 0,-2-3-30,-6-6 0,2-2 0,9 2 0,4 0 0,-2-2 0,-9-4 0,1-2-60,9 2 0,4-1 1,-5-2-31,-9-3 0,0-1-240,6 0 0,3-2 0,-5-1 60,0-6-135,-2-1 1,-4-1 44,-12 2-629,-6-14 449,0 15-2737,-18-10 1877,16 14 1465,-16-3 0,18 5 1,-4 1-1</inkml:trace>
  <inkml:trace contextRef="#ctx0" brushRef="#br0" timeOffset="372111">7018 2005 11131,'0'-7'1529,"-5"1"-1529,-1 5 90,1 5-180,-3-3 90,4 9 90,-2-9-90,0 12 0,0-6 0,-1 8 90,1-3-90,-3 9 0,2-4 45,1 0 0,0 2-45,1-1-90,-1 3 0,0 0-270,1-4-675,-1 1 1,0 0-45,1-5 1079,-8 13 0,7-18 0,-5 3 0</inkml:trace>
  <inkml:trace contextRef="#ctx0" brushRef="#br0" timeOffset="372344">6811 2090 10231,'0'-15'1979,"-3"-1"-1799,2 4 450,-2 3-181,8 21-314,5 1 0,1 0-45,4 13-30,-2-8 0,3 1 0,0-1-60,3 3 0,1-1-1093,-1 0 1,1 1 0,-2-2-547,2 0 1,0 0-1,1 1 1,-3-3 818,-7-6 1,4 4 0,-10-9 0</inkml:trace>
  <inkml:trace contextRef="#ctx0" brushRef="#br0" timeOffset="372577">7225 2343 13289,'0'-12'0</inkml:trace>
  <inkml:trace contextRef="#ctx0" brushRef="#br0" timeOffset="375393">5265 2860 13379,'-5'16'810,"4"-5"-630,-3-2 90,4-2-90,-5 0-1,4 0-89,-6 0 90,6 0-90,-5 1 90,4 0 0,-4 0-90,2 0 90,0 0 0,-1 0 90,-1 4 89,-5 9-269,2-6 45,0-1 0,0 0-45,2-3 180,-11 14-270,10-13 270,-9 12-180,8-13 90,-9 14-180,11-13 90,-3 1 0,0 0-90,1-2 89,-2 4 1,-2 1 0,1-2 0,1-1-45,1 0 0,-1 0 45,-4 6 0,2-2 0,2-3 0,-1 1 0,0 1 0,0-2 0,-1 2 0,0 0-90,1-2 0,-2 2 0,1 0 90,2-1-45,-3 3 0,-1 0-45,3-4 45,-3 4 0,-1-1-45,4-5 90,-2 1 0,1 0 0,2-3 89,-1 1 1,1 0-90,2-2 0,-12 11 0,12-11 0,-5 3-90,4-3 0,2-2 90,-13 9-90,11-7 90,-3 1 0,0 0-90,3-3 90,-12 11 0,11-11 0,-11 9 0,11-9-90,-11 9 90,12-9 0,-11 9 0,11-8 0,-14 10-90,8-7 0,-1 1 90,3 0-180,9-7 90,-7 8 0,7-7 90,-9 9 0,6-8-1,-12 14-89,12-12 0,-11 9 0,14-12 0,-6 7 0,7-7 90,-5 7-90,4-7 90,-7 10-90,5-8 0,-11 13 0,11-12 90,-5 4 0,1-1-90,3-4 0,-12 13 0,11-12 0,-12 13 0,14-14 90,-8 8-90,11-10 0,-9 10 90,6-8-90,-12 12 0,9-11 90,-9 11-90,11-13 0,-4 5 90,-4 2 0,-9 5-90,4-2 0,5-5 0,2-2 90,3-2 90,-13 10-180,13-9 0,-14 9 90,16-11-90,-10 8 90,12-9 180,-17 14-180,12-11-90,-2 2 0,-1 0 0,4-4 89,-3 1 1,0 0-90,0-1 45,-1 1 0,-1 0-45,1 0 0,-1 2 0,0-1 0,2 1 0,-5 2 0,0 0 0,3-2 0,-5 2 0,1-1 0,3-2 0,-2 0 0,-1 0 90,3-1-90,-1 0 0,-1 0 0,4-2 0,-1 0 0,0-1 0,3 0 0,-13 4 90,16-6-90,-10 3 0,13-4 0,-4 0 180,2 1 0,-4 0-180,2-1 0,-5 2 90,9-3 0,-7 1-90,7-2 0,-8 0 0,9 0 90,-7 0-90,7-3 0,-2 2 90,2-3-90,0 4 90,0 0-90,-3 0 180,-4 0-180,2-2 90,-5 2-90,9-4 0,-7 2 0,7-1 0,-10-1 0,10 3 0,-9-3 0,11 3-90,-4-1 90,3 1 0,0 0 0,-2 0 0,5 1 0,-4-1 0,4 0 0,-2-1 0,3 0 0,-2-3 0,2 1 0,0-1 0,1-4 0,0 3 0,-3-10 0,1 9-90,-1-10 90,2 7 0,-1 0-180,3 3 180,-1 29 0,1-13 0,0 10 0,0 0 0,0-6 0,0 16 0,0-17 0,0 7 90,4-3-180,0-1 90,2 0-90,-2-2 90,-3-10-90,-1 0-450,0-2-269,0-26 719,0 12-90,0-14 0,0-1 180,0 4 0,0-3 0,0 1 0,0 6 0,0 3 0,0 1 0,0 7-180,0-4 180,0 11 0,5 5 90,14 3-90,-3 4-765,5-5 1,1-1-315,0 0-560,5-1 1,0-1-572,-2-1 571,1 0 1,0 0 818,-6-1 1,9 0 0,-18 0 0</inkml:trace>
  <inkml:trace contextRef="#ctx0" brushRef="#br0" timeOffset="376730">2843 4730 13289,'-8'11'1080,"-1"7"-451,-3-4-449,3 3 180,-5 5-270,8-13 90,-7 12-90,7-13 180,-8 12-180,7-11 180,-8 10-180,7-10-3367,-12 13 1523,11-14 1810,-14 13 34,14-14 518,-13 7-519,12-8-96,-16 6 97,14-7 90,-5 1 0,1 0-90,2-2 884,-16 5-884,18-7-557,-4 1 1,-1-1 556,1-1-81,-5 1 0,0-1-9,3-1 1023,-1 1 0,-2-1-978,2-3 0,1 1 0,2 2 0,0-1-45,-10-7 0,0-2 0,11 4 0,0 0 200,-2-2 0,-1-1-200,-2-2 0,2 0 0,4 1 0,1 0 0,0 0 0,0 1 169,-1-3 1,2 1-170,4 4-175,-9-10 265,10 10-90,-8-9 0,8 10 90,-9-12-90,5 5 0,-2-2-90,-2-10 90,9 12-45,-1-3 0,1-2 45,1 3 0,0-3 0,0-1 0,1 2-45,0 0 0,0 0 45,1 4 90,-3-12-90,4 17 2979,-2-8-2979,2 11 0,0-2 693,-1 5-783,2 1 282,-2-1-192,1 2 0,-1 7 0,0 1 0,-5 13 0,3-7 0,-5 15 0,5-16 45,0 3 0,0 0-45,1-4-90,-2 13 180,5-17-90,-2 4 0,3-9 270,-1 1-360,1-14 90,0 3 0,0-11-90,0-1 90,-5 3 0,4-7 0,-6-5-90,6 13 0,-1-11 90,2 21 0,7-1 0,-5 12 45,12 1 0,2 0-45,-4 7-360,11 2 0,2 0-449,-3-1-284,-3-1 1,3 3 0,-2-3-2185,6 3 2621,-2-1 1,-1-1-1,-3-4 1,1-1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54:40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7375 1205 9152,'0'-12'899,"0"2"-359,-6 4-90,4 1-1,-8 0 1,9 0 0,-9 0-90,9 1-90,-9-1 89,9 1-179,-9 1 90,9 0 0,-7 0 360,4 0-540,-1 0 1439,0 2-360,35 8-989,-12-5-1221,9 2 0,6 0 1,-2-1 1040,-5-2 0,2-2 25,-5 1 1,4-2 0,3 1-1,3-1 1,0 0 0,-1 0 0,-1 0-351,-2 1 1,-1 0 0,1-1 0,-1 1 0,1 0 0,-1-1 0,2 0 335,-3 0 0,0-1 1,0 0-1,1 0 0,0 0 1,1 1-1,0-1 0,2 0-11,-4 2 0,1-1 0,2 0 0,1 1 0,0-1 0,0 1 0,0 0 0,0-1 0,-2 1 0,-1 0 0,-2 0 0,-2 0-286,8-1 1,-5 0 0,-1 0-1,1 1 1,5-1 285,-6 1 0,2 0 0,4 0 0,1 0 0,1 0 0,0 0 0,-1 1 0,-1-1 0,-1 0 0,-3 1 0,-4 0-191,8-1 1,-5 1-1,-1 0 1,4 1 190,-5-1 0,4 1 0,1-1 0,2 1 0,-1 0 0,-1-1 0,-3 1 0,-3-1 0,6 1 0,-4-1 0,3 1 0,-4 0 0,3 0 0,1 1 0,0 0 0,-3-1 0,-3 1 0,5-2 0,-2 1 0,-2 0 0,2 1 0,-1 0 0,-4 0 377,10-2-512,-13 2 0,-1-1-1914,-7-1-110,-14 0 3215,-7 0-2695,-13-2 1,-4 0 1564,5 2 0,-1-1 0,-1-1 1,-2-1-1,1 1 0,-4 0 0,0 0 1</inkml:trace>
  <inkml:trace contextRef="#ctx0" brushRef="#br0" timeOffset="351">7244 1171 10951,'-10'0'0,"-4"0"1799,7 0-630,9 0-2808,18 6 1,7 0 1735,-9-4 1,2-1 28,2 2 0,4 0 0,3 0 0,-1 1 0,-4-2-333,0-1 0,-2-1 0,4-1 258,-1 1 0,3 0 1,4-1-1,1 1 1,0-1-1,-3 1 1,-2-1-399,1 1 0,-4 0 1,1 0-1,5-1 387,-7 0 1,3 0 0,3 0 0,1 0 0,2-1 0,0 0 0,1 1 0,0-1 0,-2 1 0,0 0 0,-2 0-168,1 0 0,-1 0 1,-1 0-1,0 0 1,0 1-1,-1-1 1,1 1-1,1-1 0,0 0 127,-1 0 0,1 0 0,0 0 0,1 0 0,-1 0 0,1 0 0,-1 0 0,0 0 0,-1 0 0,-1 0 34,3 1 0,-2-1 1,0 0-1,0 1 1,-1-1-1,0 1 1,0 0-1,-1-1-9,3 1 1,0 0 0,0 0 0,-1 0 0,0 0-1,-2 0 1,-1 0-4,6 0 1,-3 0-1,0 0 1,4 0-23,-7 1 0,5-1 0,1 0 0,1 1 0,-1-1 0,-1 1 0,-2 0 0,-5 0 0,7 0 0,-6 1 0,4 0 0,-2-1 0,3 1 0,2 0 0,-4 0 0,-4-1 0,-3 2 0,-1-1 0,9 0 0,-5 1 674,-15 0-1034,-8 1-1279,-15 4 1,-7 1-1,6-4 1,-1 0 1560,-8 4 1,-4 2 0,1-1 0,1-2-1,-1 1 1,2-1 0,-1 0 0,1 0-1</inkml:trace>
  <inkml:trace contextRef="#ctx0" brushRef="#br0" timeOffset="4285">2803 1915 10951,'-8'0'1799,"2"0"-1529,4 0 89,0 0 1,0 0 0,0 0 0,-1 0-90,0 0-1,0 0 721,-8-4-1,-3 0-719,0 0 90,-2 2-270,11 2 270,-3 0-270,19 0 269,14 4-337,-3-1 1,7 0 0,2-1-1,-4 1-633,-2-1 0,-2 0 1,3 1 622,-2-2 1,3 1 0,3-1 0,1 1 0,0-1 0,-3 0 0,-3 0-718,5-1 1,-3 0-1,4 0 705,-7 0 0,4 0 0,2 0 0,1 0 0,0 0 0,0 0 0,-3 0 0,-2 0-462,3 0 0,-3 0 0,-1 0 0,5 0 462,-5 0 0,3-1 0,3 1 0,0-1 0,2 1 0,-1-1 0,-2 1 0,-1-1 0,-4 1 0,7-1 0,-5 1 0,1 0 0,3 0 0,-6-1 0,3 1 0,2-1 0,1 1 0,0-1 0,0 1 0,-1-1 0,-3 1 0,-3 0 0,5 0 0,-5-1 0,1 2 0,3-1-12,-3 0 1,4 1 0,1-1 0,2 1-1,-1-1 1,-1 1 0,-3 0 0,-3-1 11,4 0 0,-5 0 0,3 1 0,2 0 0,3 1 0,1 0 0,-3 0 0,-7-1 45,-5-1 0,-2 1 90,8 2 0,-4 0-225,-11-3 409,0 3-948,-13-2 1433,4 1-2443,-18 7 1,-6 0 1169,1 6 1,6-5 0,-4 0 0,3 0 0,1 1 0,0-1 0</inkml:trace>
  <inkml:trace contextRef="#ctx0" brushRef="#br0" timeOffset="5073">9870 3954 5204,'24'-8'-410,"0"0"0,1 0 1,-1-1-1,0 1 1,4-2-1,-1 1 0,1-1 1,-2 0 330,-2 1 1,-1-1 0,-1 1 0,0 0 0,2-2 0,-1-1-1,0 1 1,-4 1 0,0-1 0,1 1 0</inkml:trace>
  <inkml:trace contextRef="#ctx0" brushRef="#br0" timeOffset="6734">8305 2748 13199,'13'5'630,"0"3"-630,-7 0 90,0 1 0,-1-2 0,0 0 0,0 1 0,-1 0-90,2 0 90,-1 0 90,2 3-90,-2-3 90,6 7-91,-5-8 361,6 7-360,-7-10 450,6 4-360,-6-5 270,9-1-361,-6-1 46,7-8 0,4-6-105,0-2 0,1-3 0,0 1-637,-2 2 1,-1 0-1,3-1 607,2-2 0,3-3 0,1-1 0,0 1 0,-3 3-621,-2 2 1,-3 3-1,4-3 608,-2 2 0,4-1 0,1-2 0,1-1 1,0 1-1,-2 1 0,-2 3-530,1-2 0,-3 3 0,-1 0 0,3-1 543,-1 1 0,1-1 0,1-1 0,1 0 0,0 0 0,0 1-15,2-1 0,0-1 0,1 1 0,-1 0 0,2 0 0,-1-1-257,-3 3 0,1-1 0,0 0 1,0 1-1,0-1 0,1 0 1,-1 1 206,-1-1 1,1 0 0,-1 1 0,1-1-1,0 0 1,0 1 0,1 0-405,3-1 1,1-1 0,2 1 0,-1 0 0,-1 1 0,-3 1 0,-4 2 58,1 1 1,-5 1 0,3 1-411,5-2 1,3 0 0,-1 2 0,-8 5 594,-4 14 0,1 2 0,-17 6 1</inkml:trace>
  <inkml:trace contextRef="#ctx0" brushRef="#br0" timeOffset="8468">7851 3397 8252,'-7'-10'720,"0"1"-450,5 5 90,-1-1-1,1 1-89,0-1 90,0 1 0,0 0 0,1 0-91,0 1-89,-1 1 0,1 0-180,0 0 720,1 2-450,5 4-90,3-3-1,3 4 1,3-1-90,-3-3 90,3 3-90,1-4 0,12 0 0,-4-8-333,4 1 1,5-3 242,-9-1 0,2-2 0,1-2 0,0 1-410,-4 2 1,0 0 0,1-1 0,0 0-1,-1-1 392,3-2 0,0-1 0,-1 0 0,0 0 0,-3 0 18,4-2 0,-3 0 0,-3-2-30,-3-5 0,-4-3 0,-3 2 30,-4 6 0,-2 0-30,1 0 0,0-3 1,-2 0 29,-3-3 0,-1-1 0,-2 3-45,-1-1 0,-3 0 22,1 1 1,-1-4-1,-1 0 1,-1 6 22,-2 2 0,-3 2-30,-4-3 0,-4-2 0,2 5 30,5 8 0,-2 3-30,-10-1 0,-5 0 0,3 3 30,8 3 0,-1 2 0,-5 1 0,-4 2 0,-2 1 0,4 1 0,3 2 0,2 1 0,-1 0 0,3-1 0,-1 0 0,1 0 0,1 0 0,1 2 0,2 1 0,1 1 0,0 4 0,1 1 0,1-1 45,0 1 0,0 2-23,1 2 1,-3 5-1,0 0 1,4-3-23,0 1 0,2 1 22,1 2 1,-3 4-1,2 0 1,2-4-23,1-1 0,2 0 44,1 4 1,-1 4 0,1 1 0,4-1-268,4-7 0,3 0 1,1 0-1,0 1 259,1 2 0,1 1 0,1 2 0,0-2 0,1-2-36,0-2 0,0-1 0,1-1 0,3-1 22,4 3 1,4-1-1,0-2 1,-3-4 22,-3-5 0,2-2 15,8 2 0,4 1 0,-3-4-15,-8-4 0,0-2 15,10 0 0,4 1 0,-4-4-15,-8-3 0,1-3-45,1 0 0,4 0 0,1-1 0,-5-1 0,0-3 0,0-3 0,0-1 0,5-3 0,-1-1 0,-5 2 0,0-2 0,-3-2-18,-1 0 0,2-5 0,0-2 0,-1 1 0,-4 3 18,-3 4 0,-3 2 0,1-3-30,0-1 0,1-4 0,1-2 0,-1-1 0,-1 3 0,-2 3-315,-1 0 1,-3 4 0,0-4 326,1-5 0,0-4 0,-1-1 0,0 1 0,-1 4 18,0 4 0,-2 3 0,-1-2-36,-3-3 0,-1-3 0,-2-1 0,0 2 0,0 5-9,-1-3 0,-6 4-45,-2 5 0,-6 0 0,-3 1 0,-1 2 0,0 5-68,-3 5 1,-2 6 0,0 2-1,0-1-184,5-3 1,-1-2-1,0 1 1,-1 2 0,0 3 71,1 3 0,-1 4 0,-1 2 0,1 1 1,0 0-1,3 0 0,2-2-165,0 1 1,3 0-1,0 0 1,0 1 146,-5 3 0,0 2 0,-2 0 0,2 1 1,1 0 287,1 1 0,1 1 0,2 0 0,0-1 0,-1 3 0,1-1 0,0 1 0,0-1 0,1 0 0,-1 0 0,1 0 0</inkml:trace>
  <inkml:trace contextRef="#ctx0" brushRef="#br0" timeOffset="9835">2913 4421 7443,'-9'0'0,"0"0"0,4 0 0,-3 4 0,3-4-90,-6 7 90,-1-2 90,-8 4-180,5-2 90,-9 1 0,15-5 0,-12 3-90,13-5-270,-9 3 180,10-4 180,-8 1 0,8-1 0,-3 0 0</inkml:trace>
  <inkml:trace contextRef="#ctx0" brushRef="#br0" timeOffset="10450">2600 4451 10051,'-16'0'1889,"5"0"-899,-4 4-631,8-3 541,-6 5 719,7-5-989,4 3-450,6-3-1,1 2 181,13-1-270,-11 0 360,24 2-360,-17-2 90,7 0 0,3 0 89,-1 0 1,1 1-150,2-1 0,2 0 0,-1 0-398,1 1 0,2 0 390,-7-2 1,2 0-1,0 1 1,-3-2-562,0 1 0,0-1 516,4 1 1,4-1-1,1 1 1,-4-1-624,1 0 0,0 0 610,-4 0 0,4 1 0,2-1 0,-1 0 0,-4 0-54,-3 1 0,-3-1 0,4 1 51,-1-1 1,3 0-1,3 0 1,1 1-1,0-1 1,1 0-1,-3 0 24,4 0 0,-1 1 0,-1-1 0,1 0 0,2 0 0,1 0-303,-6 0 1,1 0 0,1-1-1,1 1 1,0 0 0,1-1 0,-1 1-1,0-1 1,-2 1 0,0-1 227,3 0 0,-2 1 0,-1-1 0,0 0 0,1 0 0,0 0 0,1 0-148,-1 1 1,2-1-1,1 0 1,0 0-1,0 0 1,0 0-1,-2 0 1,-3 0-1,-2 0 148,4-1 0,-5-1 0,1 1 0,3 0-102,-1 0 1,3 1 0,2 1 0,1-1 0,1 0 0,-2 0 0,-2 0 0,-4 0 101,3 0 0,-4-1 0,0 0 0,4 1-74,-3 0 1,3 0 0,3 0-1,1 0 1,0 1 0,-1-1-1,-3 0 1,-3 1 73,2-1 0,-4 0 0,0 0 0,3 0 11,-2 1 0,3-1 0,1 1 1,2-1-1,0 1 0,-2-1 1,-1 1-1,-5 0-11,10-1 0,-5 1 0,4 0 0,-7-1 0,2 1 0,3-1 0,0 1 0,-1-1 0,-3 1 0,-2-1 0,2 1 0,-4-1 0,3 1 0,1-1 0,5 0 0,0 0 0,-2-1 0,-4 1 0,1 0 0,-2-1 312,0 1 1,2-1-1,-2 0-267,2-1 0,-2 0 1434,6 0-1569,-4-1 0,-3 0-90,-8 1 2212,3-1-2752,-12 2 3397,-3 1-5555,0-4 1606,-3 1-797,-8-3-1208,-10-2 3013,-6 1 1,6 3 0,0 0 0,1 1-1,0 0 1</inkml:trace>
  <inkml:trace contextRef="#ctx0" brushRef="#br0" timeOffset="11418">2672 4440 8612,'-7'-4'1529,"1"0"-629,4 2-630,0 1 89,0 0 91,1 1 270,-1-1-450,1 1 449,-3 0-449,2 0 539,-2 0-539,3 0 90,-1 0 1259,1 0-1259,5 0-270,2 0 90,4 0 90,11 0-180,-7 0 134,7 0 1,2 0-45,1 0-922,-2 0 0,3-2 0,-2 1 787,-4 1 0,1-1 9,1 0 0,4-2 0,3 0 0,1 0 0,-2 0-526,1 0 1,-1 1 0,1 0 0,-1 0 0,1 0 471,-2-1 0,0 0 0,1 0 0,0 1 0,1-1 15,1 0 0,3 1 0,1-1 0,-1 1 0,-2 0 0,-4 0-320,-2 0 1,-3 1-1,4 0 320,-1-1 0,4 1 0,2-1 0,-1 0 0,0 1 0,-5-1 15,2 1 0,-3 0 0,3 0 15,-1 0 0,4-1 0,3 1 0,-1-1 0,-2 1 0,-3 0-15,1 0 0,-4 0 0,6 0-19,-7 0 0,3-1 0,3 1 1,1 0-1,1-1 0,0 1 1,-1 0-1,-1-1 14,3 0 1,-1 0 0,0 1 0,0-1-1,0 0 1,0 0 0,0 0-193,-1 0 1,0 1 0,0-1 0,0 0 0,0 1 0,1-1 0,1 0 166,-1 0 0,2 0 0,0-1 0,2 1 0,-1 0 0,-1-1 0,-2 1 0,-1 0 0,-4 0 0,5 0 0,-5 0 0,0 0 0,4 0 11,-2-1 0,3 1 0,3-1 1,1 0-1,0 1 0,-1-1 0,-2 0 1,-4 1-12,2 0 0,-4 0 0,0 0 0,4-1 0,-3 1 0,3-1 0,3 1 0,1-1 0,-1 0 0,-1 1 0,-2-1 0,-3 1 0,0 0 0,-3 0 0,0 0 0,3 0 0,0 0 0,3 0 0,2-1 0,0 1 0,0 0 0,-3 0 0,-4 0 0,4 0 0,-5 1 0,3-1 0,2 1 0,3-1 0,2 1 0,-3 0 0,-4 0 0,1 0 0,-2 1 0,-1-1 0,2 1 0,0 0 0,-4-1 352,-4 1 0,-3 0-352,7 0 0,-3 0-90,-7 0 1001,-8-1-1360,-3 0-612,3-1-198,-3 1-2018,0-1 2846,-9 2 0,1 0 1,-8 0-1</inkml:trace>
  <inkml:trace contextRef="#ctx0" brushRef="#br0" timeOffset="18418">6554 4297 10861,'2'-7'2698,"1"0"-2428,-3 6-90,0 0 270,0-1 89,-4-2-359,0 1 360,-2-3-360,3 3 450,-2-5-451,4 5 361,-5-4-360,4 5 0,-3-3-90,3 4 180,-3-3 359,3 4-449,6 2-90,2 1 90,14 2-180,-8-2 90,6-1 0,11 0 0,-8 0-45,6-1 0,2 0-535,1 0 520,-5-1 0,4 0 0,-3 0-420,-6 0 1,1 0 434,3 0 0,4 0 0,0 0 0,-4 0-492,0 0 1,1 0 491,0 0 0,6-2 0,-1 1 0,-4 0-45,-1 1 0,-1-1 67,2-1 1,4 0-1,0 0 1,-5 0-23,0 0 0,-1 1-45,0-1 0,2 1 0,-1-1 60,2 0 0,0 0 0,-3 1-60,1 0 0,1 0 22,0 0 1,5 0-1,0-1 1,-5 1 22,-1 0 0,0 0-23,1 0 1,4-1-1,0 1 1,-4-1-23,-2 1 0,0-1 22,1 1 1,5 0-1,-1-1 1,-3 1-23,-2 0 0,0-1 22,1 1 1,5 0-1,-1 0 1,-4 1-23,-1-1 0,0 0 44,4 0 1,4 1 0,1-1 0,-6 1 0,-3 0 0,0-1 0,1 1 0,5 0 0,0 0 0,-5-1 0,-5 1 0,-1 0 15,10 0 0,5 0 0,-5 0-15,-8 0 0,0 0-23,2 0 1,4 0-1,0 0 1,-4 0-23,0 2 0,1 0 45,0-2 0,5 0 0,0 0 0,-5 0-45,0 3 0,-2 0 30,1-3 0,2 0 0,-2 0 15,2 2 0,-1 0 0,-7-2 0,2 1 15,8 0 0,3 1 0,-4 0-60,-6-1 0,-1 0 30,10 0 0,4 1 0,-4-1 15,-12 0 0,-1 0-16,9-1 1,2 1 0,-2 0-30,-8 0 0,0-1 30,7 1 0,4-1 0,-4 1-30,-8-1 0,0 0 30,7 0 0,3 1 0,-4-1 60,8 0-60,-10 0 0,4 0 0,-4 0-30,7 0-46,-6 0 0,4 0 0,-1 0 91,5 0 0,-1 0-39,1 0 0,0 0 24,-4 0 0,0 0 0,-3 0-30,7 0 29,-7 0 1,2 0 0,-2 0-30,9 0 60,-9 0 0,3 0 0,-2 0-60,8 0 60,-9 0 0,3 0 0,-3 0-60,8 0 0,-7-1 0,1 2 45,-1 0 0,-2 1-45,9-1 0,-10 0 0,3 0 0,-2 0 0,7-1 0,-8 0 0,3 1 0,-2 0 0,6-1 0,-6 1 0,2 0 0,-2 0 90,6 0-90,3 0 0,0 0 0,-5-1 199,-5 0 0,2 1 1,0-1-200,2 0 0,-1 0 560,1 0 1,0 0-561,2 1 0,-3-2 277,-7-3-187,15 3 0,-19-3 90,9 4-90,-14-2 644,8 2-554,-8-2 98,1 2-278,-5 0 90,-2 0 0,1 0 1529,-1 0-1709,1-5 90,-2-1 0,-4-14 0,3 6-135,-3-5 0,1-1 45,2-2 0,-1-2 0,0-6 0,1 4-413,0 7 0,0-1 435,0-3 1,0-5 0,1 0-1,-1 4 23,0 3 0,-1 1-45,1-10 0,-1-5 0,0 6 45,0 9 1,0 0 44,-1-7 0,-1-4 0,0 5-45,1 8 0,0 2 45,-1-6 0,0-2 0,-1 3 0,-1-3 0,0 2 0,0 1 0,2 7 0,-3-4-90,5 10 90,1 4 0,0 1-90,1 2-90,-1 0 180,1 5 826,0-1-826,0 6 0,-5-3 0,-3 5 90,-2-6-90,-13 7 0,8-7 45,-6 1 0,-1 0-45,-2-2-45,-6 0 0,0 0 45,1-1 0,4-1 0,-3 0 0,3 0-186,9-1 1,0 0 185,-8 1 0,-4 0 0,4-1 0,-4 1 0,7 0 0,-3 0 0,2 0 0,-9 0 0,7 0 0,-4 0 0,3-1-317,7 0 1,-1 1 316,-9-1 0,-5 1 0,3 0-470,9-1 1,0 0 446,-2 0 1,-5 0-1,1 0 1,4 0 22,1 0 0,-1 0 0,1-1 0,-5 1 0,1 0 0,4 0 0,1-1 0,2 1 0,-11 0 0,0-1 0,3 0 0,2 0 0,8 0 0,0 0 0,-7 1 0,-3-1 0,3 0 0,7 0 0,0 0 0,-9 1 0,-4 0 0,4-1 0,7 1 0,0 0-30,-9 0 0,-5 0 0,4 0 30,9 0 0,0 0 0,-3 0 0,-4 0 0,-1 1 0,2-1-208,-1-1 1,2 1 0,-2 0 184,-1 0 1,-1 0-1,-1 0 1,3-1 22,2 1 0,2 0 0,0-1 0,-4 1 0,-1 0 0,5 0 0,-6 0 0,8 0 0,-2 0 0,2 1 0,-8 0-784,4 0 1,-4 0 0,4 0 783,8 0 0,1-1-30,-7 2 0,-1-1 0,2 0 258,-5 2-228,0-1 0,-1 1 0,0 0 0,7-1 0,-1 0 0,-1 0 0,1 0 0,-8 1 0,9-1 0,-4 0 0,3-1 0,-8 1-30,8-1 0,-3 1 0,3-1 30,-8 0 0,8 0 0,-3 0 0,3 0 0,-8 0 0,9-1 0,-4 1 0,4 0 629,-8 1-659,6-2 0,-3 2 0,4-1 30,-7 0 0,7 0 0,-4 0 0,4 0 363,-5 1-363,7-2 0,-3 1 0,3 0 0,-9 0-30,8-1 0,-3 1 0,3-1 30,-10 0 0,8 0 0,-3 0 0,3 0 1422,7-1 1,0 0-1453,-8 1 0,-3-1 0,4 0 30,6 0 0,1 0 0,-7 0 0,-4 0 0,4 0 0,-7 0 0,5 0 0,-4 0 0,4 0 0,9 0 0,0 0-30,-9 1 0,-3-1 0,3-1 30,-4-2-30,7 2 0,-3 2 0,4-2 30,-9-5-30,5 4 0,-4 0 0,2 1 30,-2-2 0,2-1 0,6 2 0,-1 0 0,0 0-30,-3 0 0,-1 0 0,4 0 263,-6-1-233,-1 1 0,-2 0-45,11 0 0,1 1 45,2 0 0,1 0 0,-7 0 0,4 1 0,6-1 0,-14 0 0,18 1 202,-10 0-202,12-1 0,-3 1 415,4-1-415,3 0 0,-2 0 0,4 0 0,-3 0 0,3-1 0,-5 0 0,3 0 0,-3-2 0,-1 0 0,-1-2 0,-4-1 0,3 1 0,0 0 0,6 4-90,-2-2 90,3 3 0,-3-1 0,3 1-89,-1-1-91,2 2 90,0 0 90,0 5 0,1 11 90,0-2-90,0 4 0,0 1 0,3 0 90,-2 6 0,-1 0-90,3 0 44,-2 5 1,-2 0-45,1-3 0,2-4 0,-1 3 0,1-3 0,0 7 30,0-9 0,1 4 0,-1-5-30,1 4 0,0-1 0,0-1 0,-1-4 0,1-1 0,0-1 0,-1-4 90,2 12-90,-3-15 0,2 11 0,-2-13 0,2 7 0,-3-10 0,2 3 0,-2-4 0,1 2 0,0-4 0,-1 3 0,1-3 90,0 2-90,1-2 0,3 3 0,-2-3 90,9 4-90,-4-4 0,6 2-629,15-3-1,-8 0-463,-1-3 1,3-2 0,-1 1-547,-4 2 1,2 1 818,3-5 1,4-3 0,1 0 0,-3 2-820,1 2 1,1 1 1536,-5 0 0,5-1 1,0-1-1,0 1 0,-5 0 1,6 0-1,-2 1 1,2 0-1,-1 1 0,1-1 1</inkml:trace>
  <inkml:trace contextRef="#ctx0" brushRef="#br0" timeOffset="21118">10833 4237 11490,'-12'0'1530,"4"-4"-991,3 3 631,1-5-1,-1 5-449,0-1-91,13 7-539,11 5-45,-4-1 0,0 2 45,10 4-45,-12-1 0,-1-1-45,-5 0 90,-1 2 0,-1 0 0,-2-1 0,-1 3 0,-2 0 0,-6-1 0,-1 4 0,-4 2-46,-7-3 1,-4 0-1138,2 1 1,-2 0 0,1-1 1083,5-4 1,0-2 0,-1 0-22,-6 4 0,-2 0 0,4-2-61,-4 1 91,0 0 0,1 0 0,8-5 90,-10 5-90,20-11 270,0 0-270,6-9 0,0-7-90,5 1 90,0-12 0,5 12 0,2-18 0,-3 13 45,-2-3 0,0-1-45,-2 3 3276,3-10-3205,-4 11-161,-1 5 316,-1-1-136,-2 1 0,0 5 0,0-3 0,-3 6 0,-2 7-90,-2 2 270,-7 17-180,6-6 45,-2 1 0,0 2-135,1 9 45,2-6 0,1 0-45,2 5 45,1-7 0,2-1 45,0 2-1,7 3 1,13-8-45,0-14 0,1-3-45,-2 0 0,1-1-30,7-4 0,4-2 0,-1-1-1063,-3-2 1,0 0 0,0 0 604,-1 0 0,1 2 0,0-1-232,1 0 1,1-1-1,-7 2-842,-2 0-1715,5 2 0,-28 9 2914,-3-2 0,-10 12 0,1-3 0</inkml:trace>
  <inkml:trace contextRef="#ctx0" brushRef="#br0" timeOffset="26650">6541 5171 7623,'0'-13'809,"0"2"-539,0 6-90,0 1 0,0 1 90,0 1 359,0 1 181,0 0-720,-4 0 360,4 0-91,-6 0 1,4 1-180,-3 0-90,1 0 90,1 0 450,-2 0-1,-1 0-539,1 0 0,1 0 630,3 0-540,0 5 359,12 8-449,0 3 0,3-2 0,2-1 0,2 4 0,2-1 0,1-1-234,0-2 203,-4-2 1,3 1 0,-2-2-517,10 3 487,-6-3 0,5 1 0,-3-1 15,-7-4 0,2 0 45,4 1 0,5 1 0,1-1 0,-1 0-814,-3-2 1,0-1 0,0 0 0,0 1 723,0-1 0,0 1 0,0 0 0,1-1 54,0 0 0,2-1 0,0 0 0,-2 0 0,-3 0-403,4-1 0,0 1 385,-4-1 0,4 1 0,1-1 0,-1 1 0,-4-1-36,7 0 0,-1 1 18,-4-1 0,3 1 0,1-1 0,0 1 0,-5-1-18,5 1 0,0 0 18,-6-1 0,3 0 0,2 0 0,-2 1 0,-3-2-18,4 2 0,-1-2 22,1 1 1,5-1-1,-1 1 1,-4-1-23,0 0 0,-3-1-234,2 1 0,1-1 1,-1 0 233,5-3 0,-2 1-733,-7 1 1,1 0 732,5-3 0,2-2 0,-7 2 0,2 0 0,-2 0 0,-1-2 0,1 0 22,0 0 1,4-1-1,0 0 1,-4 1-23,-1-1 0,0 1-204,1-2 1,4 0-1,0-1 1,-4 1 203,-1 1 0,1 0-143,1-1 1,5-1-1,-1 0 1,-4 1 142,-1 1 0,0-1 11,0 1 0,4-2 1,0 1-1,-5 0-11,-2 1 0,0 0 174,7-3 0,2-1 0,-3 0-174,-10 4 0,-1 1 0,8-5 0,0-1 0,-3 1 0,-2-1 0,5-4-45,1-4 0,-1-1 45,-5 1 0,-6 3 0,2-3 0,-2 3 0,3-10 60,-3 5 0,1-6 0,-2 1-30,-4 3 0,-2 1 0,1 0-30,1 0 0,1 0 0,-2-1 30,-2-1 0,-2-2 0,0 5 263,-2-8-293,-2 11 0,-1-1-30,1-4 1,-3 1 29,-2 8 0,-1 0 0,1-5 0,-2-2 0,1 3 458,-11-6-458,7 7 0,-3-1 0,2 2 0,-9-6-30,2 6 0,-5-3 0,1 2 0,3 6 0,0 2 0,-1 0 30,-1-3 0,-1 0 0,1 1 0,2 3 0,0 1 0,0 1 0,-7-1 0,0 1-120,5 2 0,0 0 120,3 0 0,0 1 0,-2 0-30,-8-1 0,-1 0 0,1 1 30,1 0 0,-1 0-186,4 1 0,-4 0 0,-1 0 1,1 0-1,4 1 156,3 0 0,2 1 0,-3 0 34,2 0 0,-4 0 0,-3 0 0,-1 0 0,1 0 0,0 0 0,2 1-4,-2-1 0,1 1 0,1 0 0,0 0 0,-2-1 0,3 1 0,-2 0 0,0-1 0,1 1 0,-1 0 0,3 0-23,-6 1 1,1 1-1,1 0 1,-1 0 22,1 0 0,0-1 0,-1 1 0,-1 1-30,5 0 0,0 2 0,-1 0 0,-1 0 0,1 0 0,1-1 30,-2-1 0,1 0 0,0-1 0,-1 1 0,-1 1 12,3-1 1,-3 2 0,-1 0 0,1 0 0,0 0 0,3 0 0,4-1-13,-3 0 0,4-1 0,-3 1-6,-4 1 1,-4 1-1,-1 1 1,1-1-1,5-1 6,5 0 0,2-1 0,-2 1-18,-3 2 0,-4 0 0,-1 1 0,2-1 0,4 0 18,-3 1 0,1 1 22,1 1 1,-4 2-1,1 0 1,5-1-23,2-1 0,2 2 71,-2 2 1,-1 3-1,-1 1 1,4-2-72,1 0 0,1 2 18,0 0 0,-2 4 0,-1 2 0,2-1 0,2-4 27,-2 4 0,1 1-27,3-4 0,-3 4 0,0 1 0,1-1 0,3-5 462,1 2 0,1-2-420,-4 8 0,0 4 0,2-5-60,5-8 0,2-1 59,-2 7 1,0 3 0,1-3-60,4-8 0,0 0 30,0 8 0,1 3 0,0-4-30,0-6 0,3-1 30,3 7 0,2 4 0,1-4-30,-3-8 0,3-1 60,6 6 0,4 1 0,-1-4-60,-4-6 0,1-2 60,8 3 0,5-1 0,-2-2-60,-6-5 0,1-1 45,10 2 0,2-1-15,-7-5 0,-1-2 0,0 1-30,-1 2 0,1-2 22,1-1 1,4-3-1,-1 0 1,-3 1-23,-1 2 0,-1-1 0,1-2 0,2-1 0,0-1 0,-3 2 771,-4 2 0,0-1-741,6-2 0,3-1 0,-6 2-30,1-1-135,-4 0 0,-2 1-134,-10 4-3008,-1-1 427,-10 2 3840,3 8-990,-16 1 0,11 5 0,-11-1 0</inkml:trace>
  <inkml:trace contextRef="#ctx0" brushRef="#br0" timeOffset="28084">6662 5279 10051,'2'-10'1260,"-1"1"-811,-1 4-269,0 1 0,0-1 180,0 1-90,-5 1 0,0-4-180,0 3 179,-5-3-179,6 3 90,-10-3-90,7 5 270,-11 0-270,9 2-90,-6 0 180,2 5-90,2 1 0,-3 0 180,-7 12-181,8-11 91,-4 7 0,1 0-90,1-1 135,-5 7 0,-2 3-45,7-4 0,0 0-410,-2 2 1,0 1 349,4-1 0,0 0 0,2-2-1615,2-4 0,1 0 1495,-4 8 0,-1 1 45,4-4 0,0-1-91,3-5 0,-1 2 105,-2 6 1,0 4 0,1-4-60,3-5 0,0 0 30,0 7 0,-1 3 0,3-4-30,1 2 45,8 3 0,3-2-45,1-5 60,2-6 0,4 2 0,0-2-15,6-3 0,0-1-45,-1 3 0,1-2 0,8-3 0,-2-3 0,-6-3 45,1-1 0,0 0-45,-3-1 0,0-1 0,-1 0 0,-3 0 0,14-5 0,-18 4 422,10-6-332,-12 6-90,2-1 3193,-5 0-3193,-5 2 286,1-2-286,-2 2 540,1-1-540,-1-5 0,-5 0 0,4-6 0,-4 3 0,1-1 0,0-4 0,-4 5 0,-2-14 89,3 13 1,-7-12 0,8 14 0,-8-9 0,8 12 0,-5-5-90,6 7 0,-3-2 0,6 3 0,-2 1 180,17 11-180,-7-1 0,8 3 0,2 0 90,-3 3-90,5-2 0,1 0 0,-1-2 0,-5-3 0,2 1 0,-1-1 0,0 0 90,5 2-394,-2 0 0,0-1 304,-3 0 0,4 1 0,-6-2 0,-4-2 0,0 1 270,-4-1 0,-2-4 539,-1 2-539,-2-3 428,-5 1-518,-8 9-90,-2-2 0,-4 6 0,0 2-318,-3 2 198,1 0 0,-3 4 1,2-2-365,7-7 0,0 1 124,-2 2 0,-2 4 0,-1 0 1,4-4-46,3-2 0,1 0-735,-3 6 1,-2 2 0,4-3-750,0 5 160,8-4 1,5-2 818,9-9 1,11 1 0,0-11 0</inkml:trace>
  <inkml:trace contextRef="#ctx0" brushRef="#br0" timeOffset="29684">6910 6154 11221,'-18'0'3276,"-3"0"-2865,8 0 1119,-2 0-1261,20 0 451,6 0-540,18 0 90,0 0 0,3 0-1876,-8 1 0,1-2 1635,-3 0 1,1-2 0,1 0 0,7-1 0,0 0 0,-1-1-407,-10 1 0,-1-1 1,4 0 412,3 0 0,6 0 0,1 0 0,-1 1 0,-4 0-36,-4 0 0,-2 1 0,3 0 0,-1 0 0,4-1 0,1 0 0,1 1 0,-2-1 0,-4 2 0,1-1 0,-3 1 0,2-1 18,4 0 0,5-1 0,0 1 0,-1-1 0,-5 2-18,5-2 0,-1 1 18,-5 0 0,4 0 0,1-1 0,-1 1 0,-3 0 42,-1-1 0,-2 1 0,0 0-1,6-1 1,0 0 0,-2 0 210,3 0 0,-7 0-881,-9 1 701,4-1 360,-12 3-3727,-4 0 0,-6 6 0,-6-4 3005,-4 4 0,-1-5 1,2 0-1</inkml:trace>
  <inkml:trace contextRef="#ctx0" brushRef="#br0" timeOffset="31952">1001 3633 10681,'-4'7'719,"2"0"-89,2-4-450,0-1 270,0 4-360,0-3 180,0 4-180,0-5 359,0 3-359,0-3 450,0 2 449,0-1 2160,0-1-2970,0-13-89,0 5 270,0-10-270,0 0-90,0-6 0,6 0 0,-5 1 0,3 0 0,8-2-836,-3-6 0,-1-1 836,-1 16 0,1 0 30,3-7 0,2-4 0,-1 4-30,-3 6 0,0 0 45,5-7 0,3-1-90,0 3 0,0 2 45,-6 6 0,1 1 0,6-5 0,3-2 0,-2 2 0,-5 6 0,1 0 0,8-5 0,3-1 0,-3 1 0,-5 5 0,0 0 0,2-1 0,4-2 0,0 1 0,-3 1 0,0 1 0,2 0 22,3 0 1,4-2-1,2 0 1,-5 2-23,1 1 0,2 0 0,-5 2 0,6-2 0,0 1 0,0 0 0,-4 2-946,-4 0 0,-2 2 0,2-1 968,2 0 1,2 0-1,1-1 1,-2 1-23,1 1 0,-1 0 0,-2 1-404,4-1 1,3 0 421,-5 2 0,4 0 0,2-1 0,-1 2 0,-4-1-285,-4 1 1,-2 0 0,4 0 266,-1 1 0,5 0 0,2 0 0,-1 1 0,-2-1 0,-4 1 0,6 3 0,-1 0 0,0 0 0,5 0 0,-1 1 0,-6 0 0,-3 2 0,0 0 22,1 0 1,5 1-1,-1 0 1,-4 0-23,-5-2 0,0 1 0,2 1 0,2 1 0,1 0 0,-5-2 45,-4 0 0,-1-1-75,6 3 0,3 1 0,-4-1 30,5 2 45,1 2 0,-1-1-45,-5-2 70,0 1 0,-1-1-70,-4-2 1056,0 1 0,0 0-1056,0 1 0,3 0 0,-6-1 0,-9-7 1045,4 3-1045,-6-4 1349,0 0-1260,-1 1 1292,1-1-1471,-1 1 180,0 0-90,0-1-90,0 1-2249,0 2-938,-5-3 0,-2 3 1196,-3 2 2081,-7-5 0,4 12 0,-5-5 0</inkml:trace>
  <inkml:trace contextRef="#ctx0" brushRef="#br0" timeOffset="34435">3419 3070 8072,'0'-7'270,"0"0"-90,0 6 90,0 0-90,0-1 180,0 1-90,0-1-181,0 0 271,0 0-180,0 1 180,0-2-270,0 2 90,0-2-90,0 1 90,0-1-180,0 2-3277,0-2 3039,0 8 0,0-4 1,0 3-1</inkml:trace>
  <inkml:trace contextRef="#ctx0" brushRef="#br0" timeOffset="35784">8151 5326 7443,'14'0'1349,"3"-11"-899,-6-4-270,-2-4 359,-12-9-359,2 15 90,-11-3 0,-1 0-180,1 4 90,-9-2 0,-3 2-90,3 4 134,-4 0 1,-1 1-135,3 4 45,-3-1 0,-1 3-45,3 6 90,3 0 0,-4 2 0,4 1-491,7-1 0,-1 3 431,-7 5 0,-4 3 0,4-2-31,8-3 1,1 0 0,-7 9 0,-2 3 0,3-3-324,6-5 1,1 0 278,-1 1 0,-1 3 0,0 1 0,2-4 0,2 0 0,1 0 45,-4 7 0,0 5 0,3-5-45,4-8 0,2 1 105,0 11 0,1 4 0,3-1-60,4-8 0,3-1 0,0 0-1081,-1 4 0,-1 0 1,3-2 1020,1-3 0,1-1 0,2-1 30,4 2 0,2-2 0,-1-1-376,0 0 0,2-1 338,3 0 1,5 3 0,0-2-1,-3-3-282,2-1 1,1-2 277,-2-3 0,5 2 0,2-1 0,-1-1 0,-4-1-164,-2-2 1,-3-1 0,6 0 156,-6-2 0,4 1 1,2 0-1,1 1 0,2-1 1,0 0-1,-1 0 0,-1-1 1,1-1 1,0 1 0,0-2 0,-1 1 0,1-1 0,0 0 0,-1 1-13,1 0 0,-1 0 0,0 1 0,0-1 0,1 0 0,0 0 0,1-1 10,-3 0 0,1-1 0,2 1 0,-1-1 0,1 0 0,-2 0 0,-1 0 0,-2 0 0,-3-1-181,11 1 0,-6 0 0,4-2 171,-6 0 0,3-1 0,3-1 0,-1 0 0,1 0 0,-4 0 0,-3 0 0,5 0 0,-4 0 0,3-2-15,-2-1 0,5-1 0,1-2 0,0 1 0,-2-1 0,-5 2 15,0-1 0,-3 1 0,1-3 0,-1 1 0,3-3 0,2-1 0,-1 0 0,-2 0 0,-4 1 0,-1-1 0,-3 1 0,2-3 0,2-4 0,3-3 0,0-1 0,-2 0 0,-3 3-30,-4 2 0,-2 2 0,0-3 15,1-1 0,1-3 0,1-2 0,-1-1 0,-1 1 0,-2 1-8,-3-3 1,-2 1-1,-1 0 1,1 0-162,3-4 1,1 0 0,0 0 0,-4 0 183,-5-2 0,-2 0 0,-4 2-30,-1 3 0,-3 2 0,0 1-149,0 4 0,-1 1 1,-1 0 178,-1-5 0,-1-1 0,-3 0 0,-3 5 0,-3-1 0,-1 2 0,2 1 0,2 2 0,0 1 0,-4-1-53,-2 2 1,-3-1 0,-3-1 0,-1 1 0,1 1 0,4 3 52,-3 0 0,2 2 0,-5 1 20,8 2 0,-2-1 0,-4 1 0,-1-1 0,-1 0 0,0 1 0,-1 1 0,2 0 0,1 1-9,-1 1 0,2 1 1,0 0-1,0 2 0,0-1 1,0 1-1,-2 0 0,0 0-11,2 0 0,0 0 0,-1 0 0,-1 1 0,-1-1 0,1 1 0,0 0 0,0 0 0,1 0 0,1 1 0,1-1 0,-5 1 0,1 0 0,0 0 0,2 0 0,0 1 0,0 2 0,1 0 12,-1 2 1,-1 1 0,0 2 0,1 0 0,2 0 0,2-1 0,4 0-13,1 1 0,3 0 0,0 2-72,-3 3 0,-1 3 0,-1 1 0,2 0 0,3-2-108,0 5 1,3 1-339,2 3 1,0 4 0,1 1 0,5-4-68,2-1 0,7 1 585,2-4 0,3 4 0,1 1 0,2-2 0,-1-5 0,7 3 0,2-2 0,-2-3 0,0-1 0,0 1 0,0 0 0</inkml:trace>
  <inkml:trace contextRef="#ctx0" brushRef="#br0" timeOffset="36853">10134 5738 8702,'-15'-4'3276,"-3"-3"-2144,5-3-323,-6-2-539,12 3 449,-9-7-539,11 0-180,-3 0 90,21-2-90,-3 10 90,13-3-90,4 3 0,4-1 30,-9 4 0,2 1 0,-1 0-401,3-2 0,-1 1 1,2 0 392,-1 2 1,1 1-1,-1 0 1,-3 1-23,-1 0 0,-1 0 0,2 2 0,2 0 0,1 1 0,-4 0 0,-2 1 0,0 1 0,8 2 0,4 0 0,-5 1 0,-8-1 0,-1 1 0,9 1 0,1 1 0,-5 0 0,-2 0 0,6 2 45,-3 2 0,-1 0-45,-8-2-336,-1 0 1,-3 0 335,-3-2-196,4 10 196,-8-13 90,1 6 90,-3-9 906,0 1-1086,-2-8 833,-4-2-923,-3-10 90,1 6 0,-11-11 0,12 10-45,-7-5 0,0-1 45,-2-11 120,5 13 0,1-1-75,-1-5 0,2 2 45,1 4 540,-4-13-451,7 20-269,-1-3 180,9 22-90,1-6 45,4 9 0,1 1-45,4-3 0,3 2 0,0 1-2471,-1-3 2516,-3-3 0,0 1-920,13 6 875,-11-5-48,1-1 0,-1 0 48,-3 0 0,5 3 0,-11-7 0,-3 0 0,-2-4 2161,-1 2-2071,-8-1-90,-12 7 0,-1-3 361,5-1 0,-2 1-496,-11 4 0,0 0-341,10-3 1,-2 0-155,0 2 0,-4 3 1,0-1-1,4-1-270,1 1 1,1 0 899,-3 6 0,-2 3 0,5-3 0,1 7 0,7-5 0,0-1 0</inkml:trace>
  <inkml:trace contextRef="#ctx0" brushRef="#br0" timeOffset="38883">11254 5717 13559,'5'-11'90,"-4"-2"-90,6 12 0,-4-5 0,3 4 0,-3-1-90,1 0 90,-3 3 90,0-1-90,0 4 0,-4-2 0,2 4 0,-2-1 0,3 0 90,-4 1-90,3-2 0,-2-2 0,1 1 0,1-1 0,-14 4 0,11-3 0,-10 2-90,12-4 90,1 0 0,1 2 0,-1 1 0,-3-1 0,3 2 0,-5-2 0,4 2 90,-1-3-180,0 2 90,3-2 0,-2 1 0,2-1 90,-1 0-90,0-4-360,-4 2-1708,2-2 2068,-4 3 0,5 0 0,0 0 0</inkml:trace>
  <inkml:trace contextRef="#ctx0" brushRef="#br0" timeOffset="40201">6669 5898 9691,'-17'0'2429,"0"0"-1709,9 4-361,1 7-269,6 0 360,7 10-360,1-11 0,4 6 90,9-4-90,-8-5 0,3 0 0,1-1-90,-1-3 90,4-1 0,1 0-90,0-2 45,9-8 0,2-4-45,-6 2-305,-4-2 1,2-4-1,-2 0 350,-1-2 0,-2-1-90,2 1 0,-1-3 15,-3-1 0,-1-2 0,-2 2 30,-5 7 0,-1 0-30,3-8 0,1-5 0,-2 4 30,-3-6-30,-2 7 0,-1-4 0,-1 3-15,0 7 0,-2-1 67,-4-3 1,-3-4 0,-2-1-1,0 3 68,-3 0 0,0 3 0,-1-1-1090,-3-4 0,0-1 1,-1 3 1029,3 5 0,0 2 0,-1 2 15,-10-2 0,1 4-187,9 4 1,-2 2 231,-5-1 0,-4 0 0,3 4 90,-7 8-120,10 0 0,-4 1 0,4 1 30,7 1 0,0 2 0,-6 5 0,-2 1 0,3 0-46,6-5 1,0 2 112,-1 4 1,-3 2-1,-1 2 1,3-2-68,2 0 0,1 0 0,0 0-250,-3 2 0,1 1 1,0 0 248,3 3 1,1 1 0,2-4-705,3-6 1,1 0 659,-2 8 0,2 2 45,5 0 0,1 0-90,-3-9 0,1 1 30,5 8 0,2 3 0,-1-3 834,-3-8 1,2-1-835,4 8 0,4 3 0,-1-5-30,-4-8 0,1-1 29,5 4 1,3 2 0,-2-4-30,10 1 30,-6-9 0,3 1 0,-2-3-30,10-1 0,-7-2 0,2-2 0,3-7 0,-2-1 0,-8 3 0,0-2 0,8-5 0,4-4 0,-5 1-114,-7 4 0,-1-2 91,0-2 1,2-3 0,0 0-1,-3 1 23,-1 1 0,-2-2-45,0 0 0,1-3 0,0-1 0,-2 3 45,-2 1 0,-2-1-30,4-7 0,1-4 1,-3 3 29,-5 8 0,-1 0-30,1-9 0,0-3 0,-2 2 30,-1 9 0,-3 0-45,-4-5 0,-3-5 0,-2 1 0,2 4 45,-1 1 0,-2 2-23,-4-3 1,-4-3-1,-2 1 1,3 5 22,0 4 0,-1 2 0,-2 3 0,-5-2 0,1 2 0,2 2 0,0 3 0,0 4 0,-2 3 0,-4 3 0,0 1 0,5 1-107,0 3 0,1 3-28,-1 4 0,-4 5 0,1 1 0,4-2-180,1 2 0,1 3-232,4-4 1,-2 4 0,-1 2 0,-1 1 0,3-1 0,2-4-547,0 2 1,2-3 0,0 2 845,-1 0 1,-1 3 0,-1 0 0,2 0 0,2-4-1,-1 9 1,3-3 0,3-9 0,0 1 0,-1 0-1</inkml:trace>
  <inkml:trace contextRef="#ctx0" brushRef="#br0" timeOffset="47134">1676 7222 8792,'-10'-4'720,"0"1"-361,6 1 1,-2 0 0,2 1-90,-2-1 269,-1 1-269,0-1 360,-6 1-450,5 0 719,-8 0-539,7 1-180,-1 0 90,3 0 180,5 0-270,0 4-91,8-3 271,5 8-180,3-8 180,13 8-270,-10-8-90,5 1 0,2-1 0,1-1-600,-4 0 0,4 1 0,-3-2 645,-6-1 0,1-1-45,4 1 0,5 1 0,1 0 0,-5-2 45,-1-2 0,0-1-23,3 3 1,4 0 0,0 0-1,-4-1-22,-4 0 0,0-1 0,9 0 0,4-1 0,-4 1 0,-9 1 0,1 0 22,2 0 1,3-2 0,2 1-1,-4 0 8,-2 1 0,-2 0 0,1 0-30,4-1 0,-1 0 0,-1 0 0,1 1 0,-4 1 0,6-2 0,-12 3 90,5-1-90,-15 1-629,0 2-361,-12 0 270,-2 0-919,-11 5 1,-5 1 1508,-3 0 0,0 0 0,8 0 0,1 0 0,-1 0 0,-8 1 0,-1 1 0</inkml:trace>
  <inkml:trace contextRef="#ctx0" brushRef="#br0" timeOffset="48217">1488 7333 10231,'-13'-13'3276,"2"3"-2144,14 10-593,2 4-359,10-1 360,5 4-360,-3-4 0,1-1 0,0-2-180,1-6 45,-3 6 0,1-1 0,6-8 0,-1-1-304,-7 6 0,1 0 259,9-5 0,4-2 0,-4 1 0,-6 3 0,0 0 0,8-4 0,4-2 0,-4 2 0,-8 3 0,-1-1 30,7-3 0,4-3 0,-4 3-30,-9 3 0,0 0 0,8-4 0,3-3 0,-3 2 0,-10 6 0,-1 0 0,14-8 0,-2 0-1996,-9 5 1996,4-3 0,-3-3 0,-6 6-442,5-13 442,-11 13 0,2-18 0,-6 15 0,0-3 0,0-1 0,-1 2-142,-8-5 1,-3-2 186,-1 7 0,-1 1-45,-1-3 0,-3 0 30,-1 3 0,-1 1 0,2 2-30,-8-3 0,5 4 0,-3 0 0,3 2 0,-6 1 0,6 3 0,-3 0 0,3 1 90,-9 1-90,8 2 0,-4-1 0,4 2 90,-9-1-60,9 5 0,-4 1 0,4-1-30,-7-1 30,9 4 0,-2 3 0,2-1-30,-4-2 45,6 2 0,0 2-45,-5 3-899,7-2 899,-5 5 263,8-4 0,1 0-263,-4 4 45,0 3 0,1 1-45,3-2 0,1 3 0,0 0 90,3-3 2,1 6 0,2 2-47,3-8 0,0-1 0,-1 3 0,1 0 135,1 10-135,3-14 0,0-1 1554,5 5-1554,-1 3 0,1 0-45,5-4 44,-2 0 1,0 0 45,0-3-45,4-2 0,1 0 45,-1-4 0,8-1 0,3-1-45,-4-6 0,-1-2-514,4 3 1,-1-2 468,-2-4 0,-1-4 45,5-1 0,-2-3-45,-8 1 0,0-1 0,8-4 0,2-1 0,-3 1 0,-6 2 0,-1 0 0,5-6 0,4-2 0,-4 1 0,-7 6 0,0 0 0,3-6 0,3-1 0,-3 2 0,3-6 0,-8 8 0,2-4 0,-3 4 340,2-6-340,-5 3 0,0-3 0,-1 1-45,-3-7 1,-2 1-53,4 0 1,-3-1 96,-6 5 0,-4-2 0,0 5-89,-4-6 89,-2 8 0,-3-2 0,1 3-231,3 5 0,0 2 201,-9-3 0,-5-1 0,3 3 779,4 4 0,-1 3-749,-3 0 0,-4-1 0,-2 2 0,5 2-538,-2 3 0,0 2 538,-1 0 0,-5 1 0,0 0 0,5 1-1192,1 3 1,1 2 1191,1-2 0,-2 0 0,1 2 0,4 2 0,1 1 0,2 0-117,0 0 1,0 1 26,1 3 0,-3 3 0,2 1 0,2-2-177,2 0 0,2 2-341,0 3 1,-2 6 0,2 0 0,2-3-229,1 1 0,3 2 180,1-4 1,1 5-1,0 1 1,0 0 0,2-5 353,0-2 0,0-4 0,2 3 0,1 2 0,0 3 0,1 0 0,1-4 0,2 3 0,1 0 0</inkml:trace>
  <inkml:trace contextRef="#ctx0" brushRef="#br0" timeOffset="94767">2728 8537 8792,'-8'0'1169,"1"1"-719,4-1 0,1 0-90,1 0 179,-1 0-269,0 0 180,1 0-90,0 0-180,-1 0 449,1 0 361,-1 0-810,1 0 2428,-1 0-2428,7 0 180,-1 0-225,12 2 0,2 0-45,-1 3-46,8-2 1,0 1-45,-7 3 90,3-4 0,1 0 0,-1 1 0,5-1 0,0 0-322,-1-1 367,5 0 0,1 0-45,-2-1-31,-5 1 1,3 0 0,0 0 30,-5 0 0,-1 0 0,2 0-874,2 0 0,2 0 1,0 0-1,-2 1 784,0-1 0,-3 0 0,3 0 0,-1-1 0,3 1 0,-1-1 0,-4 0-277,-1 0 1,1-1 298,1 0 1,5 1-1,1-1 1,-5 0-23,0 0 0,1 0 0,1 0 0,4 0 0,0 0 0,-4 0 0,-1 0 0,-1 0 22,4 0 1,4 0-1,1 0 1,-6 0-23,-3 0 0,-1 0 22,3 1 1,4 0-1,0 0 1,-5 0-23,-4 0 0,-1-1 22,3 2 1,3 0-1,1 0 1,-4-1-23,-1 0 0,1-1 0,2 1 0,4-1 0,0 1 0,-4 0-742,-1-1 0,0 0 742,1 0 0,1 0 0,-1 0 45,4 0 0,-2 0-45,-5 0 0,0 0 0,6 0 0,3 1 0,-2-1 0,-7 1 0,1-1 0,0 0 0,4 1 0,0-1 0,-4 0 0,-2 0 0,0 0 0,0 0 0,1 0 0,0 0 0,9 1 0,-3-2 45,-9-1 0,0 0-45,7-1 0,3 1 0,-3 0 0,-9-1 0,0 0 0,7-2 0,3 0 0,-3 1 0,-7 2 0,0 0 0,6-3 0,5-1 0,-5 0 0,-6 3 0,0-1 0,7-1 0,3-1 0,-3 0-17,-8 3 1,0-1 136,7-1 0,4-1 0,-4 2-30,-8 0 0,1 2 30,10-3 0,3 1 0,-3 0-30,-9 2 0,0-1-60,9 1 0,4-1 0,-4 0 15,-10 2 0,0 0-15,8 0 0,3-1 0,-3 1 15,-7 1 0,1-1-45,7 1 0,4-1 0,-4 0 0,-7 1 0,0 0 30,8 0 0,4 0 0,-4 0-30,-9 0 0,1 0 119,11 0 1,4 0 0,-4 0-75,-11 0 0,0 0 45,7 0 0,5 0 0,-6 0 0,3 0-45,2 0 0,-1 0-45,-5 0 90,2 0 0,1 0-90,-4 0 45,4 0 0,0 0 45,-3 0 45,6 0 0,0 0-45,-3 0-1,-2 0 1,3 0 0,1 0 150,-5 1 0,0 1 0,0-1-210,0 0 0,0-1 0,1 0 30,3 2 0,2 0 0,-5-1 30,3-1 0,3 1 0,-1 1-90,-4 0 45,2 0 0,0 1-45,-4 0 90,4-1 0,1 0 0,-4 0 792,-4-1 1,3 0-1,1-1-792,4 0 0,0 1-90,0-1 0,0 0 60,-5-2 0,0 1 0,-4-1 612,5 1-582,2-1 0,-1 0 0,-2 2-45,2 0 0,0 0-45,-4 0 0,4 0 0,0 0 869,-3 0-869,-6 0 0,2 0 248,-1-2 0,2 0-158,7 1 0,1 1-77,-5-2 1,2 0 225,1 2 1,3 0 0,-4 0-240,-8 3 0,0-1 60,12 0 0,5 0 0,-4 0-495,-7 1 0,1 0 480,3 0 0,5 1 0,1 0 0,-5 0 93,1-2 0,0 0-138,-4 1 0,4 1 0,1-1 0,0 1 0,-5-1-424,-2-1 1,-3 0 0,3 0 423,5 0 0,4 0 0,1 1 0,0-1 0,-5 0 0,-4-1 0,-2 0 0,3 1 0,2-1 0,4 1 0,3 0 0,0-1 0,-2 1 0,-4 0 0,-2-1 0,-3 0 0,4 0 0,-1 1 0,5-1 0,2 1 0,0 0 0,-2-1 0,-6 1 0,8-1 0,-2 1 0,-6-1 0,4 1 0,1-1 0,-1 0 0,-4 0 0,3 1 0,-1-1 0,-1 0 0,4 0 0,-1 0 0,-4 0-45,-4 0 0,0-1 45,4 1 0,2-1 0,-4 0 0,2 0-82,-2 1 0,-1-2 82,-6-5-757,4 1 0,1-1 757,-2-6-207,6 2 1,1 0 206,-4 1 0,4-1 0,1 0 0,-4 1 0,5-1 0,0 0 0,-5 2 227,-3 2 0,2-2 0,0 2-317,5-3 0,-2 1 149,1 0 1,1 0-105,1 0 0,-1 0 726,-4 2-681,7-2-45,-9 4 0,0-1 1313,5 0-1268,3-1 0,0 1 0,-4 1 0,1-1 0,0 0 0,-5 0 0,3 0 0,-1-1 0,-2 1 0,2-1 0,2 0-89,-3 1-1065,7-2 0,0 0 1154,-5 2 0,4-2 0,-2 2 399,-8 1-399,1 1 0,0-1 0,4-1 0,-3 0 89,0 0-89,-14 3 1564,3 0-1474,-6 2-36,3-2-54,-2 2 1683,2-2-4960,-3 2 2457,0-6 1,-2 4 0,0-4 0</inkml:trace>
  <inkml:trace contextRef="#ctx0" brushRef="#br0" timeOffset="98783">11811 1290 13199,'10'-8'630,"-1"0"-180,-5 2 269,-1 0-89,0 0-90,-1 2-180,0-1-1,0 1 271,-1-1-360,0 2 270,-1-4-451,-5 4 181,-7-6-180,-10 4-90,1-1 90,-4 3 0,-1 3-90,1 0-642,5 2 0,-4 2 0,4 0 732,-4-2-45,-1 10 0,2 1-45,6-5-598,0 9 1,3 2 687,3 0 180,3 8 0,1 3-225,4-14 0,1 0 44,1 11 1,-1 4 0,1-3-45,0-7 0,2 1 22,0 4 1,3 5 0,-1 1-1,-1-5 23,-1-2 0,1-1 179,2 4 1,2 6 0,1-1 0,-3-5-135,-3-4 0,1 1-68,2 3 1,1 4-1,1 0 1,-3-3-68,-1-1 0,-2 0 54,2-4 0,1 4 0,0 2 0,0-1 0,-1-5 36,-1 6 0,0 1 36,0-4 0,0 4 0,0 2 0,0-1 0,0-2-82,0-5 1,-1-2 0,0 0 0,0 1-45,0 3 0,1 0 0,-1 1 0,0-1 22,0 4 1,0 1 0,0-2-1,0-4-22,0-4 0,0 1 0,2-1 0,0 4 0,1 0 0,0-2 90,4 4 0,0-2-45,1-1 0,1-2 0,3 3 0,0-4-45,0-10-135,3-4 0,2-1-135,0-3-823,3-4 1,4-2 0,-2 0 97,-6-2 1,2-1 174,3 0 1,6-1 0,-1 0 0,-3 0 310,0-2 0,-1-2-311,2 2 1,4-2 0,0-1 0,-4 2-820,-1-1 1,-1-1 1323,0 0 1,2-1 0,-4 1 0,-5 0 0,-1 0 0,-1-1 0,1 1 0</inkml:trace>
  <inkml:trace contextRef="#ctx0" brushRef="#br0" timeOffset="99417">10547 1977 13919,'-6'2'3238,"-11"0"-2158,4 3-811,-4-3 1,4 0 360,6 0-90,4-2-540,6-3 90,3 2-90,21-8 0,-9 3 30,2 1 0,4-2 0,1 1-1123,-1 0 1,1-1 0,-1 1 993,0 0 1,-1 0 0,1 1 68,2 0 0,1 1 0,-5 1 120,-4 1 539,6 7-89,-27 13-270,-4-1 44,-4 5 1,-3-1-135,-4 0-604,0 5 1,1 0 603,2-4-45,1 2 0,0-2-135,4-5 45,1 1 0,4-1-315,17 0-360,-4 0-1009,14-10 1,4-6-212,3-6 757,-3 0 1,5 0 0,-3-2-547,-5-1 1,-1-2 1287,3 2 1,1-1 0,-1 0 0,-1 0 0,-2-1 0,3 0 0,-1 0 0</inkml:trace>
  <inkml:trace contextRef="#ctx0" brushRef="#br0" timeOffset="100100">11044 1935 14099,'14'0'-2788,"8"1"1438,-7-1 1350,4-3 0,1 1 0,2 1 0,-5-2 0,0 1 0</inkml:trace>
  <inkml:trace contextRef="#ctx0" brushRef="#br0" timeOffset="100250">11182 2018 13559,'-11'2'-360,"3"-1"-2917,31-11 3038,-9 3 1,3 0-1,7-2 1,1 0-1,-2 0 1,0 0-1</inkml:trace>
  <inkml:trace contextRef="#ctx0" brushRef="#br0" timeOffset="100900">12447 1279 13379,'-15'0'270,"5"0"450,-2-5-270,16 4-2089,21-3 1,7 0 1690,-16 3 0,2-1 128,3 0 0,5 1 0,0-1 0,-5-1 948,9-2-588,0 1 0,-1-1-181,-8 1 46,-4 1 0,-1 0-225,-7 0 90,3 0-270,-10 2-90,1 0 180,-2 1 3186,2 5-2486,-1 4-1788,3 9 0,2 3 1178,-1 7 59,0-2 1,1 4 0,-1-2-503,-1-7 0,-1 1 397,0 2 1,0 5 0,1 1 0,0-1 157,-1 0 1,0-1-1,0 1 1,1-1-226,-2-3 1,1-1-1,-1 1 1,1 2-9,0 1 1,0 3 0,1 2 0,-1-1 0,0-2 0,0-4-535,-1-1 1,0-4 0,0 4 492,1 2 0,0 5 0,0 1 0,-1-2 0,0-5-785,1 6 1,-1-4 796,-1-3 0,1 0 0,-1 2 29,0 2 1,1 1 0,-2-2 510,1-2 1,0 1-549,-1 0 1,0 5-1,0-1 1,0-5-23,0-2 0,-1 0 22,0 0 1,0 3-1,0 1 1,1-5 22,-1-1 0,0-1 45,-2 7 0,1 2 0,0-4-45,0-10 0,1-1 134,-2 13 1,0-2-90,-2-9 270,-2 9-450,-2-19-809,-16 3 179,8-8-919,-13-1 1,-3 0-1,14 0 1,-1-1 818,-6-3 1,-5 0 0,0-1 0,3 0-820,-2-1 1,0 0 1273,5 0 1,-1-2 0,0 1 0,2-1 0,-6-2 0,2 0 0,-2-1 0,0 0 0</inkml:trace>
  <inkml:trace contextRef="#ctx0" brushRef="#br0" timeOffset="101816">11839 1544 13739,'-6'-12'3148,"0"-1"-3058,3 4-90,1 1 0,21-5 0,-8 7 45,11-1 0,1 0-45,-1 1 0,4 1 0,2 1 90,2 2 135,-13 5 0,-1 3-45,-2 4-135,-17 4 0,-5 2 135,-4 2 0,-1 0-91,1-4 1,0 0 90,-8 6 0,3-2-90,5-6 90,-8 7-180,15-13 180,-3 3 90,7-7-180,5 0-180,17-2-180,-3-4-540,6 1 1,0 0-180,-1-3-650,6 0 1,0 1-1202,-2 3 2840,2-4 0,0-1 0,-5 4 0,-6-1 0,1 0 0</inkml:trace>
  <inkml:trace contextRef="#ctx0" brushRef="#br0" timeOffset="102017">12328 1541 14819,'-7'-2'719,"2"1"1,1-1-720,3 7 0,-3 15-90,4-2-900,0 5 1,0 1-540,0 0-110,0 5 1,0 1 982,0-4 1,0-5-1,0 0 1,0 0 0</inkml:trace>
  <inkml:trace contextRef="#ctx0" brushRef="#br0" timeOffset="102469">11938 2138 15358,'-19'-11'2609,"5"0"-2519,-1 1-90,17-4-90,23-1 135,-6 5 0,2 1-1684,-1 0 1,1 2 1150,-2 0 1,1 2-218,-2 0 1,-1 2 704,4-1-204,-2 1 1,-2 1 203,-6 1 180,3 1 0,-12 6 1976,-7 7-2066,4 2-45,-10 0 0,-2 1 45,3 0 90,-8 3 0,-1 0 3090,3-2-2955,-3 1 0,0 0 135,3-1-270,-2 2 1180,12-11-1360,32-14-90,-10 4-1003,2-3 1,4-3 0,-2 2-1272,8 3 1271,-7-4 1,4-2 0,-3 1-1568,8 3 2660,-8 0 0,2-1 0,-2 1 0,6 0 0,-6 2 0,-1 0 0</inkml:trace>
  <inkml:trace contextRef="#ctx0" brushRef="#br0" timeOffset="102816">12420 2211 16618,'-8'0'719,"2"-4"-629,22 9 0,-7-2 180,10 8-180,-15 2 270,-11 2-181,5-3 1,-8 0 0,-2-2-90,3 0 135,-5 0 0,0 0-135,5-2 0,-2 2 90,4-4 0,5-3-90,3 0-360,16-7 0,-1 3-495,5-4 1,1-1-136,1-1-739,5 2 1,1-1-1291,-3-2 2929,1 5 0,-2 1 0,-6 0 0,8 2 0</inkml:trace>
  <inkml:trace contextRef="#ctx0" brushRef="#br0" timeOffset="103267">12062 2680 15358,'-24'3'1799,"10"-1"-1169,1-1-450,25-6-90,-5 0-90,12-2 0,3-1 0,0-2 0,7 0 0,1 1 90,-2 0-90,2 2 0,-2 0 0,-6 2 45,-2 1 0,-1 2 45,-9 0 359,4 0-269,-12 7-90,-6 2 90,-8 19-45,3-12 0,-1 1-45,2-1 0,-1 1 180,-5 11 809,1-3-809,6-8-45,0 0 0,1 0-46,2-4 91,1 8-270,8-14-180,10 0-89,1-10-676,4 1 1,1 0 134,2-12-283,-3 8 1,4 0 0,-3 1-2185,7-8 2184,-8 7 1,3 0 0,-3 1 272,0 0 1,9-2 0,-17 5 0</inkml:trace>
  <inkml:trace contextRef="#ctx0" brushRef="#br0" timeOffset="103667">12515 2737 17967,'18'3'449,"-4"-1"-89,0-2-270,-5 0 180,0 0-90,-5 4-180,-2 1 0,-9 5 90,-8 8-90,0-5-45,1 0 0,0 0 45,2-2 0,-9 9 0,14-13 0,1 1-90,4-3 90,14-3-90,-5 0 90,10-1 0,0-1 0,-1 0 0,3 0 0,0 0 0,-5 0 270,13 7-180,-18 0 270,2 10-270,-16-6 90,-15 12-270,-1-10-390,3-3 0,-4 2 0,-1 0-613,2-4 1,-1 0 0,1 0-1,-1 0 1,1 1 0,-1-1 545,-1-2 1,-1 0 0,4-3 0,-6 0 0,-5-2 0</inkml:trace>
  <inkml:trace contextRef="#ctx0" brushRef="#br0" timeOffset="104599">12150 1414 16797,'-5'10'2159,"0"1"-1889,0-5 899,-1 0-899,4-4 360,0 0 899,2-2-1259,0-4-270,15-17 45,-2 2 0,1-2-531,1 2 0,2-2 486,-3 2 0,2-1 0,0-1 0,-1 2-680,1-1 0,1-2 662,-3 3 0,3-4 0,0-2 0,0 2 0,-2 2 18,-2 2 0,-2 2 0,3-2 0,0-3 0,2-3 0,1-2 0,1-1 0,-2 3 0,-2 3 30,-1 2 0,-1 2 0,1-2 24,1-2 0,3-4 0,0 0 0,-1 2 0,-3 5-9,-2 3 0,0 2-45,7-10 0,-1 3 0,-7 10 0,4-5 0,-10 13-1500,0-1-29,-3 7-1748,-7 8 0,3 3 2457,-4 0 1,4-3 0,2-6 0</inkml:trace>
  <inkml:trace contextRef="#ctx0" brushRef="#br0" timeOffset="105917">12382 1988 11850,'-8'0'990,"1"-4"-720,3 3 89,1-3-89,-1 4 0,0 0 0,0 0 90,-1 0-1,1 0 1,-1 0 0,0 0 270,-3 0-360,2 5 629,-4-4-629,5 4 449,-2-2 1080,5-3-899,21-2-765,6-6 0,3-3-135,-3 4 0,2 0-656,-5 0 1,4-1-1,1-2 1,-1 2 0,-3 0 586,-2 2 1,-1 0 0,3 0 68,1-1 0,4-1 0,3-1 0,0 1 0,-2 0 0,-4 1-544,4-1 1,-4 2 0,4-2 543,-5 2 0,3 0 0,3-2 0,1 1 0,-1 0 0,-3 0 0,-2 2 0,4-2 0,-3 1 0,4 0 25,-5 1 1,4-1 0,1 0 0,2-1-1,-1 1 1,-2-1 0,-3 2 109,1-1 0,-2 0 0,-1 1 0,1-1-553,5 0 1,3-1 0,-2 0 0,-3 0 507,4-1 0,-5 0 0,-7 0 0,-2 0-90,5-2 0,-1-1 0,-2 1 0,-4 1-45,0 0 0,-1 1 45,-4 2 679,12-4-3956,-15 7 0,1 5 0,-13-1 3797,2 13 0,-9-8 0,4 8 0</inkml:trace>
  <inkml:trace contextRef="#ctx0" brushRef="#br0" timeOffset="106983">12700 2702 10681,'-8'-5'2429,"-2"0"-631,5 0-1348,0 1 989,-2 0-989,5 2 450,-3 0-631,4 1 901,-1 1 809,17 9-1575,6 2 1,3 1-360,-5-3 0,3 2-826,0-2 1,5 2-1,-1 0 1,-3-2 780,1 0 0,0-1 18,-2-1 0,3 2 0,1 0 0,0 0 0,-4-2-548,7 2 1,1 0 529,-5-1 0,5 2 0,1-1 0,-1 1 0,-4-3 0,-3 0 0,-2-1 0,2 1 0,0-1 0,3 1 0,2 1 0,0 0 0,-2-1 0,-4 0 0,1-1 0,-3 0 0,3 0-18,2 0 0,3 2 0,2 0 0,-2 0 0,-4-2 18,2 1 0,-2-1 30,-1 0 0,2 1 0,-1-1-30,-1 0 0,-2-1 0,5 0-145,-5 0 0,-1-1 235,-7-3 199,9 1-289,-15-2 2510,8 0-2510,-9-4 1026,5 3-1566,-7-7-2643,3 5-94,-5-2 0,-7 0 2457,-3 3 1,-10 0 0,2 1 0</inkml:trace>
  <inkml:trace contextRef="#ctx0" brushRef="#br0" timeOffset="109549">13033 926 11131,'2'-7'1079,"0"-5"-809,-2 6 0,0-7 0,0 2-91,0-1 1,0 0-419,0-3 509,-6 0 0,5 0 89,-10-1 1,10 0 242,-8 1 0,-2 1-332,-4-5-225,0 10 0,-1 2-45,-3 3 0,5 13 0,1 4 0,-8 9 0,3 3 0,9-10 0,1-1 0,6-5 90,-2 12 0,10-10-90,-5 1 0,9-6 475,-4-5-475,5-1 89,4-6-178,-4 4 89,8-14-90,-10 14 0,7-11 90,-10 12 0,8 4 90,-3 9-90,0 2 0,6 9 0,-9-12-90,6 5-1529,3-2 629,-5-6-649,2-1 1,2 0-1639,0-3 3046,10 1 0,-9-4 0,1-1 0</inkml:trace>
  <inkml:trace contextRef="#ctx0" brushRef="#br0" timeOffset="110119">13289 1460 14369,'0'-8'1259,"-7"0"-449,-13 13-630,1-5-1,-3 14 1,0 2-3457,0-3 2193,5 2 0,-1 2 1129,2-3 0,2 1 61,1 0 0,1 0-106,0-1 0,1 0 1088,-1 13-998,18-19-90,1 1-90,14-6 90,-5-3 0,5-7-90,0-1 90,-5 0 2852,5-6-2762,-3 2 1563,-7 0-1563,2-3-180,-10 11 180,0-1-90,-2 11 90,-1 5-90,6 5-270,0-1-3007,23-4 0,-9-8 2983,9-4 1,3-2-1,-16-2 1,0 0-1,10-3 1,1 0-1</inkml:trace>
  <inkml:trace contextRef="#ctx0" brushRef="#br0" timeOffset="111183">13396 2665 12300,'1'-10'1889,"0"-6"-1709,2 8-90,-1-2 90,4 1-90,-3 5 269,7-8-269,-6 6 270,5-12-270,-5 10 810,0-17-721,-3 15 181,-14-12-360,6 16 90,-22-4-90,15 8 90,-7 2 0,-4 3-45,5 5 0,0 2 0,-5 0 0,1 1-45,7 0 0,1 2 0,-1 10 0,13-13 90,0 15-90,9-15 90,2 16-90,7-17 0,7 10 0,-4-12-45,1-1 0,1-2 45,5-7 0,4 3 0,-5-18 0,-15 11 0,3-10 0,-2 3 0,-4 8-90,4-8 0,-6 13 360,2-4-180,-3 5 270,4 16-270,-3-6 89,3 7 1,0 1-90,1-3 0,5 10-90,2-8-2057,0-5 1697,6 3-1279,0-8 1,1-2-1639,8 0 3020,0 0 0,0-3 0,1-9 0,-12 3 1,1 0-1</inkml:trace>
  <inkml:trace contextRef="#ctx0" brushRef="#br0" timeOffset="113967">13478 2116 11221,'-6'-14'1439,"1"3"-1079,1 0-1,3 3-89,-3 0-90,4 0 0,0 0-90,0 1 0,0-1-90,0 2 90,5-1 0,-4 0-90,13 1 90,-5 1-582,8 0 582,1 1-90,4 1-1324,3 1 1414,4 0-90,-13 2 0,0 0 0,1 0 0,1 0 0,0 4 0,1 0 0,0-4 0,1 1 0,-1 6 0,2 2 0,-2-1 0,3-3 0,2 2 0,-2 2 0,3 4 0,0 0 0,-2-1 0,1 0 0,0 2 45,0 2 0,3 2 0,0 1 0,-4-2-45,-3 0 0,-1 1 89,-4-1 1,2 3 0,0 1 0,-2 1 0,-2 0 45,-3 1 0,-3 1 0,-2 0 0,0 3-45,0-2 0,-1 3 0,-1 1 0,0 1 0,-1-2 0,-1-1-480,1 3 0,-2-2 0,-1 0 0,-3 2 480,-1-2 0,-2 2 0,-2 1 0,0-1 0,1-1 0,0-5-60,-1 0 0,1-3 0,-2 2 30,-1 0 0,-2 4 0,-1 1 0,0 0 0,1-1 0,1-4-60,-2 1 0,2-3 0,-2 3 25,1-4 1,-1 3 0,-2 2 0,0 1-1,-1-1 1,2-2 0,2-2-519,-4 4 0,1-2 0,-2 2 518,3-4 1,-2 3 0,-2 2 0,-1 0-1,1 0 1,1-2 0,3-4-26,-5 5 0,2-3 0,-2 2 12,3-4 1,-3 2 0,-1 2 0,0 0 0,0 0 0,1-2 0,2-3-13,-3 3 0,2-2 0,-4 3 11,6-6 0,-3 2 0,-2 3 1,-1 0-1,0 0 0,1-1 0,1-1 1,3-3-12,-5 5 0,3-3 0,-4 2 0,5-4 0,-2 2 0,-2 1 0,-1 1 0,1-1 0,3-2 0,2-4 0,-6 6 0,2-2 22,2-2 1,-3 1-1,1 0 1,5-3-23,3-4 0,2-1 55,-8 6 1,3-2 33,8-7 870,0 1-959,8-19 1493,0 3-1538,0-10 0,1-2 45,0 1 0,0-9 0,0 0 1889,0 3-1889,2 5 0,2-4 0,-2 3 0,-1 6 0,1 0 0,3-7 0,3-4 0,-2 4 0,-1-7 90,3 2 0,1 3-90,-5 9 1307,4-5-1037,-8 26-3185,-4 21 3005,3 2 30,-4-5 0,-3 5 0,2-3-30,3-6 0,-1 2-1,0 1 1,-1 4 0,-1 0 0,2-3-90,-1-3 0,1 1-551,1 6 1,1 4 0,0-5 595,-1-10 0,1 0-229,9 15 1,2-2 183,2-8 45,1-6 0,3-2-225,1-7 0,1-3-270,13 2 90,-9-3 0,2-1-733,3-4 1,3-3 0,-3 0-547,1 1 1,1 0 1418,-2-2 1,3-1 0,0-1-1,-3 1 1,0-1 0,-2 0 0,-2 1-1,0-1 1,0 1 0</inkml:trace>
  <inkml:trace contextRef="#ctx0" brushRef="#br0" timeOffset="114552">11583 5068 12390,'5'-15'1439,"-4"-9"-270,4 4-989,-5 0 0,-10 9-180,-7 32 0,-1-10-927,6 9 1,2 1 926,1 0-138,3-3 1,0 5 0,2-1-178,0 4 0,1 1 195,0-7 0,0 1 0,1 0-973,2 5 1,2 0 0,1-4-2185,3 7 3256,-1-7 1,2-3 0,3-11-1,0-6 1</inkml:trace>
  <inkml:trace contextRef="#ctx0" brushRef="#br0" timeOffset="114750">11639 5010 11760,'3'-15'720,"0"-2"269,-2 12-899,9 21-90,-3-3 0,1 12 0,-1 1 0,-1-3-1599,-3 7 1,-1 0 1238,-2-2-570,1-5 1,0 4 0,-1-2 854,0-2 0,0-1 0,0 5 1,0-1-1,0 5 0</inkml:trace>
  <inkml:trace contextRef="#ctx0" brushRef="#br0" timeOffset="114967">11509 5230 12030,'-19'-9'989,"1"-1"1,-1 1-810,0 0 0,2 1-180,9 5 0,0-1 0,17 4-90,6-1 0,4 0-495,8-1 1,1 1-1055,-1 0 1,1-1 206,-1 1 0,1-1-207,2-1 1,-1-2 1351,-10 2 0,1 0 0,10-2 1,-1-1-1,-13 2 0,-1 0 1</inkml:trace>
  <inkml:trace contextRef="#ctx0" brushRef="#br0" timeOffset="115333">12093 4955 10951,'-13'0'629,"-8"3"-449,4 1-180,0 0 0,1 1 0,11-3 0,-3 3 0,7-2 90,-1-1-180,9-1 90,7 0-90,1-1-539,12 0 269,-14 0-630,11 1 811,-16 0-451,3 3 450,-9-2 0,0 2-90,-15 1 360,10-1-90,-27 5 0,22-4 180,-21 4-90,20-6-360,-4 3-1079,17-5 1349,11-5 0,2 2 0,5-5 0</inkml:trace>
  <inkml:trace contextRef="#ctx0" brushRef="#br0" timeOffset="115899">12472 4535 11400,'-10'-17'944,"1"-1"1,-4-4-720,-2 13 0,-1 4-45,-1 2-1819,-11 8 1,-2 3 154,4 0 1574,7-1 0,-3 3 0,4-1 1409,-5 4-1409,7-1 0,-2 3 0,4-1-90,-6 8 30,8-4 0,-1 3 0,3-2-30,4 5 90,1 5 0,3 0 708,8-3-663,-4 4 0,3 0 45,9-3 59,-8-6 1,1 5 0,-1-1-105,1 4 0,-1-1-329,-1-7 1,1 0 0,-2 1 305,-2 1 0,-1 3 1,-1-2-1,1-2-67,0 3 0,0-1-15,-3 2 0,-1 1 0,1 2 127,0-4 1,1 2-1,-1-1 1,-1-2-433,-1-1 0,-1-2 1,1 3 289,1-1 0,1 4 0,1 2 0,-1 0 0,1-1 0,0-4 15,-2 0 0,1-2 0,1 3-30,1-1 0,0 3 0,1 2 0,-1 1 0,1-3 0,0-4 0,-1 2 0,0-4 0,2 3 18,2 2 0,2 5 0,1 1 0,0-1 0,-1-6-18,0 4 0,2-1 18,3-6 0,3 3 0,1 0 0,1-1 0,-3-5-18,2 0 0,2-2-135,4-2 0,4 1 0,1-2 0,-3-3-90,-1-5 0,0-4-450,6-1 1,5-2-1,1-2 1,-4 0 134,-8 1 0,-2-1 1,3-1-8,1-1 1,4-2 0,1-1 0,1 0 0,-1 1 0,-5 0 272,4-1 1,-3 0 0,2-1 0,-4 1 0,3-1 0,1 0 0,-1 0 0,-3 0 0,0 0 0,-1-1 0,1 1 0</inkml:trace>
  <inkml:trace contextRef="#ctx0" brushRef="#br0" timeOffset="116433">13621 4417 12840,'-23'-19'0,"8"5"90,2-11-90,19 15 90,16-10-90,0 14 59,0 2 1,4-1 0,-1 1-1153,-2 2 1,-1 0 0,1 0 845,3 0 0,0-1 0,0 1 277,-3 1 0,-1 0 0,0 0 120,0-1 0,0 1 0,-2-1-105,0 1 0,-1 0 224,6-2 1,1 0 0,-3 1 1198,2-2-1243,-4 0 0,-3 0-135,-7 0 688,2 0-509,-11 8-2205,-1 17 2116,-5-2 89,1 9 1,0 3 322,1-15 1,-1 2-481,1 5 1,0 4-1,0 2 1,1-4-555,0 3 0,1 1 478,1-3 0,-1 5 0,1 3 0,0-3 0,0-3-36,2-4 0,1-2 0,0 3 30,0-2 0,0 5 0,1 1 0,0 0 0,0-2 0,0-3-606,1 1 1,1-4-1,0 2 576,0 2 0,0 1 0,0 1 0,-1-2 0,1 2 0,0-1 0,0-1 658,0 3 1,0 2-641,-3-7 0,-1 4 0,1 1 0,-1-1 0,0-4 27,1 5 0,-2-1 0,-3 0 0,-2 5 0,-2-2 0,1-6-45,-1-8 0,-1-1 30,-8 4 0,-5 1 0,2-3-75,5-6 0,-3-2-315,-10 4 0,-4 0 0,1-2-45,6-3 1,-1-2-416,-4 0 1,-5 0 0,-1 1 0,4-2-820,-1-1 1,-1 0 1467,2-1 0,-4 0 0,1-1 0,3 0 0,-3 0 0,2-2 0,3 1 0,0-1 1,0 1-1</inkml:trace>
  <inkml:trace contextRef="#ctx0" brushRef="#br0" timeOffset="117268">12745 4580 10231,'4'-23'1709,"-3"6"-180,5-12-1169,-5 15 719,1-9-809,-2 15 270,0-5-360,-4 25-180,4-7 45,-3 13 0,0 3 135,0-1-135,2 7 0,-1 1-45,1-1 30,1-5 0,0 4 0,0-4-30,0 5 45,0 2 0,0-1-45,0-12 90,0 10-90,0-17 0,0 1 359,0-4 271,0-3-630,0-10-90,5-11 90,-3-4 0,6 2 0,1 1 0,-3-1 0,2 4 0,1 0-45,0 2 0,0 2 45,4-3-1639,-1 3 1,1 1 1433,-3 6 205,8 0 90,-11 12-90,4 2 0,-7 8 0,1 6 0,-3-6-180,-1 13 0,-1-17-899,0 17 539,0-17-89,-4 5-2610,0 0 1351,-1-8 1888,1 10 0,4-15 0,0 2 0</inkml:trace>
  <inkml:trace contextRef="#ctx0" brushRef="#br0" timeOffset="117417">13079 4690 12660,'2'-10'270,"-1"2"-270,-1 4-1260,0 28-449,0-10 1709,0 14 0,0 2 0,0-3 0,0-4 0,0-1 0</inkml:trace>
  <inkml:trace contextRef="#ctx0" brushRef="#br0" timeOffset="117934">12792 5137 12570,'6'-20'629,"-2"7"-89,0-5-360,-3 12 180,1-1-270,-1 15-90,3 10 90,-2 2-90,0 3 0,-1 1 0,0 1 0,-1 7 0,1-1 0,0-3 0,-1 1 0,1-1 90,1-7-90,0-1 0,0-2 90,-1-7 269,2 3-359,-3-12 0,4-8 0,-2-5 0,4-3 0,0-2 90,1-6 225,4 0 0,-1-1-135,0 4-45,1 1 0,0 1-135,-3 6 0,4-3 90,-5 12 0,3 15-90,-2-3-135,-2 8 0,-3 1-135,-1 0-540,-1 3 1,0 1 89,0-2-919,-1 2 1,0 0-572,0-5 2210,-3-1 0,1-2 0,1-3 0,-3 1 0</inkml:trace>
  <inkml:trace contextRef="#ctx0" brushRef="#br0" timeOffset="118234">13086 5377 12210,'7'-21'1709,"8"6"-1259,10 11-360,-6 1 179,-5 13 1,-4 2-90,-5-3-90,2 14 180,-13 2-135,-4-11 0,-1 0-135,3 0 0,0 0 45,-5-1 0,0-2-45,-3 6 0,5-6 90,-7 8-3367,13-11 3252,-4 3 205,9-6-180,5-2-90,16 0 0,0-3-630,7-5 1,3 0 125,-15 4 1,1 0-500,8-3 1,4-2 0,-4 2-547,-8 1 1,-1 1 1379,10 0 0,-3-1 1,-3 0-1,-3 3 1</inkml:trace>
  <inkml:trace contextRef="#ctx0" brushRef="#br0" timeOffset="119416">12884 5925 12480,'1'-14'1259,"-1"2"-719,0 5-180,0 1-91,0 2 91,0 0 180,0 17-450,2 4 0,0 1-90,2 11 45,0-1 0,-1-2-45,1-7 45,-1 1 0,-1 0 135,0 0 90,1 1 629,-2-12-899,0-14 0,0 4 0,2-24 0,-1 14 0,3-9 0,0 0 0,0 3 0,3-1 0,0 0 0,-1 6-90,13-8 90,-12 15 0,12 9-90,-12-2-405,2 11 1,-1 3-226,-1-3-919,1 9 1,-1 1-1022,0-3 2389,-2 0 0,0-1 0,-1-1 1,2 5-1</inkml:trace>
  <inkml:trace contextRef="#ctx0" brushRef="#br0" timeOffset="119949">13284 6066 11760,'5'-11'1439,"9"-5"-1259,-6 8 90,17-7-180,-12 11 270,15-1-270,-15 4 360,11 11-270,-15-7 539,3 23-629,-9-18 90,-10 17-90,5-16 135,-12 2 0,-2 0-225,6-2 45,-7 1 0,-1-1-45,9-5 0,-5 4 0,11-6 0,0 0 0,9-1 0,10 4 0,8 0 0,-2 1 0,7 7 0,-19-7 90,9 10 0,-14-9-1,0 9-89,-13-8-89,-12 11-91,-2-10-913,2-1 1,-5 0 0,0-1-1,4-3 1,0 0 0,-1 0 623,-2 1 1,-1 0 0,2-1 0,-8 0 0,4-2 0,-1-1 0</inkml:trace>
  <inkml:trace contextRef="#ctx0" brushRef="#br0" timeOffset="123576">1461 8543 12840,'0'-13'-630,"0"2"90,0 6-719,-4 1-270,2-1 0,-2-3 1529,4-1 0,5-2 0,2-1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57:33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 4202 10411,'-2'-14'989,"0"-1"-449,0-1 0,-1-2-1155,0 0 1155,-1 0 0,1 1-91,0 1 78,0 2-78,1 2 190,0 3-369,1 2 0,-1 2-180,2 2 666,-1 2-127,-1 0 271,1 19-720,-1-5-45,1 11 0,1 2-45,-1 0-913,1 5 1,0 0 822,5-4 0,-3 0 0,1-1 90,8-6-90,-2 0 0,0-1 0,3-7 0,0-2 0,3-2 0,12-12-90,-3 5 90,-6-12 0,-3-4 0,-3 5 0,-2-10 0,-1-1 0,-3 2-45,0 0 0,-2 0 45,-1 5-90,2-7 90,-3 16 2137,5 7-2137,-3 5-90,11 13 90,-8-7-90,12 11 90,-11-14 0,13 7 0,-12-13 90,15 2-90,-13-12 90,13-9-90,-14 0 0,-1-5 0,-2-1 0,-2 1 0,-5-6 0,-2-1-90,-4 7 0,2-1 0,-2 1-89,-4 7-1081,5-3-1258,2 34 1438,3-7-559,2 10 1,0 3-1381,0-4 2838,2-3 1,0-1-1,-3 0 1,4 1 0</inkml:trace>
  <inkml:trace contextRef="#ctx0" brushRef="#br0" timeOffset="217">996 4226 13919,'0'-11'900,"0"4"-900,-4 3-90,8 22-450,-2-4 0,3 2 1,1 1-271,1 0-2467,9 10 3151,-4-12 1,7 4 0,-5-10 0</inkml:trace>
  <inkml:trace contextRef="#ctx0" brushRef="#br0" timeOffset="733">1180 3721 13829,'-3'-19'990,"-2"-3"-541,0 9 91,-5-3-630,6 11 90,-2 1 0,4 21 0,1-5 135,5 15 0,1 4-581,-2-3 596,4-3 0,3 4 0,-1-4-105,-5-9 0,1 1 45,6 7 0,3 4 0,-3-3-45,-3-8 0,0-1-45,2 6 0,3 3 0,-3-4 0,3 5 89,-1-2 1,-1-2 0,-3-8 900,2 7-720,-8-15 89,-1-1-359,-10-18 0,1 5 0,0-9 0,0-1-89,-5 0 89,8-5 0,1 0 0,-1 2-45,6-4 0,3 2-45,4 7 90,2 1 0,1 3 0,4 8-3277,15 8 3249,-16-1-358,2 10 0,-1 3 386,-4-4 0,0 8 0,-3 2 90,-4-4 144,0 4 0,-3 2-234,-11 5-45,10-11 0,-2-1-495,-9-1 0,-1-1-269,6-4-91,-11 7-2377,5-7 3152,6-5 0,-2-6 0,6-7 0</inkml:trace>
  <inkml:trace contextRef="#ctx0" brushRef="#br0" timeOffset="917">1922 3932 16438,'7'-8'269,"0"1"-448,3 2-541,6-2-180,-1 1 1,0-1-2378,13-4 1638,-11 4 1,0 0 1460,3-3 1,-1 1-1,-3 1 1,-1 1-1,6-4 1,0 0-1</inkml:trace>
  <inkml:trace contextRef="#ctx0" brushRef="#br0" timeOffset="1501">2619 3603 15628,'0'-9'90,"0"0"1259,0 6-1259,0 21-90,0-4-1093,1 5 1,0 7 0,1-3 650,-2-7 0,1 0 442,0 9 0,0 2 0,1-2-634,-1-7 0,0-1 634,-1 6 0,1 1-782,2 8 0,1-2 782,-2-10 0,0 0 0,2 5 0,1 4 0,0-5-11,2 6-34,1-4 0,0-1 45,-1-9 0,3 6 0,-7-18 1559,0-5-1559,-2-10 0,-3-5 0,-1-2 0,1-10 295,-2 6 0,-2-4 1,0 2-296,3 4 0,1 1 0,-3-1 0,0-2 0,0 0 30,1-1 0,0-1 0,0 3-30,0 0 0,1 0 0,-2-7 0,1-4 0,1 5 0,0-4 0,1 7 0,1 3 2679,1 5-2769,6-3 119,8 17-29,0-7 0,3 22 0,0 6 0,-1-7 45,2 10 0,-2 1-45,-6-7 44,-2 2 1,-2-1-45,-4-3-225,-7 2 1,-2-1-136,-2-3-1279,-9 3 1,-1-1-133,5-5 132,0-1 1,0 0 1355,7-6 0,0-7 1,5-4-1</inkml:trace>
  <inkml:trace contextRef="#ctx0" brushRef="#br0" timeOffset="1851">3024 3548 16707,'-3'-9'2429,"-17"8"-2339,3 1-90,-9 11 0,-2 5 0,10-6 0,2 2-824,-5 4 0,2 0 824,-3 5-360,24-9 270,-1-8-180,22 2 180,-13-6 90,8-2 0,1-2 0,-3 2 45,1-3 0,-1 0 45,-5 4 1121,6-3-851,-13 4 1245,2 0-1155,-4 5 449,5 1-719,-3 0 180,13 2-270,-6-5-360,6 0 0,2-1-540,1 0-829,7-5 1,1 0-1639,-1 1 3080,2-9 0,-1-3 0,-7 4 0,-5-3 1,-1 0-1</inkml:trace>
  <inkml:trace contextRef="#ctx0" brushRef="#br0" timeOffset="2917">451 5231 12480,'-9'-19'2428,"-1"3"-2338,0 1 270,3 12 0,10 13-180,-2 3 135,5 3 0,2 3-226,-4-4 1,0 2 0,4 5 0,0 0 90,-2-4 0,-1-2 90,0 4 1349,-2-11-1619,-13-30-90,3-9 90,-1 12 0,1-1 0,3 1 0,2 0 0,-2 1 0,1 1 0,3-4 0,1 2 0,3 0-180,17-2 180,-3 5 0,2 6 0,1 6 0,6 19 0,-12-12 0,0 2 45,3 13 0,-4 2-2871,0-1 2826,-5-4 0,1 2 0,-2 3 0,-1 0 0,2 5-90,0 5 0,1-2-131,-3-4-454,3-1 1,0-1-135,-1-5-830,2-2 1,3-1 1153,7-6 0,3 3 0,-4-11 0</inkml:trace>
  <inkml:trace contextRef="#ctx0" brushRef="#br0" timeOffset="3120">971 5346 14908,'-4'15'270,"0"-2"-360,4 18-630,3-13 1,0 1-142,-2 0 1,0 0-779,6 10 1,0-1 982,-5-4 1,3-5-1,1-1 1,-2-1 0</inkml:trace>
  <inkml:trace contextRef="#ctx0" brushRef="#br0" timeOffset="5549">1105 5015 14908,'-1'-10'90,"0"1"180,-4 3-270,4 2 90,-3-2 0,2 4 0,2-1 0,-2 1 0,2 0-180,0 1 90,0 5 90,5 6-90,6 12 0,4 1 0,-2-3 90,-2-6-90,-8-11 90,1 2 360,-3-3-270,1-1 449,0 0-629,-1-7-90,-1-12 90,0 2 45,0-2 0,0 0-45,0 2-90,5-9 0,-4 12 90,4 6-90,-2 0 90,0 5 0,3 2 90,-1 0-90,7 13 0,-3-5 0,4 5 0,0 2 0,0-3 0,2 2 0,0-1 0,-2-1 0,2-1 0,0 0 90,-2-3-90,2-2 0,0-1 0,-4-3 90,11-6-90,-16 2 0,3-21-90,-6 14 90,-1-8 0,-2-2 0,1 3-90,-1-1 0,0 0-179,0 6 179,0 0-90,5 15 90,2 7 90,12 1 0,-8-6 90,10 6 0,-15-11 629,5 3-629,-9-10-90,-7 5 90,-3-10-180,-5 4 90,-11-9-2968,4 3 2968,-1 1 0,16 8 0,12 4 0</inkml:trace>
  <inkml:trace contextRef="#ctx0" brushRef="#br0" timeOffset="5700">1689 4917 14189,'-12'-7'-3277,"1"-7"0,5 3 2981,2-2 1,4 0 0,0 5-1</inkml:trace>
  <inkml:trace contextRef="#ctx0" brushRef="#br0" timeOffset="6335">1863 4606 14729,'4'17'90,"-5"-4"-90,0 9 0,-4-10 0,11 13 0,-5-14 0,16 8 0,-11-12-360,24 3 180,-17-8 0,11-6 0,-7-5 90,-4-4 90,-2-1 0,-1-1 90,-3-3 180,0-4 0,-4-1 0,-10 3 89,-2-2 1,-1 3-180,-9 5 0,0 3 0,-1 2-90,2 5-90,-2 2 0,1 1 0,4 1-90,-13 12 90,21 2 0,5 3-90,22-1 90,0-10-135,3-3 0,1-1 45,1 0 90,4-7 0,0 0 0,-4 2 0,0-7 0,0 1 0,-10 7 180,12-6-90,-22 13 90,2 9-90,-4 1-45,0 4 0,0 1-45,0 2 45,0 6 0,0 2-368,-1-2 323,0-8 0,0 4 0,0-4 0,1 8 0,3 1 0,0-1 0,1-6-1639,5 2 1,1-2 1630,-2-7-255,4-1 0,0-1 263,-3-7-116,9 1 116,-13-6 282,1-7-282,-7-2-90,-9-16 90,-5 10 0,2 1 0,-2 1 1308,-7 1-1398,0-2-719,-4 1 359,10 4-1706,-10-6 627,16 10 1567,-3-6 1,8 6 0,0-3 0</inkml:trace>
  <inkml:trace contextRef="#ctx0" brushRef="#br0" timeOffset="6968">2498 4302 15178,'1'12'1260,"-1"4"-1080,0 2-91,0 0 1,0 1 0,0 1 0,0 0 0,5 4 0,0-1-90,-3-6 45,10 3 0,3 1-45,-1 2 0,-3-9 0,0-1 90,4 5-90,-10-14 0,0-6 0,-5-9-90,1-14 90,-6 6 0,3-6 0,-2 13 0,9 4 0,1 3 0,11 10 0,-6-3 0,14 2 0,3-4 0,-5-6 0,-4 4 0,-2-1 0,-5-8 0,11 2 0,-15 4 0,7 2 0,-10 3 0,4 0 0,0 11 0,-3-8-450,9 19-89,-9-19-1350,7 16 1169,-8-18-1529,3 8 1260,-5-9-1440,0 1 2070,-2-7 2068,-1-13-450,-4 1 0,-2-1-1235,2 4 1,0-1 380,-5-6 0,0 2-1468,-3 4 1243,2-3-390,-1 1 210,6 9-1709,-4-3-1080,15 15 2871,-1 7 0,11-2 0,-1 3 0</inkml:trace>
  <inkml:trace contextRef="#ctx0" brushRef="#br0" timeOffset="7336">3106 4415 14279,'1'-15'2608,"-11"0"-2608,3 9 0,-18 7 0,13 7-90,-10 10 0,15-10-449,-2 12 359,8-15-720,7 12 361,11-19 539,-2 6 0,5-19 0,-9 0 0,-4-5 179,0-1 1,-1-1 0,-2-3-626,-2 4 0,0-3 1,-1 3 805,-1-10-61,-1 10 1,-1-3 0,0 3-120,1-3-180,-4 3 0,1 3 0,3 9 0,-6 8 0,6 7-1639,0 14 1,0 3 495,0 1 50,1-2 1,0 4 0,-1-4-221,0 7 1313,2-9 0,1 4 0,1-4 0,5 6 0,-1-6 0,0 0 0</inkml:trace>
  <inkml:trace contextRef="#ctx0" brushRef="#br0" timeOffset="7535">3438 4389 15268,'2'10'630,"0"-3"-540,0 4-90,-2-5-900,4 17 271,-3-12-2070,6 17 1080,-4-18 1619,10 10 0,-5-14 0,6 2 0</inkml:trace>
  <inkml:trace contextRef="#ctx0" brushRef="#br0" timeOffset="7767">3831 3905 15268,'-4'-7'990,"1"23"-990,5 5 0,1 3-90,-1-3 0,1 1-1003,1 4 1,0 2 0,1-3-547,-1-9 1,1 0 545,2 10 1,2 3 0,-2-4 436,4 4 1,-1-3-1,0-2 1,0-7 0</inkml:trace>
  <inkml:trace contextRef="#ctx0" brushRef="#br0" timeOffset="8200">3935 3918 14279,'-11'-16'1079,"0"0"0,1 2 1,0-2-990,-1 0 0,2 1-90,-3-4-90,18 10 90,6 7 0,5 4 0,2 2 0,0 3 0,-1 1 0,1-1 0,-1 2-45,4 9 0,-5 2 45,-6-3 0,0 3 0,-5 2 0,-11-7 0,-4-1-45,1 2 0,-1 0 0,-9 1 0,-2-3-45,-2 1-360,-3 0 360,27-12 1,23-4 89,-3 1 0,1-1 0,-1-2 0,0 2 0,4 6 0,-4 2 0,-7-4 89,-1 9 1,-1 1 0,-6-5 45,-3 7 0,-5 2-135,-16 6 0,-1 3-1073,-5-10 0,-1-2 354,0-1-374,5-4 1,-2 1 0,2-1-1298,-7 2 1445,7-3 1,1 0 944,-4 2 0,9-5 0,-3 2 0</inkml:trace>
  <inkml:trace contextRef="#ctx0" brushRef="#br0" timeOffset="8566">4607 3873 15898,'-17'0'2788,"-2"0"-2068,13 0 449,-2 0-1079,7-4-90,8 0 0,20-8 0,-4 4-513,-4 3 1,4 0 0,-2 0 242,9-2 90,-6 3 0,2-1-675,-1 0 1,-2 0-46,8-1-193,-10 1 1,3 0 0,-3 0-848,6-2 301,-1-1 1,0-1 1130,-8 0 1,8-4 0,-16 5-1</inkml:trace>
  <inkml:trace contextRef="#ctx0" brushRef="#br0" timeOffset="8849">4968 3581 14908,'-15'-4'2159,"4"1"-1079,-3-3-721,10 4 91,-2 0-360,6 8 90,13 5-180,-5 1 45,8 1 0,2-1-45,-2 0 45,2 3 0,0 0-45,-2-1 180,0 1 0,0 0 0,-4-1-1,-2 3 1,-1 2-90,-5-4-45,-5 6 0,-4 0-45,-5-3-1093,-3-2 1,-5 2 0,2-2-547,2-3 1,-2 0 818,-4 3 1,-5 2 0,-1 1 0,3-3 454,-2 1 1,-1 0 0,5-4 0,-1 1 0,-1 0 0,2-2 0,-5 3 0,0 0 0</inkml:trace>
  <inkml:trace contextRef="#ctx0" brushRef="#br0" timeOffset="12833">5223 3581 12750,'6'-26'719,"-1"1"-179,-2 0-2044,1 1 2134,-3 2-181,1 2 199,-2 3-378,0 3 247,0 3-517,1 4 0,-1 1 90,1 3 1668,-1 27-1713,0-7 0,0 2 0,0 2 0,0 2-424,0-1 1,-1 1 0,2-2 378,2 8 0,-3-8 0,1 1 0,4-5 0,0-1 0,-1 3 45,4-2 0,0-1-45,-1-6 0,9 4 0,-10-11 90,7-6-180,-4-17 90,-2 2 0,0-2 0,-2 5 0,-1-1-45,2-7 0,-1 2 45,-1 9-90,7-6 180,-6 15-90,12 12 0,1 9 0,-5-6 0,0 0 0,6 9-180,6-9 90,-14-8-90,17-9 180,-15 3 712,0-6 1,-1-4-713,0-8 0,0-1-90,-6 0 90,-5 22 0,0 7 90,4 10-90,0-4 0,9-2 0,-4-11 0,11 1 0,-11-8 0,14-1 0,-14-7 0,9-7 0,-11 5 0,3-3-90,0-3 90,-5 9-90,9-11 90,-9 18 90,7 5-90,-7 2 0,3 11 0,-1 3 0,0-1 45,2 11 0,0 3-45,-1-1-60,-4-1 0,0 5 0,0-3-170,-3-10 0,-1 2 252,1 2 1,0 4-1,-1 0 1,-2-4-23,-2-4 0,0 0 30,1 7 0,1 3 0,-2-5 15,-3-7 0,0-2 135,1 13 0,0-2 0,-5-9-301,-4 2 121,5-23-90,-9-19-90,11 0-360,2-6 0,0-1-1099,3 15 1,2 0 1137,1-9 1,2-2-40,1 6 0,2 0-755,1 5 1,0 0 1069,1-4 0,1-1-784,4-5 1,2 1 918,-6 10 0,0-1-218,5-4 1,1-4 0,-2 5 307,5-6 625,-1 0 0,-2 1-176,-4 5 764,-2 0 1,-2 1-764,-4 5 2101,1-12-2371,-4 18-90,0-3 2204,-4 8-2114,3 13-180,-7-1 45,6 9 0,2 4-45,-4 1-188,3-2 1,0 4 0,1-3 232,0-5 0,0 0-135,0 9 0,-1 5 0,2-4-45,1-8 0,0-2-90,-1 12 0,0-1-360,1-7 1,0-3-136,-2 11 315,0-12 1,0 1-1235,0 2 1,0-2 58,0 5 1513,0-2 1,0-3 0,0-8 0,0 3-1</inkml:trace>
  <inkml:trace contextRef="#ctx0" brushRef="#br0" timeOffset="13284">5959 3754 11490,'-5'-30'521,"-1"1"1,1 0 0,-1 3 0,0 0 0,2 3-207,3 3 0,0 2-225,-3-6-46,2 2 1,2 1 45,8 6-90,4-13 0,1 19 90,13-4-90,-13 10 0,17 7 0,-17-3 0,5 13 0,-8 3 90,-5-1-90,-6 2 0,-1 0 0,0-1 0,-5-4 0,-3 1 0,-1 2 0,-1-1 0,-7 1-490,5-1 0,1-2 490,4-6 0,4-1-450,-1-1 271,10-2 89,-6-8-225,13-3 0,5-1 180,-5-4 0,0 0 135,5 0 0,1-1 0,4-7 0,-1-1-932,-6 6 1,-2 0 1065,3-4 1,0 1 135,2-7 733,-10 9-374,-1-3-359,-3 6 180,-2-6-360,-7 12-90,-2-2 0,-4 9-2663,-1 18 2663,3-6 214,4 9 1,2 1-305,-1-2-315,6 3 1,2 0-46,-1-4-540,12 2 1,1-1 90,-3-4-740,14-1 1,1-2 1303,-5-5 1,-2-2 0,0-1 0,-3-4 0</inkml:trace>
  <inkml:trace contextRef="#ctx0" brushRef="#br0" timeOffset="13550">6374 3475 11940,'3'-22'1259,"-1"6"-269,0-15-810,-1 17 0,5-13 0,9 19-180,-2-2 45,1 15 0,1 4-45,-2-1 134,2 7 1,-1 2-45,-3-2 225,0 2 0,-1 0 45,-4-2 899,2 14-809,-7-18 1169,-10 6-1259,-6-13-360,-1-5-270,-1-13-90,10-2-675,3-3 1,2 0-45,5-3-560,5-5 1,2-1-1639,7 2 3119,1 1 0,0 0 0,4 4 0,-7 7 0,0 0 0</inkml:trace>
  <inkml:trace contextRef="#ctx0" brushRef="#br0" timeOffset="14583">1628 2187 12120,'-20'0'2699,"5"0"-2160,-3 0 271,2 5-450,4-3 359,-10 5-539,11-3 180,-7 2-270,13-2 539,-3 5-269,7-4 810,6 10-721,-3-8 181,12 3 0,3 0-271,-1-1-1150,4-3 1,6 0 0,-1-2 880,-6-1 0,3-1-45,-1 0 0,5-1 0,2 0 0,2 0 0,0 0 0,-1-1-30,-3 0 0,0-1 0,0 0 0,1 1 0,-1-1 0,1 0-15,2 0 0,0-1 0,0 1 0,1 0 0,2-1 0,0 1 9,-5 0 0,2-1 0,1 1 0,1-1 0,0 0 0,0 1 0,-1-1 0,-1 1 0,-2-1 0,-3 1-495,4-1 0,-4 0 1,-1 0-1,1 1 1,4-1 494,-1 0 0,2 1 0,3-1 0,2 1 0,1-1 0,0 0 0,-2 1 0,-1 0 0,-2-1 0,-4 2-374,7-1 0,-6 1 1,0 0-1,5-1 365,-6 1 0,2-1 0,3 0 0,1 0 0,0 0 0,0 0 0,-2 0 0,-2 1 0,-2-1 22,4 1 1,-4-1 0,-1 1-1,5 0-22,-3 0 0,4-1 0,1 1 0,2 0 0,0 0 0,-1-1 0,-3 1 0,-4 0 0,3 0 0,-5-1 0,0 1 0,4 0 0,-3 0 0,3-1 0,3 1 0,0 0 0,0 0 0,-1 0 0,-2 0 0,-3-1 0,0 1 0,-2 0 0,-2 0 0,5-1-13,-1 1 0,5-1 0,1 1 1,0-1-1,0 1 0,-3-1 0,-3 0 13,4 1 0,-4-1 0,3 0-90,-3 0 0,4 0 0,1 0 0,0 0 0,-2 0 1,-4 0-382,-1 0 1,-3 0 0,0 0 350,10-1 0,2 1 1,-3-1-466,0 0 0,-5 0 960,5-1-1275,-8 0 1,-2 0 0,-11 2-1376,1-5 566,-8 3 1709,-15-3 0,-6-1 0,-3 0 0,-2 0 0,-1 0 0</inkml:trace>
  <inkml:trace contextRef="#ctx0" brushRef="#br0" timeOffset="15184">1797 2132 10681,'-23'0'1079,"-1"0"-539,-1 0-180,4 0 719,3 0-719,6 0 539,-11 4-629,14-3 810,-9 4-810,11-3-1,-3-1 181,5 2-270,2-1 0,0 0 90,2 0 899,8 3-809,-5 0 449,22 9-539,-11-5 120,7-1 0,8 1 0,0-2-1081,-5-3 0,1-1 1,0-1-1,0 1 736,0 1 0,1 0 0,0 0 0,4-1 6,-3-2 0,3 0 1,1-1-1,2 0 1,0-1-1,0 0 1,0 0-302,-3-1 0,0 1 0,0-1 0,0-1 1,0 1-1,1-1 0,-1 1 0,0 0 250,-1 0 0,0 0 0,-1 0 0,1 0 0,0 1 0,0-1 0,1-1 0,2 1-138,-2-1 0,2 0 0,1 0 0,1-1 0,1 0 1,-1 1-1,0-1 0,-1 0 0,-2 1 0,-1-1 0,-3 1 156,5-1 0,-4 1 0,-1 0 0,1-1 0,5 0-95,-8 1 0,3 0 0,1-1 0,2 1 0,1-1 0,1 0 0,-1 0 0,0 0 0,0 1 0,-3-1 0,-1 1 0,-2 0 59,8-1 0,-3 0 0,-2 0 0,1 1 0,5-1 18,-9 1 0,2 0 0,3 0 0,1 0 0,1 0 0,0 0 0,1-1 0,-1 1 0,-1 0 0,-2 0 0,-2 1 0,-2 0 0,8-1 0,-4 0 0,-2 1 0,2 0 0,4 0 0,-8 0 0,2 1 0,3-1 0,0 0 0,2 1 0,0-1 0,0 1 0,1-1 0,-2 1 0,-1 0 0,-2 0 0,-1 0 0,3 0 0,-2 0 0,-2 1 0,0 0 0,0-1 0,0 1 0,1 0 30,1-1 1,0 1 0,0-1 0,1 1 0,0-1 0,-2 1 0,0 0 0,-1 0-31,6 1 0,0 0 0,-2 0 0,-3 0 0,-4 0 45,0 0 0,-3 0 523,9 3 0,-2 1-478,-5-4-90,-10 2 1700,1-3-1790,-10 0 2272,0 0-2812,-2 0-2647,1 0 2457,-13 11 1,1-8 0,-11 8 0</inkml:trace>
  <inkml:trace contextRef="#ctx0" brushRef="#br0" timeOffset="59083">12203 1375 12930,'0'-11'1529,"0"2"-900,0 3-179,-6 1-90,4-1-180,-4 2 0,2 1-90,3 1 90,-4 0 179,-2-2-449,1 3 90,-3-2 0,-4 14 90,6-3 0,-2 8 0,-1 3-90,1 2 90,-1 6 0,1 2-90,1-3 45,3 2 0,2 0-45,1-6 0,6 3 0,5 0 45,2-9 0,4-3-45,11 3 0,2-2-159,-8-3 1,1-5 158,0-8 0,2-4 0,-3-1 0,3-4 0,-1-11 0,-2-2-90,-7-1 150,-7 3 0,0-4 0,-2 2 30,-2 7 0,-1-1 89,-4-11 1,-2-3 0,0 3-180,0 8 0,-1 2-45,-4-9 0,-2 5-1304,-9 14 450,9 13-740,-3 12 1,0 4-752,1 6 2025,4-1 1,-2 4 0,3-3 0,2-5 0,2 0 0,0 2 0,-1 0 0,1 0 0</inkml:trace>
  <inkml:trace contextRef="#ctx0" brushRef="#br0" timeOffset="59616">12254 2217 15178,'4'-15'1529,"-1"-2"-899,-1 5-90,-2-1-450,-5 8 90,-2 9-135,-3 8 0,-1 2-45,-3 8-1093,3-3 1,-2 5 0,2-4 977,-2 6-672,5-6 1,-1 3 0,2-4 696,3 3-406,4-1 0,2 0 316,0-4-244,10-3 1,2-1 333,-2-5-45,12-1 0,2-4 45,-1-8 60,-5 1 0,3-2 0,-2-1 30,-6-1 0,-2-2 0,8-7 0,1-5 0,-5 2 45,-7 6 0,-2-2 45,2-9 0,-1-4 0,-4 3 0,-10-5-90,-2 2 0,-2 2-90,-9 10-495,-2 9 1,-1 5-136,-1 11-373,4 4 1,-2 4 0,2-1-103,5 0 0,1 0 1206,-4 7 1,-1 2-1,2-1 1,4-2-1,2-2 1,-3 8 0,-1 0-1</inkml:trace>
  <inkml:trace contextRef="#ctx0" brushRef="#br0" timeOffset="60117">12213 3089 17157,'1'-14'1080,"0"-1"-541,-8 7-89,1 0-270,-7 11-90,3 6 0,3 5 0,0 2 0,-2 9-1012,0 3 1,1 0 921,2 0-30,3-7 0,0 4 0,1-4-60,1 9 45,4-8 0,2 2-270,4-4 0,2-2 135,10 4-45,2-1 1,5-4 164,-6-14 0,1-4 0,1-1 15,5 4 0,0-3 67,-4-6 1,2-4-1,-1-1 1,-5 0-23,-1-1 0,-3-2 45,-1-2 0,2-4 0,-1 0 0,-3 3 0,-4-1 0,-3-1 134,-2-8 1,-2-6 0,-3 5-135,-4 8 0,-2 2-15,-1-2 0,-1 0 0,-3 1 30,-4 4 0,-2 1 0,0 2-60,0 0 0,-1 2-60,-8-1 0,-5 0 0,3 4-75,9 4 0,0 2-615,-7 5 1,-3 2 0,5 0-421,-4 4-469,5 7 1,4 2-1639,11-5 3058,9 4 1,9-8-1,9-2 1</inkml:trace>
  <inkml:trace contextRef="#ctx0" brushRef="#br0" timeOffset="62948">13545 1439 12210,'0'-15'1259,"0"2"-809,-5 4 0,4 2-180,-4-1-90,5 2-91,-4 1 91,3 1 0,-4-1 180,3 0-270,-2 2 0,-1-2-90,1 4-90,-1 0 90,-3 17 0,1-1 0,0 1 0,1-2 0,1 2 45,-2 9 0,2 0-45,2-6 0,2 2 0,0-1 0,1-3 0,5 0 0,0 0 0,-3-5-45,9 1 0,2-1 45,6-4 0,4 2 0,-8-15 0,-1-5 0,-3 0 0,1-12 0,-2-2 0,-3-1-824,-3 5 1,-1-5 0,-1 4 913,-1-10 0,-2 9 0,-1-2 0,-1 3-90,-3-2-266,1 2 0,-2 4 266,-3 7-90,4-1-629,-7 9 179,8 6-1619,-12 9 1170,9 1-650,2 3 1,0 0 1355,3 3 0,0 11 1,3-13-1</inkml:trace>
  <inkml:trace contextRef="#ctx0" brushRef="#br0" timeOffset="63602">13552 2099 13739,'0'-9'1529,"1"-1"-1169,-1 6-90,-5 0-180,0 3 180,-7 13-270,2-3 0,0 7 0,0 2 0,-1 0 0,0 4 0,-1 0 0,4-2 0,2 2 0,0-1 0,4-4-90,4 1 0,3-1 90,6-3-45,3-1 0,1-2 45,8-4-1639,6-5 1,0-3 1523,-3 1 115,-6-7 0,2-4 0,-4 2 0,1-3 180,-3-10 0,-4-2 90,-5 3-91,-8-4 1,-1 0-180,0 4 0,-12 2 0,-2 1 0,4 8-315,-13 6 1,-2 4-316,5 1-1009,-4 14 1,0 3-1639,8-2 3169,7 1 1,-1 4 0,2-2-1,0 8 1,3-6 0,0 1 0</inkml:trace>
  <inkml:trace contextRef="#ctx0" brushRef="#br0" timeOffset="64150">13692 2836 15898,'0'-10'1619,"0"1"-1079,-6 6-450,-6 7 0,1-3-45,0 11 0,1 3-45,0-5 0,0 10 0,0 2 0,2-5-45,1 4 0,1 0 45,3-4-180,1 2 0,1 0 0,9-4 0,-6 8-450,23-6 450,-15-7 0,9 0 1,2-3 89,0-3 90,4-5 0,1-2 0,-1 1 45,2-12 0,0-3-289,-8 2 424,-7-1 0,0-5 0,-4 2 0,-1-10 89,-7 7 1,-3-3 0,0 3-180,-1 6 0,-2 0-30,-8-6 0,-6-2 0,2 5-252,5 8 1,-2 3 41,-9 0 0,-4 0 0,3 3-120,8 3 0,1 4-823,-8 6 1,-3 4 0,4-1-418,7-5 1,2 2 1509,-3 6 0,-2 4 0,3-3 0,2 3 0,5-4 0,0 0 0</inkml:trace>
  <inkml:trace contextRef="#ctx0" brushRef="#br0" timeOffset="65249">12378 1454 14459,'-6'0'629,"0"-3"91,4 0-540,0 0 360,-1-1-361,2 3 451,0-3-360,0 4 0,1-1 0,12 4-1,14 3-269,1 1-195,0-1 0,4-1 195,-7-1 0,2 0 0,-2-1-367,-3 0 0,-1 0 0,3 0 367,4 1 0,5 0 0,-1 0 0,-4 0 0,-3-1 0,2 1 0,-3-1 0,6 1 0,1 0 0,0 0 0,-2 0 0,-3 0 0,-1-1 0,0 1 0,0-1 0,4 1 0,0 0 0,0 0 0,1 0 0,0 1 0,2 0 0,-2-1 0,-5 0 0,-4-1 0,-1 1 0,5 0 0,2 0 0,-5 0 0,-4-1-323,9 2 323,-18-4-360,7 2 0,-10-3-2917,2 2 2457,-16-2 1,1 0 0,-12 0 0</inkml:trace>
  <inkml:trace contextRef="#ctx0" brushRef="#br0" timeOffset="65799">12458 1444 12750,'-7'-9'1349,"-1"2"-1169,7 5 180,-4 1 539,10 17-719,0-7-1819,9 13 1,3 2 1473,5-3 255,-7-6 0,2 3 0,0-2 162,-4-4 1,1 0-141,4 3 0,4 3 1,1 0-1,-2-2-551,0 0 0,1 2 457,-1-3 0,3 3 0,1 1 0,0 0 0,-5-4-18,5 3 0,-1 0 0,-5-3 0,4 2 0,1 1 0,-1 0 0,-4-3 0,5 4 0,0 1 0,-6-5 0,4 4 0,-1 0 0,0-1 0,-3-2 0,2 2 0,0 1 22,0 0 1,3 3-1,1 0 1,-3-2-633,-5-3 0,-1-3 0,1 1 610,1 2 0,0 0 0,0-2-135,3 4 0,-4-5 1605,-7-6-3719,9 2 990,-12-8-2018,4-8 2798,-7 0 0,0-8 0,-2 2 0</inkml:trace>
  <inkml:trace contextRef="#ctx0" brushRef="#br0" timeOffset="66349">12508 1511 12300,'-10'-9'899,"3"4"-269,4 6 0,12 20-450,0-4-1,3 5 1,0 1-90,3-2-809,-5-4 0,1 3 0,0-3 764,-3-3 0,0 0 134,6 8 1,2 4 0,-1-3-90,-4-6 0,1 0-54,0 2 0,3 3 0,1 2 0,-1-1 0,-2-4-36,4 5 0,0 1 18,-1-2 0,2 3 0,2 3 0,-2-2 0,-2-4-18,-3-5 0,-2-2 0,2 2 0,2 3 0,2 3 0,1 1 0,-1-1 0,-2-4 0,3 4 0,0 0 22,0-2 1,3 4-1,-1 0 1,-2-5-23,-1-2 0,-1 0 22,1-1 1,2 3-1,1 0 1,-3-3-23,-2-2 0,1-1-23,0 2 1,2 2-1,1 0 1,-3-3 22,-1 0 0,0-1 0,-1 1 0,2 0 0,-1 0 45,6 9 0,-2-2-45,-6-8 0,0 1 0,3 4 0,2 3 0,-2-3 0,-6-7 0,0 0 0,9 12 0,-1-2 582,-5-5-537,-1-2 0,0-2-135,-4-4 0,3 2-810,-7-8-2377,-2-2 0,0-8 1286,-7-1 1991,4-7 0,-12 0 0,5-2 0</inkml:trace>
  <inkml:trace contextRef="#ctx0" brushRef="#br0" timeOffset="66899">12429 2272 12030,'-23'2'1349,"9"-1"-809,-6-1-360,13 0 629,-4 0-449,7 0 270,1 0-450,3-4-90,4 0 449,14-15-919,-2 5 515,3-2 0,1 0-1509,-8 6 1,0 0 1418,6-4 0,2-2-1,4-3 1,0 0-1178,-5 3 0,2 0 1133,-4 2 0,2-1 0,0 0 0,1-2 0,0 1 0,0-1-758,3-2 0,0 0 788,-3 3 0,0-1 0,1 0-45,2-2 0,0 0 1,1-1 104,-5 4 0,1 0 0,-1 0 0,0 1-60,4-4 0,-1 0 0,1 0-8,-3 2 1,1-1-1,0 1 1,-2 2 515,3-3 1,-1 2-569,-3 1 0,1 0 0,-1 1-105,-1 1 0,-1 1-1754,7-4 1080,-19 13-942,1-1-1526,-17 25 3015,3-7 0,-1 2 0,-2 1 0,-3 3 0</inkml:trace>
  <inkml:trace contextRef="#ctx0" brushRef="#br0" timeOffset="67332">12522 2365 12840,'-26'-14'2248,"9"7"-1978,2-5-180,12 10 0,0-3 90,3 3 540,7 0-451,0 0-44,9-2 0,3 1-135,5-3-1125,-1 2 1,6-2-1,-3 1 1035,-5 1 0,2-1 0,3 1 0,6-2 0,0 1 0,-4 0 0,0 0 0,1 1 0,-6 0 0,5 1 0,2-1 0,0 0 0,-1 0 0,-5 1 0,0 0 0,-3 0 0,3 0-15,1 0 0,3 0 0,3-1 0,0 1 0,-3 0 0,-4 0 15,6 0 0,-1-1 22,-1 1 1,3 0 0,0-1-1,-6 1-22,-4 0 0,-2 0-180,3-1 0,1 0 1,-4 0-361,-2 0-2737,2-9 3158,-48 5 1,11-1 0,-5 7 0,0-1 0</inkml:trace>
  <inkml:trace contextRef="#ctx0" brushRef="#br0" timeOffset="67833">12510 2290 13739,'0'-8'990,"0"1"899,0 5-1350,7 11 1,6 6-360,3 4 89,3-2 1,1 0-3547,3 1 2880,-5-4 0,2 2 532,6 2 0,0-1 39,-9-6 1,1 1-153,2 1 1,3 2-1,1 0 1,-4-2 22,1 0 0,0 0-45,1 1 0,5 3 0,-1-1 0,-3-1-393,0-1 0,0 0 393,-4-2 0,4 2 0,1 1 0,-2-1 0,-2-2 0,5 3 0,-1 0 0,-4-3 0,4 1 0,1 1 0,-2-1 0,-3-2-905,4 3 1,-1-1 904,0-1 0,1 1 0,0 0 90,4 2 0,-2 0 821,-9-6 1,-1 0-852,4 2 0,1 1 0,-3-2 457,2 2-472,-1-1 0,-1-1-45,-5-4-90,10 3-90,-15-7-3097,4 1 0,-9-12 1613,-6 6 1664,1-13 0,-11 10 0,5-6 0</inkml:trace>
  <inkml:trace contextRef="#ctx0" brushRef="#br0" timeOffset="68634">12605 3110 11670,'0'8'810,"0"-1"-450,0-5 89,0 2-269,0-2 1889,0 2-1349,6-3-450,3-8 449,17-10-449,-6-3-374,-6 8 1,0-2 238,5-9 0,-1-1-510,-5 7 0,0-1 375,1-5 0,4-5 0,-1 0 0,-2 3-551,-4 6 1,-2 1 0,2-2 550,1-1 0,1-5 0,1-1 0,0 0 0,-1 0 0,-1 5-546,1-3 1,-2 2-1,2-2 571,-3 3 1,3-3 0,0-2 0,1-1-1,-1 1 1,0 2 0,-2 3 4,3-6 0,-2 4 0,2-4 21,-3 6 0,1-4 1,2-1-1,0 0 1,-1 0-1,0 2 1,-2 3-52,2-4 0,-1 3 0,1-2 15,-2 3 0,2-3 0,1-1 0,0 0 0,-1 2 0,-2 3-921,4-6 1,0 2 905,-1 1 0,1-2 0,-1 3 0,0 1 0,0 4-486,-4 3 1,0 1 485,2-3 0,0 0 243,-1 3 0,0 1-243,4-6 991,4-3-1170,-1 3-1,-8 8-1529,6-5 899,-11 11-1273,1 0-975,-11 18 1709,-5-2 1349,-4 14 0,-4-5 0,2 3 0</inkml:trace>
  <inkml:trace contextRef="#ctx0" brushRef="#br0" timeOffset="69049">12493 3211 13379,'-5'-19'1799,"15"-5"-1529,-2 3 180,12 2 0,3 1-1073,-10 8 0,1 1 772,9-7 1,4-3 0,-2 3-563,-6 3 0,0-1 435,3-2 1,4-3-1,-1 0 1,-2 2-23,-1-1 0,1-1 0,-5 3 0,3-3 0,2-2 0,0-1 0,-1 2 0,-3 2-239,0 0 1,-3 2 0,4-2 238,-1-1 0,3-2 0,3-3 0,-1 1 0,-2 2 0,-3 3 0,-2 2 0,-2 3 0,2-1 0,1-2 0,3-2 0,1 0 0,-2 0 0,-2 4 0,1-1 0,0 1 0,4-4 0,3-1 0,-4 3-90,3-2-135,-3 3 1,-1 1-316,-8 5-2737,5-2 0,-26 16 296,2 6 2935,-16 6 1,4 3 0,-2-3 0</inkml:trace>
  <inkml:trace contextRef="#ctx0" brushRef="#br0" timeOffset="69465">12465 3354 13739,'-17'0'1979,"-2"-6"-1349,10 0-271,5-7 541,23-3-630,0 4-31,3 3 1,5-2 0,2 0-1060,-4 3 1,1 0 0,0 1 0,0-1 688,-1 0 0,-1 0 0,1 1 0,1-1 161,-2 1 0,3 0 0,1 0 0,-1 0 0,-2 1 0,-3 1-213,0 0 1,-2 0 0,1 1 182,7-2 0,4 0 0,0-1 0,-3 2 0,-1 1 0,-2 0 0,2 0 0,2 0 0,2 0 0,0 0 0,-2 0 0,-3 1 0,-1 0 0,2 0 45,2 0 0,2-1 0,-1 1 0,-5 0-45,-4 1 0,0 0 60,6-1 0,3 0 0,-6 0 29,3 0-310,-5 0 0,-2 0 221,-10 1-1708,3 0-991,-12 1 346,-8-1 105,-1 2 2248,-7 0 0,2 0 0,-1 0 0</inkml:trace>
  <inkml:trace contextRef="#ctx0" brushRef="#br0" timeOffset="74416">13545 1347 17877,'-8'-6'-270,"1"1"360,0 11 0,3 1 90,-7 13-180,6-6 45,-1 1 0,-1-1-45,2 1 45,-1 1 0,0 0-45,1-2 0,-2 8 0,3-6 0,1-5 90,0 4-180,1 0 90,0-5 0,0 3 90,1-2-90,1-2 0,0 0 0,0 1 0,0-5 0,4 5 0,0-8 0,5 3 0,-1-3 90,9-1-90,5-9 0,-6 1 0,-1-1-90,7-8 45,-10 4 0,-1 0-2329,-3-1 2284,2-5-535,-5 2 0,0 0 625,2-5 45,-2-5 0,0 0 45,-3 4-455,0-2 0,-1 1 365,-1 6-160,-4-14 160,2 20 0,-2-4 90,0 6-90,-1 3 0,-2-3-90,-2 6 1759,-2-1-1579,4 3 1188,-9 0-1278,8 1-90,-10 6 180,9 0-90,-11 10-90,11-7 90,-2 5 0,0 0 0,3 0 0,0 4 0,0 0 0,4-2 0,0 2 0,2 0 90,0-2-135,2 1 0,0 1 135,0-3-90,4 1 0,2 0 0,-4-2 0,10 1 0,1-1 0,-5-3 0,5 1 0,2-1 0,-3-3 601,2-1 1,1-1-602,7-3 0,0 1 0,0-17 0,-14 5 0,0-7 0,-1-3 0,-1 1 45,-1-11 0,-2-5 135,-8 6 0,0 0 1,5-1 1,-2 1-227,-8-2 0,-1 6-45,3 12-539,-9-5-1,8 14-2647,-14 8 3154,9 11 0,0 3 0,0-7 0,1 1 0,1 11 0,-1 0 0</inkml:trace>
  <inkml:trace contextRef="#ctx0" brushRef="#br0" timeOffset="75150">13607 2104 13739,'0'-7'1259,"0"0"-539,0 3-360,-5 2-90,-1 0 89,-12 17-269,7-6 0,-2 8 0,0 1-90,3-1 0,-4 6 0,1 4 45,6-5 0,2-1-45,-3 0 0,1 1 0,3 3 0,3-3 0,6-7 0,3 14 0,7-18-180,9 7 90,-7-12 0,2-3 1,-1-1 89,-1-1 0,5-9 0,-1-6 0,-9 1 0,-1-2-1639,3-2 1,-1-2 1625,-6 2 0,-1 0-896,-2-5 0,-2 0 1089,1-6-402,-1-2 0,-1-1 402,-1 7-261,-5 3 0,-1 1 81,3 8 1458,-20-3-1638,15 12-540,-6 11 1,-2 4-271,2 1 405,1 2 1,1 3-1055,-2 4 1,2 1 1245,3-3 0,1 2 0,-2 4 1,1 0-1,5-6 0,1-1 0</inkml:trace>
  <inkml:trace contextRef="#ctx0" brushRef="#br0" timeOffset="75883">13746 2853 13739,'-4'-10'2339,"-7"-3"-1170,2 5-899,-3 1 450,-4 9-451,8-1-44,-5 12 0,0 3-135,1-4 0,-4 11 0,1 2-90,4-5-584,1 0 1,2 1 583,1-2 189,1 7-189,3 4 0,2-11-45,3 1 0,2 0 45,4-5-135,2 0 0,2 0 45,3-5-90,2-1 0,1-1 0,-1-5 45,5-3 1,1-2 134,-2 1-1033,-3-7 0,3-5 1,-4 2 942,6-2 90,0-9 0,-2-1-1675,-7 2 1675,-6 6 0,0-1-342,0-7 1,-3 0 521,3-7 89,-5 9 1,0-3 0,-1 4 0,-1-6 179,-9-2 1,-6 3-315,-3 15 0,-4 3-315,-6-2 0,-1 3 127,4 8 1,2 3-263,4 2 1,2 2-1325,1 9 1,2 1-212,-3 4 757,7-4 1,0 3 0,2-3 436,0 10 1,3-7-1,1-1 1,3 2 0</inkml:trace>
  <inkml:trace contextRef="#ctx0" brushRef="#br0" timeOffset="82514">12419 1410 17877,'11'5'0,"-1"3"0,-2-6 0,6 3 0,12 2 0,-3-5 0,-8 4 0,1 1 45,5-2 0,1 0-665,7 5 620,-5-3 0,4 0 0,-4 0-274,-5-2 0,0 0 274,1 1 0,5 1 0,0 0 0,-4-1 0,1 0 0,-1 0 0,1 0 0,4 2 0,0-1 0,-4-1 0,-1 0 0,-1 0 30,9 1 0,2 2 0,-4-2-30,-9-3 0,-1 1 0,6 0 0,3 1 0,-4-1 0,4 1-1503,4-1 1,-1-1 1502,-9-1 0,0-1 0,-2-1-1070,-7-1 1070,3 0-4,1 0-265,-6 1-1221,6-1 590,-9 0 1590,0 0 0,-13 0 0,-3 0 0</inkml:trace>
  <inkml:trace contextRef="#ctx0" brushRef="#br0" timeOffset="85837">13518 1318 10231,'0'-12'0</inkml:trace>
  <inkml:trace contextRef="#ctx0" brushRef="#br0" timeOffset="87716">12080 1489 11850,'10'-8'0</inkml:trace>
  <inkml:trace contextRef="#ctx0" brushRef="#br0" timeOffset="88920">12115 1370 14549,'9'0'0,"-2"3"-180,-4-2-1439,-2 2-360,0-1 450,-1 1 1529,0 2 0,0-2 0,0 1 0</inkml:trace>
  <inkml:trace contextRef="#ctx0" brushRef="#br0" timeOffset="89851">12060 1456 13739,'2'-9'0,"-1"1"0</inkml:trace>
  <inkml:trace contextRef="#ctx0" brushRef="#br0" timeOffset="90700">13474 1387 10051,'8'0'0</inkml:trace>
  <inkml:trace contextRef="#ctx0" brushRef="#br0" timeOffset="92787">9073 2609 11940,'-3'-7'2879,"0"0"-2790,12 20 181,-4-2-180,9 9 270,-3-1-270,-2-11 270,15 7-360,-8-16 0,2-3 45,11-4 0,1-3-374,-7 1 0,0-1 329,-1-3 0,1-3 0,-2-1-30,-7 1 0,-1-2 0,-1 2 30,6-5 0,-1-2-30,-7-2 0,-1-3 1,-5 4 73,-4 9 1,-4-1 45,-1-7 0,-1-4 0,-1 4-45,-1 7 0,-2 2 45,-6-7 0,-1-3 0,0 5-90,-5 0 45,-5 2 0,0 3 45,7 11-90,-5 8 0,1 3 90,1 2-60,5 3 0,-2 4 0,3-2 15,5-3 0,0 2-15,-5 6 0,-1 4 0,3-3 15,6-5 0,1 0-45,-3 7 0,1 2 0,2-3 0,1 8-45,5 0 0,3 0-135,6-6 0,-1-5 0,3-2-945,9-4 1,3-3-45,8 2 76,-4-5 1,6-1 0,-4-3 815,-5-5 1,-1-2 0,1 3 0,3-1 0,-4 0 0,-2-6-1,0 1 1</inkml:trace>
  <inkml:trace contextRef="#ctx0" brushRef="#br0" timeOffset="93648">9278 1602 11041,'1'-22'2518,"-1"3"-2248,0 5 450,0 5-540,0 7 359,0-1-179,0 8-270,0 2 450,0 10-450,1 10-45,-1-9 0,1 1 0,0-4 0,-1 2-45,3 6 0,1 2 45,0-5 0,1 1-45,-1-4 0,0 1 0,3 9 0,0-4 0,-3-7 0,5 13 89,-7-21 1,3 7 1170,-4-9-1260,1-3 0,-2-8 0,-4-12 0,3 5-90,-6-15 90,6 14 0,-3-15 0,4 16-90,10-11 0,-8 15-180,25-7 180,-17 11 0,7 1 0,2 1 90,-5 2 0,15 4 0,-19-3-90,7 15 180,-14-3-90,-4 4-809,-13 4 89,0-11-919,-6 2 1,-2 1 982,-4-1 1,7-3-1,0-1 1,-3 0 0</inkml:trace>
  <inkml:trace contextRef="#ctx0" brushRef="#br0" timeOffset="96599">8746 2924 14549,'2'-10'0</inkml:trace>
  <inkml:trace contextRef="#ctx0" brushRef="#br0" timeOffset="99379">7286 2431 7443,'0'0'0</inkml:trace>
  <inkml:trace contextRef="#ctx0" brushRef="#br0" timeOffset="100015">8419 2666 11850,'-17'-11'0</inkml:trace>
  <inkml:trace contextRef="#ctx0" brushRef="#br0" timeOffset="101097">12532 1476 12660,'-8'-5'1439,"3"1"-989,4 9-1,1-1-179,4 5-90,-3-3 270,15 7-360,-9-6 90,9 3 0,3-2 0,0 1-121,3-2 1,5 0 0,2-1-880,-5-1 1,1-2 0,0 1 0,0 0 790,-1 0 0,-2 0 1,1 0-1,2-1 29,4 1 0,2 0 0,0-1 0,-1 1 0,-4-1-338,3 0 0,1 0 338,-4 0 0,5 0 0,1 1 0,0-1 0,-3 0 0,1-1 0,-2 1 0,0-1 0,-3 0 0,1 0 0,0 1 0,-2-1 0,4-1 0,-1 0 0,-6 0 0,1 0-575,-2-1 0,-3 0 35,-10 0-2737,2 0 2457,-13 0 1,-4 0 0,-7 0 0</inkml:trace>
  <inkml:trace contextRef="#ctx0" brushRef="#br0" timeOffset="101499">12319 2282 10951,'16'-6'-315,"0"0"0,7-4-1259,3-2 0,1-2-65,-13 5 1,1 0 1368,10-6 1,0-1 0,-8 4-1,-1 1 1,1-2 0,0 1 0</inkml:trace>
  <inkml:trace contextRef="#ctx0" brushRef="#br0" timeOffset="105998">12397 1415 14729,'0'-11'3276,"7"8"0,1 6-2992,7 7 30,5-2 1,4 2-255,-3-2 0,2 0 0,0 0-700,-3-1 1,1 1 0,1-1 661,3 1 1,2 0 0,0-1-1,-4 0-22,-2-1 0,0-1 0,2 1 0,4 0 0,0 0 0,-4 0 0,0-1 0,0-1 0,0 1 0,5 1 0,0 0 0,-4-2-45,-2 1 0,1-1 45,-1 0 0,4 1 0,0 0 0,-4-1 0,-2-1 0,0 0 0,5 1 0,3 1 0,-5-1-179,3 0-316,-4-1 0,-2 0 45,-9-1-843,2 0-1984,-11-1 0,-22 0 0,7 0 2759,-3-1 0,-1 0 0,-3 0 0,-2 0 0</inkml:trace>
  <inkml:trace contextRef="#ctx0" brushRef="#br0" timeOffset="106681">12521 1451 18237,'9'18'809,"2"5"-629,-3-10 0,1 3 0,0 1-90,2 2 0,4 5 0,1-1-857,2 0 767,-4-6 0,3 1 0,-1-1 45,-4-5 0,1-1-45,7 6 0,3 1 0,-2-1-1639,-5-6 1,0 0 1383,8 6 0,2 1 255,-7-7 0,0 1 0,-1-2 293,0 1 1,0-1-264,6 5 0,4 1 0,-4-3-75,-9-4 0,-1 0 45,4 2 0,2 2 0,-3-3 90,1 2-135,-3 0 0,-1-1 135,-5-3-90,3 6 0,-9-9 249,2 4-3526,-4-7 0,-5 1 3069,0-7 1,-8 3-1,1-3 1</inkml:trace>
  <inkml:trace contextRef="#ctx0" brushRef="#br0" timeOffset="115285">13605 2197 10231,'0'0'0</inkml:trace>
  <inkml:trace contextRef="#ctx0" brushRef="#br0" timeOffset="115837">13756 3110 13469,'-12'-9'1260,"3"1"-1260,5 4-90,4 1-1439,-2 2 359,2-1 1170,0-5 0,6 1 0,1-5 0</inkml:trace>
  <inkml:trace contextRef="#ctx0" brushRef="#br0" timeOffset="116352">13954 2983 6993,'11'-8'0,"-1"-3"0</inkml:trace>
  <inkml:trace contextRef="#ctx0" brushRef="#br0" timeOffset="117416">14166 892 12120,'-9'-10'2159,"3"1"-1530,0 1-539,5 3 0,-1-1-90,7 4 180,1 0-90,8 1-90,-2 1-3212,12 6 3302,-10-5-261,2 7 1,-1 0 170,-3-5-190,8 19 190,-15-16 90,2 14-90,-12-13 3040,3 4-2950,-8-3 666,1-2-756,-17 7 307,-2-4-307,-1 2-90,10-5 90,12-3 0,7-2 0,6 2 0,-4-1 0,18 6 0,-13-4-90,23 8 90,-18-7 0,3 3 0,-1 0 0,-2-1 0,6 6 0,-5-1 0,-7-4 0,2 8 90,-6-9-90,-15 7 90,5-8 0,-16 4-90,12-6 180,-19 0-90,14-2 89,-2-1 1,-1 0-90,3-1 0,-10 0 0,9 0 0,5 0 0,-1-4 0,3-1-90,6-1-90,-1-3 0,16 2 90,14 0 0,-8 11 0,0 2 0,12 2-1639,-14 8 1,-2 1 1523,-4-3-207,1 2 0,-1 1 322,-1-2-135,3 1 0,1 0-405,0-3-1099,6-3 1,2-1-1471,1-3 3109,0-3 0,1-2 0,1-10 0,7-2 0</inkml:trace>
  <inkml:trace contextRef="#ctx0" brushRef="#br0" timeOffset="124798">11593 1025 12390,'-19'3'1349,"2"-1"-809,5-2-180,2 0 89,3 0-359,3-3-90,3-1 0,13-3 0,10-1 0,1 4 0,-5 1 0,-1 2-90,-4 7 180,11 2-90,-17 7 0,4 7 0,-10-6 0,-4 13 0,2-17 0,-15 14 90,14-15-90,-18 9 0,15-13 450,-7 4-450,13-15 0,4 5 0,13-12 0,-4 5 0,1 1 0,1 1 0,0-1-1639,4 3 1,1 1 1523,-5 1 115,0 4 0,0 3 0,-8 9 0,1 3 90,-21 7-90,3-15 0,-13 6 90,-1-4-90,3-3 180,-8 1 0,-1 0 3030,1-1-3090,7-3 0,-3-1 0,4 0 60,-1-2-90,2-1 0,2-1-90,6-1 90,-4-7-180,18-5 90,5 0 0,5 2 0,2 9 0,2 5 0,-2 2 0,-1 2 0,2-1 0,-1 0-135,4 6 0,-1 0-315,-4-3-1189,4 0 1,-1-1-751,0-3 2389,1-1 0,1-4 0,-3-7 0,8-3 0</inkml:trace>
  <inkml:trace contextRef="#ctx0" brushRef="#br0" timeOffset="128052">12022 1085 15448,'16'0'720,"6"-5"-585,7 0 0,2 0-1035,-11 0 1,2 0 921,2 1 1,4-1-1,1 1 1,-4 0-451,-1 1 0,1 0 428,3-1 0,6 1 0,-1-1 0,-3 1-312,-1 0 1,2 0 311,-5 0 0,4 1 0,2-1 0,-2 0 0,-3 1-769,-3 0 0,-3 1 1,2-1 768,1 0 0,3 0 0,0 0 0,0 1 0,-1-1 0,0 1 0,0 0 0,1 0-246,0 0 1,1 0 0,1 0-1,-1 1 1,0-1 245,2 0 0,-1 0 0,0 0 0,2 0-137,-4 1 0,2-1 0,1 1 0,-1-1 0,-2 1 0,-5 0 137,7 0 0,-2 0-163,-1 0 1,5-1 0,-1 1 0,-5 0 162,-3 0 0,-2 0 468,10 0 0,0 0-468,-8-1 0,-2 1 0,-2-1 0,0 0 0,0 1 0,-1-1 0,0 0 0,-2-1 0,-5 1 1569,9-1-1210,-14 1 1942,1 5-2301,-5 4 90,-1 1 0,5 3 0,0 5-90,1-2 3276,0 6-3172,-2-2 1,0 0-105,3 7-893,-3-5 1,1 4 0,-1-3 892,-1-4 0,-1 0 22,1 6 1,1 4-1,-1 3 1,1-2-830,-1 2 1,0-1 0,0 1 806,-1-5 0,1 0 0,-1 0 0,1 2 36,-1 0 0,1 2 0,-1 1 0,0-2 0,0-4-201,1 3 0,-1 2 209,0-5 1,1 6 0,0 3 0,-1 1 0,1-3 0,0-3-45,0 2 0,-1-4 0,2 3-232,-2-5 1,0 2 0,1 2 0,0-1-1,-1-1 1,1-3 261,0 3 0,0-2 0,0 0 30,0-1 0,0 0 0,0-2 84,1 2 0,-1-1-54,1 0 0,-1 0-30,1-1 0,0 1 0,-1-1-60,2 3 0,-1 2 22,1-1 1,0 4-1,1 1 1,-1-4-23,1 3 0,0 1 18,-1-5 0,1 3 0,0 2 0,0-1 0,-1-5-18,2 5 0,-1 0 54,0-4 0,0 4 0,1 1 0,0-1 0,-2-5-9,1 3 0,-1-1 22,-1 2 1,1 5-1,0-1 1,-2-5-23,-1-6 0,-2 0-1,0 1 1,-1 4 0,-1-1 0,0-3-45,-1-3 0,-1 0 90,0 7 0,0 4 0,-2-6-45,1-9 0,-2-1 540,2 6 1,0 2 0,0-3-317,-7 8 270,7-11 0,-1-1-449,1-4 2490,2-15-2491,1-4 2365,-4-4-2454,3 1 90,-7 2-90,5 1 90,-11 1 0,6 2 44,-6 2 1,-1 0-45,0 2 0,-8 2 0,0 1 0,1-2-939,4 3 1,-4 2 0,3-2 848,5-3 0,-2 0 30,-9 5 0,-5 1 0,3-1-30,7-3 0,-1-1 22,-3 2 1,-4 1-1,-1 0 1,4 0-23,0-2 0,-1 1 0,5-1 0,-5 0 0,-1 0 0,0 0 0,5 0 0,-6 0 0,-1-1 0,7 1 0,-3-1 0,-2 0 0,-2 1 0,1-1 0,2 1-504,-1-1 0,1 0 0,0 0 1,0 0-1,0 0 504,0 0 0,0 0 0,-1 0 0,1 0 0,-1 1-15,0-1 0,0 0 0,-2 1 0,2-1 0,2 0 0,3 0-339,-7 1 1,0 0 353,6 0 0,-4 0 0,-1 0 0,1 0 0,5-1 0,-5 2 0,0-1 0,4-1 0,-3 2 0,-2-1 0,1 0 0,2 0-82,-4 1 1,3-1 0,-2 1 81,2-1 0,-1 1 0,0 0 0,2 0 0,4-1 0,2-1 0,2 1 45,-3 1 0,4 0-45,9-1 1523,-4 1-1433,9-3 3027,-3 0-3027,5-1 1435,-2 1-1525,3-1 570,0-10-570,1-13 0,-1 1-45,6-9 0,1 0-671,-4 0 686,4 4 0,2-6 0,-3 3-512,-4 8 0,0 0 542,3-4 0,0-5 0,1-1 0,-2 4-700,-1-1 1,-1-1 663,1 4 0,0-4 0,0-3 0,1 2 0,-2 4 36,1 3 0,-1 3 0,0-4-26,-1 2 0,1-4 1,1-2-1,-1-1 0,0-1 1,0 1-1,0 1 11,0 1 0,0 0 0,1 0 0,-1 0 0,0 1 0,0-1-288,0 0 1,0 0 0,0 0 0,1 0-1,-1-1 1,0 1 287,0-4 0,1-2 0,-1 1 0,1 0 0,-1 3 0,0 5-15,0 1 0,0 5 0,0-4 30,0-3 0,0-4 0,0-1 0,0 0 0,0 6 0,0-7 0,-1 1-36,1 7 0,-1-5 0,0-1 0,1 2 0,-1 4 36,0-4 0,0 1-23,0 0 1,0-4 0,0 1-1,0 5 23,0 2 0,0 1-60,0-8 0,0-3 0,0 4 60,0 9 0,0 0-30,0-8 0,0-4 1,0 4-731,0 8 0,0 1 760,0-11 0,0 0-45,2 7 0,0 3-432,-1 3 1,-1 1 476,4-3 0,0-1-69,-2-1 0,-1 2 69,3-6 179,-2 1 0,0 0-179,-2 6 539,1-2 1,0 1-540,-1 3 1048,0-2 0,0-1-1048,-5-6 0,4 0 0,-6 2 0,3 15 1251,-2-6-1251,1 9 1375,2-4-1375,1 5 925,-1-1-925,2 3 90,0 0-180,1 1 90,0-1 0,0 1-1709,0-1-1568,3 1 2457,-8 13 1,-1-5 0,-10 10 0</inkml:trace>
  <inkml:trace contextRef="#ctx0" brushRef="#br0" timeOffset="164849">7115 2674 12390,'-4'-7'630,"0"0"-181,3 4-89,-1 1 0,1 0-90,0 1 449,0 0 1440,0 0-1349,0 1 179,1 7-449,14 10-450,-8-2 179,10-2 1,0 0-90,-4-5-45,5 1 0,0 0-45,-2-1-45,1-2 0,-1 1-256,1-1 301,13 3-90,-13-5 90,13 3-90,-13-4 90,13 0 0,-12-2-90,4 0 0,0-2 0,3-5 0,5 3 0,1-1-2514,-3-10 2514,-6 8 0,0 1 0,0-7 0,-7 6 0,1-1 0,6-4 0,1-2-184,-7 5 1,0-1 183,7-4 0,-2-1 0,-2 0 45,-6 3 0,0 0 45,2-3 265,4-8-175,-13 11-91,3-5 91,-6 2-180,-1 2 0,-4-4 0,-1-1-90,-6 0 90,1-3 0,-2 1-682,-6 2 682,-4-6 0,9 11 0,0 0-1266,-7-6 1311,6 6 0,0 0-41,-5-2 1,1 1 85,-5-4 0,5 4 0,0 0 90,-8-2-90,6 4 0,-6-2 89,1 3-1623,5 2 1534,-7-1 357,9 4 1,0 1-358,-6-1 144,2 1 1,1 1-235,1 2 44,-6 2 1,1 3-45,-1 4 0,6-2 0,-3 1 0,3 1 0,-4 8 0,-1-1 0,0 2 45,6 1 0,2 0 0,1-3 0,1 1 0,-4 10 0,2-1-45,6-5 45,2 2 0,1 1-45,3-4 183,6 0 0,1 0-93,-1-3-180,16 5-630,8-5 90,1-6-463,-6-5 1,4 0 0,-3-1 909,-4-1 1,0-2-911,11 1 1,5 0 0,-4-2-547,-8-4 1,-2 1 1169,2 3 1,1 0 0,-2-2 0,-6-3 0,-1-1 0,15-1 0</inkml:trace>
  <inkml:trace contextRef="#ctx0" brushRef="#br0" timeOffset="172264">11032 4301 14369,'-12'0'1709,"1"0"-990,6-5-179,2 3-270,-1-2-90,1 4-90,1 0 0,0-4-90,8 2 0,4-1 0,17 0 0,-7 3 90,1 1 0,-1 3 449,0 8-179,-1 7-360,-13-1 0,-20-3 0,-6 3 90,-1-7-90,1 2 0,1 0-90,1-3 90,1 0 0,0 0 0,6-3 0,-4 2 90,12-6 0,10-1-90,4 0 0,18-2 0,-9 0-45,1 0 0,0 0 45,-2 0 45,1 3 0,-1 0 135,-4-2 135,-1 9 0,-2 1-136,-7-3 541,-4 22-540,-3-17 45,-17 7 0,-5-1-135,5-2-598,2-6 1,-5 2 0,3-3 507,-7 3 0,10-6 0,-2 0 0,-4 1 0,0-1-90,-6 1-225,-2 0 1,1 0-316,4-3-809,1-1 0,2 0-90,5-3-1748,-10-5 2457,21-6 1,-2-2 0,8-1 0</inkml:trace>
  <inkml:trace contextRef="#ctx0" brushRef="#br0" timeOffset="174663">11596 4337 12210,'5'-8'1349,"-2"0"-899,-3 4 0,0 0-90,0 0-91,0 1 541,-4-2-540,-2 3-90,-3 0 0,1 2 179,-4 7-269,4 2 0,-5 5 0,3-1 0,-1 1-90,-3 2 0,-2 5 0,-1 0 0,3-1 0,-1 1 0,1 1 0,2-4-270,0 2 0,0 1-2068,1 5 853,4-10 1,1-1 1484,1 1 0,4-14 0,1-8 0</inkml:trace>
  <inkml:trace contextRef="#ctx0" brushRef="#br0" timeOffset="174898">11414 4363 13379,'3'-10'1440,"-2"1"448,0 5-1438,6 14-270,8 4-180,-1 6 45,3-2 0,0 1-135,-3-3-720,4 5 1,1-1-180,-3-6-650,2 3 1,2-2-1639,-2-3 2808,-3-2 1,0 0 0,2-2 0,1 1 0</inkml:trace>
  <inkml:trace contextRef="#ctx0" brushRef="#br0" timeOffset="179183">12009 4331 13739,'0'-9'1529,"0"-1"-1169,0 6 0,0-2-180,6 2 0,-4 0-90,9 0 90,-6 0-91,5 1 91,-1 0-90,0 1 0,1 1-90,2 0 90,-1 1 0,1-1 0,-1 1 0,-1 0 0,3 5-90,-4-3 270,2 7-180,-7-8 270,1 10-360,-5-7 0,-13 11 0,6-8 0,-18 8 0,8 0 0,1-3 0,6 4 0,8-11 90,7 6-90,3-6-90,12 6 90,-5-7-45,1 1 0,-1 0 45,-1-1 0,14 7 0,-21-6 0,4 8 0,-18-7 0,-10 11 0,-1-9 0,-2 1 0,-1 0 0,0-2 0,-2 0 0,0-1-90,4-1-360,0 0 0,2 0-269,4-1-2558,-4 3 0,20-12 2486,6 5 1,8-12 0,2 4 0</inkml:trace>
  <inkml:trace contextRef="#ctx0" brushRef="#br0" timeOffset="179566">12540 4332 13289,'3'-19'1709,"-1"5"-269,-1-4-1171,0 11 1,0-5-180,-1 34-90,-4 0-225,4 1 1,-1 1-226,-4 5-540,4-9 1,0-1 269,-2-3-919,1 3 1,1-1-122,1-3 1760,-1 10 0,1-15 0,0 2 0</inkml:trace>
  <inkml:trace contextRef="#ctx0" brushRef="#br0" timeOffset="179782">12440 4457 13739,'-12'-7'1529,"4"2"-449,0 2-810,12 1-270,15 5-540,6-2 0,5-1-553,-5 2 1,1-1 0,1 1-1,-3-2 1,0 0 0,0 0 682,-2-2 0,1 0 1,-3 1-1,-2 0 1,-2 1-1,0-3 0,0 1 1</inkml:trace>
  <inkml:trace contextRef="#ctx0" brushRef="#br0" timeOffset="191547">13086 4216 11400,'2'-13'810,"1"1"-450,-2 3 0,2 0 89,-2-1 91,2 1 0,-1 0-91,0 1 1,1 0 0,-1 1-90,-1 1 719,0-3-809,-1 4 450,-5-4-541,3 7 1,-3-2-90,2 3 90,-6 7-180,-1 4 45,-6 7 0,-2 4 0,3 6 0,0 0-302,-2-3 0,1 1 257,6-3 0,1 1 0,4-1 0,7 1 0,2 0 0,-6-3 0,3 0 0,12 7 0,2-4-90,-3-6-62,10 1 0,5-1 152,-5-10 0,0-1 0,-1 0 0,0 1 0,-1-4 0,1-2 0,-1-4 45,1-2 0,-5-4-45,-8-5 270,1-15-180,-7 17-45,-11-2 0,-2 3-45,-2 5 0,-13-1 0,-6 3-540,8 8 1,0 3-1100,-6 3 1,2 2-1,8-2 1,4 2 1172,6 4 1,6-1 0,10-4 0,3 4-1</inkml:trace>
  <inkml:trace contextRef="#ctx0" brushRef="#br0" timeOffset="199999">12404 1389 12570,'-4'-10'450,"3"2"-1,-4 2 1,5 2-90,-4 1-180,3 1 0,-3 0 89,4 2 541,0 13-630,0-7 270,5 23-270,1-16 134,2 3 1,1 2-225,4-2 135,5 4 0,2 0-851,5-1 686,-1-6 0,6 1 0,-3-1-776,-4-4 1,2-1 733,-1-1 0,4 1 0,2-1 0,-1 1 0,-3-2-588,-2 0 0,-2-2 0,3 1 555,0 0 0,5 1 0,2 0 0,-1 0 0,0 0 0,-5-2-690,2 2 0,-3-2 1,2 1 704,-4-1 0,2 1 0,1-1 0,0 1 0,-1 0 0,3 0 0,0 0 0,-1 1 0,-2-1-43,-3-1 1,-1 0 0,1 0 42,6 2 0,3 0 0,-1 0 0,-4 0 0,-1-1 0,-3 0 0,1 0 0,-2-1-89,-3 1-1427,-17-5-733,0 1 2249,-19 1 0,7 0 0,-15 1 0</inkml:trace>
  <inkml:trace contextRef="#ctx0" brushRef="#br0" timeOffset="201614">12965 4272 10771,'-14'0'2249,"-3"0"-1890,11 0 721,-7 0-720,9 0 899,-7 0-809,7 0 629,-4 0-809,5 0 899,0 0-1169,18-5 0,-6 0 0,9-1 0,3 1 0,-1-1 0,4 3 0,0 1 0,-2 0 90,-2 5 0,0 0 90,-5-2 360,8 17-360,-16-12-91,2 11 271,-7 1-180,-2-6 90,-5 3 0,-2 0-90,4-2 44,-11 2 1,-1 0-135,7-2 45,-6 1 0,-1-1-45,4-3 0,-5 6-90,6-7 0,3-2 0,-4 3 0,8-6 0,-1 0 90,4-2-90,0-1 0,17 1 0,-7-2-45,8 1 0,2 1-45,-2-1 90,3 3 0,-1 0 0,-1 0-45,-1 1 0,-1 1 45,-5-1 0,10 8 0,-16-7 0,2 6 90,-7 3-90,0-4 90,-8 16-90,-2-15 0,-4 2 0,0 0 0,-5-2 0,-1 0 0,0 1 0,0-3-405,-4 2 1,-1-1-2239,3-2 2238,4-3 1,0 1-1036,-1-3 1,2 0 180,-4-1-380,-1 0 1,0-1-1639,5-2 2679,-13-6 1,17-3 0,-3-6 0</inkml:trace>
  <inkml:trace contextRef="#ctx0" brushRef="#br0" timeOffset="202235">12887 4303 13649,'6'-12'630,"1"2"89,5 1-269,15 3-180,-10 3 0,0 0-225,-1 5 0,-1 0 135,10-1 180,-10 8-181,-3-2 361,6 11-360,-11-6 180,2 11-180,-8-13 90,-7 12-181,4-12 181,-17 11-270,13-12 90,-17 9 0,14-11-90,-12 7 0,15-8 0,-7 3 0,11-6 90,-1 2-90,2-3 0,6 1-90,2-2 90,19 2 0,2 0 0,1-1 0,-6 2 0,-6 1 0,-6-2 0,8 7 0,-13-6 180,3 8-180,-7-6 270,0 11-180,-8-7 270,-2 15-360,-6-12 45,4 2 0,1 0 45,-6-3-180,-2 6 90,-5-3-90,7-5-585,-3-2 0,-1 0-134,1-2-810,-2-2 0,-1-1 0,4-2 1619,-3-3 0,2-2 0,6-6 0,-8-8 0</inkml:trace>
  <inkml:trace contextRef="#ctx0" brushRef="#br0" timeOffset="202849">13056 4202 13469,'6'-10'270,"0"2"270,1 5-360,4 1-90,0 5 90,10 4-1,-10 7 136,5-2 0,-1 1-225,-3 4 135,-1 1 0,-1 0-135,-7-4 45,-4 2 0,-2 1-45,1-3 44,-10 1 1,-3 0-135,5-2 135,-10 1 0,-2 1 45,-4 1-180,11-6 0,-1-1 90,-1 0 0,1-1-90,4-2 90,-9 5-90,16-8 90,1 1-90,18-4 0,-6 1 0,14-1-90,4 0 135,-8 5 0,2-1-45,-5-3 0,2 1 0,8 6 0,-2 0 0,-7-5 135,0 3 0,-2 1-45,-4-2 539,4 9-359,-11-6 540,-6 16-181,-4-3-449,-8 1-1651,0-6 0,-2-3 1471,-5-1-45,-5 0 0,-1 0-381,3-5-114,4-2 0,-3 1 1,2-2-1,5 0 0,1-1-553,-11 1 1,-4 0 0,3 0 545,8-2 1,0 0 0,-9 1 0,2-1 0,4-1 0</inkml:trace>
  <inkml:trace contextRef="#ctx0" brushRef="#br0" timeOffset="207697">13430 3304 8882,'6'12'180,"1"-1"-90,-1-1 90,0-1 0,1 0 89,-1-1 1,0-2-90,0 0 0,0 0 0,-1-2 90,0 1-90,0-1 0,-1 0-1,-1-2 361,1 1-270,-2-1 3006,1 0-1425,-2 3-1851,5 0 0,-5 5 0,8-6 0,-4 6 0,3-6 0,6 9 0,-6-8 0,14 7 0,-12-9 0,15 3 0,-12-4 0,17-1 0,-16-1 0,2-2 0,0-1 0,-2-3-45,4-3 0,0-2-45,-3-1 0,4-4 0,-1-1 90,-4 1-45,2-4 0,1-2 45,-4 2 0,3-5 0,0 0-90,-3 3 90,0-3 0,1 0 0,-3 1 0,-3 6 0,1-5 0,-1 2-1026,0-2 1,0-1 1025,2-2 0,-1-1 0,-2 5 0,-1 1-90,-1 2 1,-1 1-1,3-12 45,-2 10 0,-1-2-15,0 0 0,0-1 0,0 1 60,-1 0 0,1-1-23,0-1 1,1-5-1,0 0 1,0 4-23,-1 1 0,0 0 22,0-1 1,0-3-1,1 0 1,-1 4 22,-1 2 0,0-1-23,0 1 1,0-3-1,0-1 1,-1 4 22,-1 2 0,1-1-30,-1-8 0,0-6 0,0 5 30,-1 8 0,0 1 0,-2 0 0,0-2 0,-1 1-30,0-2 0,-1 1 0,-1 2 30,-1 0 0,-1-1-23,1 0 1,-1-2-1,1-1 1,1 4 22,-1 2 0,0 0 0,-3-7 0,0-3 0,1 4 0,2 8 0,0 0-30,-1-7 0,-2-3 0,2 3 30,2 8 0,0 1 0,-3-11 0,0-3 0,1 4 0,2 9 0,0 0 0,-1-5 0,0-2 0,0 3 90,-2-5-90,3 10 0,0-1 45,-2-2 0,-1-1-135,-2-3 90,-2-3 0,-2 2 0,1 3 0,-3-2 0,-1 0 0,1 4 0,3 4 0,0 0-829,-6-6 829,5 6 0,0 1 0,1-1 0,0 2-86,0-1 1,0 2 85,2 2 0,-4-2 0,1 3 0,5 4-90,-11-3 90,10 4 90,-14 1-90,12 2-90,-18 6 90,15-5 0,-2 6 0,0 1 0,1-6 45,-5 9 0,0 0-45,4-4 0,-2 4 0,-1 1 0,6-3 0,-2 1 0,0 0 0,2 0 0,-2 2 0,-1 0 0,4 0 0,-2 3 0,0 1 0,4-1 0,-1 4 0,1 2 89,3-2-89,0 8 0,0 0 90,3 1-60,2-6 0,-1 3 0,2-3 15,0-6 0,0 0 15,0 9 0,-1 5 0,1-4-15,1-10 0,0 0 15,0 8 0,-1 3 0,1-4 30,0 4 0,-1 2 0,0 0-90,1-3 90,-1 3 0,1 1 0,0-3-90,1-6 0,-1 4 0,1-3-1191,0-6 1,0 0 1235,0 9 0,0 2 0,3 1 0,0-1 382,-3-10 0,1 1-397,1 6 0,2 5 0,-1-5-30,-2-8 0,1 0 60,1 6 0,0 3 0,1-3-60,2 6 30,-3-8 0,2 3 0,-2-3 60,3 6-45,0 5 0,0-1 44,-1-4-44,1 4 0,0 0-45,-1-4 45,-1-6 0,0 1 0,-2-4 0,1-1 45,1 10-60,0-5 0,0 4 0,-1-3 15,0-6 0,0 0 15,1 8 0,1 4 0,0-5 30,2 3-45,1 3 0,0-1-45,0-4 373,2 4 0,1 2-283,-2-7 0,0-2-45,0 1 0,-1 1 90,3 3 0,-1-2 182,-2-5-272,0 2 0,1-1 45,-1-2 89,1 3 1,0-1-90,-1-2-45,1 1 0,0 0 45,0-3 0,3 2 0,1 1-90,7 1 1598,-9-7 1,1-1-1599,6-1 0,-1-1 0,-2-2-270,5 0 1,-1 0-361,-4-3-989,2-1 0,-1 0-90,-4-2 1830,7 0 0,-14-8 0,-1-2 1</inkml:trace>
  <inkml:trace contextRef="#ctx0" brushRef="#br0" timeOffset="210863">12460 1376 8162,'-1'7'0,"0"-1"180,1-5 270,0 0-270,-2 0-90,1 0 270,-4 2-180,3-2 359,-5 1-359,3-2 540,-6 0-540,5 0 539,-6 0-539,5-4 360,-3 3-360,5-3 449,-2 3-449,5 0 2159,-2 0-1709,14 6-541,-6-3 271,18 12-270,-14-12 0,6 6 0,0 1-90,2-4 45,8 4 0,2-1-503,0-1 458,-5-2 0,5 1 0,-4-1-346,-6-1 1,0 0 345,9 1 0,4 2 0,-3-2-1461,-8 0 0,-1-1 1461,11 2 0,1 1 45,1 0 0,-2 0-203,-10-3 1,0 0 187,9 2 0,4 1 0,-4-1-30,-10-2 0,0 0 30,8 2 0,4 0 0,-5-1 15,-7-2 0,-1 0-15,9 2 0,4 0 0,-2-1 60,-3 0 0,-1-1-808,5 1 1,-2 0 762,-9-2 0,-2 0-499,5 0 454,-9-1 1964,7 0-1964,-14-1-3277,2 0 2457,-16-4 1,2 3 0,-9-4 0</inkml:trace>
  <inkml:trace contextRef="#ctx0" brushRef="#br0" timeOffset="211813">12427 1453 12480,'8'0'540,"0"0"-450,-5 0 179,0 0-89,-1 0 180,2 5-270,-2 1 360,4 7-360,-2-4 269,12 12 1,0-1-270,3 3 90,-5-6 0,-1-1-90,1 0 30,0-1 0,3 2 0,-1-2-535,7 6 475,-3-4 0,4 3 0,-3-4-15,-6-5 0,0 0-23,6 2 1,3 3-1,2 0 1,-2-1-1068,1 0 0,-1 0 0,1 0 1045,-4-2 0,1-1 0,-1 1 0,1 0 22,3 2 1,1 1-1,-2-1 1,-2-3-1102,-1 1 1,-2-1 1108,1 0 0,1 1 0,0 0-661,4 4 0,-3-2 676,-7-6 0,-1 1-114,4 1 0,1 2 1,-3-2 158,2 1 490,-1-1 0,-1-2-580,-4-3 1802,8 4-1712,-13-8 2405,4 1-2495,-7-2 1332,2-1-2231,-5 0 64,2 0-2043,-2-4-399,-1-6 3096,-7-2 1,6-2 0,-6 2 0</inkml:trace>
  <inkml:trace contextRef="#ctx0" brushRef="#br0" timeOffset="212696">12481 1349 13739,'10'10'450,"1"-4"-180,-8 8-180,1-8 269,5 19-269,-6-11 90,4 5 0,0 1-90,-2 1 0,1-2 0,2 5 0,0-2 90,2 6 0,0-1-704,-2-7 1,0 1 0,0 0 583,5 5 0,0 1 0,0-4-15,-4-5 0,2-1 22,4 6 1,4 4-1,0 0 1,-3-3-612,0-2 0,1 1 562,-2-3 0,4 5 0,1 1 0,-1-2 0,-3-3-18,3 3 0,-1 0 0,-2-4 0,2 2 0,2 2 0,-2-1 0,-2-4 0,3 4 0,1-1 45,-1 0 0,4 3 0,-1 0 0,-3-5 0,-2-2 0,0 0 112,1 0 0,3 3 1,0 0-1,-3-2-685,-1-2 0,-3 0 0,1-1 588,1 0 0,1 1 0,-1 0 120,5 8 0,-4-4-90,-7-6 45,0 1 0,0-1-135,-3-1 180,7 13-180,-8-15 90,3 10-90,-5-15 316,3 7-586,-4-10-816,2 3-83,-3-5-2095,2 0 1285,-1-2 1979,1-7 0,-1 5 0,0-6 0</inkml:trace>
  <inkml:trace contextRef="#ctx0" brushRef="#br0" timeOffset="214797">11961 6275 13020,'-9'-2'1169,"-3"-1"-629,7 1-1,-7-1-179,2 2-90,-1 0-90,-1 1-90,2 0 90,0 0 0,2 0-1,0 0 1,4 0 0,0 0 0,2 0 989,1 0-629,7 0-360,5 0 90,5-2 0,2-2-90,8-5-90,-3 2 0,3-1 0,0 0-178,-4 0 1,-1 0 0,1 0 117,6-1 0,3 0 0,-3 1-30,0-1 0,-2 2 0,-4 2 0,-4 1 0,-11 3 90,2 6-90,-15 15 0,-5-2 0,1-2 0,-3 3 0,0 0 0,-5 2 0,0-1 0,0 4 0,-1 0 0,4-4 0,0 0 0,3-3 0,-4 6 0,1 1 0,1 0 0,6-8 0,2 0 0,1-1 0,3-4 89,0 9-89,7-14 0,9 2 0,0-7 0,7-2 0,1-3 0,-1-3-1475,7-3 0,0 0 1385,-5-3-405,3 0 1,0 0-39,-3 1-412,2 0 1,0 0 44,-5 1-719,3 0 0,-1 0 180,-5 2 1439,3-1 0,0 1 0,-4 1 0,10-4 0</inkml:trace>
  <inkml:trace contextRef="#ctx0" brushRef="#br0" timeOffset="214980">12553 6292 14729,'-13'-14'1079,"2"5"-2428,8 5-1170,17 3 1170,-4 0 1349,6 3 0,2 1 0,-4-2 0,9 3 0</inkml:trace>
  <inkml:trace contextRef="#ctx0" brushRef="#br0" timeOffset="215163">12503 6454 14369,'-14'0'1979,"3"0"-1530,5 0-718,16-9-1370,5 4 1,3 0-1,-3-1 1,1 0 545,5 1 1,2 2 0,-2-1-1093,7 0 2185,-1 1 0,-1 1 0,-2 0 0,7 0 0</inkml:trace>
  <inkml:trace contextRef="#ctx0" brushRef="#br0" timeOffset="215749">13001 6188 14369,'-5'-26'3276,"-1"1"-2954,-6 1-232,2 6 0,2 14-90,4 4 0,-1 7 0,3 7 0,-2 6 0,3-6 0,-1 13 0,2-15 0,0 15 0,5-16 0,0 16-90,0-17-180,5 10 180,-9-15 90,9 2 0,-8-5-90,8-1 90,-5-8 0,8 0 0,-5-6-90,9 2 90,-10 1 0,7 2 0,-10 3 0,4 3 0,-2 2 0,-1 0 0,9 5 0,-7 2-90,20 8 0,-4-4 90,5 0 0,-11-8 0,-1-1 0,-2 0 90,7-1-90,-6-7 90,-7-2 0,2-12-90,-9 5 45,-5-2 0,-2-1-45,-2 0 0,-4-5 0,-1-1 0,1 3-45,0 0 0,0 0 45,4 5-900,-4-6 271,9 17-2648,-1 7 347,2 7 2930,1 15 0,9-7 0,1 6 0</inkml:trace>
  <inkml:trace contextRef="#ctx0" brushRef="#br0" timeOffset="216030">13626 6063 13020,'6'-16'2428,"1"-12"-1528,-3 4-810,0 1 0,-9 11-90,-11 29 0,3-7 0,-3 11 0,0 1-90,2-1-225,-1 4 0,0 0-135,4-2-360,1 2 1,0-1 180,5-5-586,0 0 1,2-1 135,2-6 1079,0 8 0,1-15 0,0 0 0</inkml:trace>
  <inkml:trace contextRef="#ctx0" brushRef="#br0" timeOffset="216213">13499 6146 10951,'0'-16'1092,"0"0"0,-1-2 0,-1 0-841,0 1 0,0 0-251,-2-8 0,2 24 90,7 21-90,2-4-225,1 4 0,2-1-135,5-2-630,0 1 1,1 1-90,-1-5-560,4 1 1,0-1 1400,-1-4 0,10 3 1,-13-9-1</inkml:trace>
  <inkml:trace contextRef="#ctx0" brushRef="#br0" timeOffset="216430">13990 5913 13289,'1'-19'2879,"0"1"-2789,0 14 0,-5-3 0,4 20 0,-1 6-90,-6-6 0,5 12 0,1 1-180,-3-3-1080,1 6 1,1 3-380,1-13 1,1 0-1,-2 3 1,1 0-1639,1 5 3215,0-15 0,0-2 0,0-1 1</inkml:trace>
  <inkml:trace contextRef="#ctx0" brushRef="#br0" timeOffset="217080">13962 6109 12930,'-17'-13'2068,"4"4"-808,-13-9-1170,14 10 90,-8-6-180,15 10 0,-1 0 0,13 3-270,16-1 90,0 1-300,-1-1 0,5 0 1,0-1-614,-6 0 1,-1-2 0,1 1 863,4 0 0,1 0 1,-2-1 183,4-2 0,-2-3-90,-1-4 0,-2-2 90,-8 6 0,0-2 15,5-7 0,3-3 0,-4 2-15,-7 4 0,-1 0 75,3-8 0,2-4 0,-4 3 15,-5 7 0,-1 1 195,1-6 0,-1-3 0,-2 4 663,0-5-498,-3 2 0,0 3-135,-1 7-180,-5-4 90,4 12 90,-9 4 449,-2 8-449,1 1 0,0 8 0,1 3-180,1 2 44,0 8 1,1 2 1820,4 1-1925,1-3 0,1 5 0,1 0-289,3-6 1,3 0-1,-1 1 259,-2-1 0,0 2 0,1-1 0,0-1 30,1-1 0,0-2 0,1-1-30,2 8 0,-2-6 0,-4-11 270,6 6-180,-6-15-90,3 0 0,-2-11 0,5-9 0,-3-1 0,1-1 0,1 0 0,0-1 272,3-11-182,1 2-90,-4 10 45,2 1 0,1 1-45,0 5 0,13-6 0,-11 14 0,15 8 0,-13-3 0,2 11 0,1 2 0,-2-3 45,0 8 0,0 2 843,-4-5-708,-1 5 0,-3 0-180,-10-6-585,-7 2 1,-3 0-495,-13-7-14,2-2 1,-6 0 0,3-1-547,4-2 1,0-1 1228,-3 0 0,-2 1 1,2 0-1,0-2 1,2 1-1,-2-1 0,0 1 1</inkml:trace>
  <inkml:trace contextRef="#ctx0" brushRef="#br0" timeOffset="228597">14390 6351 10501,'-6'-8'989,"2"1"-719,2 4 450,0-2-450,1 3 449,-2-4-539,2 4 360,-1-3-360,2 4 1169,-1-1-989,1 7 0,-1 2 359,6 3-584,9 2 0,2-2-45,2-1-45,8 1 0,1-2-45,-6-7 0,6 1 0,2-2 0,-2 1 0,-5-3 0,5-2 0,-2 0-1058,0-5 0,-1-1 1013,4 1 0,1-2 45,-8-3 0,0-4 0,-3 2 0,-6 5 0,-2-1-30,6-9 0,2-4 0,-4 2-15,-6 6 0,-2-1 45,1-3 0,-1-4 0,1-1 0,-3 3 0,0 0 0,-1-2-23,0-3 1,-1-5 0,0 0-1,-1 5-22,0 0 1,-1 0 44,0 0 0,-1-4 0,-1 0 0,1 5 0,-2 2 0,0 1-23,1 2 1,-1-4-1,0 1 1,0 4 22,-3 3 0,-1 1 0,1-5 0,-1-1 0,1 3 0,-9-3 0,7 7 0,-2 1-767,-13 0 767,7 9 0,-6 5 0,-2 1 90,0 2-60,4 7 0,-4 3 0,3-1 15,5-4 0,-1 1 22,-2 4 1,-3 3-1,0 1 1,3-2 22,-1-1 0,1 0-23,-2 3 1,-2 2-1,-1 1 1,3-2-453,2-1 1,0 2 429,0 1 0,-3 5 0,0-1 0,4-2-1122,0 0 1,2 0 1076,0 0 0,-1 2 0,1 0 30,2 1 0,1 0 0,1-1 308,0 0 1,1 0-317,2-1 1,-1 4 0,0 0-1,3-4-22,2-3 0,1 0 30,-1 5 0,1 4 0,3-5-30,8 5 45,-1 1 0,3-3-45,7-6 306,0 1 1,1 0-37,7-2 141,-12-8 1,1 0-322,10 0 0,-16-9 3186,8 1-3082,-4-3 746,-2 0-850,4-4 0,-10 3 0,3-3 989,-3 1-1079,-6-1 0,-1 0 0,-5 1 0</inkml:trace>
  <inkml:trace contextRef="#ctx0" brushRef="#br0" timeOffset="235614">12340 1151 16977,'-11'-5'720,"3"0"-270,-3-7-450,4 5 45,-4-9 0,-1-2 45,0 0-1183,1 1 1,-2-4 0,2 2 640,2 3 0,0 0 474,-3-7 1,-3-4-1,0-1 1,1 0-449,2 5 1,1-1 0,0 1 0,1 0 447,-2-1 1,0 0 0,1 1-1,0-1 0,0 0 1,-1-1 0,2 2-1,2 4 1028,-2-6-960,1 4 0,1 2-90,3 7-90,-3-5 90,6 12 1529,0 0-1439,-3 4-3367,2 0 2538,-2 6 0,3-4 0,2 4 1</inkml:trace>
  <inkml:trace contextRef="#ctx0" brushRef="#br0" timeOffset="237579">11475 301 13739,'0'-11'1619,"2"0"-989,-1 2-90,2-1-271,-3 2-89,0 1-90,0 2-90,0 2-180,0 0 180,-4 2 0,3 9 0,-3 1-359,4 6 89,0 13-540,0-4 270,0 4-1618,0 2 988,0-15 1170,0 14 0,0-20 0,0 4 0</inkml:trace>
  <inkml:trace contextRef="#ctx0" brushRef="#br0" timeOffset="237815">11680 46 13379,'0'-17'2159,"0"-2"-2159,0 12 90,0 4-105</inkml:trace>
  <inkml:trace contextRef="#ctx0" brushRef="#br0" timeOffset="237815">11680-1 15568,'0'13'-30,"0"16"-150,0-6-640,-1-2 1,-1 5 0,1 1 0,-1-5 146,2-2 1,-1-2 522,-3 2 0,0 2 0,0-1-1019,2 10 0,0-3 539,-1-10 0,0 1 630,1 5 0,1 2 0,1-3 0,0 4 0,0-7 0,0 0 0</inkml:trace>
  <inkml:trace contextRef="#ctx0" brushRef="#br0" timeOffset="238081">11848 292 14189,'0'-20'2339,"0"4"-2429,0 1 180,0 28-90,0 5 0,0 3 0,0-2 0,0 2-955,0 1 1,0 3 0,0-4 594,0 7 135,0-6 1,0 0-514,0-6 1,0 0 107,0 7-1009,0 0 1,0 0 254,0-2 664,0-5 0,0 0 720,0 1 0,4-5 0,1 1 0</inkml:trace>
  <inkml:trace contextRef="#ctx0" brushRef="#br0" timeOffset="238330">11876 397 13379,'0'-24'989,"-2"4"1,-1-2-675,0 1 0,0-1-360,0 3 0,0 0 45,3 0 0,3 3 0,7 8 0,18-1 0,-9 7 0,2 9 0,-1 1 0,-2 2 0,0 6 0,-2 3-3230,-5-3 3320,2 11-1946,-22 1 1766,-1-9-450,-9 2 0,-3-1-483,-3-2-70,5-5 1,-3 1 0,3-2-463,6-4 0,0 0 1449,-6 4 0,1 0 0,3 0 1,3-1-1</inkml:trace>
  <inkml:trace contextRef="#ctx0" brushRef="#br0" timeOffset="238780">13278 1158 17697,'0'-26'2518,"0"9"-2428,-1 0 0,2-1 0,5 1-135,-3-5 0,1-1 45,10 0-180,-6-3 1,-2 0-91,2 3-810,-1-2 1,-1 1-2198,-5 5 1099,5-9-543,-6 10 473,0 6 449,-6-3 1799,5 5 0,-11 1 0,4-1 0</inkml:trace>
  <inkml:trace contextRef="#ctx0" brushRef="#br0" timeOffset="239346">13357 185 13739,'5'-14'1349,"-2"2"-89,0-2-1080,-3 7-270,1-3 90,-5 25 0,4 10 45,-5 1 0,1 0-246,3-5 0,1 0 201,-2 1 0,0 1 0,0-3 90,2 10-90,-1 0 0,0 0 0,1-5 0,0-1 0,0-1 0,0-5 90,0 12-90,0-20 539,4 4-449,-3-16-90,4 4 0,0-24 0,1 12 0,1-8 0,1-2 0,1 2-45,3 0 0,1-1 45,-2 4-45,2 3 0,0 2 45,-4 5 0,6-1-180,-2 6-89,-4 6-811,9 1 631,-11 9-1171,8 6 991,-10-5-945,0-1 0,-1 0 44,-1 0 1530,2 12 0,-4-16 0,1 3 0</inkml:trace>
  <inkml:trace contextRef="#ctx0" brushRef="#br0" timeOffset="239580">13626 419 12930,'0'22'-810,"-5"4"180,3-10-269,-3 2-1620,2-6 1440,2-5 1079,-2 2 0,1-6 0,-1-2 0</inkml:trace>
  <inkml:trace contextRef="#ctx0" brushRef="#br0" timeOffset="239730">13673 236 13199,'0'-18'-89,"0"4"-2970,-4-3 181,4 17 2878,-4 7 0,4 7 0,0 5 0</inkml:trace>
  <inkml:trace contextRef="#ctx0" brushRef="#br0" timeOffset="240146">13922 443 13649,'1'-14'2339,"0"-7"-2159,-8 9-180,-5-13 0,-1 17 0,-10-5 0,10 11 0,-3 0 0,0 2 0,0 8 0,-5-1 0,0 3-90,11 3 0,1 1 45,-4-2 0,1 1-180,6 3 0,3 0 45,2-2-90,7 1 1,2 0 89,-1-5-45,8-2 0,2-1 225,-3-6-45,4-8 0,-1-4 45,-2-1-45,1-10 0,-3-4-453,-3 1 558,-4 4 0,0-4 0,-1 3 30,-2 5 0,-1-1 60,1-9 0,1-4 0,-2 4-28,1-4-167,-1 1 0,0 3-135,-2 16-539,-7 6-406,-1 16 1,-1 5-45,-7 6 76,6-4 1,0 4 0,1-3 539,-2 8 0,4-5 1,1 0-1,4 1 1</inkml:trace>
  <inkml:trace contextRef="#ctx0" brushRef="#br0" timeOffset="241046">14208 443 12390,'1'-22'1799,"0"-6"-1709,-7 6-45,-1 7 0,-2 2 45,-7 6-90,-1 2 0,1 1 0,0 3 0,-3 7 0,0 1 0,3-4 0,0 10 0,2 0 0,3-7-90,-2 18 90,10-15-450,8 11 360,-3-12-360,11-1 1,4-1 269,-3-3 45,9-2 0,1-4 135,-5-9 90,2-3 0,-2-4-354,-10 7 0,-2-3 474,3-6 0,1-5 0,-3 4-75,-2 3 0,-2 0 164,2-8 1,1-5 0,-2 4-1261,-2 10 1,0 0 1095,1-10 0,0 2 135,-1 2-870,-1 10 600,-1 0 0,0 11 90,-12 21-90,8-5 45,-7 12 0,0 2 65,8 0-110,-1-6 0,0 3 0,0-3 0,3 9-60,4-6 0,1 3 0,1-2-210,4-2 0,1-2-238,1 6 0,1-2 418,-1-8 0,0-2-609,1-4 0,-1-2 699,4 2-211,0-3 0,0-2 121,-3-4 152,13-14 118,-17 4 90,-1-6 0,-2-2 0,-3 2 2366,1-13-2546,-4 18-90,-7-3 2184,0 10-2184,-10 8 0,9 2-180,-3 10-90,10-5-719,7 9 539,-4-12-675,11 1 1,4-1 45,-5-2-316,10 0 1,2-2 765,-3-3 674,4 0 0,0-3 1481,-4-7 112,4 0 0,-1-1 123,-8-3-357,-2-1 0,-2 1-1045,-8 5-112,0-7 293,-9 10-270,0 7-270,0 2 0,1 4 179,4-1-179,4-4 0,3-7-90,-2-5 90,8-12 0,-9 8-89,7-5 89,-8 9 0,2 2 0,-3 9 89,2 16-89,-2-3 0,1 1 0,0 0 0,0-2-225,2 1 1,1-2-406,1-2-2647,12 11 0,-9-16 3229,10 3 0,-11-8 0,3-2 0</inkml:trace>
  <inkml:trace contextRef="#ctx0" brushRef="#br0" timeOffset="261829">14363 4519 11850,'9'-15'720,"-1"-1"-360,1 0-1158,-1 0 1158,1 1 89,0-1-89,0 1 0,0 2 0,1 0 80,-2 2-260,1 0 417,1-1-597,-3 5 270,0 0-180,-5 6 270,1 17-360,-1-6 44,0 10 1,-1 1-45,0 0 0,0 5 0,-1 0 0,0 0-315,-2 4 1,0 0 255,1-3-886,-2 4 1,1-1 388,2-5-1083,7 4 1,4-1 1196,2-5 0,0-7 0,0-2 0,2-4 0</inkml:trace>
  <inkml:trace contextRef="#ctx0" brushRef="#br0" timeOffset="262148">14736 4542 11850,'4'-22'809,"0"0"1,0 1 0,3-6-1,0 2-764,-2 1 0,1 2 45,5-2 180,3 12-270,-4 7 90,13-1-90,-13 12 90,11 8-90,-14 1 90,-2 1 0,-1 0-90,-3 1 45,-8 3 0,-3 1-45,-1-2 0,-1-5 0,-2 1 0,0 0 0,1-2 0,-5 5 45,3 0 0,1 0-45,5-5 90,0 12-90,16-18 0,16 4-90,-1-9-722,-3-1 1,4 1 0,-2-3 721,-4-1 0,2-2-248,2 2 1,5 1 0,-1 0 0,-2-2-1302,0-5 1,0 0 1378,0 4 1,2 1 0,0-2-671,-1-3 1,0-1 0,-2 0 126,-1 2 1,0-1 802,6-5 0,2-3 0,-5 1 0,-10 4 0,-1 0 0,4-8 0,1 0 0</inkml:trace>
  <inkml:trace contextRef="#ctx0" brushRef="#br0" timeOffset="262579">15214 4108 8549,'-20'-14'409,"0"0"1,0 0-1,0 0 1,-4 2-1,-1 0 1,-2 1 0,-1 0-1,-1 1-106,2 2 0,-1 1 0,-1 1 0,-1-1 0,0 2 0,1-1 0,1 1-832,0-1 1,2 0-1,0 1 1,1 0 0,-2 2-1,0 3 606,-2 2 0,-1 2 0,-1 2 0,0 2 1,1 0-1,3 0 0,4 0-47,-3 2 0,4 0 0,-1 4 45,1 1 0,-3 2 0,-1 2 0,1 1 0,2-1 0,3-1-45,0 1 0,4-2 0,-1 5 44,1-1 1,-1 4 0,-1 3 0,0-1 0,3-1 0,1-2-45,1 1 0,3-3 0,0 5-18,3-4 1,-1 2 0,1 4 0,-1-1 0,1 1 0,1-3 0,1-2-13,0 5 0,1-3 0,3 4 25,2-5 1,3 5 0,1 3 0,0 0 0,2-1-1,-1-2 1,0-5 4,2 3 0,0-4 0,3 2-30,1-5 0,2 3 0,3 2 0,0 0 0,1-2 0,-1-1 0,-2-5 0,3 0 0,0-4 0,3 1 0,-1-1 0,5 1 0,2 1 0,0-1 0,-1-2 0,-4-2 0,2 0 0,-3-2 0,5-2 0,-3-2 0,3-1 0,3 1 0,1-2 0,0 0 0,0-3 0,-3-1-263,2-4 1,-1-2 0,0-2-1,-1 0 1,1-1 0,-1 2 247,1 1 0,0 1 0,0 0 0,-1 0 0,1-2 0,0-1-81,-2-2 0,1-2 0,0-1 0,0-1 0,-1 0 1,-3 1-1,-2 1 66,6-5 0,-5 2 0,1-2-247,0 1 0,1-1 0,-1 0 1,0-3 240,-5 4 0,0-3 0,-1 1 0,-1-1 0,0 1-54,0 0 1,-1 0 0,0-1 0,0 0 71,0-1 0,0 1 0,0-2 0,0-1 0,-2-1-27,-2-1 0,-1-1 0,0-2 0,-1 0 0,-1 1 0,0 2 111,1-1 0,-2 2 0,0 0 0,-1-4-55,-2 3 0,0-3 0,-1-2 1,0-1-1,-1 0 0,0 2 0,-1 1 1,-1 4 18,-1-9 0,-3 4 0,-3-2 34,1 7 0,-3-3 0,-1-1 1,-2 0-1,0 0 0,1 3 0,-1 4-34,-3-4 0,-1 6 0,-5-2 34,2 6 0,-3-2 1,-2 0-1,-2 0 0,0 1 1,1 3-1,2 1-19,0 2 0,3 3 0,-2 1 0,-5 1-18,5 2 0,-4 0 0,-3 0 0,-1 1 0,-2 0 0,0 1 0,1 0 0,1 1 0,3 0 0,2 0 51,-9 1 1,6 1 0,-1 2 0,-5 2-79,8-1 0,-3 1 0,-2 1 0,-2 1 0,-1 0 0,1 1 0,1 0 0,1 1 0,3-2 0,4 1-48,-6 3 1,5-1 0,2 2 0,-4 4-253,6-4 0,-1 2 0,-2 2 1,-1 2-1,0 0 0,1 0 0,2-1 1,1-1-1,4-1-105,-4 4 0,4-2 1,2 1-1,-2 3-64,2 1 1,-2 3 0,-1 3 0,1 0 0,1 0 0,1-1 0,4-5 232,-1 7 0,4-4 0,0 3 0,1-5 0,0 3 1,0 0-1,1 0 0,2-4 0,3 0 0,-1-1 0,1 0 1</inkml:trace>
  <inkml:trace contextRef="#ctx0" brushRef="#br0" timeOffset="270364">13705 1480 10411,'0'-13'1439,"-4"4"-1079,3 5 899,-3 3-269,4 5-810,8 13 0,-7 0-705,11 8 705,-8-9-90,5 1 0,0 2-166,0-5 0,3 1 166,6 2 0,4 1 0,-1-1-702,1 1 0,2 1 612,-4-6 0,3 1 0,1 0 0,1 0 0,0-1-529,-1-1 0,0-2 1,0 0-1,0-1 0,-1 1 529,3 1 0,-1 0 0,0 0 0,2 1 0,1-1 0,3 1 0,0 0 0,-2-2 0,-4-1-5,-1 0 1,-1-1 4,6 2 0,4 0 0,-5-2 0,-12-3 0,0-1 96,15 2 0,-1-1-456,-5-2-89,2-1-371,-16-1 1,-34-1 0,-5 0 0</inkml:trace>
  <inkml:trace contextRef="#ctx0" brushRef="#br0" timeOffset="270912">13774 2227 10681,'-12'0'1439,"-3"0"-449,6 0-721,1-3 1980,3 2-1889,9-4-180,5 4-90,7-2 0,3-1 0,10 0-1183,-3 0 1,4-1 0,-3 0 1079,-4 0 1,0 1 34,3-1 1,4-1-1,1 0 1,-5 0-393,0 0 1,-1 0 436,1-1 1,3 0-1,0-1 1,-4 1-68,-3 1 0,-1-1 30,-1 1 0,2-1 0,-1 0 14,3-2 1,-3 1-45,7-3 0,-1 0 0,0 0 0,-8 4-388,-1 0 1,-1 0 118,-7 4-3008,5-2 0,-12 10 3837,-7 5-560,-9 9 0,-3-1 0,-2 3 0</inkml:trace>
  <inkml:trace contextRef="#ctx0" brushRef="#br0" timeOffset="271482">13958 2949 14729,'2'-13'539,"-4"-4"-89,24 6-270,-11-3-45,11-4 0,2 1-941,-11 6 0,0-1 851,2-2 0,4-4 0,-1 0 0,-1 2-1643,0-1 0,0-1 1598,1 0 0,1-2 0,-1 0 60,-3 3 0,-1 1 0,-1 0-540,3-2 1,0 0 569,4-5 0,0-1-360,-2 4 0,-1 0 270,-4 6 0,0-1 45,2-2 0,0-1 135,2-1 0,-1 2-90,3-5-45,0 1 0,-1 1-45,-5 6 200,1-1 1,-1 0-201,-2 3-90,2-3 1970,-5 7-1880,-7 6-3277,1-1 2820,-5 3 0,2 0 0,-3 0 1</inkml:trace>
  <inkml:trace contextRef="#ctx0" brushRef="#br0" timeOffset="272345">14563 2008 10141,'5'-14'2519,"-4"5"-1170,6 2-899,-6 5-90,-4 0 89,-11 6-449,1 5 90,-5 2 0,8 3 0,1 0-90,-2 4 90,0 5 0,2 0-90,3-1 45,1 5 0,4 0-45,6-4 45,0 4 0,3-1-45,5-5 45,3 2 0,1-1-45,1-5 45,4 0 0,2-2-45,-2-4 0,4-3 0,0-1 0,-3-3 0,4-6 0,1-2 0,-7-9-45,3-3 0,-2-4-429,-8-7 444,-5 6 0,1-4 0,-3 2-312,-2 5 1,-1-1 401,1-10 0,-1-5 0,0 5-15,-2 8 0,-1 0 74,0-6 1,0-3 0,0 5-120,-1-5 90,-5 3 0,-2 2-90,4 8 0,-17-7 0,4 9 0,0 7 0,-1 1 0,0 1 0,1 2 45,-5 2 0,-1 1-45,2 6 45,-5 0 0,-1 2-160,2 6 160,-2 2 0,0 2-24,3 1-21,8-3 0,-1 3 0,3-1 90,-4 9-90,7-5 0,-1 3 0,3-2 0,4-6 0,0 1 30,0 9 0,0 4 0,2-3-30,5-10 0,0-1 30,1 8 0,1 3 0,1-4-30,11 1 0,1 0 0,0-1 90,1-6-90,4-2 0,0-1 0,-1-6 0,4-2 0,1-2 0,-3-3 379,-6-3 1,2-3-425,0-4 0,-1-3-237,-6 2 1,0-3 251,4-6 0,3-5 0,-4 2-373,-5 3 0,-1-2 403,-1-4 0,1-5 0,-1-1 0,-1 4 45,-2 0 0,-3-2 45,-1 5 0,-1-4 0,-1-2 0,-1 1 0,-3 4-912,-5 1 1,-4 2 0,1-1 821,3-4 0,0 0 0,-4 4-180,-4 8 0,-4 4 1,3 4-2441,-10 4 2035,9 5 1,0 5-509,0 2 1,0 3 0,2 0 682,-1 4 0,1 1 1,-1-1-1,-2 2 1,4 0-1,2 0 0,1 1 1</inkml:trace>
  <inkml:trace contextRef="#ctx0" brushRef="#br0" timeOffset="278545">13315 1288 9242,'-7'12'989,"2"-1"-629,2-1-90,2 1 0,-1 3-1376,2 2 1196,-1 5 90,1 3-45,-1-4 0,2 5-45,1-4 0,0 3 0,1 1 0,0 2-37,0-1 1,-1 3 0,1 0 0,-1 0 0,1 0-529,-1-4 1,1 0 0,-1 0 0,1 0 0,0 2 489,0 3 0,0 3 0,1 1 0,-1-1 0,0-2 0,-1-4 15,0 1 0,-1-4 0,1 4 0,0-1 0,1 5 0,1 1 0,-1 0 0,0-2 0,0-4 0,0 0 0,-1-4 0,1 4 15,0-2 0,0 3 0,1 2 0,0 0 0,-1-2 0,1-5-15,-1 1 0,0-4 0,1 3 15,-1 2 0,1 3 0,1 3 0,-1-1 0,0-1 0,-1-5-45,1-1 0,-2-3 0,1 3 18,1 0 0,-1 5 0,1 0 0,-1-2 0,0-4-18,0 0 0,-1-2 0,1 6 0,1-1 45,1 2 0,0-2-45,-3-9 0,2 0 0,3 15 0,1-2 768,-1-7-993,1-1 1,-1-2-136,0-7-2249,7 4 900,-7-13 1709,9-18 0,-6 0 0,-2 1 0,-1-1 0</inkml:trace>
  <inkml:trace contextRef="#ctx0" brushRef="#br0" timeOffset="280329">13312 1279 9781,'-7'0'2879,"16"0"-2609,12 0-180,7 0-1,0 0 1,1 0-838,-14 0 1,2 0 747,10 0 0,6 0 0,-4 0-1639,-7 0 1,1 0 1642,0-1 0,2 1 1,0 1-35,5 1 0,0 2 0,-2-1 11,1-1 0,2 1 1,-5 0 0,5 1 0,1 0 0,-1 0 0,-4 0 18,-3-2 0,-3 1 0,2 0 0,1 0 0,3 1 0,1 0 0,1 0 0,-2 0 0,-3-1 0,0 1 0,-3 0 0,4 0 0,-2 1 0,4 0 0,3 1 0,-1 0 0,-2 0 0,-3-1-344,1 0 0,-4 0 0,4 1 329,0 0 0,3 1 0,1 0 0,1 1 0,-2-1 0,-4-1 15,1 1 0,-4-2 0,3 2 0,4 1 0,4 1 0,1 0 0,-2 0 0,-5-1-398,-4-2 0,-3 0 0,1 0 398,8 3 0,3 1 0,-1-1-30,-3 0 0,0-1 0,-2 0 579,0 0 1,0 0-550,0-1 0,3 2 0,0-1 0,-4-1 0,-3 0 0,0-1 0,6 1 0,2 2 0,-4-2 0,4 1 0,0 0 0,-2 0 0,-7-3 0,0 1 0,-1-1 0,-5-1 282,2 0 0,-1 0-282,-1 0 0,5 1 0,-3 0 0,-5-2 1048,9 3-1048,-12-4 2891,8 2-2891,-11-3 929,4 0-929,-7 0 686,2-1-326,-4 0-284,1 1 14,-1 2-90,0-1 90,-8 8-90,6-5 0,-11 5 90,4 6 0,-2-6-90,1 5 0,0 0 0,0 0 60,-2 1 0,-1 3 0,1-2-60,3-4 0,0 1-739,-5 6 0,-1 3 0,2-3 739,2-4 0,1 1 30,-5 7 0,-2 4 0,1-3-30,3-4 0,0 0 0,-1 1 0,0 1 0,-1-1 30,0 0 0,0-1 0,0-1-30,0-1 0,0 1 22,-1 0 1,-3 3 0,1 0-1,1-4 23,1-1 0,0 0 0,0 1 0,-4 2 0,1 1 0,3-4-45,0 0 0,1 0 45,-1 1 0,-2 3 0,0 0 0,2-3-45,2 0 0,1 0 45,-2 0 0,-1 4 0,-1 0 0,3-3-45,0-2 0,0 0 45,0-1 0,-3 4 0,1-1 0,1-2 0,2-3 0,-1-1 15,-7 6 0,-2 2 0,3-3-15,5-6 0,1-2-1,-7 7 1,-2-1 0,0-1 0,0-1-45,8-6 0,0 1 60,-8 3 0,-3 1 0,4-2-60,6-3 0,0-1 60,-6 4 0,-3 1 0,3-2-60,7-3 0,0 0 60,-5 3 0,-2 1 0,3 0 30,-6 3-568,7-3 0,-2 2 0,2-2 568,-4 6-758,3-2 0,-3 2 1,3-2 667,-4 5 30,6-5 0,-3 2 0,3-3 1,-2 3 14,-2 2 0,0-1-45,3-3 0,-2 1 0,0-1 90,3-4-90,-2 1 0,1-1 0,4-4 651,-3 2 0,-1-1-651,-3-1 0,-1 2 1373,5-5-1373,12-3 0,0-1 3276,-2 1-3207,3-1 73,-4 2-142,4-2 0,-3 2 0,3-1 0,-7 6 0,-1 0 0,0 2 0,1-1 90,1 1-90,4-4 90,-6 7-90,6-8 90,-5 5 0,7-6-90,-3 3 0,4-5 90,0 1-90,2-1 1979,0-1-1889,0-6-90,-4 0 0,-1-12 0,0 8 0,-8-14 0,9 12 0,-6-5 0,-1-3-45,1-4 0,0 0-233,0 2 1,0-2 277,1-3 0,-2-4 0,3 4-90,2 7 1,1-2-114,-1-2 1,0-5-1,0 0 1,1 4-550,1-1 1,1-1 368,0-2 1,1-5 0,0-1-1,0 5-67,1 0 1,2 0-207,0 6 1,1-4-1,0-1 1,0 1 0,0 4-984,0-4 1,0 1 1419,1-4 1,0-3-1,0 4 1,-2 12-1,0 1 1,0-5-1,0 1 1</inkml:trace>
  <inkml:trace contextRef="#ctx0" brushRef="#br0" timeOffset="281862">14645 1760 7533,'0'7'0</inkml:trace>
  <inkml:trace contextRef="#ctx0" brushRef="#br0" timeOffset="282864">14181 1720 9602,'0'-6'0,"0"1"0</inkml:trace>
  <inkml:trace contextRef="#ctx0" brushRef="#br0" timeOffset="283229">13969 2128 11221,'-11'-5'-820,"9"4"1,4-5 0,10 6 0</inkml:trace>
  <inkml:trace contextRef="#ctx0" brushRef="#br0" timeOffset="284267">14191 2685 12210,'4'-7'1079,"-1"-2"-989,1 8 0,-1-3 0,-1 0 90,0 0-90,-1-2 0,1 1-90,-2 2 90,0 0-90,0 2 90,0-1 0,0 1-90,0-1 180,0 1-180,0-4 90,0 2-90,0-2 0,0 3-3277,0 0 0,5 2 3071,-4-8 1,8 6-1,-4-5 1</inkml:trace>
  <inkml:trace contextRef="#ctx0" brushRef="#br0" timeOffset="286383">14105 1724 6363,'-11'0'0,"2"0"0</inkml:trace>
  <inkml:trace contextRef="#ctx0" brushRef="#br0" timeOffset="290095">10678 3455 13289,'4'-15'0,"0"1"0,-4 6 0,0 1 0,0 1 90,0 2-90,0 14 90,0-2-90,0 12 0,0 2 0,0 2-850,1-3 1,1 3-1,0-3 850,1-5 0,1 0-270,2 9 0,2 3 1,2-2-1370,6-1 1,0-1-1,-2 3 1,1-2 1593,1-4 1,0-5 0,-5-8 0,2 2-1</inkml:trace>
  <inkml:trace contextRef="#ctx0" brushRef="#br0" timeOffset="290479">10878 3355 12930,'3'-11'-180,"-2"2"270,-1 5-90,0 22 0,0-8-1639,2 18 1,1 3 753,-2-4 915,3-5 0,2 3 0,0-3 737,1 4-767,6 1 0,1-1 0,0-6 0,3 0 0,1-3 0,-2-4 90,2-3 0,0-2 0,-4-4 359,10 0-269,-16-10 0,0 5 180,-6-19-180,-8 12-90,-1-6 0,-1-1-90,-6 3 0,-1 1 0,0 0 0,1 3-90,-15-1 0,19 8-989,-9 15 449,13-7-1009,1 10 1,3 0 1265,8 0 1,-5 7-1,7-12 1</inkml:trace>
  <inkml:trace contextRef="#ctx0" brushRef="#br0" timeOffset="290962">11121 3023 12300,'-25'-19'202,"0"0"1,1 8-1,-2 2 1,0 0-984,2-1 1,0 0-1,-2 2 961,2 4 0,-3 3 0,0 1 0,0 0 0,4 0-135,-6-1 0,0 3 45,4 4 0,-3 4 0,-2 0 0,1 1 0,6-1 44,-2-1 1,2 5-9,4 0 0,-2 6 0,-1 1 0,2 0 0,5-2-585,-1 6 1,3 1 494,2-1 0,-1 5 0,0 2 0,1-1 0,2-3-254,2-3 1,1-2-1,0 4 233,1 0 0,0 3 0,0 3 0,0 0 0,1-2 0,1-4-15,0 0 0,1-3 0,2 3 30,1-2 0,2 3 0,2 2 0,-1 0 0,1-2 0,0-4-30,0-1 0,0-3 0,2 2 18,4 2 0,3 5 0,2 0 0,-1-2 0,-1-3-18,-2-5 0,-1-3 0,2 1-18,4 2 0,3 3 0,1-1 0,0-1 0,-2-3-1001,5 2 0,1-4 1019,0 1 0,2 1 0,0-4-60,-5-6 0,1-2 1,-2-2-420,4 2 0,0-2 449,-4 0 0,2 0 0,-1-3-201,5-7 1,0-3 0,-1 0 230,-1 2 0,0-3-65,-5-2 0,3-4 0,1-2 0,-1 0 0,-4 2 65,-3 1 0,-2 1 0,2-3-30,-1-1 0,2-4 0,1-2 0,0 0 0,-1 1 0,-3 3 30,2-2 0,-3 1 0,0-3 0,-2 4 0,1-4 0,1-2 0,0-1 0,-1 0 0,-1 2 0,-2 4 30,2-8 0,-3 4 0,0-4 8,-2 5 1,0-3-1,1-2 1,-2-2 0,0 2-1,-1 2 1,-2 3 21,-2-5 0,-3 4 0,0-2 110,2-3 1,1-2 0,-2 1 0,-6 2-171,-3 7 0,-4 1 0,-2 3 0,-3 1-18,-2 5 0,-2 2 0,-3 1 0,1 1 0,1-1 109,-1-5 0,2 0 0,-1 1 1,-4 4-157,3 7 1,-4 1 0,-2 3 0,-1 1-1,1 0 1,3 1 0,4 0-26,-6 1 0,5 0 0,-3 3-180,1 0 0,-3 1 0,-2 2 1,0 0-1,3 0 0,5-2-30,1 0 0,4-1 1,-1 1-521,-3 3 1,-3 1 0,3 0 0,9-1 578,11 3 0,8 3 0,12-16 0,0 0 0</inkml:trace>
  <inkml:trace contextRef="#ctx0" brushRef="#br0" timeOffset="331828">1300 5826 11131,'-4'-11'1439,"1"2"-899,3 4-1,-3-1 1,2 1-90,-5 0 89,4 0 1,-2 0-90,1 1-90,1 0 89,-1 0-359,0 1 0,0 1-180,1 1 180,0 1 0,0 5 0,-2 7 0,1 0-180,-5 17 90,5-13 0,0 2 0,1 1 0,1-2-45,2 2 0,4 1-90,7-8 0,0-2 135,8 13 0,1-15 0,1-4 0,-5-9 0,3-5 0,-1-4 0,-11-4 0,-2-1-67,5 0 1,-2 0 201,-9-9 0,-3 2-45,1 2-90,-8 1 0,0 1 0,6 7-90,-15-4-989,10 14 449,-2 9-944,1 7 0,0 3-135,0 12 1344,2-1 1,-2 4 0,2-2 0,2-4 0,0 0 0,0 3 0,0 0 0,0 0 0</inkml:trace>
  <inkml:trace contextRef="#ctx0" brushRef="#br0" timeOffset="332362">1365 6474 13919,'-5'-18'2339,"4"6"-2339,-8 5 90,6 16 0,-5 0-1729,3 8 1,0 3 753,-3 2 840,0 6 0,1 2 902,1-3-902,0 1 0,2 0 45,2-7 0,0 9-180,8-11 90,13-7 0,8-5 90,2-14 0,-6-13 0,-3-4 45,-11 9 0,-2-1 15,3-7 0,1-3 0,-3 4 62,-3-7 13,-6 1 0,-1 0-135,0 9-675,-11 6 0,-3 6-964,0 22 1,-1 6-1,-1-9 1,0 2 1302,5 4 0,1 3 0,2-2 1,2-2-1,2-1 0,-1 2 0,0-1 1</inkml:trace>
  <inkml:trace contextRef="#ctx0" brushRef="#br0" timeOffset="333011">1280 7298 13110,'-13'-7'899,"0"1"-809,6 5 0,-3 7-90,5-5 0,-5 23 0,7-13 0,-1 9 0,2 1 0,1-4 0,-1 3 0,2 0 0,8-5 0,-7 9 0,18-10 90,-11-4-90,11 2-180,0-5 90,-3-3 0,6 0 45,-6-7 0,0-1 45,4 2 45,1-10 0,0-4 45,-6 4 45,-2-10 0,-4-3-45,-4 4 0,-4-7 0,-3 0 90,-8 2-121,2 6 1,-3-3 0,0 4-149,-8-1-271,-3 1 0,1 5-180,3 17-1079,-1 5 0,1 3-90,3 8 1427,4-1 0,1 0 1,6-2-1,0 6 0</inkml:trace>
  <inkml:trace contextRef="#ctx0" brushRef="#br0" timeOffset="333712">2618 5711 11760,'1'-25'3148,"-12"8"-2698,-10 12-360,0 14-90,4 5 0,2 2 0,3 6 0,0 2 0,2-1 0,3-1 0,2 3 0,1-1-3277,3-2 2929,3-7 0,3 1 348,9 10 0,2-12-38,0-2 1,1-3 37,1-4 45,4-9 0,0-3-45,-2-5 0,-5-2 0,1-3 0,-3 1 0,3-10-30,-6 4 0,0-5 0,-4 2 30,-6 0 0,-2 0 0,5-3 0,-2 0 0,-13 3 0,-1 6 0,4 6-89,-13-1-361,3 23 0,7 2-810,-4 10 1,0 3 584,8-9 1,1 1 674,0 4 0,-1 4 0,1 0 0,1-2 0,0 2 0,2 0 0,0 2 0,-1 0 0,1 0 0</inkml:trace>
  <inkml:trace contextRef="#ctx0" brushRef="#br0" timeOffset="334228">2819 6363 12660,'-21'-5'1439,"7"2"-989,-12 10-360,15 5-45,-1 3 0,1 0-45,3 9 0,0 3 0,2 4-45,3-9 0,2 0-247,2 4 0,2-1 157,3 1 0,2-5 117,8-4-297,3-4 0,0-1 307,-1-7 8,5-10 0,0-5 0,-7-3 30,-6-4 0,1-3 0,-3 1-30,0-11 210,-5 3 0,-1-4 0,-4 2-1153,-9 2 1,-3 1 972,8 5 0,1-1 0,-4 2-30,-15-2 0,-1 7 189,2 7-189,4 11 0,-3 4 0,3 1-455,-6 9-85,8 3 0,-2 6 1,4-2-297,7-6 0,3 1 16,0 3 1,0 5 0,1 0 0,1-4 600,0 1 0,3 0 0,0 1 1,2 2-1,0-2 0,1-5 0,1 1 1</inkml:trace>
  <inkml:trace contextRef="#ctx0" brushRef="#br0" timeOffset="334662">2892 7113 13469,'-8'-12'2519,"-8"-2"-2159,10 8-270,-9 6-90,8 6 0,-1 8-3277,-1 15 2302,3-8 975,1 4 0,0 0 860,3-2-905,-1 0 0,3-2-45,6-5-360,6 8 270,2-18 90,3-1-90,2-11 90,-4-6-999,6-10 0,0-3 1089,-11 10 0,-1-1 180,5-7 0,1-3 0,-4 3 2271,-3-6-2181,-5 0 0,-4 0-180,-6 9-45,-7 1 0,-2 3-45,-4 7-585,-6 3 1,-1 2-496,0 4-559,-3 3 1,0 0-1639,7-1 2805,6 1 0,1 0 1,6-3-1,1 0 1</inkml:trace>
  <inkml:trace contextRef="#ctx0" brushRef="#br0" timeOffset="335295">1647 5780 10411,'-13'-8'1349,"-1"2"-89,-4 2-901,6 2 541,-14-2-720,15 3 90,-9-1-270,13 2 0,-4 0 90,14 0 89,18 4-89,-1-2-30,6-1 0,6 1 0,-3 0-964,-7-2 0,2 0 922,-1-1 0,6 0 0,2 0 0,-2 0 0,-3-1-344,-4 0 0,-3 0 0,4 0 326,4-1 0,5 1 0,1-1 0,-1 0 0,-5 0 0,-4-1 0,-2-1 0,2 1 0,4 0 0,5 0 0,1 1 0,-2 0 0,-3 0-30,-3-1 0,-3 1 0,0-1 0,7 1 0,0 0 1,-4 0-1051,-4 2 1,-10 1 89,-14 0-2287,-20 0 1337,-1 5 1708,6-4 1,-1 0-1,-7 8 1,-2-4-1</inkml:trace>
  <inkml:trace contextRef="#ctx0" brushRef="#br0" timeOffset="335761">1508 5782 9961,'-5'-13'1439,"4"0"-899,-9 7 270,7-2-720,-2 5-180,0 0 360,3 3 179,-1 5 91,7 14-3752,-2-1 3257,3-5 0,2 3 90,3 5 0,0-1-288,-1-5 1,1 0 212,7 8 0,3 4 0,-1-3-386,-4-6 0,3-2 348,3 3 1,4 1-1,1 1 1,-2-4-465,1-1 1,2 0 459,-4-4 0,5 2 0,1 0 0,0 0 0,-5-3-18,-2-2 0,-4-1 0,5 1 0,-1 1 0,5 0 0,1 1 0,1 0 0,-1 1 0,-2-2 22,3 3 0,-1 0 1,-2-1-1,2 0-22,0 0 0,1 0 0,-1 0 0,0 2 22,1 0 1,0 2 0,-2 0-1,-4-1-22,-3 0 0,-2 0-45,5 2 0,-1 1-270,-8-4 1,-4-1 2301,-3-3-2807,2 3 1,-14-28 0,-2-6 0</inkml:trace>
  <inkml:trace contextRef="#ctx0" brushRef="#br0" timeOffset="336410">1505 5790 9062,'-10'-9'899,"2"1"1,-1 0-540,3 4 269,-4-5-539,5 6 360,-2-2 270,12 19-541,2-6-89,5 16-1606,1-4 0,0 1 1561,-5-7 0,0 1 45,7 10 0,2 4 0,-1-3-474,-3-6 0,0 0 429,3 1 0,3 4 0,0-1 0,-2-3-45,1 0 0,0-1 22,2 0 1,4 3-1,0 0 1,-3-4 22,-1-1 0,1 0-23,0 0 1,4 3-1,-1 0 1,-3-3 22,-1-1 0,-1 0-23,1 2 1,2 2-1,1 0 1,-4-2-1030,0-1 0,-2-1 1007,0 1 0,2 1 0,-1 1 59,0-1 1,0 1 0,-1-1-223,0-1 0,1 0 208,0 1 0,3 3 0,1 0 0,-4-4 0,0-1 0,-1-1 0,2 1 0,2 2 0,-1 0 0,-2-2 0,-2-3 0,0 1-15,6 5 0,3 3 0,-4-3-30,-7-7 0,-1 0 29,6 5 1,2 2 0,-2-2-30,-7-6 0,0-1 0,7 6 0,0 0 0,-4-5 0,-1-1 90,7 7-60,-5-5 0,3 1 0,-2-1 60,6 7-30,-5-6 0,2 2 0,-4-2 401,2 2-326,-1 0 0,-1 0-45,-4-4 180,9 11-270,-15-15 2036,8 6-2036,-10-9 701,5 2-701,-7-6 3213,2 1-5282,-1-1 450,-2-1-1658,4-14 2589,-3 4 1,2-12-1,-4 7 1</inkml:trace>
  <inkml:trace contextRef="#ctx0" brushRef="#br0" timeOffset="337311">1592 6590 10051,'-10'6'900,"1"-1"449,0 1-539,0-1-631,1 0 541,4-2-540,3-8 0,6 4 359,5-20-359,2 11-60,-1-5 0,2-4 0,1 0-120,1 3 0,1-1 0,-1 1-295,1-2 0,0-1 0,3-1 313,-1 3 0,4-3 0,0 1 0,0 0 0,-4 3-668,5-4 1,1-1 684,-4 3 1,4-2 0,2-2 0,-1-1 0,-1 2 9,-1 0 0,-1-1 0,-1 1 0,0 1-23,-1 1 1,-2 1 0,1 0-1,1-1-4,-1 0 0,2-2 0,0 1 0,-2 0 0,-3 4-18,0 0 0,0 1 0,0 0 0,4-2 0,1 0 0,-3 3-90,4-2 0,0 1-1549,5-3 1,-2 2-1639,-4 7 3220,-39 28 1,-4 1 0,3-4 0,1 0-1</inkml:trace>
  <inkml:trace contextRef="#ctx0" brushRef="#br0" timeOffset="337794">1647 6503 11400,'-10'-3'2069,"-7"0"-1259,0 2-810,1 0 0,3 1 270,19 4-90,-1-3-1,9 2 91,0-3-180,15 0-90,-2 0-1046,1-3 1,2-1 1090,-10-1 0,0-1-45,8-1 0,1-1 0,-1 0 0,1-2 0,-1 2 0,-1 1 0,1 0 18,-5 1 0,3-1 0,2-1 0,-2 1 0,-3 0-18,4 0 0,1-1 0,0 0 0,5-1 0,-1 0 0,-4 1 0,-2 2 0,-1-1 0,-1 1 0,4 0 0,-1 0 0,-4 1-45,-4 1 0,-2 1-90,14-2 0,-4 1-584,-13 2-1260,2 2-1298,-35 16 438,6-8 2839,-2 3 0,-3 0 0,-3-1 0,-3 0 0</inkml:trace>
  <inkml:trace contextRef="#ctx0" brushRef="#br0" timeOffset="338294">1620 6614 11670,'-15'-17'1350,"4"6"-1171,4 1 91,5 8 810,14 10-766,3 3 1,2 2-225,-3-2 0,3 0-969,5 3 0,4 2 0,-3-2 969,-5-5 0,2 0 18,-1 1 0,5 0 0,2 2 0,-1-1 0,0-1-648,-1 0 0,-1-1 0,1 0 0,-1 0 540,5 2 0,0 0 0,-1 0 0,0 0-134,2-1 0,0 1 1,-1-2 133,-5-1 0,1-1 0,-1 0 0,-1 0 0,7 1 0,1 1 18,-7-2 0,5 2 0,0-1 0,-1 1 0,-4-2-18,3 1 0,0 0 0,-3 1 0,4 1 0,-1 0 0,-5-1 0,-3-1 0,-2 1 0,3 1 0,3 2 0,-5-1 0,2 3 45,-2-2 0,-2 1-45,-5-3-84,8 9 84,-12-11 1236,5 7-1775,-8-9-181,2 1-2557,-3-4 3151,-1-1 1,-8 0 0,-2-1 0</inkml:trace>
  <inkml:trace contextRef="#ctx0" brushRef="#br0" timeOffset="338997">1404 7500 12120,'13'-9'1079,"6"-8"-854,-7 4 0,1-2-135,-1 2 0,0-1-1183,2-4 1,2-2 0,-1 1 1030,-4 4 0,-1-1 92,2 0 0,0-1 0,1-2 30,0-1 0,1-2 0,-1 2-60,0 0 0,0-1 22,2-1 1,2-4-1,0 0 1,-2 3-23,-1 1 0,1 1 0,0-4 0,3-3 0,0 0 0,-2 3 0,-1 1 0,0-1 54,-2 3 0,1-3 0,1-2 0,-1 1 0,-2 3-24,-1 4 0,-2 2 0,2-4 45,0 1 0,2-4 0,0-1 0,1-1 0,0 1 0,-2 3-53,1 0 0,-1 2 1,0 1-1,1-1-514,1-4 0,1-2 0,0 2 1,-1 1 491,-1 3 0,0 1 0,0 1 0,1-1 0,-1 1 0,0 0 354,0 1 1,0-2-355,2-1 0,2-3 0,0 0 0,-2 3-254,0 0 0,0 0 254,0-1 0,4-4 0,0 1 0,-3 2 0,-1 2 0,1 1 0,-1 0 0,2-3 0,0 0 0,-2 4 58,-2 3 0,0 0-13,5-6 0,0 1-45,-5 7 0,-1 2 1966,6-7-2056,0 1-2176,-9 8 1367,-14 14-271,-1-5-359,-9 18 1529,-4-1 0,-1 2 0,6-3 0,0 2 0,-3-1 0,1 0 0,-1 1 0</inkml:trace>
  <inkml:trace contextRef="#ctx0" brushRef="#br0" timeOffset="339647">1434 7549 9242,'-11'-2'1079,"0"0"-179,0 1-541,3-1 361,-7-3-630,9 4 90,-2-5-90,7 4 539,7-8-359,-5 4 45,11-5 0,3-1-135,-3-2-1023,11-5 1,2-2 931,-13 10 1,0 0 45,7-5 0,3-4 0,1 1 0,-3 2-135,0 0 0,1-1 36,-1 2 0,4-3 0,1-1 0,-1 1 0,-3 3-36,4-3 0,1 1 18,-5 2 0,4-2 0,1 0 0,-1 0 0,-3 3-18,-4 2 0,-2 2 0,2-2 36,3-1 0,3-3 0,1-1 0,-1 2 0,-4 1 9,4-2 0,-1 0-23,0 0 1,4-3-1,0 0 1,-4 3 22,-2 1 0,0 0-45,1 0 0,4-2 0,-1-1 0,-3 3 0,0 1 0,-2 1 0,0 0 0,2-1 0,0-1 30,-2 2 0,0-1 0,-1 2-30,-1-1 0,1 0 0,4-4 0,4-3 0,-4 2 0,-9 7 0,-1 1 0,4-4 0,2-1 0,-4 2-90,2-1-180,-4 3 0,0 2-2428,-7 5 1618,1 6-2197,-23 18 2997,5 0 0,-3-4 0,0 1 0,-4 5 0</inkml:trace>
  <inkml:trace contextRef="#ctx0" brushRef="#br0" timeOffset="340361">1495 7499 8792,'-12'-5'1439,"3"1"-180,-5-1-629,5 2-270,-3-1-180,6 2 90,1 1 359,3 1 181,1-1-540,7 0-1,-5-1 271,17-1-270,-9-1 90,12-2 0,2 0-180,2-1-1167,-3 1 1,5 0 0,-3 1 1031,-7 1 0,1 1 45,6-1 0,5 0 0,1 0 0,-2 0-805,1 1 1,-1 0 0,0 0 736,-4 1 1,1-1-1,0 0 1,0 1 22,2-1 0,0 1 0,-1 1 0,-3-1-777,-1 0 1,-1 1 731,-1 0 0,2 0 0,-1 0-430,8 0 1,-1 0 429,-10 0 0,0 1-17,8-1 1,3 0 0,-4 0 61,-7 1 0,0-1-3,9 0 0,3-1 1,-4 1-43,-8 0 0,1 0 0,9-1 0,4-1 0,-5 1 0,-7 0 0,-1-1 0,9 0 0,4-1 0,-4 1 459,-8 0 1,-1 0-430,8-2 0,3 0 0,-3 0-30,-9 2 0,-1-1 0,10-1 0,3-1 0,-5 1 1532,5-1-1472,-9 1 0,3 1 0,-4 0 2322,-1 1-2292,0-1 0,-1 1 0,-7 1 2824,8-1-3004,-15 2-3187,2 0 2457,-14 6 1,7 2 0,-7 6 0</inkml:trace>
  <inkml:trace contextRef="#ctx0" brushRef="#br0" timeOffset="342044">626 6109 9691,'-11'-11'2159,"1"-1"-810,2-3-719,2 3-540,1 2 0,2 6-90,2 3-90,0 0 90,0 7 0,0-4 0,-1 19 0,1-12-90,1 8 0,0 0-90,0-1-360,3 1 1,0 1 89,-2-4-180,10 7-1978,-5-5 2608,11-5 0,-7 1 0,6-8 0</inkml:trace>
  <inkml:trace contextRef="#ctx0" brushRef="#br0" timeOffset="342344">560 5962 11221,'-11'-11'90,"2"2"179,-5 5-179,4 2-180,-10 7 90,12-4 0,-7 11-90,11-10 180,0 6 2159,9-7-2249,-10-2 90,8-5-90,-24-3 0,14 0-270,-18 4 0,16 2-89,-3 3-1710,5 8 989,5 4-2197,4 18 3241,0-9 1,11 7 0,-4-13 0</inkml:trace>
  <inkml:trace contextRef="#ctx0" brushRef="#br0" timeOffset="342612">586 5860 11760,'-4'-15'270,"-2"-6"-270,-1 6 0,2 1 0,2 8 0,8 6 90,10 15-90,-2-5-45,2 11 0,-1 2-135,-2 1-913,-3-4 1,1 4 0,-2-3 724,-2-5 1,0 0-83,2 7 0,1 3 0,-1-4-323,1 8-261,2-1 0,0-1 494,-2-6 428,-3-7 0,0-1 0,0-2 0,0-2 0</inkml:trace>
  <inkml:trace contextRef="#ctx0" brushRef="#br0" timeOffset="342844">804 5957 11490,'-6'-20'900,"-4"6"-180,5-7-631,-3 14-178,2-3 89,3 23 0,1-4 44,4 11 1,1 2-45,-1 2-562,1-4 0,1 3 0,0-2 292,2 9 90,-2-6 0,1 1-585,1-1 1,1-1 135,1 6-226,-1-1 1,1-1-2423,-1-2 2479,-2-10 1,0 0 797,2 5 0,0-3 0,-1 0 0</inkml:trace>
  <inkml:trace contextRef="#ctx0" brushRef="#br0" timeOffset="343114">824 6039 12120,'-6'-18'479,"1"0"1,-1 0 0,0 0-480,0 1 0,1-1 0,-1-2 0,5 2 0,13 2 0,-10-2 0,26 12 0,-24 11 90,19 3-90,-21 7 0,6 12 0,-14-6-1394,-3 7 0,-3 3 1394,1-12 0,-1 0 0,1-1 0,-4 10 0,0-1 0,1-3 0,0-1 0</inkml:trace>
  <inkml:trace contextRef="#ctx0" brushRef="#br0" timeOffset="343945">2849 5520 12030,'0'-12'900,"-5"-6"-631,4 6-89,-4 7 0,5 12 0,0 8 0,0 3-90,0 8-45,2 2 0,1 0 45,2-2-90,0 3 0,2-1 90,0-5-90,0 2 0,0-1 0,-2-7 90,4 11 0,-7-22 809,0 0-989,-2-24 90,0 9 0,0-11 0,0-2 0,0 5-45,5-2 0,1 1 45,-3 4 0,18-9 0,-15 17-90,16 1 90,-13 11-180,15 1 1,-15 7-541,10 5 360,-10-7-989,7 11 719,-10-14-1978,5 10 1618,-7-13 990,3 2 0,-6-6 0,2-1 0</inkml:trace>
  <inkml:trace contextRef="#ctx0" brushRef="#br0" timeOffset="344144">3083 5381 11670,'0'-9'90,"0"2"-90,0 23 0,0-6 0,5 10 0,1 1-90,-3-1-675,9 5 1,1 0-135,-6-1-541,7 2 1,2 0 783,-3-3 1,-3-5-1,0-1 1,2-1 0</inkml:trace>
  <inkml:trace contextRef="#ctx0" brushRef="#br0" timeOffset="344412">3381 5560 11670,'-5'-29'1709,"0"12"-1619,-1 19-90,8 13 0,3 4 0,-1-2 0,0 1-864,3 4 0,0 2 0,0-3 864,4 9-210,-5-6 0,1 3 0,-2-2-15,-1-7 0,0 1-105,1 8 0,2 4 1,-2-3-948,-2-8 0,1-1 1007,1 10 0,0 0-765,0-4 1,-1-2 124,1 5 910,0-1 0,0-3 0,-2-7 0,2 7 0</inkml:trace>
  <inkml:trace contextRef="#ctx0" brushRef="#br0" timeOffset="345345">3131 5536 6183,'0'12'0,"0"-3"0</inkml:trace>
  <inkml:trace contextRef="#ctx0" brushRef="#br0" timeOffset="345644">3073 5390 11400,'-3'-8'1799,"0"3"-1709,3 18 180,9 16-270,-6 0-220,5-2 1,2 3-141,-2-1 1,-1-1 89,0-3 0,1 0-550,-1-4 1,1 3 0,0 0 0,0-3 409,1 1 0,0-2 1,0 0-1,-1 1 1,1-3-1,0-2 0,-1 1 1</inkml:trace>
  <inkml:trace contextRef="#ctx0" brushRef="#br0" timeOffset="346061">3414 5681 11131,'1'-12'180,"0"-8"-180,-1-1 0,5 0 0,-4 0 0,4-9-1639,-4 5 1,-2-2 1240,2 5 1,-2-1 637,-1-3 0,-2-2 0,1 4 815,1-6-741,-7 1 1,0 2-225,7 9 0,-11-6 180,8 35-180,-3-3-30,4 10 0,2 5 0,0-1-60,0-6 0,2 0 60,0 10 0,1 5 0,0-5 3078,0 5-3138,6-10 0,2 3 0,-1-4 90,2 5-90,2-8 0,2 2 0,0-3-90,3 4-540,4 0 0,0 0-449,-4-5-560,3 1 1,-1-1 1310,-4-5 1,8 6-1,-11-11 1</inkml:trace>
  <inkml:trace contextRef="#ctx0" brushRef="#br0" timeOffset="346395">3324 6113 6094,'-2'-8'0,"1"1"0</inkml:trace>
  <inkml:trace contextRef="#ctx0" brushRef="#br0" timeOffset="351094">836 8238 10591,'-3'-9'1169,"0"2"-809,1 3-180,0 1-90,0 1 0,1 1 270,-1 1 89,1 5-179,1 2-90,0 7 90,4 11-180,0-8-45,0-1 0,0-1-45,0-4 90,4 11-90,-6-14 90,5 6 0,-5-9 1079,1 3-1169,-8-12 0,5-2-90,-15-17 90,12 6 0,-5 0 0,0 0 0,6 1-45,-2-2 0,1-1 45,8-1 0,2-2 90,5 11-90,8 14 0,-8-2-90,11 17-180,-14-11-764,2 7 0,-1 2 44,-2-1-649,0 5 1,0 0-842,-2 0 2273,-2-4 1,1 0-1,-2 1 1,1 0 0</inkml:trace>
  <inkml:trace contextRef="#ctx0" brushRef="#br0" timeOffset="351578">1143 8507 10321,'5'10'2519,"-2"-2"-2519,-1-29 0,-1 10 0,-3-10 0,-1-2 90,2 5 44,-3-5 1,-1 1 45,2 3 45,-1-1 0,0 1-45,-1 5 719,-3-14-719,3 20 90,-1-4-270,3 10 0,0 1-90,2 1 90,-1 0 0,2 5 0,-1 0 90,0 8-90,1 5 0,5-5 0,8 15 0,-2-16-1639,2 3 1,-1 0 714,-1-2-259,3 1 0,0-1 373,-2-1-829,3 0 1,-1 0-122,-2-3 1713,6 4 0,-10-7 0,-1-1 0</inkml:trace>
  <inkml:trace contextRef="#ctx0" brushRef="#br0" timeOffset="351794">1356 8419 13289,'0'-9'810,"0"-2"-810,0 8 0,0-2 0,0 0 0,6 2-360,0-6 0,7 5-1529,1-4 810,-4 4-2198,6-5 3151,-10 4 1,4-4 0,-5 3 0</inkml:trace>
  <inkml:trace contextRef="#ctx0" brushRef="#br0" timeOffset="351995">1493 8188 13829,'0'-6'360,"-4"1"-360,17 25 0,-13-10-315,11 10 0,3 0-404,-9-6-920,4 5 1,0-1-392,-3-2 2030,0-1 0,-1 0 0,0-3 0,1 3 0</inkml:trace>
  <inkml:trace contextRef="#ctx0" brushRef="#br0" timeOffset="352512">1698 8027 13469,'-16'1'1439,"5"-1"-719,0 0-180,7 0-1,-1 4-269,12-1-180,2 2 180,19-2-180,-7-3-90,9-7 0,-9 0 0,0-1 0,-8 0 0,2 0 30,5-2 0,4-2 0,-2 2-180,-8 2 1,0 0 119,6-3 0,2-1 0,-4 1 30,4-3-225,0 0 0,-3 0-1304,-6 5 719,3-2-2467,-13 8 2457,-7 2 1,3 0 0,-4 1 0</inkml:trace>
  <inkml:trace contextRef="#ctx0" brushRef="#br0" timeOffset="352964">1930 7783 13289,'-13'-12'2339,"3"3"-1349,-3-2-901,9 7 271,-3-3 450,6 6-271,9-1-449,-6 7-3367,25 0 2753,-18 1 624,9-1 1,2-3-101,-3-1 0,5 2 0,0-1 0,-2-1 0,5 0 0,3 0 0,-10-1 0,-1 0 0,2 0 0,-1 0 0,11 0 0,-23 0 0,3 0 90,-7 0 3186,1 0-2272,-2 4 475,-1 0-1299,0 7 540,-5 8-540,4-4-91,-6 6 1,-1 1-180,2-1-1003,-1-2 1,-2 2 0,1-2-1091,-2 7 1090,2-6 1,-2 4 0,1-4-331,3-5 0,-1 0 1423,-2 7 0,-2 3 0,1-3 0,4-7 0,-1 0 0,-3 8 0,0 0 0</inkml:trace>
  <inkml:trace contextRef="#ctx0" brushRef="#br0" timeOffset="356395">3254 7463 13649,'-2'-15'0,"3"-3"0,0 0 0,1 0 0,2-7 0,-2-3 0,-1 0 90,-7 4 90,3-3 0,-2 1 90,-8 3 44,4 2 1,2 0-225,-1 6 0,-10-9-90,14 18 0,-6 6 90,5 19 0,3 1 0,0 4 0,1 1 0,0 1-30,1-5 0,1 3 0,2-1-15,5 0 0,1-1-45,0 7 0,4-1-315,7-5 0,5-4-1324,-1-8 1,0-3-1,-3 0 1,0-3 1507,3-9 0,-2-4 0,-1-1 1,-8-1-1,0 0 0</inkml:trace>
  <inkml:trace contextRef="#ctx0" brushRef="#br0" timeOffset="357493">690 7860 12390,'-7'-9'720,"1"1"-720,6-5 0,6 4 0,0-17 0,5 11 0,-6-5 0,0-1 0,5 1 0,-5-7 0,-2-4 134,-3 6 1,-1 0-142,2 0 1,-2 1 321,-6-5 0,-2 4 45,-1 2-360,-2 2-20,1 9 20,9 17 0,-3 3 450,3 22-360,2-12-46,3 4 1,0-1-45,-2-4 45,7 1 0,0 0-45,-5-3 0,7 0 0,1 0 90,-4-3-135,4-1 0,2 0-45,-3-3-1349,16 7-1838,-4-11 2450,-1 2-2052,5-11 2879,-16-1 0,5 0 0,-7 1 0</inkml:trace>
  <inkml:trace contextRef="#ctx0" brushRef="#br0" timeOffset="357679">937 7618 13379,'-11'-11'180,"3"0"-180,6 5-809,8-4 179,-4 5-2647,16-10 1787,-11 7 1490,12-8 0,-10 8 0,1-1 0</inkml:trace>
  <inkml:trace contextRef="#ctx0" brushRef="#br0" timeOffset="357879">1017 7381 11580,'-11'-7'1889,"5"3"-1079,-5-4-810,9 5 90,-7 0 0,15 15-225,0 2 0,0 2-315,7 13-643,-5-10 1,2 3 0,-2-3-1703,4 9 2795,1 0 0,1 0 0,1-1 0,-6-9 0,1 1 0</inkml:trace>
  <inkml:trace contextRef="#ctx0" brushRef="#br0" timeOffset="367011">2514 7606 11670,'-11'0'180,"5"-6"-90,-3 4 0,8-9 0,-7 9 0,7-6 0,-3 3-90,4-3 0,6-1 0,-4 3 0,12 0 0,-7 3 0,7 0 0,-2 1 0,0 0 0,0 1 0,1 1 0,-1 0 90,1 0 0,4 7 0,-5-5 0,8 17 0,-11-13 0,3 20 0,-10-14 179,-6 16-179,-3-14 45,-2 1 0,-2 1-45,-6 1-90,2 1-90,5-9 90,19-19 0,-1 8 0,14-16 0,-9 16 0,10-8 0,-13 10 90,10-3-90,-13 3 90,5 11 0,-10-2-90,-5 17 0,-6-10 45,-2 1 0,-1-1 45,-5 0 0,1 2 0,0-2 0,2-3 90,-3 0 0,1-2-180,5-5 0,-12 2 0,17-8-90,-2-5 90,6-2 0,5-4 0,4 5 0,6 3 0,9 17-180,-7-5-810,1 7 1,-1 2-630,-1 0 1619,2 2 0,-1 0 0,-1-3 0,-4-4 0,0 0 0</inkml:trace>
  <inkml:trace contextRef="#ctx0" brushRef="#br0" timeOffset="369044">3262 8051 10501,'0'-13'989,"-6"2"-629,5 5-90,-5 0-90,6 2-90,-4 1 540,4 1-271,-4 8-89,10 3-180,-1 5 0,0 3-45,3-2 0,0-1-45,-1 2 0,-1-1 90,7 11-90,-8-18 0,5 7 0,-7-11 270,2 3 180,-4-5-360,1 0-90,-2-9 0,-4-18 0,3 6-45,-3-4 0,0-1 179,3 3 1,1 2-90,1 2 0,1-1-45,0-3 0,2 2 0,3 8 90,2-3-90,-4 10 180,11 8-90,7 12-90,-4-1-45,-4 1 0,-2-1-225,-3-1-450,0 3 1,-1 0-90,-3-2-830,0 2 1,0 1-212,-2-4 1850,2 13 0,-4-15 0,2 2 0</inkml:trace>
  <inkml:trace contextRef="#ctx0" brushRef="#br0" timeOffset="369509">3692 8174 12840,'12'-2'629,"3"-2"-449,1-17-90,-4 7-45,-5-2 0,-1-1-45,-1 1 90,-1-6 0,0-1 0,-2-1 60,0 1 0,0-4 0,-2 1 70,-3 4 0,-1 1 0,1-1 79,-1-4 1,0-1 0,-1 2-172,0-2 1,-2 4 51,-10 2 174,11 25-264,-3 2-45,5 8 0,2 3-45,0 3 45,4 8 0,0 0-3060,0-1 3015,4-7 0,2 1 0,0-4 0,3-1-1499,7 2 1,2 0 1228,-5-2 0,0-1-1124,9 4 0,-2-4-45,-5-5-200,-1 0 1,0 0 1153,-4-3 0,6 2 0,-11-5 0</inkml:trace>
  <inkml:trace contextRef="#ctx0" brushRef="#br0" timeOffset="371313">3908 7640 10861,'0'-13'989,"0"-2"-809,0 5-90,0-1 0,7 3-90,-6 0 90,12 0-90,-12-1 0,13-1 0,-8 1-241,8 0 241,-3 0 0,0 1 0,1 1 0,0 0 0,0 1-90,0 1-360,5-3 0,-3 3-2068,11-4 1528,-13 5 990,12-4 0,-16 4 0,3-1 0</inkml:trace>
  <inkml:trace contextRef="#ctx0" brushRef="#br0" timeOffset="371562">4066 7463 10951,'-4'-12'629,"15"2"-539,10 3 0,-3 8 0,1 1-90,7 7 45,-12 0 0,-3 2 45,-5 3-90,2 13 0,-7-15-180,-1 18 0,-7-17-1349,1 3 0,-1-1 1529,-7-1 0,-2 3 0,9-12 0</inkml:trace>
  <inkml:trace contextRef="#ctx0" brushRef="#br0" timeOffset="372114">4327 7205 12120,'-10'-26'1979,"0"9"-1799,3-1-180,2 12 90,8 0-90,5 5 90,15-1-90,-6 2 0,1 4 0,-1 1 0,-1-3 0,-1 7 0,0 0 90,-6-4-90,3 13 0,-10-10 0,-7 16 0,-2-10 0,-1 3 0,3-8 0,5-4 0,0-3 0,16 2 0,-7-3 0,8 0 0,1-1 0,-2 1 0,3-1 0,0 1 0,-4 1 0,16 4 90,-21-1 0,5 8 0,-13-5-1,1 7 181,-11 1-180,-4-2 0,-5 4 45,0-4 0,-1-1-45,-3 3-45,-4 2 0,1 0 45,3-5-90,0 0 0,2-1 0,6-5-90,-7 4 90,22-9-90,-4-7-180,29-4 90,-14-8-270,12 8 1,2 2 89,-7-2-810,3 9 1,-2 5-180,-9 4 1349,-1 9 0,-3 1 0,-3 2 0,-3-5 0,0 1 0</inkml:trace>
  <inkml:trace contextRef="#ctx0" brushRef="#br0" timeOffset="419758">10841 6905 10861,'0'-10'1259,"0"0"-180,0 0-539,0 4-90,0-3 359,0 3-449,0 3 180,-4-2-450,3 10 180,-6-5-90,1 26-180,0-13 0,0 13 0,2 4 45,1-7 0,2-1-45,0 2 0,3 0-45,4 0 0,3-4 45,7-9-180,2-2 0,1-2 90,1-4 0,5-10 0,1-4-205,-2-1 295,-8-2 0,1-4 0,-2 2 0,1-8 0,-9 5 0,-2-5 0,-2 3-89,-1-4 44,-15-2 0,-4 3 45,3 12-225,-10 2 0,-3 6-315,6 12-853,0-1 0,1 2 808,8 5 1,1 3-1055,-3 7 1,0 0 1434,6-6 1,0 0 0,2 5-1,2 0 1,2 3 0</inkml:trace>
  <inkml:trace contextRef="#ctx0" brushRef="#br0" timeOffset="420210">10877 7457 13649,'-4'-8'2159,"-4"1"-1889,3 12 0,-7 14-270,6 0 45,1 5 0,-1 1 45,2 1-90,1-5 0,0 4 0,1-2-45,3 2 0,1 0 45,-4 1 0,3-1-45,8 0 0,2-5 45,-1-8-45,7-3 0,3-4-45,-1-10 90,4-3 0,-1-4 0,-1-9-708,-8 5 0,1-2 1,-3 1 707,0-10 0,-7 7 0,-3-4 0,-1 4 0,-7-8 0,-4 9 0,-3-2 0,0 4-90,-8 1-450,-7 6 1,0 6-271,6 12-829,-2 9 1,3 4-1639,5 2 3271,3 2 0,2 1 1,7 1-1,3-9 1,0 0-1</inkml:trace>
  <inkml:trace contextRef="#ctx0" brushRef="#br0" timeOffset="420809">10932 7922 13110,'-13'-11'1019,"0"0"0,-3 12 1,0 4-1020,-12 8-1093,15 3 1,2 7 0,2-3 617,4-6 1,1 2 474,-1 6 0,0 3 0,1-2 995,1 7-1040,0 2 0,3-2 45,7-7-45,-7-6 0,2-1-224,19 2 179,-12-6 712,12 2-712,-6-9 0,1-2 0,5 0 0,6-8 0,0-3-226,-2-5 286,-7-1 0,1-5 0,-2 1 30,-6 4 0,-2-1 0,1-9 0,1-5 0,-4 3 818,-2 7 1,-4 0-789,-5-9 0,-4-4 0,0 5-1451,1 8 0,-2 2 1421,-7-10 0,-5 3 0,-1 12 0,0 4-367,-6-2 97,0 11 1,1 5-361,3 7 90,9-1 1,1 3-1100,2 7 1,3 0 1214,-1 5 0,4-4 0,1-1 0,5 0 0</inkml:trace>
  <inkml:trace contextRef="#ctx0" brushRef="#br0" timeOffset="421609">11968 7086 11850,'1'-17'1349,"0"3"-719,0 1 449,0 1-809,-1 4 360,-6 1-180,-6 13-450,0 5 45,-1 3 0,1 2-45,0 6 0,0 0 0,1 0-2288,3-2 2288,3-4 0,0-1 0,4 13 0,7-11 0,3 12 0,4-17-89,1 0-732,12-4 641,-9-5 90,3-3 0,0-5 90,-4-8-129,1-7 1,-3-5 83,-11-4 0,-4-1 45,3 4 0,-4 0-45,-8-4 0,-4 6-45,-5 11 0,0 8 0,0 3-270,1 9-809,-3 11 0,2 5 1139,9-10 1,3 2 29,-4 10 0,0 5 0,2-3 0,3-6 0,2-1 0,-1 2 0,1 0 0,0 0 0</inkml:trace>
  <inkml:trace contextRef="#ctx0" brushRef="#br0" timeOffset="421974">12123 7582 13559,'-19'-1'2249,"-1"11"-2249,3 0 0,5 15 0,8-12-180,3 10 90,7-14-90,1 9 90,9-12 0,8 1 90,-6-6-1639,3-8 1,-1-3 934,-4 1 548,1-7 1,-3-2 335,-8 4-300,-3-3 0,-5 1 120,-10 3-45,-3 0 0,-3 2-134,-8 6-914,6 3 1,-2 2 0,1 1-547,0 2 1,2 2 1089,-6 1 1,2 1 0,-3 0 0,15-2 0</inkml:trace>
  <inkml:trace contextRef="#ctx0" brushRef="#br0" timeOffset="422476">11164 6857 12390,'-7'-11'2698,"-4"-1"-2248,6 8 0,-4-1 449,1 3-269,4 6-90,7 9-270,5 1 89,9 4 1,2-1-1215,6 0 885,-6-5 0,1 1 0,0-2-1483,-4-4 0,1 0 1453,5 2 0,2 1 0,-1-2 0,2 0 0,-1-1 45,-2 1 0,2-1-45,1 1 0,4 0 0,-1 0 0,-3-1-45,-3-1 0,1 0-293,0 0 1,5 1 0,-1 0-1,-4-2 68,-6-1 1,0 0-811,15 4 1,-3 0 0,-18-5-2198,2 4 1247,-18-5 500,4 0 1530,-15 0 0,7 0 0,-10 0 0</inkml:trace>
  <inkml:trace contextRef="#ctx0" brushRef="#br0" timeOffset="422876">11088 7722 12030,'-10'-26'2339,"2"11"-2070,0 0 1,0 1-90,1 5 540,1-14-540,5 14 360,15-16-361,-4 13 1,10-4 0,3-1-995,1 0 837,-5 5 1,5-4 0,1 0-1,-3 2-555,0 0 0,1-1 533,-1 2 0,5-4 0,1-1 0,-1 1 0,-3 3-324,-5 1 0,-2 3 1,2-3 341,5-2 0,3-2 0,2-2 0,-2 2 0,-3 2-18,-5 2 0,-1 2 0,1-1-18,2-1 0,4-1 0,0-2 0,-1 2 0,-4 3 18,1-1 0,-1 2-210,2-2 0,3 0 0,-6 3-330,-3 1-1888,2 0 1348,-26 7-2197,-13 6 2925,-1 3 0,8-2 0,-1 0 0,-5 7 0</inkml:trace>
  <inkml:trace contextRef="#ctx0" brushRef="#br0" timeOffset="423708">11149 8017 11940,'-3'10'1979,"0"-3"540,2-5-2250,12-18 1,8-12-180,-5 5 0,2-2 0,0-1-859,1 1 1,0-1 0,1-2 768,-5 7 0,2-2 0,0-1 0,0 0 0,-1 2 0,-2 2 0,2-1 0,-2 3 0,1-3 30,1 0 0,2-5 0,1-1 0,1 0 0,-2 1 0,-2 4 0,2-2 0,-2 3 0,1-3 29,0 1 1,2-2 0,1-3 0,0 1 0,-2 2 0,-1 3-60,-1 1 0,-2 3 0,2-3 0,0 1 0,2-3 0,0 0 0,0 2 0,-3 3 0,-1 1 0,0 1 0,6-9 0,-1 2 361,-9 12-3638,-1-3 0,-14 12 116,-6 6 3161,-14 5 0,1 4 0,12-7 0,-1 0 0</inkml:trace>
  <inkml:trace contextRef="#ctx0" brushRef="#br0" timeOffset="424126">11065 6999 11850,'-5'-10'1080,"0"2"269,3 6-360,9 16-629,3-5 0,4 13-1999,1-7 1,0 0 1473,5 6 375,-2-4 0,4 3 0,-3-2-87,-3-5 0,2 1-11,2 1 1,5 2-1,0 0 1,-3-2-422,1 0 1,0-1 326,-2-2 0,3 2 0,1 1 0,0-2 0,-4-1 27,5 3 0,0-1-45,-4-3 0,3 2 0,2 0 0,-1 0 0,-4-2 0,4 2 0,1 0 18,-6-3 0,4 2 0,0 0 0,0-1 0,-4-2-63,4 2 0,-2 0 45,1-1 0,1 1 0,-1-1 0,4 3 0,-2-1-45,-11-4 0,1 0-180,11 7 0,-2-1-45,-10-4-1369,5 8 919,-15-12-687,-1 2-1870,-10-6 3151,-5 0 1,-5-8 0,-2-1 0</inkml:trace>
  <inkml:trace contextRef="#ctx0" brushRef="#br0" timeOffset="424593">11003 7529 11400,'-3'-10'2339,"-2"-4"-1529,2 2-451,-1 1 721,9 3-720,5 6 449,18 6-629,-6-2-1038,3 7 0,2 1 1038,2-2-45,-9 0 0,5 2 0,1 1 0,-4-2-91,1-1 1,-1-1-45,2 1 0,4 1 0,-1 0 0,-3-1 45,0-1 0,-2-1-45,-2 0 0,0 0 0,2 0 0,5 1 0,1 0 0,-2 0 0,0 0 0,0-1 0,0 1 0,5 1 0,0-1 0,-5-1 0,-2-1 0,-1 0-45,2 0 0,4 0 0,1 1 1,-5-2-271,0-2 0,-1 1 135,9 1 0,-4-1 153,-5-2-3250,-18-1 0,-10-6 0,-4-2 3126,-7 0 0,-3-3 1,2 4-1</inkml:trace>
  <inkml:trace contextRef="#ctx0" brushRef="#br0" timeOffset="425063">10984 8167 15808,'16'-2'629,"0"-1"1,9-5-450,-6 1 0,3-1 0,-2-1-1050,-3 0 1,1-1 981,4-1 1,4-2-1,1-1 1,-3 1-841,2-1 0,0-1 746,-2 1 0,4-3 0,1-1 0,0 0 0,-5 2-279,-2 2 0,-2 2 0,2-3 261,-1 1 0,3-3 0,2 0 0,0-1 0,-1 2 0,-4 1 0,0 1 0,-3 2 0,3-2 0,0 0 0,4-1 0,1 0 0,0-1 0,-2 2 0,-4 2 0,6-4 0,-1 2 22,0 1 1,4-1-1,-1-1 1,-5 4-23,3-2-344,-4 3 0,-2 1 254,-11 4-3187,2 0 2457,-14 4 1,-4 5 0,-5 1 0</inkml:trace>
  <inkml:trace contextRef="#ctx0" brushRef="#br0" timeOffset="425808">10486 6742 7803,'0'18'404,"0"-3"1,0 2-315,-1 4 0,-1 2 0,1 0-1281,1 3 1,-1 2 1243,2-5 1,-1 3 0,1 2 0,-1-1 0,1-4-453,-1-1 1,0-2 0,1 2 443,2 3 0,1 3 0,0 2 0,1 1 0,-1-2 0,0-3-232,-1 2 0,0-3 0,1 4 225,-1-6 1,2 4-1,1 2 1,0 1 0,0-1-1,-1-2 1,0-4-39,0 6 0,0-3 0,1 2 30,-1-1 0,1 4 0,1 2 0,0 0 0,-1-2 0,0-5-664,-1 2 0,0-5 0,1 3 634,0 1 0,0 2 0,0 1 0,1-1 30,0 3 0,1-2 0,-1-2 60,-1 0 1,1-1-159,0-2 1,0 2 0,0-1 0,0-4-158,-2-4 0,0-1-1080,4 13 1,0-2 585,-3-11 719,0 4 0,-5-18 0,-1-2 0</inkml:trace>
  <inkml:trace contextRef="#ctx0" brushRef="#br0" timeOffset="426559">10685 6468 9691,'-13'-10'675,"-1"1"0,-6-5-495,20 8-1,5 4 136,13-1 0,4 1-135,7-1-916,-4 0 1,2 0 870,2-1 0,0 0-1429,-5 0 1,0 1 1323,-3 0 0,1-1 0,2 1 37,1-1 1,3-1-1,0 1 1,-3 0-446,-1 0 1,-1 0-1,3 0 393,0-1 0,5 0 0,1 0 0,1-1 0,-1 1 0,-5 0-365,2 0 0,-3 1 0,4-1 362,-5 1 1,2-1 0,3 0 0,1 0 0,-1 0 0,-2 1 0,-4 0 17,5-1 0,-4 1 0,4 0 15,-2 0 0,3-1 0,2 1 0,0-1 0,-2 1 0,-4 1-15,-2-1 0,-3 2 0,3-1 6,1 0 0,4 1 0,1-1 0,-2 1 0,-5 0-36,1 0 0,-1 1 90,5 2 0,2 1 0,-5 0 435,-1-1-435,-3 9 0,-1 1 0,-8-3 90,0 9 0,1 2 0,-2 1 54,-2 0 0,1 4 1,-2-2-190,-1-3 0,-1 2 67,1 5 0,1 5 1,0 1-1,-1-3-82,-2-8 0,0-2 0,0 4 45,0 0 0,1 4 0,1 1 0,0 1 0,-1-1 0,0-5-45,0 3 0,0-4 0,1 4-15,1-1 0,0 4 0,1 2 0,0 0 0,0-2 0,-2-4-226,2 2 0,-1-4 1,0 2 210,2 3 0,0 1 0,0 1 0,1-1 22,0-1 1,0 0-1,-1-1 1,0-2 109,-1-3 1,-1-2 0,2 3-133,-1 1 0,2 3 0,1 2 0,-2-3 0,-1-4 45,0 1 0,0 0 15,0 5 0,2 4 0,-3-6-15,-4-10 0,-1 0 45,2 15 0,-2 0-90,-2-7-59,0-1 1,-1 0 148,-5-6 44,4 1 1,-3-2-45,-6-5 90,-8 14-180,3-16 90,-6 2 0,-2 0-90,-4 2 0,2-2 0,-5 2 0,2-1 392,6-2 1,-1 0-393,1-1 0,-5 2 0,-1 1 0,1-1 0,3-1 325,1 0 0,3-2 0,-4 1-325,2 0 0,-3 0 0,-2 1 0,-1 1 0,1-1 0,1-1 0,3 0 0,-7 2 0,3-2 0,-4 2-10,8-3 0,-3 0 0,-3 2 0,-1 0 0,-1 0 0,1 0 0,1-1 0,2 0 0,3-2-118,-4 2 0,4-1 0,0 0 0,-4 1 128,4-2 0,-2 1 0,-3 1 0,-1 0 0,-1 1 0,2-1 0,0-1 0,4 0 0,2-1 0,-8 2 0,5-1 0,-3 1-15,3-1 0,-4 0 0,-1 2 0,0-1 0,2-1 0,4-1 15,3 0 0,2-1 0,-1 0 0,-7 2 0,-3 1 0,0-1 0,6-1-45,5-2 0,1-1-345,-2 1 0,-2-1 1,3 0 93,1-2-2981,-10-7 1067,22 3 2210,-1-23 0,7 14 0,0-17 0</inkml:trace>
  <inkml:trace contextRef="#ctx0" brushRef="#br0" timeOffset="429142">10638 6720 9691,'-10'-2'1530,"2"0"-1261,6 1 1,0 1 540,2-1-270,-3 1-1,1 0-449,11-6 0,-3-2-45,8-1 0,1-2-45,0-2 45,2 1 0,0 0-45,-2 2 90,11-7-90,-19 12 90,4-2-90,-20 17 0,8-1 0,-10 3 0,0 1 0,8 1 45,-7-1 0,0-1-45,6-2 0,-9 13 90,10-14 0,-1 12 90,8-9-180,-3 1 90,13-5-90,-8-6-720,21 0 0,-14-8-919,7 3 1,0-1-482,1-11 1797,1 6 0,0 0 0,3-6 0,-9 6 1,0 1-1</inkml:trace>
  <inkml:trace contextRef="#ctx0" brushRef="#br0" timeOffset="429992">12013 6831 11580,'-14'-5'2159,"4"1"-1439,-1 1-630,7 3 359,-2-1-359,5 0 0,10-3 0,-3 1 90,21-7-180,-14 4 90,4-1 0,1 1-90,-3 0 180,13-4-180,-19 7 450,3-1-360,-9 10 0,-6 2 90,-8 20-91,4-11 46,-3 1 0,2-1-45,6-4 90,-12 12-180,12-16 90,-4 9 0,6-13 0,-1 4 0,7-5 0,7-2-90,1 1 0,6-8-675,-3-1 1,0-1-406,6-5-13,-5 3 1,3-1 0,-3 1-2185,8-5 2621,-6 3 1,-1 0-1,1-1 1,-2 1 0</inkml:trace>
  <inkml:trace contextRef="#ctx0" brushRef="#br0" timeOffset="431393">11901 6994 13739,'-13'0'810,"-2"0"-630,4 0 179,-9 5-269,10 2 90,-11 10-180,13-4 90,-1 0 0,1 3 0,5-1 0,0 1 0,-4 13-45,8-6 0,1-1-45,-1-3 45,4 0 0,1 1-45,-1-5 0,1 0 0,2-1 0,0-4 0,10 8 0,-8-13 0,6 1 90,4-5-90,-6-1 0,0-6 0,0-2 0,-2 0 0,0-9 0,-1-2 0,-3 2 0,-1-8 0,-2 0 0,-2 0 0,-1-4 0,0 1 0,-2 3 0,-6-1 0,-1 2-1742,4 5 1742,-5 6 0,-2 0-958,-1-1 958,0 7-156,-8-1 156,11 7 90,-14 8-90,12-6 180,-12 22-180,13-14 45,1 7 0,2 1-45,1-2 0,3 4 0,-1-1 90,2-1-90,0 6 0,1-1 0,5-3 0,-2 1 0,1 0 0,2-8 0,14 10 0,-11-15 0,5-2 0,2-1 0,-2-3 0,2-2 0,0-3 0,-3-5 45,1-3 0,-1-1-45,-4-6 0,3-7 0,-9 10 0,-2 0-90,0-5 90,-3-3 0,-2 1 0,-7 3-45,-1 1 0,-1 1 45,-4 7-225,1 2 0,0 3-224,3 9-856,-3 4 1,2 4-225,2 8 1529,0 8 0,2 2 0,4 2 0,2-5 0,0-1 0</inkml:trace>
  <inkml:trace contextRef="#ctx0" brushRef="#br0" timeOffset="432326">12064 7587 12480,'0'-9'2608,"0"2"-2338,-4 4 90,-4 13-270,0-7 0,-3 15 180,0-4-180,4 2 90,-6 12-90,9-15-90,0 17 0,3-17 0,6 15 0,-4-17 0,17 12 0,-11-15 0,7-1 0,3-2 0,-4-3 0,5-8 0,0-4 0,-4 1-45,1-8 0,-1-2 45,-3 2 0,-3-3 0,-1-2 0,-3 0-45,-3-7 0,-4-3 90,-5 13 0,-1 0 0,3-4 0,-2 1 134,-10 4 1,0 5-90,3 5-45,-4 1 0,0 4-45,4 9 45,-2 1 0,1 1-45,1 7 90,0 1 0,0 0 0,4 0-90,1 4 0,1 0 0,3-1 45,2 4 0,2 3-45,7-6 0,1 0 0,-2-1 0,2 1 0,6 3 0,1-4 0,2-5 0,-1-1 0,-1 0 90,-1-6-90,15 4 0,-15-9 0,12-9 0,-14-4 0,0-3 0,0-2 0,-3-7-45,0-4 0,-3-4 45,-5 2 0,-2 1-207,2 0 0,-3 1 236,-1 4 1,-2 0 0,0 5 60,-6-1 0,1 2 0,-1 4-90,1 6-90,-17 9 90,15 6-405,-3 6 1,0 4-316,2 0-373,4 1 1,-1 5 0,2-3-547,5-6 1,0 0 982,-4 12 1,1 1-1,4-1 1,-1 1 0</inkml:trace>
  <inkml:trace contextRef="#ctx0" brushRef="#br0" timeOffset="436678">11822 7094 9512,'7'-4'1259,"-2"-1"-899,-1 3-91,-4-2 1,3 0 90,0 0 0,-2-1 90,1 1-91,0-1 91,-2 1-90,1 0 450,-1 0-631,0 2 451,-4-2-360,-2 4 0,-3 5-90,-2 7-90,4 1 134,-1 3 1,1 1-45,1 1-135,-2 12 0,2 1-45,2-4 45,0 4 0,3 1 0,6-14 0,1-1-45,-2-1 0,1 0 0,7 1 0,2-3 0,2-6 45,1-2 0,1-2-45,1-2 0,6-5 0,3-5 0,-8-5 0,-1-1-139,2 1 1,-1-1 138,-2-12 0,-4-2 0,-7 3 0,-4 5 0,-1-3 0,0 2 0,-1-9 0,-4 9 0,-1-2 0,0 2 0,1-4 0,-9-1 0,-4 1 0,-3 8 45,0 6 0,-1 6 45,0 13 0,2 4-46,4-4 1,1 2 45,-3 12 0,3 2-90,5-5 90,0 3 0,1 1-90,3-1 0,2 2 0,0-1 0,1-3 0,6 2 0,1 0 0,-3-6 45,10 1 0,2-3-45,-5-5 45,6-1 0,2-3-45,-2-2-45,2-3 0,0-2 45,-2 1 45,1-9 0,0-1-45,-5 1-45,2-12 0,-3-6 45,-6 0 0,-3 0-128,1 1 0,-1 0 128,-3 1 0,-1-1 0,-2 5 0,-11-6 0,4 0 0,-1 2 0,-4 6-45,-1 3 0,1 1 45,1 8 45,-3 2 0,0 2-45,1 9 90,-1 1 0,0 3 0,3 6-90,-6 8 89,14-8 1,1 2-1698,0 7 1,1 2 1607,0-5 0,0 0 30,3 2 0,0 2 0,1-4-57,1 5 27,1 2 0,3-1 0,3-6 0,0-1 0,1-1 0,4-6 45,0-1 0,1-2-45,-1-4 0,4-2 0,1-1 0,-1-3 355,8-7-355,0-9 0,-10-1 0,0-2 0,-2-1 0,-3-2 0,-3-5 0,-1-2-171,-3 1 171,-2 8 0,-2-4 0,0 4 0,-7-7 0,0-1 0,-3 1 0,-2 7-45,-3 0 0,0 3 45,3 8 0,-4 1 0,0 3-90,3 13-360,-1 1 1,1 2-361,2 9-829,0 4 1,2 0-931,4 2 2569,3-4 0,1 3 0,1-2 0,1-5 0,0-1 0,1 11 0,-1 0 0</inkml:trace>
  <inkml:trace contextRef="#ctx0" brushRef="#br0" timeOffset="439907">12089 6971 11221,'1'-9'1169,"-7"1"-899,5 4-180,-5 1-90,6 1 0,-4 0 0,3 1 0,-3-1-2249,4 2-449,5-1 2698,0 1 0,5 0 0,0 0 0</inkml:trace>
  <inkml:trace contextRef="#ctx0" brushRef="#br0" timeOffset="440509">12164 6850 10861,'2'-11'-3148,"5"5"3148,-1 6 0,5 1 0,0 3 0</inkml:trace>
  <inkml:trace contextRef="#ctx0" brushRef="#br0" timeOffset="441242">12234 7648 13110,'-13'-6'-3277,"0"1"2522,3 5 0,-1 0 0,2 0 0</inkml:trace>
  <inkml:trace contextRef="#ctx0" brushRef="#br0" timeOffset="441742">11969 7558 12570,'-13'-6'1889,"-6"17"-1709,7-1-1,0 8 1,-1 3 0,3-1-180,2-4 0,-1 2 90,3 3 0,1-2-90,-1 7 0,2 3 0,2 0 0,1-4 45,8 0 0,3 0-45,0-6 45,9-2 0,2-2-45,-2-6 0,6-2 0,1-2-496,0-3 496,-6-6 0,3-3 0,-3 1-1441,-5 0 1,-1 0 1440,9-7 0,0-3 45,-1-3 0,-2-2-216,-7 8 0,-1-1 201,3-6 0,1-4 0,-4 3 15,-5 6 0,-3-1 105,-1-4 0,-2-4 0,-1 3 30,-7-7-60,-3 10 0,-2-2 0,0 3-120,-9-3 0,4 10 0,-4-1 0,2 3-90,-9 2 45,6 2 0,-1 2-1260,1 7 1,0 4-335,0 2 1,1 1 83,1-1 1,2 1 1554,3 1 0,4-1 0,9-3 0,2-1 0</inkml:trace>
  <inkml:trace contextRef="#ctx0" brushRef="#br0" timeOffset="443511">12129 7050 18686,'-11'9'450,"-1"-3"-270,9 1-90,-4-3-90,1 0 90,2 0-90,0-3 90,2 2 0,0-3 1079,1 1-449,12-1-540,-3 0-1,11 0 91,6-7-90,-3 5-240,-6-4 1,1-1 329,11 0 0,2 1-987,-11 0 0,2-1 747,7 0 0,4-1 0,-3 2-1424,-4 0 0,0 1 1394,-3 1 0,1-1 0,1 0 22,0 0 1,2 0-1,0 1 1,-2-1-284,-2 1 0,-2 0 0,3 0 261,3 0 0,3-2 0,2 1 0,-1-1 0,-5 2 0,4-1 0,0-1 0,-1 1 0,4-1 0,0 1 0,-6 0-688,-2 0 1,-2 1 687,0-1 0,2 1 0,-2 0 45,-1-1 0,-1 1-156,8-1 111,-12 2 0,1-1 1631,4 0-1631,-7 1 0,0 0 896,-6 0-896,-4 2 2541,2-2-2541,-6 2 1832,2 0-2192,-9-3 250,6 2-160,-26-10 270,16 6-45,-11-2 0,-2-1 45,3 0-45,-3-1 0,0 0 45,5 2 0,-1-1 0,0 0-90,1 3 90,-2-2-90,8 5 90,9 10 0,-4 0 90,6 7-90,-1 4 0,8-5 180,10 7-180,0-12 0,4-1 0,2 0 0,2-3-910,8 0 1,1-1 909,-1-2 0,-9-1 0,3 0 0,-4 1 90,6-1-90,-7 0 0,-2 0-163,-1 0 253,-8 0-90,-6 6 0,-10 5-405,-6 2 1,-2 2-406,-7 6-283,3-6 1,-3 2 0,3-2-547,3-3 1,-2 0 1558,-3 4 0,-6 5 1,1 0-1,3-3 1,2 0-1,1-1 1,2-1-1,0 0 1,0 0-1,0 0 1</inkml:trace>
  <inkml:trace contextRef="#ctx0" brushRef="#br0" timeOffset="444891">12087 7084 17967,'16'6'360,"1"-1"-1,8-7-179,-6-2 0,0 0-452,-1 0 1,2 0 331,6-2 0,4-2 0,-4 1-488,-6 2 0,0 0 540,5-1 0,5-1 1,0 0-1,-4 1-433,-1 1 0,0 0 339,-2 0 0,3 0 0,2 0 0,-1 0 0,-4 0-18,7 0 0,0 0 18,-6 1 0,4-1 0,1 0 0,-1 1 0,-4 0-18,3 0 0,0-1 0,-2 2 0,3-2 0,0 1 0,-5 0-45,-4 1 0,-1 0-791,6-2 1,1 1-1,-4-1 836,0 1-81,-3-1 0,-1 0 81,-10 3 633,3-2-723,-8 2-95,0 1-174,-1 0 2283,-1 0-3543,-7-2 1618,-2 1-2068,-16-3 1710,9 2-451,-14-3 630,19 2 90,-12-7 90,14 5 180,-11-11 0,11 8 809,-8-12-719,10 12 810,-7-10-900,10 13 359,-5-5 721,6 8-541,7 10-539,3 1 0,6 5 0,3 0 0,2-2 0,1 0-1697,6 3 1,0 0 1516,-6-4 0,-1-1 45,2 1 0,-4 0-45,-5-2-90,1 10-89,-16-9-856,-5 3 1,-2 1-46,-11 0-13,5-1 1,-3 1 0,1 0-547,3-3 1,1-1 1259,-12 7 0,1 0 1,10-5-1,1-2 0,-2 1 1,1 1-1</inkml:trace>
  <inkml:trace contextRef="#ctx0" brushRef="#br0" timeOffset="445758">12240 7645 12930,'-6'-14'2518,"1"2"-1259,-2 2-899,9 5 0,13 3-180,1 2-90,4 0 270,3 0-180,-4 0-1,9 0-134,-4-4 0,1 1-399,-8 2 0,1 0 354,3-2 0,5-3 0,-1 0 0,-2 2-462,1 0 1,0 1 461,1-2 0,5-2 0,0 0 0,-4 2 0,-1 0 0,-1 0 0,0 1 0,4-2 0,-1 1 0,-4 0 45,-2 1 0,-1 0-45,6-2 0,3-1 0,-4 1 0,-9 3 0,-1-1 0,13-5 0,-1 1 0,-8 0 0,6-2 0,-12 1 0,-2 1 0,-1 0-270,-4-1 90,-5 6 541,-1-5-541,0 5 911,-6-7-821,-1 3 90,-9-4 0,5 3 0,-3 0 0,-4-2 0,6 4 0,-15-7 90,15 8 270,-10-2-180,14 4 0,-7 1-180,11 1 90,-2 1 89,4 0 1,1 5-90,1 1 0,5 8 0,2-5 45,4 1 0,2 0-45,3-2 0,3 2 0,-1-1 0,-2-3 45,1 1 0,0 0-45,-4-2 269,11 7-179,-17-7 90,3 10-810,-18-3 1,-5 1-271,-1 9-283,-3-7 1,-5 1 0,2-1-547,4-5 1,0 1 818,-3 1 1,-3 3 0,0-1 0,2-1 409,-1 0 0,1-1 1,-1 2-1,-2 0 1,2-1-1,4-1 0,-1-1 1</inkml:trace>
  <inkml:trace contextRef="#ctx0" brushRef="#br0" timeOffset="447691">13707 7012 11670,'-12'-5'3238,"1"4"-2878,5-8 270,-1 8-450,6-5-90,-5 6 0,5-4-90,-1 1 0,2 0 90,7-5 0,-6 3 0,22-7-90,-13 7 89,8-1 1,1 1 0,-2 2 0,2 1 0,0-1 0,-3 3 540,12 6 0,-27 17-226,-6-4 1,-4 0-315,1-2 0,-2 0 135,-11 6 0,-1-3-45,6-6-46,1 1 1,1-1-135,4-4 270,-1 7-90,9-11 0,8 0-180,11-7 0,6-4-60,-2 0 0,0-3 0,1 2-366,8-1 0,1-1-174,-5-1 1,1-2-1,-5 3-119,1 0-766,-2-1 1,-3 0 135,-7 2-1928,1-10 2657,-20 10 0,-2-3 0,-8 6 0</inkml:trace>
  <inkml:trace contextRef="#ctx0" brushRef="#br0" timeOffset="449924">2644 5708 7892,'-3'17'0,"-1"0"0</inkml:trace>
  <inkml:trace contextRef="#ctx0" brushRef="#br0" timeOffset="450493">2787 6456 6543,'1'9'0,"-1"-3"0</inkml:trace>
  <inkml:trace contextRef="#ctx0" brushRef="#br0" timeOffset="451626">2998 7287 13020,'-11'-9'494,"1"4"1,10 1 0,-2 4-1</inkml:trace>
  <inkml:trace contextRef="#ctx0" brushRef="#br0" timeOffset="452043">2728 5834 10141,'-6'5'-697,"-2"0"0,7 2 0,-2-3 0</inkml:trace>
  <inkml:trace contextRef="#ctx0" brushRef="#br0" timeOffset="452411">2920 6628 11850,'-10'-6'-820,"3"5"1,3 3 0,4 2 0</inkml:trace>
  <inkml:trace contextRef="#ctx0" brushRef="#br0" timeOffset="452658">2999 7230 12390,'-9'-7'-405,"-2"2"0,10 2 1,-4 3-1</inkml:trace>
  <inkml:trace contextRef="#ctx0" brushRef="#br0" timeOffset="456774">4090 6178 14369,'-10'-7'539,"-5"6"451,9-11-360,-9 6-451,6 0-179,1-2 0,4 4 0,10 0-89,16-2 89,9 4 44,-14 0 1,-1 0-45,6 8 0,-15 1 0,-14 8 0,-1 2 0,-7-5-89,3 4 89,1-9 0,5 0-90,11-4 90,6-2-135,6-3 0,1-1 135,6 1 0,2-2 0,0-1 0,-6 4-45,1-1 0,-1 0 135,-7 2-90,3 12 0,-24 0 0,-6 1 0,0 5 0,-3 0-480,1-3 0,-3 1 1,2-3 164,-2 2 0,2-2-945,-2 1 1,3-1 0,6-5 1259,-5 2 0,12-7 0,0-2 0</inkml:trace>
  <inkml:trace contextRef="#ctx0" brushRef="#br0" timeOffset="456978">4482 5963 13559,'3'-14'540,"-1"4"719,-1-3-1169,-7 14-90,-1-4 0,0 17 0,-13 9 90,13 0-270,-6 1 0,-1 1-179,4-2-946,0 3 1,1-1 45,2-4 1259,2 2 0,1 0 0,2-8 0,0 11 0</inkml:trace>
  <inkml:trace contextRef="#ctx0" brushRef="#br0" timeOffset="457175">4351 6072 12840,'-13'-13'494,"1"0"1,-4-4-225,-1 3-270,27 17 0,-5 3-180,14 5 0,3 1-360,1 3-553,-4-6 1,3 1 0,-3-2-2185,10 2 2977,-1-1 0,0-1 0,-3-5 0,-9-1 0,0 0 0</inkml:trace>
  <inkml:trace contextRef="#ctx0" brushRef="#br0" timeOffset="457635">4711 5852 12660,'-12'-16'1529,"0"1"0,-8-9-1529,0 5 0,18 12 0,9 6 0,16 5 0,-7-2 90,12 7-90,-20-4 90,6 7-90,-13-4 0,-4 9 0,-8 1-90,-1-3 90,2 0 90,3-9-90,7-3 0,2 0 0,14-2 0,-3 0 0,19-1 0,-19 0 0,17 0 0,-19 0 90,12 5-90,-16 2 270,3 9-180,-9-4 90,-16 13-180,5-13 0,-7 3 0,-1-1 0,2-1-180,-3 1 0,-1-1-180,4-2-1279,-2 0 1,1-1-302,5-5 1940,-5-4 0,14-2 0,1-6 0</inkml:trace>
  <inkml:trace contextRef="#ctx0" brushRef="#br0" timeOffset="457875">4961 5532 13469,'2'-12'900,"0"4"629,-2 2-1439,0 27 0,0-10-505,5 18 415,-4-16 102,4 0-102,3 14-180,-5-10-585,5 3 1,1 0-45,-4-3-830,3 2 1,1 0-302,-3-3 1940,5 11 0,-7-17 0,1 2 0</inkml:trace>
  <inkml:trace contextRef="#ctx0" brushRef="#br0" timeOffset="458092">4982 5733 13110,'-15'-5'1798,"-13"-4"-538,1 1-1170,2 1-90,7 2 0,14 3 0,8 1-180,16-5-90,0 2-630,5-2 1,4-2-740,-9 2 1,1 0 545,0-1 1,0 0 0,0-1-547,0 0 1,-1-1 1465,0 0 1,-2 0 0,7-5 0,0-1 0</inkml:trace>
  <inkml:trace contextRef="#ctx0" brushRef="#br0" timeOffset="458511">5409 5358 13199,'-8'-9'2429,"-3"0"-2429,10 5 90,-3 0-90,10 4 90,8-1 0,0 1 90,4 0 0,-4 0-90,-2 0 90,5 6-90,-9-4 89,0 14-89,-6-9-90,-2 10 0,-14 4 0,7-7-1639,-7 2 1,0-1 1523,3-1 115,-6 6-336,5-7 336,5-5 0,-3 5 0,7-8 90,0 2-90,11-5 0,7 0 0,2-1 0,2-1 0,0 0 0,-2 0 0,5 0 0,0 0 0,-7 0 0,2 2 0,-1 2 90,-5 3 270,5 11-270,-13-5-45,-12 2 0,-5 0-135,-3 3-108,-3-3 1,-7 3 0,3-3-478,4-2 1,0 0-46,-1 0 0,-2 2 1,0-1-374,2-1 1,0-1 0,1 0 928,-4 3 0,-1 0 0,4-2 0,-2 1 1,2-1-1,-2 2 0,0-1 0</inkml:trace>
  <inkml:trace contextRef="#ctx0" brushRef="#br0" timeOffset="460707">6643 4583 10771,'0'-13'540,"0"2"-181,0 3-89,0 2-90,0 1-90,-4 1-90,3 2 0,-3 9 90,4 4-90,0 12 0,0-2 0,0-1 0,0 3 45,0 3 0,0 0-201,2-4 0,0 1-204,-2-2 0,0 2 0,1-4-449,2 3-586,-2 0 1,-2 0 495,1-6 899,0 10 0,0-18 0,0 2 0</inkml:trace>
  <inkml:trace contextRef="#ctx0" brushRef="#br0" timeOffset="461008">6702 4853 10591,'3'-19'599,"0"-1"1,1 2 0,-2 1-330,0-4 179,0 3 1,0-1-270,1-3-45,0 0 0,0 1-135,0 8 90,1-6-90,1 12 0,-1 4 0,8 0 0,-5 3 90,8 19-90,-11 6 90,2 4-90,-8-10 0,-1-2 0,-3-3 270,0 14-90,2-17 179,4 10-359,5-14 90,16 8-180,-4-12 0,1-2-90,-1 3 1,1-2-46,1 0 0,0-3-765,2-7 1,0-1-25,4-1 84,-8-2 1,1-3-1,-3 1-59,1-8 989,-7 4 0,-1-5 0,-1 3 0,-4 4 0,-2 0 0,1-11 0,1 1 0</inkml:trace>
  <inkml:trace contextRef="#ctx0" brushRef="#br0" timeOffset="461359">6971 4328 11131,'-13'-12'749,"-1"-1"1,-10-1-1,-4 3-449,5 7 0,-1 2 0,0 0-750,3-1 0,0 1 0,-1 3 570,-7 7 0,-1 6 0,4 0-372,8-3 1,1 2 318,-2 3 1,-2 3 0,0 0-1,2-1-22,1 0 0,1 3-27,2 0 0,-2 4 0,0 3 0,0-2 0,4-3-18,-2 5 0,3 0 36,3-3 0,-1 3 0,-1 3 0,3-3 0,1-4 9,2 0 0,3 0-23,4-2 1,2 4-1,2 0 1,0-5 22,0-3 0,4-2-45,4 0 0,4 2 0,2 0 0,-3-4 0,2-2 0,1-1 22,3-1 1,4 2-1,1-2 1,-3-1-284,0-2 0,1-1 193,2-1 1,5-1-1,0 1 1,-5-2 22,0-1 0,0-1 9,-5-4 0,3-1 0,2-1 0,-2 0 0,-4 0-9,5-2 0,-2-2 22,-1-4 1,3-3-1,-1-3 1,-4 3-1266,-4-1 0,-2-2 1288,-1 1 0,2-2 0,-4-3 0,-5-6 0,-4-3 0,0 2-222,1 1 0,-2-3 294,-4 5 0,-1-4 0,-2-2 0,0 1 0,0 5-42,0 4 0,0 3 0,-4-2-12,-2-2 0,-4-3 0,-1 0 0,-1 2 0,2 5-18,-6-3 0,-3 4 0,3 7 0,-5 0 0,-2 1 0,1 1 0,3 2 0,2 2 0,2 2 0,-4 3-547,-3 3 1,-4 3 0,-2 2 0,-2 1 0,2 2 0,3 0 543,2 3 0,1 1 0,2 2 0,-1 0 0,0 0 0,0-2 0,0 0 0,-1 1 0,0 0 0,2 1 0,1 0 0,2 2 0,0 1 0,0 0 0,0-1 0,0 1 0</inkml:trace>
  <inkml:trace contextRef="#ctx0" brushRef="#br0" timeOffset="496340">1876 5476 9242,'0'6'270,"0"0"-1,0-5 91,0 1-270,0 0 180,0 3-180,0-3 270,0 7-270,0-4 180,0 12-181,0-8 181,0 22-180,0-14 0,0 1 0,2 9 0,0 1-45,-2-8 0,1 0 45,3 7 0,0-2 0,-3-4 0,3 4 0,0 0 0,-2-1-60,1-3 0,0 4 0,0-1 15,0 6 0,0-1-265,0 1 1,1 0 219,-2-6 0,1 1 0,-1-4 90,2 5-90,0 4 0,0-2 0,0-2 45,1 1 0,-1 1 45,0-5-45,0 4 0,0-1-45,0-4 90,-1 3 0,0 0-90,-1-4 0,0 3 0,0 0 0,-1-2 44,0-6 1,1 1-45,-1 0 0,0-1 0,1 6 0,0 1 0,1 0 0,-1-2 0,0 1 0,1 1 0,-1-4 0,1 4 0,0-1 0,0-2 45,0 4 0,0 3-45,-1-5 0,0-1 0,0 0 0,1 0 0,0 6 0,-1-3 0,1-5 0,0 1 0,0 1 0,0-4 0,0 1 0,0 1 0,0-4 0,0 4 0,0 0-90,-1-3 135,0 3 0,0 1-45,-2-3 0,1 5 0,0 0 0,-1-4 0,0 4 0,0-1 0,0-5 0,0 2 0,0-1 0,0-2 0,0 1 0,0 0-90,0-3 180,0 15-90,-4-16 0,4 13 0,-3-15 0,-1 15 0,4-16 529,-5 11-529,4-14-180,0 3 0,0-6-629,0 0-2159,1-2 1618,-1-9 1350,0-4 0,0-7 0,0-2 0</inkml:trace>
  <inkml:trace contextRef="#ctx0" brushRef="#br0" timeOffset="499074">1866 5553 11221,'3'15'539,"-3"2"-359,3-7-90,-1 2 180,-1 2-180,1-2 45,0 6 0,-1 1-45,2 1 0,-1 8 0,0-1-90,1-3 90,0 5 0,0 0-693,1-2 603,-2-6 0,1 2 0,0-3 0,1 8 30,0-4 0,0 3 0,-1-3 60,2 6-60,-1-8 0,0 5 0,0-5 59,0 4-44,1 4 0,-1-1 45,0-3-45,0 3 0,0-1-45,0-3 90,-1 2 0,0 0-90,-1-4 45,0 3 0,0-2-45,0-3 45,0 3 0,-1-1 45,1-2-1729,0 7 1,0-1 1119,0-3 564,0 2 0,0 2-272,0-6 1,0-1 226,0-2 0,-1 0-442,2 9 1,0-2 441,-1-6-207,0 3 0,0 0 207,1-4 781,-1 3 1,1 0-782,0-2 495,-1 2 1,1-1-496,0-2 0,1 10 0,0-2 0,-1-8 0,0 1 0,0 1 0,0-2 0,1 3 0,-1-1 0,1-2 0,-1 3 0,0-1 0,0-3 45,-1 1 0,0 0-135,-1-2-504,1 3 1,-1 0 593,0-5 120,-1 4 0,1-1-210,-1-6 292,0 16-202,0-17 437,0 17-437,0-10 0,0 3-90,-4-1 90,3-12 0,-5 13 0,6-14 2961,-5 9-2961,4-11 689,-2 6-689,2-6 523,0 5-523,0-7-90,0 6 180,1-4-180,-1 2 90,0-4 90,1-1-180,0-1 180,-1 1-90,1 0 0,0 2 0,-1-1 0,0 1 0,1-2-90,-1 1 90,1-8 90,0-7-180,0 0 180,0-14 0,0 6-90,0-3 0,0-5 0,0 14 0,0-8 0,-4-6 0,3 9 0,-2-5 0,-1-1-384,1 0 354,1 5 0,-1-3 0,1 2 30,-1 6 0,1-1-30,-2-8 0,1-4 0,0 4-233,0 6 1,1 1 232,-2-8 0,0-3 0,0 3 30,1 9 0,1 0 0,-2-10 0,-1-3 0,1 3 0,-1-4 0,1 7 0,0-3 0,1 4 0,0-3-45,-1-2 0,0 0 45,1 3 0,0-3 0,-1 0 0,2 1-45,-2-4 0,1-1 45,0 2 0,1 8 0,0-5 0,0 4 0,0 6 0,0 0-30,0-9 0,-1-5 0,0 4 30,1 10 0,0 0 0,-1-7 0,0-4 0,1 4 0,-2-1-45,0-2 0,-1 0 45,1 5 0,0-3 0,-1-1 0,1 3 0,0-4 0,-1-1-90,2 2 60,0 5 0,-1-3 0,2 3 30,-2-11 0,1 8 0,0-2 0,0-1 0,0 2 0,0-7 0,-2 0 0,1 0 0,1 8 0,-1 0 0,1 0 0,0 6-45,0-1 0,1 1 45,0 3 0,-1-16 0,2 18 0,-1-17 0,2 16-45,-1-6 0,0-1 45,1 2 45,0-4 0,0 1-45,0 4-45,0 0 0,0-1 45,0 5 0,0-15 0,0 19 0,0-8 0,0 11 0,0-4 0,0 7 0,0-2 279,0 2-279,0 1 540,0-1-540,0 1-90,0 0 90,0 7 0,0 3 90,0 17-90,0-6 0,5 9 90,-5-8 0,1-1-219,8 7 159,-7-6 0,-1 3 0,0-2 60,6 8-30,-4-7 0,-1 3 0,0-3-60,3 8 30,-2-8 0,0 4 0,0-4-30,0 9 30,0-8 0,0 4 0,0-4-256,-1-6 1,0 0 255,1 8 0,1 4 0,-1-3-355,-1-8 1,0 1 384,2 8 0,-1 4 0,1-4-1463,-2-8 1,0-1 1402,1 10 0,1 2 89,-1-3 1,0-1-105,-1-9 1,0 0 44,0 7 0,1 2 0,0-3-30,1 8 30,-2-10 0,0 3 0,0-2-30,1 6 0,-1-8 0,0 3 0,0-3 0,0 7 0,0-6 0,1 4 0,0-1-795,0 3 1,1 0 794,-1 1 0,1-1 0,-1-5 0,0 1 0,0-4 323,0 4-323,1 4 0,0-1 0,-2-3 0,1 2 0,-1 1 2254,0-4-2254,0 2 0,1 0 0,-1-2 0,1 1 0,0 0 0,-1-3 0,1 3 0,-1 0-1418,0-2 1418,2 10 1402,-1 0-1402,-1-12 0,-1 4 0,0-1 0,1-3-391,-1 2 1,0 0 300,0-3 90,0 2 0,1-1 0,-1-2-155,1 1 0,-1 0 65,0-2 90,1 8-90,-2-2 90,0-7 0,0 1 0,1-1 0,-1-1 0,0 15 0,0-17-90,0 16 90,-4-17 1695,3 11-1695,-2-13 1238,3 6-1238,0-10 0,-2 6 0,2-8 1180,-1 2-1180,1-4 0,0 1 0</inkml:trace>
  <inkml:trace contextRef="#ctx0" brushRef="#br0" timeOffset="510224">7581 4752 12030,'-7'-6'360,"1"0"-180,6 5 809,0 0-629,4 0 0,3 1 90,16 10-271,-9-7 46,3 6 0,0 0-135,-1-5 225,7 5 0,4 1-225,-1-2 0,1-1-332,-2 1 0,1 0 332,-1-1 0,1 0 0,-3-2 0,7 3-60,-7-2 0,3 0 0,-2-1 15,-7-1 0,1-1-15,9 2 0,4 1 0,-3-1-418,-7-2 1,0 0 387,1 0 0,4 1 0,0-1 0,-4 0 0,0 0 0,0-1 22,3 1 1,3 0-1,2-1 1,-2 1-23,1-1 0,-2 0 0,0 0 0,1 0 0,1 0 0,-1 0 30,5 0 0,0 0 0,-4 0-30,-11-1 0,-1 0-30,10 0 0,3 0 0,-3 0 75,-8-1 0,0 0-75,8 0 0,5 0 0,-5 0 30,-8 0 0,-1 0 30,9-1 0,3-1 0,-4 1-30,-8 1 0,-1-1 0,7-1 0,4-1 0,-5 0 0,8-2 0,-8 3 0,0-1-45,-6-2 0,-1 0 135,9 1-90,-10-1 0,2 0 0,4-1 0,1 0 0,6-3 0,-8 2 0,4-1 0,-3 1 0,8-5 0,-8 2 0,3-1 0,-4 1 0,-6 2 0,0 0 0,5-5 0,3-2 0,-3 2 0,5-7 0,-7 5 0,2-3 0,-2 2 0,4-6 0,-5 5 0,1-1 0,-3 0 0,-1 2 0,4-6 45,0-2 0,-1 0 45,-3 4 0,1-3 0,-2 0-90,-2 2 45,-1-3 0,-1 0 45,-3 2 45,-2-3 0,0-2-135,-2 3 30,-1 2 0,0-5 0,0 3 14,1 8 1,-2-1-15,-2-11 0,-1-5 0,-1 5 15,2 9 0,-1 1-45,-5-10 0,-3-3 0,2 4 0,3 8 0,-1 1 30,-5-9 0,-3-2 0,2 3-30,4 9 0,-1 0 60,-6-7 0,-2-3 0,1 3-60,5 8 0,0 1 30,-7-7 0,-4-3 0,3 4-30,7 7 0,-1 0 30,-7-5 0,-4-3 0,4 3-30,6 6 0,1 0-452,-9-5 0,0-2 407,4 5 0,2 1-1278,3 3 0,0 0 1323,-4-3 0,-1-1 0,2 2 0,-1 0 0,1 0-96,0 2 0,-1-2 96,-2 1 0,-4-2 0,0 0 0,3 2-94,0 1 0,-1 1 94,-3-1 0,-5-1 0,1 0 0,3 2 0,0 1 0,0 1 0,5 1 0,-4-1 0,-2-1 0,2 2 0,4 0 45,-5 0 0,0-1 27,5 1 0,-4 0 0,-1-2 0,0 1 0,2 1-72,-6-2 0,2 0 0,0 0 0,7 3 0,-1-1 0,0 0 0,0 0 0,-3 0 0,-1 0 0,2 1 0,2 0 0,3 2 0,0 1-23,-2-1 1,-4 0-1,-1 1 1,5 0 22,-1 1 0,1 0 0,-2 1 0,-4-1 0,0 1 0,4 0 0,2 0 0,-1 1 0,1 0 0,-3-1 0,-1 1 0,5 0 0,0 3 0,2 0 0,-9-1 0,-3 1 0,4 0 0,8 0 0,2 1 0,-11 2 0,0 0 0,0 1 0,2-1 45,9 1 0,0 0-45,-8 2 0,-3 1 0,4-1-45,7-3 0,1 1 75,-6 4 0,-3 1 0,3-2-30,-5 5 30,8-3 0,-2 1 0,3-1-30,-5 5 0,6-3 0,-2 2 0,3-1 45,5-4 0,0 1-45,-6 6 0,-1 3 0,2-2 0,5-5 0,1 0 30,-5 8 0,-1 3 0,1-3-30,6-6 0,0 0 0,-5 8 0,0 2 45,1-1 0,1-1-45,5-8 0,-1 0 0,-3 7 0,0 3 0,1-4 0,4-7 0,0 0 30,-1 7 0,-1 3 0,1-2-30,3-8 0,1 1 30,-2 9 0,0 4 0,2-3 15,0-7 0,1 1 0,1 2 0,-1 4 0,0 0 0,1-4-45,0 1 0,1-1 22,-1 5 1,0 5-1,1 0 1,1-5 21,1-3 1,2 0-23,-3 3 1,0 4 0,0-1-1,1-4 23,4-4 0,0 0-23,-2 1 1,0 4 0,0 1-1,-1-4 23,3-1 0,0 1-45,1 2 0,1 4 0,0 0 0,-1-4-45,1-1 0,1-1-45,1 1 0,3 4 0,1-1 1,-2-4-46,1-1 0,1-3-315,2 1 0,4 2 0,1 0 1,-2-4-46,2-2 0,0-2-90,0 1 1,3 1-1,1-3-508,0-4 1,1-3 0,-1 0 85,-4-1 1,0-1 0,2 0 346,7 1 1,1 0-1,0-2 541,-6-1 1,0-2-1,0 1 1,1-1 0,1-1-1,0 1 1,1-1-1,0 0 1,0 1 0</inkml:trace>
  <inkml:trace contextRef="#ctx0" brushRef="#br0" timeOffset="519689">9639 4304 9422,'10'0'1079,"-4"-4"-899,2 3-90,-2-3 0,2 1 0,0 3 0,-1-3 0,1 1 90,-1 1-1,1-2 361,3 1-450,-5 0 270,3 0-180,-8 1 0,0 0-180,-13-1 180,-7-2-180,-1 1 179,-8 0-89,14 2 0,2 0 90,5 0-180,13 1 0,6-1 0,0 1 0,14 0 0,-16 0 810,8 0-810,-18 0 0,3 0 0,-6 0 0</inkml:trace>
  <inkml:trace contextRef="#ctx0" brushRef="#br0" timeOffset="532906">12175 5451 12030,'-9'-4'630,"1"1"-180,3 6-271,2-2 451,-6 7-90,2-5-91,-3 3-359,4-4 3186,1-1-1694,13 0-1402,-2-1-1,9 2 1,2 1-90,4-2-636,-1 1 1,4 2 0,-2-2 545,-3 0 0,1 0 30,0-1 0,2 1 0,1-1-30,8 1 0,0 0 0,-1-1 0,-8 0 0,-3 0 0,5 0 0,-1 0 0,5 0 0,2 0 0,0 0 0,-1 1 0,-4-1-559,2 0 1,-3 1 0,4 0 543,-1-1 0,4 1 0,3 0 0,-1 0 0,-2 0 0,-3 0 15,-1 0 0,-3 0 0,4 0 0,-2-1 0,3 2 0,2-1 0,1 0 0,-3 0 0,-4 0-30,0 0 0,-4 0 0,3-1-6,2 1 0,4 0 0,1 0 0,-2-1 0,-4 0-54,3 1 0,-2-1-113,-3-1 1,4 1 0,-1-1 0,-4 1-23,-5-1 0,0 0 0,6 0 0,0 0-630,-6-2 1,-2-2 134,2-2-629,1 2 0,-2-1 180,-6-5-2108,9-1 2881,-15 3 1,1-3 0,-5 4 0</inkml:trace>
  <inkml:trace contextRef="#ctx0" brushRef="#br0" timeOffset="533376">12291 5527 10951,'-13'4'1439,"0"-2"90,-2 0-1169,7 0 90,-10 0-360,12 0 1619,-2-1-1260,25-1-179,-5 0-150,11-2 0,7-3 0,-2 2-835,-5 1 1,1 1 714,1-2 0,6-1 0,2-1 0,0 0 0,-5 2-675,-2 1 0,-3 0 0,4 0 675,-2 0 0,3 0 0,3-1 0,1 0 0,0 0 0,-3 1 0,-3 0-448,1 0 1,-4 0 0,1 1 0,3-1 447,-1 1 0,3 0 0,2-1 0,2 1 0,0 0 0,-2-1 0,-1 1 0,-4 1 0,2-1 0,-3 0 0,0 1 0,3-1 0,-3 1 0,3-1 0,2 1 0,0-1 0,1 1 0,-1 0 0,-3 0 0,-4 0 0,9 2 0,-5 0 0,3 0-15,-2-1 0,3 0 0,3-1 0,-1 1 0,-3 0 0,-4 0 60,5 3 0,-2-1-45,-2-1 0,3-1 0,0-1 0,-7 1 0,5-1 0,-5-2 0,-1-1 0,0-6-90,-4 2-3187,-6 0 2457,-15 0 1,-3 6 0,-6-6 0</inkml:trace>
  <inkml:trace contextRef="#ctx0" brushRef="#br0" timeOffset="535990">8152 4257 11580,'-12'2'0,"2"0"90,6-2-90,0 0 90,2 0 1170,1 0-721,5 6-179,3 2 0,5 3-768,1 2 768,1-1 0,3 1-1446,4 2 1356,4-1-135,-11-6 0,0-1-803,2 1 0,1-1 758,0 1-1,2 0-795,1-1 0,0 1 796,2-1 0,1 0-540,0 1 1,1-1 494,1 0 0,1-1-464,1 1 0,0-1 463,1 1 1,1-1-45,1-1 0,-1 1-314,2-1 1,0 0 313,-10-2 0,-1 0 0,3 0 22,6-1 1,4 1 0,0-1-1,-3 0 4,-3 0 1,-2 0 0,4-1-27,-3 0 0,4 1 0,1-1 0,2 0 0,-1-1 0,-2 0 0,2-1 0,-1-2 0,0 0 0,-1 0 0,0 0 16,-3 2 1,0 0-1,0-1 1,0 0 0,0-1-17,3-2 0,1-1 0,0-1 0,0 0 0,-3 0 0,-4 0 0,-2 0 0,-4 1 0,3-3-15,0-1 0,3-2 0,2-2 0,0 0 0,-2-1 0,-2 1 15,1-4 0,-3-1 0,-1 0 0,1 0 0,-1 3 0,1 0 0,0 0 0,-1-1 0,-1-2 0,-3-2 0,0-2 0,0-2 0,-2 0 0,-1 2 0,-1 3-30,-2 0 0,-1 2 0,0-2 30,1-5 0,0-4 0,1-2 0,-2 2 0,-2 5 0,-1 0 0,-4 1 0,-1-1 0,-3-3 0,0 0 0,-2 5-45,0 1 0,-3 2 45,-5-3 0,-5-2 0,0-1 0,1 4 0,-3 0 0,-2 2 15,4 4 0,-4-1 0,-2-1 0,0-1 0,0 2 0,3 3-15,-4-3 0,2 3 0,-5-1 0,7 4 0,-3-1 0,-3 0 0,-1-2 0,-2 1 0,-1 0 0,1 1 0,-1 0 0,2 2-14,0 1 0,0 1 0,-1 1 0,1 0 0,-1 1 0,0 0 0,1 0 0,-1 0 0,1-1 14,0 0 0,1-1 0,0 0 0,0 0 0,0 0 0,0 0 0,-1 0 0,0 2 0,-2-1 0,4 3 0,-2-1 0,-1 1 0,-1 0 0,-1 0 0,1 1 0,0-1 0,1 2 0,1-1 0,1 1 0,3 0 0,2 1 0,-7 0 0,5 1 0,2 1 0,-2 0 0,-3 1-53,1 0 1,-3-1 0,-2 1 0,-2 1-1,0-1 1,1 1 0,1 1 0,3-1 0,3 1 52,-5 2 0,4 0 0,2 2 0,-5 1-32,5-2 1,-3 2-1,-1 2 1,-2-1-1,1 1 1,1 0-1,2 0 1,5-2 31,-2 2 0,5-1 0,0 1 0,-3 2 0,2 1 0,-3 2 0,-1 1 0,-1 2 0,2-1 0,2-1 0,3-2 0,-2 3 0,3-2 0,1 4 15,0 1 0,-1 4 0,0 2 0,0 0 0,3-1 0,2-4-15,2-1 0,3-3 0,1 3 18,1 6 0,-1 4 0,2 2 0,2-1 0,1-6-18,4 2 0,5-1 17,1-6 1,2 4 0,1 1 0,1-2 0,0-4-18,4 4 0,4-2 18,-2-6 0,3 3 0,3 0 0,-1-2 0,-2-2-18,-2-4 0,-1-2 0,3 0 0,0 0 0,3 0 0,3 0 0,0 1 0,-1-2 0,-4-2 0,3 1 0,-4-3 0,4 1 0,-1-1 0,4 0 0,2 0 0,0 1 0,-2-2 0,-4 0 0,0-1 0,-3-1 0,3 0 18,4 0 0,4-1 0,2 1 0,-3 0 0,-5-1-18,-1 0 0,-1-1 135,5-1 1,2-1 0,-7 1-136,-9 0 1216,0-7-1216,-15 4 1819,0-3-1909,-1 2 2719,0 2-2629,0 1 0,0 1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07:29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1288 3428 8162,'-11'0'900,"2"0"-540,3 6 179,0-5-89,0 4 90,0-1-1,0-3-89,0 3-90,1-1 90,0-2-90,0 2-1,1-1 91,-1-2-90,1 4 0,-1-2-180,-1 1-1,-1 0 1,0 0 90,-2 1-90,0 1 90,-2 0-90,2-1-90,-1 1 0,1 0-90,-2 0 0,4-2 0,0 1 0,5-2 180,14 0-135,9-10 0,7-5-45,-8 3 0,4-3 0,1 0 0,1-1 0,-2 2-748,1-2 1,-2 2-1,2-1 1,2-2 465,-4 3 1,3-3 0,1 0 0,2-1 0,-1 1 0,0 0 0,-3 1 0,-2 2-57,2-1 1,-3 2 0,-1 1 0,5-2-73,-2 2 0,2 0 1,3-2-1,1 0 1,0 1-1,-1 0 0,-2 1 1,-4 2 111,9-3 0,-4 3 0,3 0 0,-5 1 0,2-1 0,1 1 0,-1 0 0,-4 2 1,5 0-1,1 1 0</inkml:trace>
  <inkml:trace contextRef="#ctx0" brushRef="#br0" timeOffset="504">888 5519 12840,'-13'0'270,"4"-6"539,0 5-719,6-8 0,14 3 0,1-2-672,15-5 612,-5 2 0,2-4 0,0 1-932,1-1 1,3-2 605,-8 5 0,4-3 1,2-1-1,1-1 1,0 0-1,-1 1 1,-3 2-525,2-2 1,-2 2 0,1 0 0,3-3 770,-5 5 1,2-3 0,2-1 0,2-1 0,0 0 0,1 0 0,-1 0 0,-1 1 0,-2 1 0,-2 1 0,5-2 0,-4 2 0,0 1 0,0-1 0,2-1 0,-1 0 0,0 1 0,0 0-1,0-1 1,0 1 0,0 0 0,0-1 0,0 1 0</inkml:trace>
  <inkml:trace contextRef="#ctx0" brushRef="#br0" timeOffset="935">1302 6935 15088,'-17'9'120,"0"0"0,-2 0 0,8-2-30,18-4 0,24-6-135,-14 0 0,1-2-1048,1 0 1,1-1 0,2-2 272,0-2 1,2-2 0,0-1 0,-1 0-1,-2 1 1,0 0 0,-1 0 0,2-1 181,2-2 1,1 0-1,1-2 1,0 1-1,-2 0 594,-2 1 0,-1 1 0,-1-1 0,1 0 0,0 0 0,1-1 0,1-1 0,-1 0 0,1 0 0,0 0 0,1-1 0,0 0 0,-1 0 0,1 0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24:20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3345 3591 0,'0'-11'16,"-12"11"-16,0-12 31,12 0 31,0 0-15,12 12 109,0 12-124,-12 0-17,12 0-15,-12-1 16,11-11 0,1 12-1,-12 0 1,12-12-1,-12 12 1,12-12 15,-1 0 141,1 0-141,-12-12-31,12 0 16,-1 0-16,72-58 16,81-71-1,141-94 1,165-58 0,-189 129-1</inkml:trace>
  <inkml:trace contextRef="#ctx0" brushRef="#br0" timeOffset="1631.0834">3063 5434 0,'0'-12'0,"0"0"16,0 1 0,0 22 265,12-11-265,0 12-16,-1 0 15,1-12-15,23 23 16,59-11 31,-82-12-47,293-235 31,-223 177-31,634-423 31,-375 269-15</inkml:trace>
  <inkml:trace contextRef="#ctx0" brushRef="#br0" timeOffset="3545.549">4741 7183 0,'0'-12'0,"0"24"0,0-36 0,0 12 15,0 1-15,0-1 16,0 0 0,0 24 30,0 0-46,12-12 16,0 23-16,11 24 47,-11-35-31,35-36-1,129-116 1,71-60-1,34 12 1,-34 71 0,-106 46-1,-118 48 1,-11 23 0,-12 12 30,-12 11-46,0 1 16</inkml:trace>
  <inkml:trace contextRef="#ctx0" brushRef="#br0" timeOffset="13652.6528">4448 3744 0,'-12'0'15,"24"0"-15,-35-12 0,11 12 0,0-12 0,0 1 16,1 11-16,-1 0 0,0-12 0,0 12 16,1 0-16,-1 0 0,12-12 15,-12 12-15,0 0 0,1 0 16,-1 0-16,12 12 31,0 0-31,12 23 16,117 35 15,-24-46-15,60-12-1,-36-48 1,0-11-1,24-58 1,-13-48 0,-57 1 15,-72 34-15,-22 95-16,-95-71 15,71 70-15,-106-34 16,-82-13-1,0 48 1,23 11 0,153 36-16,-117 46 15,129-47-15,-59 60 16,-12 57 0,71 13-1,70-12 1,71-24-1,58-35 1,-117-70-16,153 23 31,-142-23-31,95-12 16,23-35 0,-12-24-1,1-58 1,-130 82-16,106-141 15,-118 129-15,36-83 16,-59-57 0,-117 22-1,-130 72 1,-93 69 0,-36 106-1,282-47-15,-211 177 16,141-1-1</inkml:trace>
  <inkml:trace contextRef="#ctx0" brushRef="#br0" timeOffset="22710.9825">4014 5598 0,'0'0'0,"-12"0"0,0 0 0,1 0 0,-13 0 15,12 0-15,1 0 0,-1-12 0,0 12 16,0 0-16,1 0 0,-1 0 15,35 0 1,1 0 0,11 0-16,212 0 47,-60 0-32,60-11 1,-130 11-1,-82 0-15,48-12 16,-72 12-16,1 0 16,-24 0-1,-23 0-15</inkml:trace>
  <inkml:trace contextRef="#ctx0" brushRef="#br0" timeOffset="22993.6765">3920 5645 0,'0'0'0,"-12"0"0,0 0 0,24 0 31,59 0-16,46-12 1,59 1 0,82-13-1,-82 12 1,-105-11 0,-60 11-1</inkml:trace>
  <inkml:trace contextRef="#ctx0" brushRef="#br0" timeOffset="23748.5679">4061 5340 0,'0'-12'16,"0"1"-1,0-13 1,0 1-1,-12-24 1,-35 0 0,-23-12-1,-83 24 1,106 35-16,-176-12 16,164 12-16,-128 35 15,-60 0 1,59 12-1,71-11 1,47-13 0,70-11-16,-24 11 15,24 1 1,0-12 15,0-1-15</inkml:trace>
  <inkml:trace contextRef="#ctx0" brushRef="#br0" timeOffset="24742.2411">1209 5199 0,'0'-12'16,"0"24"-16,0-35 0,0 11 15,-12 12-15,0 0 0,12-12 16,-23 12-16,11 0 0,0 0 0,1 12 15,-1-12-15,0 23 0,-11-11 0,11-12 16,0 12-16,1 0 0,-1-1 0,12 1 16,-12 0-16,12 0 0,35 58 31,59 0 0,-94-46 0,-23-24 1,23-24-1,35-23-15,24 24-1,-12 0 1,-12 11-1,-12 12 1,1 23 0,-24 1-1,0-1 1,0 1 0,-12-24-1</inkml:trace>
  <inkml:trace contextRef="#ctx0" brushRef="#br0" timeOffset="24859.1957">1361 5140 0,'0'0'16,"0"12"0</inkml:trace>
  <inkml:trace contextRef="#ctx0" brushRef="#br0" timeOffset="25158.5703">1537 5211 0,'0'0'0,"0"12"47,0-1-31,0 13-16,0 35 15,36-1 1,-13 1 0,-23-24-1,0-11 1,-12-24-16,1 11 16,-1 1-1,0-12 1,0-12-1,1-11-15</inkml:trace>
  <inkml:trace contextRef="#ctx0" brushRef="#br0" timeOffset="25607.2134">1678 5223 0,'-11'0'16,"11"11"-1,0 1-15,0 0 16,0 0-16,11 11 16,1-11-1,0 0-15,-1-12 32,-11-12-17,0 0 1,-11-11-1,11 11-15,0-23 16,11 35-16,1 0 16,23 0-1,1 11 1,11 1 0,-24-12-1,-11 0-15,0 0 16,-12-12-1,0 1 1,0-1-16,0 0 31,11 12-15,13 0-16,23-12 16</inkml:trace>
  <inkml:trace contextRef="#ctx0" brushRef="#br0" timeOffset="26756.9099">5504 7194 0,'0'0'0,"0"-11"0,-11 11 16,-1-12-16,0 12 0,12 12 31,0-1-16,12 1-15,-12 0 0,12 0 16,-1-1-16,1 1 0,0 0 0,0 0 16,11-1-16,-11 1 0,140 35 31,177-59 0,0-105 0,-294 93-31,129-246 32,-152 235-32,-36-70 15,-81-13 1,-118 60 0,-94 46-1,-94 82 16,176 36-15,118 35 0,70 0-1,82-12 1,71-59 0,105-23-1,-11-59 1</inkml:trace>
  <inkml:trace contextRef="#ctx0" brushRef="#br0" timeOffset="27357.2712">5469 7206 0,'0'0'0,"0"-12"0,0 1 15,0-1 1,-23 12-1,11 0 1,-59 0 0,-363 59 15,-376 34 0,341-34-15,199-12-1,117-12 1,71-11 0,59-13-1,35-34 1,-12 11 0</inkml:trace>
  <inkml:trace contextRef="#ctx0" brushRef="#br0" timeOffset="29403.6654">2089 7288 0,'0'0'0,"-23"-11"16,11 11-16,0 0 16,0 0-16,1 11 15,-1 1 1,12 0-16,0-1 0,0 1 16,35 23-1,59 36 16,-94 11 16,-23-47-15,23-47-17,23-46 1,24-13-1,-35 48-15,35-24 16,-12 23 0,-35 13-1,0 22 1,0 1 0,0 12-1,12-24 1,23 11-1,23-11 1,-22 0 15,-25-11-15,-69-1 0,46 12-16,-47 0 15,36 0-15,-1 0 16,36-12-1,23 0 1,47-46 0,12-24-1,-47 23 1,-47 35-16,-11 1 16,11 11-16,-36 12 15,1 35 1,23 12-1,24 36 1,59-1 15,-60-59-31,60 71 16,-48-82-16,12 58 16,1-23-1,-13-12 1,-35-35-1,-11-11 1,11-1-16,-35-12 16,35 13-16,-23-1 15,12-12 1,11-11 0,47-23-1,36-25 1,-60 60-16</inkml:trace>
  <inkml:trace contextRef="#ctx0" brushRef="#br0" timeOffset="29603.3902">2805 6901 0,'0'0'0,"-12"0"16,-11 0-16,-1 12 15,1 46 1,23 1-1,12 11 1,11 13 0,12-25-1,0 1 1,-35-47-16,12-12 0</inkml:trace>
  <inkml:trace contextRef="#ctx0" brushRef="#br0" timeOffset="30586.5175">2770 7265 0,'0'0'0,"-24"0"0,13-12 15,-25 0 1,25 12-16,-13-11 16,24-1-16,24 12 15,23-24 1,23 1-1,0-1 1,-58 24-16,23-11 16,-35-1-1,0 0 1,0 24 31,0 0-32,0-1-15,12 1 16,0 0 0,0-12 15,-12-12-15,0 0-1,0-23 1,23 12-1,0 23 1,13 0 0,-1 0-1,-12 23 1,1-11 0,-24-24 30,0 0-30,0 1-16,12-24 16,11-1 15,-11 25-31,35-1 16,-36 12-16,13 0 15,-1 12 1,1-12-1,-1 11 1,13-11 0,-1-23-1,-23 11-15,11-23 16,-23 23-16,0 0 16,-12 12-1,-11 12 1,11 0-1,12 11 1,12-23 0,23 0 15,12-23-15,-35 11-1,-1 12 1,-11 12-1,-11 11 1,22-11 0,25-12-1,-1-23-15</inkml:trace>
  <inkml:trace contextRef="#ctx0" brushRef="#br0" timeOffset="30768.9811">3896 6760 0,'0'0'0,"-11"0"16,-13 0 0,-11 12-16,12 0 15,-13 23 17,25 0-17,-1-23 1,12-1-16</inkml:trace>
  <inkml:trace contextRef="#ctx0" brushRef="#br0" timeOffset="30918.8255">3720 6784 0,'0'0'0,"-11"0"16,-1 0-16,0 35 15,47 12 1,48 23-1,-1-23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07:39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6312 5185 8252,'7'1'0</inkml:trace>
  <inkml:trace contextRef="#ctx0" brushRef="#br0" timeOffset="334">6414 4998 7443,'0'0'0</inkml:trace>
  <inkml:trace contextRef="#ctx0" brushRef="#br0" timeOffset="1515">6245 4993 14549,'14'14'359,"1"-1"-269,-1-6 0,9 2 0,-8-4 0,8 0 0,5-2-3367,-5-1 984,8 0 2338,-8-1 0,0-1 1140,6 0-1155,-7-1 0,2-1 0,-2-1 60,7-4-30,-9 2 0,3-2 0,-3 1 30,6-7 0,2 0 0,-1-1 0,-4 1-90,-6 1 0,2-3 0,-2 2 231,-5 3 0,-1-1-201,8-7 0,2-4 0,-3 2-1061,-5 4 0,0 0 1031,0-1 0,1-1 0,0-1 0,-1-2 0,0-2 0,-2 2 746,1 0 0,-1-2-746,0 1 0,0-5 0,0 0 0,-1 4 45,-3 2 0,0 0 22,-1-1 1,1-4 0,-1 1-1,-2 3-22,0 1 0,-1 1-45,-1-2 0,0-3 0,0-1 0,0 4 0,-2 0 0,1 0-191,-1 1 1,1-3 0,-2 1 280,-1-6 0,-1 2-45,-1 6 0,0-1 0,-1-2 0,-2-4 0,0 1 0,1 3-45,-2 1 0,-1 0 0,0-1 0,-1-4 0,-1 2 0,2 4 45,0 5 0,-1 2 15,-4-4 0,-3-3 0,2 4-15,4 6 0,0 1-15,-7-3 0,-1-1 0,1 2 60,-8-1-46,7 4 1,-1 0 45,-8 1 0,6 3-90,-4 0 175,10 4 0,-1 1-130,-5 3 0,-1 2 1154,4 0 1,-1 2-1140,-1 3 0,0 3 0,2 0 111,7 0 1,0 2-52,-6 6 0,-3 3 0,2-2 11,6-4 1,-1 1-42,0 4 0,-3 4 0,0 1 0,3-3-614,0 0 1,1 1 577,2-3 0,-1 4 0,0 1 0,0 0 0,2-5-54,-1 6 0,0 1 72,3-4 0,-2 5 0,1 1 0,0-1 0,2-4-72,0 2 0,2 0 18,1-5 0,0 4 0,0 2 0,0-3 0,2-3 27,0 0 0,2-1-23,2 1 1,2 4-1,1 0 1,-1-4 22,-1-1 0,2-1 22,2 1 0,2 3 1,1-1-1,-2-3-22,0-1 0,0-1 15,5 6 0,2 3 0,-2-4-15,-3-9 0,0 0-15,5 5 0,2 2 0,-1-3-30,-5-7 0,0 0 30,6 3 0,2 2 0,-1-2-30,6 3 0,-5-5 0,1-1 45,-4-4 0,0-2-2227,9 4 2182,-9-5 0,2 0 0,3-1 0,1-1 247,5 0-202,3-4 0,0 0-45,-4-1 30,-7-4 0,3-3 0,-4 1 355,8-4-415,-6-2 0,1-4 0,-2 1 223,-6 4 1,0-1-194,1-4 0,2-3 0,0 0 0,-2 1 853,-1 0 1,-1-2-854,2-2 0,1-6 0,-1 1 0,-1 3-1171,-2-1 0,0 1 1141,-1 0 0,1-2 0,-1-1 30,-3 1 0,0-1 0,-2 3-229,1-1 1,-1-1 210,-2 5 0,0-4 0,0-1 0,0 1 0,-1 3-127,0-6 1,-1 0 126,-2 3 0,-2-3 0,0-2 0,0 1 0,0 4-61,0 3 0,-1 3 0,-1-2 64,-1 0 0,-2-3 0,-1-1 0,0-1 0,0 3 0,1 3-15,-2 0 0,0 3 0,0 0 30,-2-3 0,0-2 0,-1 1 0,-3 3-90,-7-2 0,-3 3 0,2 2 99,0 0 1,-2 2-303,0 3 1,-6 0 0,0 0 0,5 4-23,1 1 0,0 5-495,0 4 1,-4 3-1,0 1 1,5 1 142,1 1 0,2 5 11,3 1 1,-1 4-1,-2 3 1,2-1 0,3-1 357,2-1 0,2 0 0,0 1 0,-2 4 0,-1 2 0,0 0 0,2-2 0,4-2 1,0-1-1,-1 0 0</inkml:trace>
  <inkml:trace contextRef="#ctx0" brushRef="#br0" timeOffset="12398">6415 4968 13020,'-13'0'90,"0"0"89,0 0 91,1 0 0,0 0 0,3-4-180,2 3 360,2-3 89,14 4-359,0 0 135,11-2 0,4-1-135,3-5-548,-5 3 0,2-1 458,-2-1 0,0-1-45,-6 3 0,2-1-45,9-2 0,3-2 0,-2 1 0,-8 3 0,1-1 0,2 0 0,2-1 0,2 0 0,-2 0 30,2 0 0,-1 1 0,-1 0-30,-2 1 0,-2 0 0,2-1 0,4 0 0,1 0 0,-5 1 0,-3 1-270,7-2 1,-29 6 89,-7 6-90,-10 0 0,-4 1 225,6 0 0,-1 0-321,-6 2 1,-4 0 0,-2 1 0,1 0 387,1-1 0,0 0 1,0 0-1,0 0 0,0 1 1,0-1 0,0 0-1,0 0 122,1 0 0,-1 0 0,0-1 0,2 1 0,4-3-9,1 1 0,0-1-45,-3 2 0,-3 0 0,5-2-90,1 0 180,-5 1 600,29-5-735,13-6 0,5-2-45,-6 3 0,1 0-820,7-3 1,5-3 0,0 1 0,-2 0-204,2 1 1,1-1 475,-7 2 1,4-1 0,2-1 0,1 0 0,-2 1 0,-4 1 272,4-1 1,-3 1 0,2 0 0,-2 0 0,2-1 0,0 1 0,0 0 0,-3 0 0,-1 1 0,1 0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25:01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7816 2864 0,'12'0'0,"-24"0"63,1 0-48,11 11-15,-12-11 0,-12 12 32,1 12-1,35-13 0,117-34 0,23 11-15,60-11 0,22-1-1,-175 24-15,117-12 16,-47 1 0,24 11-16,-1-24 31,-58 13-16,-35 11 1,-36-12 0,-34 0-1,-48 12 1,-70 0 0,82 12-16</inkml:trace>
  <inkml:trace contextRef="#ctx0" brushRef="#br0" timeOffset="500.5139">7852 3004 0,'0'0'0,"-12"0"0,12 12 0,-12-12 15,0 0 1,24 0 15,12 0-31,58 0 16,106-35-1,46-12 1,-163 35-16,175-11 31,-187 23-31,93-12 16,1-11-1,-71 11 1,-35 0 0,-35 12-16,0 0 15,-24 0 1,-35 12 0,-12 11-16</inkml:trace>
  <inkml:trace contextRef="#ctx0" brushRef="#br0" timeOffset="2099.4434">8697 2406 0,'0'0'0,"-12"0"15,12-12-15,-12 12 16,0 0 0,12-12-1,-11 12 1,11-11-16,0-1 15,0-11-15,11-36 16,142-199 15,-118 222-31,106-93 16,-94 106 0,70-48-16,59 24 15,-11 24 16,-1 35-15,-58 46 0,-83-34-16,36 46 15,-59-58-15,23 47 16,1-1 0,-24-11-1,0-23 1,-12-12-1,-23-48 1,-47-34 0,23 11-1,24 12 1,23 36 0,12 34-1,0 12 16,0 36-15,23-13 0,13 1-1,-1-24 1,-23-23-16,11 0 16,1-12-1,-1-12 1,12-47-1,12-35 1,-12 1 0,1 22-1,-36 48-15,11-1 16</inkml:trace>
  <inkml:trace contextRef="#ctx0" brushRef="#br0" timeOffset="7627.6168">7852 2958 0,'0'11'266,"11"1"-251,-11 0-15,12-12 16,0 11-16,0 1 0,-1-12 16,1 0-16,0 12 0,-1-12 0,1 12 15,0-12-15,0 0 0,11 11 0,-11-11 16,11 0-16,189 24 31,104-24 0,60-24 1,-329 13-32,317-25 31,-223 1-16,-12-23 1,-35-1 0,-71 47-16,48-46 31,-60 46-31,13-12 0,11-23 0,0-23 31,-35 0-15,-23-13-1,-59-22 1,-95-24 0,1 46-1,-23 13 1,-12 11 0,-24 1-1,-12 34 1,-11 12-1,200 12-15,-165 36 16,176-25 0,-71 36-16,-11 24 15,24 46 1,11 47 15,0 36-15,82-106-1,12-59-15,35 82 16,-11-93-16,58 58 16,106-12-1,93-46 1,107-36 0,-283-11-16,107-12 15</inkml:trace>
  <inkml:trace contextRef="#ctx0" brushRef="#br0" timeOffset="9164.5647">6197 5082 0,'-12'0'0,"24"0"0,-36 0 0,13 0 0,-13 0 16,12 0-16,1 0 0,-1 0 0,0 0 15,0 0-15,24 0 32,12 0-17,-13 0-15,13-12 0,175-11 32,95-24-1,-177 23 0,-129 12 0,1 1-31,-60 11 16,48 0 0,-83 11-16,-70 13 31,-23-1-16,11 1 1,141-24 0,82 0-1,82-12 1,95-23 0,11 11-1,-59 13 1,-141 11-16,-11 0 15,-35-12-15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07:59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9662 1935 11400,'-11'0'3276,"2"0"-1245,11 0-1761,11 0-90,-1 5-45,4-3 0,1 0-45,-1 4 0,8-1 0,1-2 0,-1-2-1477,7 3 1,1 0 1476,-3-3-30,-3 1 0,6-1 0,-1 1-66,-2-2 0,-1 0 0,4 0 24,-6 1 0,2-1 0,1 1 0,0-1 0,-3 0-405,0 0 0,-1 0 0,-1 0 0,1 0 409,3 0 1,2 0-1,-1 0 1,-5 0 22,0 0 0,-1 0-45,6 0 0,4 0 89,-4 0 1,3 0 0,-3 0-90,0 0 0,2 0 36,-5 0 0,4 0 0,2 0 0,-2 1 0,-4-1-36,-3 0 0,-4 0 0,4 1 0,3-1 0,3 1 0,3-1 0,-2 1 0,-5 0 0,5 0 0,-1 1 18,-3-1 0,5 1 0,1 0 0,-1 0 0,-5 0-18,3 0 0,0 0 18,-5 0 0,5 0 0,2 1 0,-3-1 0,-4-1-18,2 1 0,-1-1 0,1 0 0,4 1 0,-1-1 0,-3 0 0,-3 0 0,1-1 0,0 1 0,3 0 0,0-1 0,-3 1 0,-3-1 0,1 0 0,0 0 0,4 1 0,0-1 0,-4 0 0,-1 0 0,-1 0 0,10 0 0,5 0 0,-6 0 45,-8 0 0,-1 0-45,8 0 0,4 0 0,-5 0 0,-9 0 0,-1 0 0,7 0 0,2 0 0,-4 0 0,6 0-336,-1 0 0,-2 0 336,-6 0-45,2 0 0,-2 0 45,-5 0 1328,14 0-1328,-20 0 650,4 0-650,-9 0-2848,1 0-429,-31-6 2730,9-1 1,-5 3 0,-1 1 0,8 0 0,0 1 0</inkml:trace>
  <inkml:trace contextRef="#ctx0" brushRef="#br0" timeOffset="535">9998 1982 10771,'-13'-3'1529,"5"-1"-719,-1 4-271,4-2 990,-2 2-269,16 0-1021,11 0 1,10 0 0,3 0-165,-8-2 0,3 0 0,2-1 0,0 1 0,0-1 0,0 1-622,-4 1 1,0 1 0,-1 0 0,1 0 0,2-1 0,1 0 552,-3-1 1,2 0-1,2 0 1,1-1-1,0 0 1,0 0-1,-1 1 1,-1-1-1,-2 1 1,-2 1 15,8-1 1,-4 2-1,0 0 1,4-1-14,-8 0 0,2 0 0,2 0 0,1 0 0,1 0 0,1-1 0,-2 1 0,-1 0 0,-2 0 0,-3 1-431,8-1 1,-4 1 0,0 1 0,4-1 466,-5 0 0,4 0 0,2 0 0,2 0 0,-1 0 0,-2 0 0,-2 0 0,-4 0-23,0 0 1,-3 0-1,-1 0 1,2 0 37,5 0 0,3 0 0,1 0 0,1 0 0,-4 0 0,-4 0-551,-1 0 1,-5 0 0,2 0 520,9 0 0,2 0 0,-3 0 30,-5 0 0,-2 0 0,-1 0-60,-2 0 0,1 0 30,6-3 0,4-1 0,-5 2-30,5-1-30,-11-2 0,3-2 0,-4 2-330,3 4-1279,-1-6 1,-2 1-572,-6 5 2610,11-3 0,-16 4 0,3 0 1</inkml:trace>
  <inkml:trace contextRef="#ctx0" brushRef="#br0" timeOffset="7851">897 2201 8612,'3'-11'900,"-3"0"-631,3 4 91,-3-1-90,1 1 90,-1 0-90,1 1 0,-1 1 89,0-1-269,0 3 270,0-3 450,0 5-271,-3 7 1,-4 14-450,-1 0 0,-2 2 0,0 1 0,-2 0-945,1-4 0,-2 2 0,1-3 855,3-4 0,0-1 30,-6 6 0,-3 2 0,3-3-30,4-6 0,-1 0 30,-6 5 0,-3 3 0,2-3-30,-4 3 0,6-6 0,-2 1 0,4-2 0,-2-1-363,2-1 0,0 0 453,5-4 0,-5 4 90,11-8 719,-1 0-809,4-6 2311,1-1-2401,3-2 890,3 0-890,1 4 0,7-3 0,-7 4 0,15 0 0,-11 0 0,17 6 0,-14 1 0,7 0 0,-1 11 0,-7-9 45,1 7 0,-1 2-45,-2-1 0,1 8 0,0 2-365,-2-1 365,-3-4 0,0 3 0,0-2 0,-3-6 0,0 0 30,1 8 0,0 3 0,-1-4-30,-1-6 0,-1 0 0,1 12 0,-1 5 0,0-4-232,-1-10 1,-1 0 253,0 4 1,-1 4-1,0 0 1,0-4-422,0-2 1,0 0 420,-1 3 1,0 4-1,-2 0 1,2-3-23,-2-1 0,1 1 22,0 1 1,-1 5-1,0 0 1,0-4-23,0-3 0,-1 1 22,1-1 1,0 5-1,1 0 1,0-5 22,0-2 0,0-1-23,0 1 1,0 3-1,0 0 1,1-3 22,0-2 0,0 1 22,0 1 1,0 4-1,0 1 1,1-5-23,0 1 0,0 0-27,0-1 0,-1 5 0,1 2 0,-1-2 0,1-4-508,0 3 1,-1 1 489,1-4 0,-1 4 0,1 2 0,-1-2 0,0-5 45,1 1 0,-1 0-23,0 1 1,0 4 0,0 0-1,0-5 23,1 0 0,-1-1 0,1 2 0,-1 3 0,0 1 0,1-4-45,0-1 0,0 0 22,-1 1 1,1 4-1,-1-1 1,1-4 22,0-1 0,0 0 22,-1 3 1,0 4-1,0 0 1,0-4-68,0-4 0,0 0 22,0 1 1,-1 5-1,0 0 1,1-5 22,-1-4 0,1 1-15,-2 8 0,0 5 0,1-4-30,0-8 0,0 0 22,1 2 1,-1 3-1,0 0 1,1-3-23,0-2 0,0 1 22,0 0 1,0 4-1,0 0 1,1-4-23,-1-2 0,1 0 0,-1 9 0,0 4 0,1-5 44,-1-9 1,1 1-23,-1 2 1,0 4 0,0 1-1,0-5 23,1-2 0,-1 1 0,0 2 0,-1 4 0,1 1 0,0-5 0,0-1 0,-1-1-45,1 3 0,-1 4 0,0 0 0,1-4 0,0 0 0,-1 0 0,1 0 0,-1 4 0,1 0 0,-1-4 45,1-2 0,1-1-45,-2 8 0,0 4 0,1-5 45,0-9 0,0 0 75,0 8 0,0 5 0,-1-4-75,1-9 0,0 1 15,-1 10 0,0 4 0,0-4-60,0-8 0,0-1 112,0 5 0,-1 4 1,0 1-1,0-6-112,0-2 0,0 0 22,0 2 1,-1 5 0,0-1-1,0-5-22,1-4 0,-1 0 0,-1 7 0,-1 4 0,0-5 45,3-7 0,-1 0-45,-1 7 0,-1 4 0,2-4 0,1-7 0,0 0 60,0 9 0,-1 3 0,2-3-60,0-8 0,1-1 30,0 9 0,0 4 0,0-5-30,1-7 0,0-2 45,-1 10 0,1 0-45,0-7 0,1-1 0,-1 11 0,1-12 0,0 1 45,0 4 0,0 0-45,0 6 30,1-8 0,1 4 0,-1-4 15,-1-6 0,1 0-45,2 8 0,2 4 0,-1-3 45,-2-7 0,1 0-45,2 8 0,1 4 0,0-4 0,-2-9 0,0 0 30,3 6 0,1 4 0,0-5-30,2 7 30,0-7 0,2 4 0,-1-4 150,4 6-120,-3-8 0,2 4 0,-1-4-60,3 2 60,-4-6 0,2 2 0,-1-2-60,5 5 45,2 1-1,1 1-44,-3-4 45,3 1 0,0 0-45,-3-4-1143,6 3 1,1-1 1142,-5-5 82,4 0 0,4-1-262,-3-7 0,-1-2 0,-3 2 0,0-2-450,3-2 1,2-2-1,-3-2 364,-8-1 1,0-2-828,8-4 1,4-1 0,-5-1-547,-6 0 1,-1-2 1429,5-4 1,1-3 0,-3 2 0,-4 0 0,-1-1 0,-2 2 0,0 0-1,0-1 1</inkml:trace>
  <inkml:trace contextRef="#ctx0" brushRef="#br0" timeOffset="10300">8628 3051 13469,'-6'-17'1080,"4"2"-541,-11 5 1,12 2-180,-12 0-180,11 2-180,-11 2 0,12 1-90,-10 2 90,5 0 0,-8 16 45,5-1 0,0 1-45,2 0 0,0 1-1040,-4 14 0,1-1 1040,2 0 0,3-5 0,1 4 0,3-1 45,9 3 0,2 0-45,-7 1 0,4-2 30,5-8 0,5-1 0,-2-5-30,6-2 0,7-7 0,2-4 90,1-10-90,-12-1 0,5-5 0,-1-2 0,-3-2-247,-6-1 0,-1-1 0,-3-3 0,0 0 319,0-2 0,-1-1 0,-1-2 0,-1 1 0,-1 1-72,-1 1 0,0 1 0,-3 0 0,-3 0 0,-7-2 0,-4-1 0,-2 2 0,1 5 0,1 7 0,-2 2-120,-6 2 0,-4 1 0,3 5-150,5 4 0,1 5-823,-9 7 1,-3 6 0,4 0-441,5-2 1,1 4 1532,4-3 0,-3 5 0,0 2 0,1-1 0,2-3 0,3 0 0,1-3 0,0 3 0,-1 3 0,-1 0 0,1 0 0,-1 0 0</inkml:trace>
  <inkml:trace contextRef="#ctx0" brushRef="#br0" timeOffset="10749">8591 4192 15358,'-29'0'-90,"10"0"135,1 5 0,2 1 45,3-4-90,2 10 0,2 2 0,4-4 0,1 7 0,3 2 0,7-3 45,-1 2 0,2 0-45,7-3 0,1-2 0,1 0 0,2-5 0,6-2 0,2-3-3277,0-7 2143,-5 5 1,1-3 1178,2-11 0,-1-2 45,-9 8 0,1 0 90,2-9 0,2-5 0,-5 2 1252,0-9-1132,-10 2 0,-4-5 0,-4 2-210,-4 8 0,-3 2 0,0 0 45,1-4 0,0-2 1,-3 4-136,-7 4 0,-3 3 0,3 3-945,4 5 0,1 3 810,-8 2 0,0 5-1034,1 12 0,2 3 404,7-3 1,1 1-56,1 3 1,-1 3 0,1 0 0,3-2 452,1 2 1,2 0 0,0 1 0,1 2 0,0-3-1,4-2 1,0 0 0</inkml:trace>
  <inkml:trace contextRef="#ctx0" brushRef="#br0" timeOffset="11284">8628 5240 15988,'-8'-21'1259,"0"0"0,-15-1-1214,11 9 0,0 5 45,-6 16 0,2 7-90,3 10-1093,4-4 1,-2 5 0,1-3 143,4-4 0,-1 0 949,1 2 0,-1 4 0,1 1 0,1-5 0,0 0 0,2 0-141,-1 7 0,0 4 0,2-5 141,4-9 0,0-2 0,-3 9 0,3-1-135,11-6 0,3-2 979,-2 3-979,12-4 0,4-4 135,-3-5-607,-4-10 1,3-5 0,-3 0 606,-5 1 0,-1-4 0,2-4 0,2-5 0,0-1 0,-4 2 0,-1-1 0,-1-3 0,-5 4 0,1-5 0,0-1 0,-2 0 0,-1 4-52,-1-7 1,-3 1 81,0-1 0,-1-2 0,-5 1 0,-5 5 0,-4 1 0,0 2 149,-1 1 0,-3 2-179,-3-1 0,-4-1 0,1 6-45,3 7 0,-1 3 0,-5-1 0,-3 2-495,5 7 0,-1 2 1,2 0-46,0-1 0,0 1-508,-4 5 1,-2 2 0,5 0-2185,0 4 3076,7-3 1,4 1 0,8-3 0,3 1 0</inkml:trace>
  <inkml:trace contextRef="#ctx0" brushRef="#br0" timeOffset="12134">10389 3205 13379,'13'-28'3059,"-26"17"-2879,-6 14-180,4 2 0,1 3 0,-5 14 0,4 3 0,5-4 0,2 3 0,1-1 89,4-2-89,5 1 0,2-1 0,8-4 0,2-2 0,3-1 0,7-7-45,4-5 1,0-3-238,0-8 311,-4-3 1,3-5 0,-3-2-1123,-9-1 1,-4-1 0,1 0 1100,4 1 1,0 1 0,-4-2 20,-5-5 1,-3-2 0,-5 6-119,-11-2 89,-1 4 0,-4 2-90,-6 10-720,-4 9 1,-1 7-830,10 6 1,2 5 1228,0 1 0,1 3 1,2-1-1,1 5 1,4 0-1,4 3 0,0 0 1</inkml:trace>
  <inkml:trace contextRef="#ctx0" brushRef="#br0" timeOffset="12551">10572 3854 14549,'-16'3'90,"-1"-1"0,-5 6 0,0 4-90,0 7 0,1 3-420,2-5 0,3 2 420,7 1 0,2 3 0,3-3 0,1 6-45,3 3 0,2-1 45,-1-5-1639,13 0 1,3-1 991,-3-7 13,12-2 0,2-3 634,-4-7-396,5-8 0,-1-2 486,-4-3 30,-7-2 0,1-4 0,-4 2 60,0-9 29,-6 3 1,0-3 0,-4 2 60,-7-10-150,-1 9 0,-3-3 0,0 4-120,-11-4 0,-3 4 0,-2 5 153,0 8-603,4 12 1,-2 6-1,2 0 1209,-4 9-1852,7 3 1,-1 7 0,3-3-502,7-6 1,2-1 1593,-1 2 0,1 2 0,0-2 0,3-2 0,0-1 0,1 1 0,-1 0 0</inkml:trace>
  <inkml:trace contextRef="#ctx0" brushRef="#br0" timeOffset="13036">10488 4922 15178,'4'-11'1799,"-1"-1"-899,-9 8-450,-4 14-450,2-1 0,-2 6 0,1 1-3277,3 1 2573,-7 8 582,8-8 0,1 0 122,0 5-90,1 3 0,1-1 0,2-5-262,2 1 1,3-2 261,4-5-189,4-3 1,1-1 278,6-5 0,8-1 0,1-14 0,-6 1 0,-7 0 0,0-2 0,5-8 0,-1-2 0,-8 8 0,0-2 60,3-9 0,0-4 0,-4 2 30,-4 8 0,-4-2 89,-2-8 1,-1-4 0,-3 5-90,-2 8 0,-2 2 0,-6-4 0,-3-2 0,0 5-90,3 8 0,-2 4-30,-6 0 0,-4 2 0,4 1-240,-10 3-420,11 9 1,-2 4 0,4-2-661,-2 3 1637,5 2 1,4 3-288,15 9 0,4-12 0,11 8 0</inkml:trace>
  <inkml:trace contextRef="#ctx0" brushRef="#br0" timeOffset="13983">8858 3103 11760,'-14'-13'2429,"2"2"-2159,3 4 629,0 2-629,6 4 360,-5-1-540,6 1 449,-2 1 361,34 9-810,-11-1-1161,5-2 0,7 1 1,-3 0 1115,-7-1 0,2 0-27,-2-2 0,5 1 0,2 0 0,-1 0 0,-4-1-429,0 0 0,-3-1 1,3 1 424,1 1 1,4 0 0,2 0 0,1 0 0,-3 0 0,-3 0-398,3 0 0,-4-1 0,4 1 383,-1 0 0,5 1 0,1 0 0,1 0 0,-2 0 0,-5-1 0,1 1 0,-4-2 0,4 2 12,-4-1 1,4 0 0,1 1 0,2 0 0,-1 1 0,-1-1 0,-2-1-126,4 2 1,-2-1-1,0 0 1,0 1 58,-4-2 0,1 1 0,0 0 0,-1-1 0,-2 0-1039,8 2 1,-3 0 0,-10-5-2185,-15-8 657,6-3 2620,-20-1 0,-5-1 0,1-6 0,-1 8 0,0 1 0</inkml:trace>
  <inkml:trace contextRef="#ctx0" brushRef="#br0" timeOffset="14534">8870 3114 12210,'-8'-11'540,"-8"1"809,-1-1-1079,1 5 180,-11-6-361,18 9 1,-6-2 630,10 4 90,18 18-631,-4-8 181,13 10 0,4 1-872,-13-11 0,1 0 557,4 2 0,4 2 0,0 0 0,-2-1-500,2 0 0,0 1 490,-2-2 1,3 3 0,2 0 0,-1 0 0,-3-1-532,-2-2 0,-2 0 0,3 1 526,0 0 0,3 3 0,2 1 0,0 0 0,-1-1 0,-3-2-30,1 1 0,-2-1 0,3 1 12,-2 0 1,3 2 0,3 1 0,1 1 0,-1 0 0,-3-2 0,-2-2-13,2 1 0,-3-1 0,4 1 12,-5-1 1,3 1 0,1 1 0,2 1 0,-2-1 0,-2-1 0,-3-3-13,1 1 0,-4-2 0,3 2 18,2 0 0,3 3 0,1 1 0,-2-2 0,-3-1-18,4 1 0,-1 0 0,-1 0 0,4 1 0,0 0 0,-4-2 0,-3-2 0,-1-1 30,6 5 0,3 0 0,-5-1-75,-8-7 0,-1 0-450,12 8 1,-1-2-974,-6-5 658,5 1-2467,-9-8 3101,-8-21 1,2 5 0,-8-2-1,1 0 1</inkml:trace>
  <inkml:trace contextRef="#ctx0" brushRef="#br0" timeOffset="15067">8922 3136 12300,'0'-9'1259,"0"1"-809,0 5 90,0 0-270,5 1-1,-4 8 451,22 8-540,-13 2 45,11 6 0,1 2-659,-11-10 0,0 1 591,3 4 1,1 5-1,1 0 1,-2-3-777,1 3 0,1 0 691,-2-2 0,2 4 0,1 1 0,0 0 0,-2-4-518,-2-3 1,0-2 0,1 3 520,1 0 0,2 3 0,2 1 0,0 1 0,-1-2 0,-2-3-482,1 1 0,-2-2 1,3 3 457,-3-4 0,3 3 1,0 1-1,2 1 1,-2 0-1,0-2 1,-3-2-316,4 5 1,-2-3 0,2 3 288,-4-4 1,3 3 0,1 2 0,0 0-1,0 0 1,-1-2 0,-3-2-280,4 4 0,-3-3 0,2 2 290,-3-4 0,1 2 0,1 1 0,-1-1 0,1 1 0,-1-1 0,0 0 0,0 0 0,0 0 0,-2-2-43,3 3 0,-1-1 0,2 2 45,-4-4 1,3 2-1,0 3 1,1-1-1,0 1 1,-2-3-1,-2-3-8,2 5 0,-1-4 0,1 3-15,-1-3 0,3 4 0,0 1 0,0 0 0,-1-1 0,-3-5 15,0 0 0,-2-3 0,1 2-12,1 0 0,2 4 0,1 0 0,-1-2 0,-2-3-63,0 1 0,-1-1 45,5 5 0,1 1 0,-3-4 0,1 1-45,-5-7 0,0 0 311,-1-2-3543,-3-12 0,-8-25 2730,1-2 1,-8 3 0,-3 0 0,4 8 0,0 1 0</inkml:trace>
  <inkml:trace contextRef="#ctx0" brushRef="#br0" timeOffset="15518">8851 4194 11670,'-19'0'2969,"-3"0"-2250,3 0-629,3 0 270,11-9-180,11 4 90,2-8 0,3 0-91,9-3-1272,-2 0 1,3-4 0,-1 2 740,-2 3 0,0-1 370,0 0 0,4-2 0,1-2 0,-1 1 0,-2 3-158,-2 0 0,-1 2 0,3-2 140,0 0 0,5-3 0,1-1 0,0 0 0,-1 1 0,-3 2-436,2 0 1,-3 1 0,4-1 447,-4 3 1,2-1 0,2-2 0,1 0 0,0 1 0,-3 1 0,-2 2-13,4-2 0,-4 2 0,5-1 14,-3 1 1,5-2 0,1-1 0,1 0 0,-2 1 0,-2 2-361,-1 0 1,-1 1 0,-1 1-1,1 0 346,2-1 0,0-1 0,-1 1 0,0 1 0,3-2 0,-1 1 0,-5 3 1203,-1 0-1833,-5 2 0,-1 1-89,-6 2-1837,-1 0 667,-16 3 1889,-18 9 0,0 4 0,7-2 0,0 0 0</inkml:trace>
  <inkml:trace contextRef="#ctx0" brushRef="#br0" timeOffset="15933">8984 4246 12030,'-26'1'1439,"11"0"-359,-17 0-900,22-1 449,-6-5-179,19 0-180,7-5 179,12 1 1,5 1-360,-10 2 0,1 1-975,6-2 0,4-1 1,-3 1 929,-5 2 0,2 0-10,1 0 1,5-1 0,2 0 0,-1 1 0,-4 0-36,-1 0 0,-2 0 0,3 0 0,-2 1 0,4-1 0,2 0 0,1 0 0,-1 0 0,-2 0 0,-4 1 30,4 0 0,-3 0 0,2 0-30,0-1 0,4 1 0,2-1 0,-1 0 0,-1 0 0,-4 1 0,0-1 0,-3 2 0,4-2-15,-3 1 0,4 0 0,2-2 0,0 1 0,-2 1 0,-4-1-15,1 1 0,-4 0 0,2 0-132,2-1 0,4 0 0,1-1 1,-2 1-1,-4 1-108,1-1 0,-1 0-480,3 0 1,1-2 0,-5 1-241,-3 0-2287,-9-11 2612,-18 11 0,-13-4 0,3 7 0</inkml:trace>
  <inkml:trace contextRef="#ctx0" brushRef="#br0" timeOffset="16355">8945 4147 13559,'0'-11'90,"0"0"630,0 5-1,6 1 361,15 16-720,-2-1-435,-4 0 1,1 4 276,1 1 1,3 4-1,0 2 1,-1-3-1205,1 1 0,-1 0 1,2 1 1016,-4-4 0,2 2 0,0 1 0,1 0 0,0 0 0,-1-1 3,4 3 0,-1-1 0,1-1 0,0 1 0,0 0-334,-1-3 0,-1 1 0,1 0 0,0 0 0,1 0 0,0 0 316,-1-1 0,0 0 0,1 1 0,0-1 0,0 1 0,1-1 0,-1 0 12,0-1 1,0 0 0,0 0 0,0 0 0,0-1 0,0 0-1,0 0-12,2 1 0,0-1 0,0 0 0,0 0 0,-1-1 0,1 0-308,1 0 0,0 0 0,0 0 0,-2-2 0,0 0 308,4 2 0,-2-1 0,0-2-90,0-1 0,-1 0 0,-4-3-288,-2-2 18,9 2 408,-24-7-3325,-3-11 707,-8 8 2570,-4-10 0,-1-1 0,-13 8 0,7-4 0,0 1 0</inkml:trace>
  <inkml:trace contextRef="#ctx0" brushRef="#br0" timeOffset="16834">8877 5174 12390,'-17'4'1349,"-3"2"-989,11-4 1529,-3 1-1080,19-15-539,-2 4 0,11-10 0,3-3-180,2-1-575,-4 3 0,3-2 545,-1 0 0,2-1 0,-2 1-956,2-1 1,1-2 910,-6 5 0,4-3 0,0-3 0,2 1 0,-2 0 0,-3 4-701,4-5 0,-3 4 1,4-5 673,-6 6 1,3-2 0,1-3 0,1-1-1,1 1 1,-2-1 0,0 3 0,-3 2-417,3-3 1,-3 3-1,1-1 1,2-3 427,-3 5 0,2-3 0,2-2 0,0-1 0,1-1 0,0 1 0,-1 1 0,-2 2 0,-2 2 22,4-5 1,-2 4-1,-1-1 1,3-2-33,-4 4 0,2-1 0,1-2 0,1-1 0,1-1 0,-1 1 0,-1 1 0,-1 2 0,-3 3 10,4-4 0,-4 3 0,1 1 0,2-4 0,-3 4 0,3-2 0,0-2 0,2 0 0,-1 0 0,-1 1 0,-1 2 0,-3 2 0,5-5 0,-3 3 0,2-3 0,-1 2 0,3-4 0,1-2 0,-1 1 0,-1 2 0,-4 3 0,-1 3 0,-3 3 0,2-3 0,1-1 0,2-3 0,0-1 0,0 2 0,-4 4 0,-1 3 0,-1 1-45,10-11 0,-1 3 283,-8 9-3515,7-6 3306,-25 24-1199,2-1-89,-16 14-29,5-3 1,-1 0 702,3-1 1,-2 0 610,-5 7 1,-1 0 0,3-3 0,0 0 0,-1 1 0,0 0 0</inkml:trace>
  <inkml:trace contextRef="#ctx0" brushRef="#br0" timeOffset="17250">8947 5226 12210,'-24'3'779,"1"-1"1,7 0 0,0-1-421,-13-5 181,33-12-270,7 0-1363,4 2 1,4-2 0,-1 2 750,-3 1 1,2 0 453,3-3 1,5-4-1,0 1 1,-2 1-68,1 0 0,2-1-20,-8 6 1,4-4 0,3-1-1,0-1 1,-1 1 0,0 0 0,-4 3-26,5-4 0,-3 3 0,4-4 11,-6 5 0,4-2 0,1-2 0,2-1 1,0 0-1,-2 1 0,-1 1 0,-4 3-11,2-1 0,-4 3 0,0 0 0,3-3 0,-1 2 0,2-1 0,2-2 0,1-1 0,0 1 0,0 0 0,-3 2 0,-2 2 0,2-1 0,-4 2 0,1 1 0,3-2 0,0 0 0,3-2 0,2-1 0,0 0 0,0 1 0,-3 1 0,-2 2 0,3-1 0,-4 2 0,4-2 0,0 0 0,4-2 0,1-1 0,-1 2 0,-6 1 0,2 0 0,-1 0-135,-1 0 0,3-2 0,-1-1 1,-3 3-1505,-1-3 1,-1 1 1210,3-1 0,-1 0-2849,-5-1 2403,-24 15 874,-10 8 0,-5 7 0,9-2 0,-1 0 0</inkml:trace>
  <inkml:trace contextRef="#ctx0" brushRef="#br0" timeOffset="17652">9098 5397 13559,'-22'15'630,"9"-8"359,-6 7-629,15-11 450,23 1-630,-3-9-1000,4 1 1,6-2 0,1 0 0,-3 0 77,3-3 0,0-1 796,-3 3 0,3-1 0,2-1 0,-1 1 0,-4 0 83,-1 1 0,-3 1 0,4-1-107,1 0 0,4-2 0,3 0 0,0 0 0,-1 0 0,-5 2-132,3-1 0,-3 1 0,4-1 114,-4 2 1,3-1 0,3-1 0,0 0 0,-1 1 0,-2 0 0,-4 2-13,2-1 0,-5 2 0,4-1 0,-2 1 0,3-1 0,3 0 0,-1 0 0,-2 0 0,-4 1 30,0 0 0,-3 1 0,2-1-12,2 0 0,4 0 0,0-1 0,-1 0 0,-4 1 27,1-1 0,0 1 74,5-2 1,2-1 0,-4 1-120,2 0-162,-6 0 0,-2 0 162,-10 2 1401,3-3-2031,-12 4-1781,0-4 253,-2 1 2158,1-15 0,-1 7 0,0-11 0</inkml:trace>
  <inkml:trace contextRef="#ctx0" brushRef="#br0" timeOffset="18486">10346 3149 10771,'0'-11'2788,"0"-4"-2518,0 6 809,0-5-629,0 9 180,0-4-450,-4 7 0,-7-2-90,1 4 90,-15 13-91,12-5 1,-3 8 0,1 2 0,0-2-45,1 6 0,0 2-250,5-1 250,2 6 0,2 1-45,3-3 30,6-6 0,2 2 0,1-3-30,4 6 30,3-6 0,4 1 0,1-2-30,7-3 0,-1-3-251,-1 5 1,2-3 279,-3-8 1,1-2 0,-3-3-30,6-6-45,2-3 1,-1-2 44,-5-9 0,-9 3 0,0-3 0,-2 1 0,-4 4 0,-2-3 0,0-9 0,0-4 0,-1 2-1423,-3 7 0,-1 0 1393,1 0 0,-1-3 0,-2 2 120,-6-9 0,-1 2-45,4 10 0,-1 0 134,-4-3 1,-3-3 0,1 4 47,-2-1-182,-4 3 0,0 3 45,1 7-90,-3 2 0,0 3 0,1 11 0,-8 3 0,-3 4 30,14 0 0,0 2 0,1-1-162,-9 4 0,0 2 132,8-2 0,0 1 0,4 1 0,4 7 0,2-2 0,-2-4 0,2 1-300,7-1 0,3 1 0,1-5-419,3 3-920,8-2 1,3-3-1639,-2-7 3220,1-3 1,1-3-1,2-14 1,6-4 0</inkml:trace>
  <inkml:trace contextRef="#ctx0" brushRef="#br0" timeOffset="19267">10798 2739 10411,'-18'0'2519,"-9"9"-1260,0 4-899,3-1 359,0 5-449,16-13 360,-4 6 449,9-7-809,4 0-180,8-3-45,8-8 0,3-2-45,6 1-423,-7 1 1,1-2-1,-1 1 423,9-2 0,-10 5 0,2-1 45,1 0 0,0 0-45,4-1 0,-1 0 0,-2 2 0,-8 1 27,8-1 63,-17 4-90,0 7 90,-10-3 180,-1 19-180,-7-12 90,4 7 0,-1 1 0,-5-2 0,1 3 0,1 1-90,1-3-45,-2 2 0,1 0 45,2-3-46,1 2 1,0 0-45,4-3 0,-2 6 270,6-4-180,2-6 1349,6 6-1259,4-10-90,3 0 90,18-2-90,-12-3 0,8 1 0,1-2-381,0-6 381,-7 4 0,4 0 0,-3-1 180,8-4-45,2 1 0,-2 0-136,-8 5-89,-1-5 0,-3 0-179,-9 4-1980,4-5 900,-12 5-2018,-6-1 0,3 1 2666,-18 0 1,10 2 0,-13-1 0</inkml:trace>
  <inkml:trace contextRef="#ctx0" brushRef="#br0" timeOffset="21817">10598 3233 12300,'-9'-6'1259,"1"1"-899,5 3-90,-1-1 0,1 1-90,0 0-90,1 0 89,0 1 91,2 0 1349,-1 1-989,4 4-180,3 2-360,10 7 45,-3-5 0,2 1-46,8 2 1,1 0-398,-5-3 1,3 2 352,0-2 0,3 2 0,2-1 0,-1 1-820,3-1 1,1 0-1,0 0 1,-1 1 774,-1-1 0,-1 0 0,1 0 0,2 0 0,-1 0 0,2-1 0,1 2 0,0-2 0,-3 1 0,-3-2-445,1 0 0,-4-1 0,3 1 460,1 0 0,4 1 0,2 1 0,0-1 0,-2 0 0,-4-1-15,1 0 0,-4-1 0,4 2 0,-1-2 0,3 2 0,2-1 0,0 1 0,-2-1 0,-4 0-564,0-1 1,-4 0 0,2 0 563,2 0 0,2 0 0,0 1 0,-1 0 120,2-1 0,0 1 0,-1-1-299,0 1 1,0-1 0,-1 0 238,-1-1 0,0 1 0,-2-1 392,9 2 1,-6-2-453,-16-3 206,3 1 0,-12-3 0,-1 1 1</inkml:trace>
  <inkml:trace contextRef="#ctx0" brushRef="#br0" timeOffset="22853">12411 3737 12480,'2'-10'1079,"-2"1"-359,0 1-180,0 1 809,-10-7-1079,7 5 449,-20-9-539,16 12 0,-18-4-180,14 7 180,-19 7-180,16-3 0,-3 8 0,-1 5 45,6-2 0,1 2-45,0-1 0,1 1 0,1 8 0,3-1 0,4-4 0,7 3 0,2-1 0,2-2 45,8 1 0,3-1-45,0-4 0,6-2 0,2-2 0,0-4 0,-5-5 0,5-1 0,-3-5-1382,1-8 1,-2-4 1381,5 5 0,-4-3 60,-11-5 0,-3-3 0,-6 2-260,-8-9 290,-2 8 0,-2-3 0,-1 4-45,0 7 0,-3 1-45,-4-7 0,-5-1 0,1 5-225,-3 5 0,0 6-1414,-9 3 1,0 5 533,11 2 0,3 5 871,6 8 1,2 5-1,3-2 1,1 10 0,3-6-1,0 0 1</inkml:trace>
  <inkml:trace contextRef="#ctx0" brushRef="#br0" timeOffset="24136">10678 5064 13199,'13'1'1620,"-1"-6"-721,15-7-539,-10-2-1999,7-2 1,2 0 1628,-13 7 0,1-1 160,7-8 0,3-3 0,-2 1-105,-5 3 0,-1-1-9,-1 0 0,3-3 0,0-1 0,0-1 0,-3 4-36,-1 0 0,-2 2 0,3-4-15,0 0 0,3-4 0,1-2 0,0 0 0,-1 1 0,-2 4 15,1-3 0,-1 3 0,2-3 22,-3 5 1,2-2-1,1-2 1,1-1-1,1-1 1,-1 1-1,0 1 1,-1 2 7,1-1 0,0 1 0,-1 1 0,1 0 0,-1 1 0,0-1-15,1-2 0,0 1 0,0-1 0,1 0 0,-1 1 0,0 1 21,3-2 0,1-1 0,0 1 0,-2 2 0,-1 3-36,0 2 0,-2 1 0,0 2 0,-1-1 0,0 0 0,0 1 0,9-5 0,-4 3 1089,-9 7-1718,8-5 89,-14 9-1574,0-1-1034,-12 4 3148,-10 0 0,-3 1 0,-10 4 0,4-1 0,-1 0 0</inkml:trace>
  <inkml:trace contextRef="#ctx0" brushRef="#br0" timeOffset="24617">10594 4171 12570,'-15'-6'540,"-6"-7"-1,5 8 720,-10-10-1079,15 11 180,-4-4-180,12 6 630,7-4-181,24-1-449,-3-1-847,-1 2 1,4-1 0,-3 1 666,-3 1 0,0-1 30,1 0 0,2 1 0,1-2 15,-2 1 0,0 0 0,1 0 0,-2 0-15,-1 1 0,-2 0 0,3 0-30,1-1 0,3-1 0,3-1 0,0 0 0,-2 1 0,-3 1 29,2-1 1,-3 1 0,4-2-30,-4 2 0,3-1 0,3 0 0,1-1 0,-1 0 0,-2 1 0,-3 1 0,6-2 0,-4 2 0,5-2 0,-6 2 0,4-1 0,2 0 0,1 0 0,-1 0 0,-2 1 0,-4 0 0,5 0 0,-3 1 0,4-1 0,-9 2 0,3 0 0,3 0 0,0-1 0,1 1 0,0 0 0,-2 0 0,-2 1-498,6-1 0,-3 1 0,0 1 0,-1-1 0,1 1 498,2-1 0,-1 0 0,1 0 0,-1 0 0,0 0 0,-2 1 0,0 0 0,-1 0 0,-2 0 0,-5 0-31,-2 1 1,-2-1 30,14-1 0,-2 0 90,-10 0-180,9-2-90,-20 4-3097,1-1 2457,-28 8 1,7-5 0,-17 5 0</inkml:trace>
  <inkml:trace contextRef="#ctx0" brushRef="#br0" timeOffset="25667">10387 3133 12300,'0'-12'2339,"-1"2"-1980,-4 2-89,0 1-180,-8 2 90,4 2 180,-11 2-270,7 10 0,-1 3-1696,-6 5 0,1 2 1606,4-1 0,0 3 30,4 0 0,1 3 0,2-2-286,1 8 286,3-6 0,1 2 0,1-2-30,1-7 0,1-1 0,5 7 0,1 2 0,1-3 0,4 6 30,2-11 0,3 3 0,-2-4-30,8 2 30,-3-6 0,4-1 0,1-4-30,-4-6 0,1-4 0,1-1 60,8-4 0,0-3 0,-1-1-251,-7 3 0,-2-2 0,-2-3 236,-3-4 0,-1-4 0,-2-1 0,-4 3-1,-1 0 1,-5 0 90,0-2 0,-2-4 0,-1-1 0,0 5-90,-3 0 0,-2 1 0,-4 0 0,-2-3 0,-3 1 0,-1 5-45,-2 5 0,-2 4 0,0 0 0,-1-5 0,0 0 0,-2 4-473,-2 8 1,-3 4 0,0 1 0,5 1-158,1 0 1,1 2-191,-1 2 1,-3 2 0,0 2 0,6-2 315,5-1 1,3 1 0,-7 5 0,3 1 0,7 0-1</inkml:trace>
  <inkml:trace contextRef="#ctx0" brushRef="#br0" timeOffset="26421">10459 3042 12390,'-6'-9'540,"4"1"269,-11 2-629,6 3 90,-10 0-90,6 8 180,-14 8-270,11 0-46,-4 4 1,0 1 45,0 3-60,4-1 0,-1 5 0,2-3-380,5-6 1,1 1 349,-2 10 0,0 4 0,2-4 0,4-9 0,2-1 0,0 8 0,2 4 0,1-5 45,-3-7 0,3-2-45,5 6 0,2 2 0,0-4 0,2 4 45,9-3 0,2-3 45,-3-6-45,5-3 0,0-4 45,-2-9-941,-3-2 0,3-3 0,-4 0 896,-6-1 0,-1-1-15,4-8 0,2-4 0,-4 2-151,-7 6 0,-3-1 241,0-9 0,-2-4 0,-2 4-120,-1 8 0,-3 0 0,-3-5 0,-4-3 0,1 5 0,2 8 0,-2 1-120,-7-1 0,-4-1 0,0 4-1519,-1 4 1,-1 4 1561,-3 0 0,1 4 0,8 0 0,5 4 0,4 10 1</inkml:trace>
  <inkml:trace contextRef="#ctx0" brushRef="#br0" timeOffset="27552">10291 3119 11041,'9'-15'-1093,"-4"7"1,-1 2 0</inkml:trace>
  <inkml:trace contextRef="#ctx0" brushRef="#br0" timeOffset="28983">11218 2781 12300,'-1'10'1079,"-1"-3"-989,2-4 90,0-2 360,0 1 179,0-1 991,0 0 178,-4 0-1798,3-5 0,-4 0 0,5-5-90,0 3 0,0 0 0,0 3 90,0-2-90,4 2 0,2-4-90,-1 4 90,8-5 0,-7 5 0,20-6 0,-11 5 0,11-3 0,-10 5 0,2-1 0,4 2 0,1 0-1581,-1-1 0,0 0 1581,0 2 0,0 0 45,1 2 0,-1 1-142,6-2 97,2 7 0,-2 0 0,-6-6-45,-2 7 0,-2-1 135,-5-6-90,11 13 0,-14-10 0,2 3 0,-6-4 0,-3-1 0,-1-1 3119,2 0-3119,-3-2 320,1 2-320,-1-8-90,-5 0 90,-1-7 0,0 2 0,-7-13 0,9 10-1639,-3-5 1,-1 0 1433,2 3-69,0-1 0,-1 1 274,2 4-62,-5-6 62,5 13 0,-1-3-90,3 6 3180,0-1-3090,0 8 812,1-3-812,-1 8 100,2-3-100,0 10 90,0-5-180,11 10 90,-8-11 45,9 1 0,2 0-45,-5-2 45,7 1 0,2-1-45,-2-1 0,8 3 0,-2-4 0,-9-4 0,10 2 0,-15-4 180,2-1 0,-8 0-90,-8 4-90,1-4 0,-21 17-90,13-11-540,-7 7 1,-2 1-828,0-1 364,5-3 1,-3 1 0,3-1-2185,-9 5 2621,6-4 1,0 0-1,-2 0 1,1-1 0</inkml:trace>
  <inkml:trace contextRef="#ctx0" brushRef="#br0" timeOffset="30868">3096 6990 12480,'-10'-4'1259,"1"-1"-989,7 3 270,0 0 179,0 0-539,7 0 540,2 1-540,6 1 359,11-1-89,-8 3 0,0 1-270,13 3-45,-6-2 0,-1 1-135,-1 0 179,6-2 1,1-1-493,0-2 432,-6 1 1,4 0 0,-3-1-390,-6-3 1,1 0 328,10 0 1,5 1 0,-4-1-15,-8 0 0,0-1 0,5 1 0,4-1 0,1 0 0,-1 1 15,1 1 0,0 0 0,0 0-303,-8 0 0,0-1 0,1 1 0,0 0 310,5-1 1,1 1-1,-1 0 1,-5 1-68,-2 0 0,-1 0 22,2 0 1,5-1-1,0 1 1,-4 0 22,-1 0 0,0 0 0,1 0 0,5 0 0,0 0 0,-4 1 0,-1-1 0,0 1-23,1 0 1,4-1-1,-1 0 1,-4 1-23,-1 0 0,0-1 30,7 1 0,4-1 0,-5 1-30,-9-1 0,-2 1 0,10-1 0,0 0 44,0 0 1,-3 0-45,-8 0 0,0 0 0,9-1 0,3 0 0,-3 0 45,-8 1 0,0-1-15,10 0 0,4 0 0,-4-1 15,-8 2 0,0-1 165,8 1 0,4-2 0,-5 2-165,-8 0 0,-1 0 45,7-1 0,4 1 0,-5 0 0,-8 0 0,0 0 0,7 0 0,1 0 44,0 0 1,-2 0-45,7-1-30,-7 1 0,3-1 0,-4 1-60,10 0 60,-8 0 0,3 0 0,-3 0-15,-7 1 0,1-1 75,7 0 0,3 0 0,-3 0-75,-7 1 0,0-1 75,6 0 0,4 0 0,-3 0 60,7 0-61,-10 1 1,4-1 0,-4 1-120,8 0 30,-8-1 0,2 1 0,-2 0-30,8 0 45,-7 0 0,0 0-45,2 2 0,-1 1 0,7-2 0,-8 1 0,3 2 0,-2-2 90,8-1-60,-9 1 0,3 0 0,-3 1 60,8-1-60,-9 0 0,3-1 0,-3 1-30,6 0-42,-5-1 0,3 0 0,0-1-3,3 1 0,-1-1 45,1 0 0,1 0 30,-7 0 0,1 0 0,-4 1 292,4-1-277,2 0 0,-1 0 135,-5 0 0,0-2 0,-1 0-90,-5 1 179,11-2-269,-15 3 648,8 0-737,-10 0 1246,2 0-1427,-6 0-3007,-1 0 0,-2-6 2457,-4-10 1,-3 1 0,-4-7 0</inkml:trace>
  <inkml:trace contextRef="#ctx0" brushRef="#br0" timeOffset="31695">11709 2957 12840,'7'3'0,"-2"-1"0</inkml:trace>
  <inkml:trace contextRef="#ctx0" brushRef="#br0" timeOffset="34601">12216 2742 8882,'-4'-12'1169,"0"2"-1079,4 6 0,0 0 90,0 2-90,0 0 90,-3 1 0,2-1-90,-1 0 90,0 1-90,1 0 0,-1 0-90,1 0 0,0 1 0,-1 0 0,0 4 0,-1-1 0,2 3 0,-2-3 0,3-1 1619,-1-1-1350,0-6 1,1-1 0,0-3 90,0-1-90,0 4 0,0-2-180,0 5 269,0-4-269,0 5 0,0-3-90,0 4 0,5 9 180,-4 8-90,8 4 0,-8 3 0,-2 0 0,5 1-1183,-3-4 1,-1 3 0,-1-3 977,1 5 115,0 4 0,0 0 0,0-6 0,0 1 0,0-1 0,0-4 0,0 0 0,0-2 90,0-3-450,0 11 90,0-16-2248,3 5-759,-2-10 2679,2-5 1,0 0-1,-1-5 1</inkml:trace>
  <inkml:trace contextRef="#ctx0" brushRef="#br0" timeOffset="35168">12225 2952 13110,'-15'-5'809,"3"3"-809,9-7 0,10 9 0,0-7 0,7 6 0,3 0 0,3-5 0,7 1 0,2 1-315,-2-2 315,-7 1 0,3 0 0,-4 0 0,7-2-45,0-4 0,-2 0-45,-6 0 90,7-8-90,-13 0 90,-6 3 0,-3-5 0,0-1 0,-2-2-1483,-6-6 0,-3-1 1663,-2 7-436,-1 1 0,-2 2 346,5 9-71,-10-3-19,15 11 137,-8-1 43,10 18 2824,-2-5-2914,2 8 0,2 3-1,-1-1 46,0 8 0,0 1-1943,5 1 1808,-5-6 0,1 1 45,7 3 0,-1-2 0,-6-8 0,0 0-15,4 7 0,2 3 0,-1-3 1,-2 7-1,1-10 0,1 2 0,-1-3 60,-1 5 90,2 1 0,-1-2-90,-1-5 0,-1 0 0,1 0 0,-1-6 90,3 12-180,-4-16 90,0 4 0,-1-10-2339,-1 0-719,0-6-309,-5-1 3061,4-8 1,-9 3 0,4-2 0</inkml:trace>
  <inkml:trace contextRef="#ctx0" brushRef="#br0" timeOffset="36068">12409 2680 11221,'-23'4'389,"0"-1"1,8 1 0,-1 2-210,-3 3 0,-1 2 0,2 0-180,5-1 0,0 2 60,-5 7 0,-3 3 0,4-3-785,7-5 1,0-1 754,-1 5 0,-1 3 0,3-4-1220,2 4 1280,2 4-90,4-5 588,9-5-588,12 9 0,1-14 0,-7-4 0,1 0 0,7-4 0,0-1-294,7 0 294,-6-5 0,3-2 0,-3 0 0,-6 2 0,-1-2 0,6-5 0,2-4 0,-3 1 0,-8 5 0,-1-3 180,3-8 0,-1-6 0,-3-1 180,-9 4 0,-3-2 0,-1 1-301,3 1 1,-1-1 0,-3 1 30,-5-2 0,-4-1 0,0 7 626,-11 3-581,1 4 0,-1 5-45,0 12-45,-5 4 0,1 3 394,14-2 0,0 2-439,-4 5 0,-3 3 0,4-2 45,4-4 0,2 1-45,-2 6 0,-1 3 0,2-2-2705,0 7 2705,4-8 0,2 1-722,7-4 0,1-1 812,-2 4-960,13 1 1,3-3 869,-2-4 0,3-6 0,3-1 0,-1-1 78,8-1-78,-7-2 0,4-1 0,-4-2 0,10-6 29,-10 2 1,4-2 0,-5-3-75,-7-5 1,-2-2 813,8 2 1,-6-1-545,-18-11 0,-11 1-45,-4 10 0,-3 1 534,2-4 1,-3 3-715,1 9 0,-2 3 0,4 3 0,-5 9-45,-1 1 0,1 2 45,7 5-495,4-1 1,1 1-136,8-3-1009,4 3 1,3-1-572,9-4 2210,4 0 0,0-2 0,7-4 0,7 2 0</inkml:trace>
  <inkml:trace contextRef="#ctx0" brushRef="#br0" timeOffset="37770">12768 2883 13289,'-15'0'1440,"2"0"-1171,7 0 1,1 0 0,0 0 0,0 0 90,0-4-90,1 3-1,-1-3-89,0 4 0,2-3-90,-1 2 0,1-3 0,1 1 0,0 0-90,1-3 0,0-5 90,1 5-90,12-13-90,-10 12 90,13-3 0,1 2 0,-6 2 0,8 0 0,2 2 0,-3 1 0,5 1 0,2 2 0,-5 4 0,-2 2 0,2-1 0,-1 1 0,1 6 0,-3 2 0,-7 1 0,0 1 0,-1-1 0,-4-1 90,0 3 0,-3 1 0,-12 2-90,8 5 90,-15-11 90,3-3-90,-1-5 0,0 0 0,0-1 0,0-1 89,-3-2 1,1 1-90,2-3 90,-1 1 0,1-1-90,5 0 0,-10-4-90,15-3 0,-1-15-90,6 7 90,5-2 0,4-1-45,3 1 0,1 0 45,-1 3 0,1-1-45,9-5 0,0 2-135,-1 5-315,4 0 1,1 2-136,0 2-463,-5 3 1,5 0 0,-4 1-1388,6-1 2480,4 1 0,-2 0 0,-11 2 0,8-1 0</inkml:trace>
  <inkml:trace contextRef="#ctx0" brushRef="#br0" timeOffset="38866">13051 2780 11131,'7'-11'989,"0"1"-539,-2 3 90,-2-1-1,-1 1-89,-1 2 180,0-2 89,-1 0-629,-4 2 270,-1 1 0,-11 10-180,5-4 44,-3 11 1,0 2-135,0-2 45,-3 11 0,1 1-278,1-1 203,6-5 0,-2 2 0,2-1-60,-3 7 30,5-5 0,-2 4 0,2-1-30,2 3 0,1-1 0,-1 1 0,0 0 45,2 4 0,2-4-45,1-8 0,0 1 0,0-1 0,0-5-719,4 15 269,-3-19-1799,5 11 1170,-5-14 1079,2 5 0,-3-10 0,0 0 0</inkml:trace>
  <inkml:trace contextRef="#ctx0" brushRef="#br0" timeOffset="39284">12785 3116 13379,'-16'-10'1709,"5"2"-1709,8 1 0,2 3 0,27-1 0,-13 2-45,12-2 0,1 0-627,1-1 282,-6 0 0,3-1 0,-2 0 75,-6 2 1,-1-1-226,8-4 0,3-3 0,-4 0 315,-6 4 1,-2-2 134,4-4 0,1-5 0,1 0 0,-4 2-142,-2 1 0,-1-1 479,0-2 1,2-5-1,-1 0 1,-4 4-68,-3 4 0,-1 0 269,0-5 1,1-3 0,-3 5 0,-1-3-91,0 3 1,-3 3 360,-10 9-450,0 5 134,-4 12 1,0 4-225,-4 9-843,6-3 1,-1 3 0,2-1 707,2-4 0,1 1-23,-1 2 1,-1 4-1,1 0 1,1-2 22,0-1 0,2 0-45,0 1 0,-1 3 0,1 1 0,1-4 45,2-2 0,0 1-45,0 7 0,0 3 0,2-3-45,3-11 0,1 1-703,-1 6 1,-1 4 0,3-5 342,4-8 0,1 0-688,2 7 1,1 3 0,0-5-547,0-8 1,1-2 982,6 9 1,0-3-1,3-9 1,0-2 0</inkml:trace>
  <inkml:trace contextRef="#ctx0" brushRef="#br0" timeOffset="40350">13318 2876 12660,'-11'1'989,"0"-1"-359,4 0-180,1 0-91,0 0-179,1 0-90,1-5 0,1 4 180,2-3-180,5 4 0,4-3-90,4 3 0,3-5 0,-1 5 0,12-6 0,-3 4 0,2 1 45,1-1 0,1 0-45,-3 0 0,-2 1 270,-4 2 0,-4 3-1,-9 2 91,-20 19-360,4-10 135,-7 2 0,-2-1-45,6-3 0,-2-1 0,2 0-90,4-2 90,-6 7 0,13-12-90,6 8 0,21-7-90,-3 1-540,8-5 1,1-1-742,0-1 278,-6-3 1,3-2 0,-3 0-547,-7 1 1,0-1 1548,3-4 0,3-1 0,-3-1 1,-6 2-1,-1 0 0,5-3 1,-1-1-1</inkml:trace>
  <inkml:trace contextRef="#ctx0" brushRef="#br0" timeOffset="40586">13799 2440 13829,'-13'-4'540,"1"1"179,22 26-449,-4-10-1363,3 4 1,5 5 0,-3-2 811,-2-5 1,1 0 347,0 4 1,3 3-1,0 1 1,-3-3-68,1 2 0,-1 1 22,0 3 1,1 4-1,-1 1 1,-2-5-23,-2 1 0,-2 0-23,-3 1 1,0 4-1,-2 1 1,-1-6-68,-3 0 0,-2-2-360,-4 2 0,-2 3 1,-2 0-1,1-5-180,-1-1 1,-1-2-31,-1 1 1,-1 1-1,-1 0 660,0-3 0,0-1 0,0-1 0,2 0 0,-1-1 0,0 0 0,-1 1 0,1-1 0</inkml:trace>
  <inkml:trace contextRef="#ctx0" brushRef="#br0" timeOffset="41666">13430 3375 10861,'1'-14'1169,"1"1"-629,-1 3 0,0 1-1,0-1-89,0 0-90,-1 1 89,1 1-89,-1 2-90,0 1 90,0 1-180,0 0 1079,0 2-1079,0 8 90,-4-5-90,4 15-90,-4-6 89,1 8 1,0 4-180,0 3-981,0-2 0,-2 3 0,2-2 981,1-6 0,0 0 0,-1 9 0,0 4 0,0-3-912,1-9 1,0 0 911,0 9 0,-1 1-59,2-3 1,0-1-347,1 4 0,-1 0 180,1-4 1,-1 0-766,1 4 1,0-4 89,0-11-2068,0 9 449,0-18 181,-4 1 2338,-2-14 0,0 6 0,1-7 0</inkml:trace>
  <inkml:trace contextRef="#ctx0" brushRef="#br0" timeOffset="42000">13275 3749 11940,'-14'-25'2249,"5"11"-1440,-7-12-719,11 19 450,-1-1 0,5 19-90,6 16-361,2-1 91,0 0 0,1-2 0,1-3-45,0 4 0,0-1 45,0-3-45,3 1 0,-1 0-45,0-3 45,1-1 0,-1-1 134,-1-5-89,5 4 270,-2-11-360,-4-3 90,12-16-90,-11 3-45,3-9 0,0-1-45,0-2-1142,2-4 1,0-1 1141,-2 2 0,1 0 0,0 0 0,-3 6-90,-1 2 0,-1 2-180,-2 5-1619,4-4 720,-8 11-271,2 0-1837,2 3 2457,-2 1 1,4 0 0,-2 0 0</inkml:trace>
  <inkml:trace contextRef="#ctx0" brushRef="#br0" timeOffset="42417">13209 4324 15088,'-6'-10'900,"5"1"89,-10 1-899,5 11 0,-5-7-90,0 32 0,2-14 0,3 9 0,0 3-2268,1-2 2223,2-6 0,0 2-450,1 1 1,0 0-46,0 6-450,0 4 1,0-1 90,1-3-740,0-1 1,1 0-1379,6-8 3017,-5 8 0,9-18 0,-3-1 0</inkml:trace>
  <inkml:trace contextRef="#ctx0" brushRef="#br0" timeOffset="42668">13419 4286 14819,'1'-14'2338,"-6"-2"-1708,4 10-3907,-7 21 1343,3-4 1934,2 8 0,1 1 141,-2-1-141,1 8 0,2-7 0,0-1-90,-1 6-270,0 4 0,0 0-89,1-3-541,0 2 1,-1-1 89,1-4-511,0 0 0,0-2-388,1-5 360,-1 6 1439,1-15 0,0-2 0,-1-1 0</inkml:trace>
  <inkml:trace contextRef="#ctx0" brushRef="#br0" timeOffset="42870">13225 4516 13199,'-16'-7'1124,"0"0"1,-3-2-585,0 0 0,1 0-450,7 4-90,-5-4 0,13 6 0,8-1 0,7 3-315,5-1 0,1 1-135,9 0-600,-7 1 1,4-1 0,0 1 1049,4-2 0,-1-1 0,2 2 0,-1-1 0,-6-1 0,1 0 0</inkml:trace>
  <inkml:trace contextRef="#ctx0" brushRef="#br0" timeOffset="43786">13480 4084 13379,'-14'-20'1799,"3"4"-990,-1 1 1,0 0-540,-3 1 225,-5-1 0,-1 1-136,-1 5-1491,-7 1 0,-2 2 1267,15 4 0,0 1 0,-9-1 0,-1 2 404,-4 9 1,2 3-360,10-6 0,0 2 44,-1 4 1,-3 3 0,1 1 0,3-2-90,0 0 0,1 2-23,1 3 1,-3 3-1,1 0 1,3-2-113,1 0 0,2 2 67,0 0 1,-1 5-1,1 0 1,2-3-68,2-2 0,2 1 22,1 2 1,0 4-1,0 0 1,2-4-23,0-1 0,2 0 22,3 1 1,1 5-1,1 0 1,0-5-23,0 0 0,2-1 0,3 2 0,3 4 0,1 0 0,-2-5 0,-1-3 0,2-2 0,0 0 0,4 3 0,0-1 0,-2-4-45,-2-6 0,1-1 15,6 2 0,4 1 0,-3-4-15,-4-4 0,-1-2 45,9 1 0,4-1 0,-3-3 0,-6-3 0,0-1-30,8-1 0,3-1 0,-3-1 30,-8-2 0,-2-1 0,9-2 0,2-1 0,-4 0 0,-8 2 0,0 0-23,2-4 1,3-4-1,0 0 1,-3 3 22,-3-1 0,0 0 0,2-4 0,2-4 0,0 0 0,-4 3 0,-3 3 0,-1-2 0,0-2 0,2-3 0,-1-1 0,-3 3-45,0 2 0,-3-2 45,0 0 0,0-5 0,0 0 0,-2 4 0,-1 1 0,-2-1-23,-2-1 1,-1-4-1,-2 0 1,0 4 22,0 1 0,-3 0 45,-3-1 0,-2-3 0,-2 0 0,2 4 0,-1 1 0,-2 3 90,-2-1 0,-4-1 0,-1-1 0,3 5-45,0 2 0,0 2-60,-1 0 0,-1 0 0,-1 1 59,0 5 1,-1 1 0,2 1-45,0-1 0,0 2-23,-1 1 1,-4 0 0,0 1-1,4 1-22,2-1 0,0 3 30,-9 5 0,-4 3 0,5 0 15,8-2 0,2 3-45,-2 3 0,-2 5 0,0 1 0,4-2 45,1 1 0,0 2-45,1 2 0,-3 5 0,1 1 0,3-3 0,1 0 0,2 1 22,1 2 1,-2 4-1,1 1 1,3-4 22,1-2 0,2 0-45,0 0 0,0 2 0,1 1 30,3 0 0,1 0 0,1-2-30,-1 0 0,1 1 0,2-5 0,1 4 0,2 0 0,-1-1 0,0-3 0,0 4 0,2-1 22,2 0 1,3 3-1,1 0 1,-2-5-23,-1-2 0,1-2 0,6 5 0,2 2 0,-1-4 0,-5-10 0,0-2-30,7 2 0,2 1 0,-1-4 30,9-2-60,-2-5 0,6-2 0,-4-2 60,-8-3 0,-1-1-23,5 0 1,4-2-1,0 1 1,-4-1 22,-3-2 0,-1-1-23,2-1 1,3 0-1,0-1 1,-3 1 22,-2-1 0,-1 0-23,2-3 1,2-2 0,0-1-1,-3 1-22,-2 1 0,-1-3 22,1-1 1,2-5 0,0-1-1,-3 3 23,-2 0 0,-2-2-36,-2 5 0,0-5 0,1-1 0,-1 0 0,-3 4-1212,2-6 0,-2 0 1248,1 1 0,0-3 0,-3 0-30,-5 0 0,-3 0 0,-1 3 222,0-1 1,-2 1-193,-2 5 0,-3-4 0,0 0 0,-2 2 0,1 3 0,-5-4 0,-4 3 36,2 5 0,-3-2 0,-3 0 0,1 1 0,2 4 9,-6-2 0,-3 3-45,5 4 0,-4 0 0,-2 0 0,1 2 0,4 1 0,-6 0 0,0 4-18,7 2 0,-3 1 0,-2 2 0,2 0 0,4 0-27,-3 2 0,1 3-428,3 2 1,-4 4 0,2 1 0,4-1-113,3 0 1,3 3-236,1 3 1,-1 6 0,2 1 0,2-5-820,4-1 1,2 0 1486,2 2 1,0 4 0,0 0-1,2-5 1,0-4 0,2-2 0,1 10-1,1 0 1</inkml:trace>
  <inkml:trace contextRef="#ctx0" brushRef="#br0" timeOffset="44499">13374 4960 14998,'0'-8'-3148,"0"2"3148,0 0 0,0 1 0,0-3 0</inkml:trace>
  <inkml:trace contextRef="#ctx0" brushRef="#br0" timeOffset="46901">10205 3260 7892,'-1'13'540,"-1"-1"-450,1 1 90,0 0 0,0 0-90,0 1 90,1-1 0,0-1 0,0 1-1,0-2 91,0 6 270,8 9-360,-5-8 45,5-2 0,1-1-135,-4-4 269,14 12-269,-10-13 90,13 10-90,-11-12 0,14 6 0,-14-9 90,20 3 180,-6-6-315,-7-5 0,0-2-45,6-4 45,-9-2 0,-2-2-45,-3-1 0,2-1 0,0 0 90,-2 1-45,0-2 0,-1 1 45,-3 1-1,-1-1 1,-1 0 270,1-6-360,-2 0 90,-1-1-90,-1 14 90,-1-8-90,0 8 90,0-8 0,0 8 0,0-7 0,0 9-90,0-3 180,-4 2-180,1-6 0,-1 3 0,-1-8 0,3 12 0,-6-11 0,5 9 90,-4-9 0,3 9 180,-5-9-181,5 10 91,-7-8-90,6 9-90,-3-2 90,-1 1 0,4 4 0,-7-4-90,9 5 0,-4-1 0,5 2 450,0 0-360,-3 1 0,-1 0-90,-3 0 0,3 0 0,0 0 0,5 0 0,-4 0 0,2 0 90,-2 0-90,3 0 0,-3 0 0,4 0 0,-2 0 0,2 0 360,-1 0-360,7 0 0,-4-4 0,8 0 0,-4-2 0,1 0 0,5 3 0,-7 0 0,5-1 0,-2 1 0,-3 0 90,2 1-180,-4 1-180,0 0-1259,-6 5-630,-1 1-1118,-6 9 1517,4-5 1760,-1 3 0,2-6 0,0 1 0</inkml:trace>
  <inkml:trace contextRef="#ctx0" brushRef="#br0" timeOffset="49718">10615 3278 11221,'-7'-3'809,"1"2"2159,5-3-1798,-4 4-1080,0 0-90,-3 0 0,0 0 90,1-3 0,1 2-90,0-3 809,3 4-809,11 0 0,-2 0 0,8 0 0,0 0 0,-3 0 0,17 0 0,-13 0 45,5 5 0,0 1-45,-2-3 0,4 7 0,1 1 0,-2-5-167,-4 2 1,0 0 166,10 3-2405,-5-1 2405,7 2 45,-8-2 0,1-1-45,6 4 30,-6-4 0,3 2 0,-3-2-30,-5-3 0,0 0 0,9 4 0,4 1 0,-4-2 0,-6-2 0,0-1 45,1 1 0,5 1 0,0 0 0,-4-1-45,0-1 0,0 1 22,1 0 1,4 1-1,0 0 1,-4-1-23,-2 0 0,1-1 22,-1 1 1,4 2-1,0-1 1,-5-1-138,-1-1 0,0 0 137,2 2 1,4 1 0,-1-1-1,-3 0-225,-3-3 1,0 1 232,10 3 0,3 1 0,-4-1-30,-11-4 0,0-1 0,7 3 0,5 1 0,-5-1 0,-6-2 0,-1-1 30,7 3 0,3 1 0,-3-1-30,-7-3 0,-1 0 30,6 2 0,2 1 0,-3-1-30,6 1 45,2-1 0,-1 0-45,-4-1-971,6-1 1,0-1 970,-6-1 0,2-1 0,-1 0-4,-7-1 4,6 1-139,1-1 139,-10 0 281,9 0-191,-16 0 2240,4 1-2240,-7-1 2173,0 0-3083,-2 0 1,-6-5 0,-2-2 0</inkml:trace>
  <inkml:trace contextRef="#ctx0" brushRef="#br0" timeOffset="50368">12378 3581 11760,'-5'-16'2789,"0"5"-2160,-7-1-359,4 8 450,-5 10-450,5-4-1,-4 10 1,0 2-180,-1-2 0,3 1 0,-1 3 45,-2 1 0,2 0-45,-4 6 0,0 5 0,1-1-90,5-2 45,1 2 0,2 0-45,3-4 45,4 1 0,1 0-45,-1-4 45,8 1 0,2-1 45,-3-4-45,7 0 0,2-2-45,-2-5 0,10 4 0,-1-11-2632,-5 0 2542,8-2-607,-8-8 1,-1-2 786,7 0-90,-8-2 0,2-2 0,-2 0 0,5-5-30,-8 3 0,2-2 0,-3 0 120,2-8-120,-7 5 0,1-3 0,-3 2 75,-2 6 0,-2 0 15,-2-7 0,-2-5 0,1 5-1030,1 6 1,-2 2 1014,-6-10 0,-2 0 90,3 9 0,0 1-45,-11-8 0,8 10 0,-1 0-306,-3 2 0,-1 2 216,-5-1 0,-5 3 0,0 3-90,0 12 90,-4 2 0,1 3-45,14-2 0,1 1-375,-4 4 0,-3 2 0,3-1-569,3 1 0,3 1-650,-5 7 1,3 2 353,6-10 0,3-1 295,1-1 1,2 0 989,7 5 0,-4-1 0,4-1 0</inkml:trace>
  <inkml:trace contextRef="#ctx0" brushRef="#br0" timeOffset="51301">12330 3965 11400,'3'-13'1350,"-2"2"-271,3 1-719,-4 5 629,3-3-809,-3 5 360,1-1 180,0 3-181,-1 6-269,0 3-90,0 4 270,0 17-270,0-10-46,0 6 1,0 0-45,0 1-45,-1 5 0,2 0-258,4-3 243,-3-8 0,0 4 0,0-4-30,5 7-45,-2 2 0,0-1 135,-3-5-90,2-7 0,0 1 0,-1 4 0,0-7 0,0 4 90,-1 0-90,-1-7 90,0 7-90,-1-13 0,0 2 0,0-6 0,0 0 0</inkml:trace>
  <inkml:trace contextRef="#ctx0" brushRef="#br0" timeOffset="59100">12060 4945 13020,'0'-10'629,"0"0"-89,0 4-90,0 0-91,-4 1-89,3 2-180,-4 1 630,5 1-270,0 7-360,-3 3-1,3 4-89,-3 0 90,3-2-90,0 1 0,0 0 90,0 0-90,0 1 0,0-1 90,5 0-90,-4 0 0,10-1 90,-9 0 90,16 4-90,-10-5 45,7-1 0,0 0-45,1-3 0,3-1 0,0-1-90,-1-2 45,6-9 0,1-3 45,-6-4 0,-1-1-218,2 1 0,-1-2 398,0-8 0,-2 1-91,-6 5 181,-2-1 0,-1 2-270,-2 5 270,0-5-90,-5 20-90,-11 18-90,4 0-318,-3 1 0,-3 5 0,0 0 228,1 2 0,-1 0 0,1 1-296,0-3 1,0 1 0,-1 1 295,3-6 0,0 2 0,-1 1 0,1-2 0,1-4 0,0 2 0,0 0 0,1-1 0,-2 4 0,0-1 0,2-4-45,1-3 0,0 0-165,-2 4 0,-1 3 0,1-4-329,-1 3-1100,0-1 1,-1-1-662,4-8-977,-6 5 2457,10-23 1,-1-2 0,3-7 0</inkml:trace>
  <inkml:trace contextRef="#ctx0" brushRef="#br0" timeOffset="59650">12164 4523 13559,'0'-12'1349,"0"2"-359,-5 1-810,4 4-90,-4 0 449,1 4-179,-5 16-270,0-6 0,-1 8 0,1 2-90,2-2 45,0 3 0,0 1-45,3-4 0,-1 10 90,4-10-90,1-5 0,0 3 0,0-3 0,4-4 360,-3 1-270,10-12-90,-7 3 0,5-13 0,2-7 180,-3 5 0,0-1-46,1-4 1,0 0 225,1-3 0,-3 3-1429,-2 6 1159,3-6-180,-6 15 180,-1 9-90,0 0 90,2 27-90,-1-10-922,1-2 0,1 4 0,0-2 472,-1-5 0,2 0-643,2 9 1,2 3 0,0-3-547,-3-8 1,2 0 1327,1 4 1,2 1 0,-1-3 0,5 8 0,-5-10 0,0 0 0</inkml:trace>
  <inkml:trace contextRef="#ctx0" brushRef="#br0" timeOffset="62784">12387 5229 11400,'0'-10'3276,"0"3"-795,0 0-2481,0 1 90,0-1-180,0 3 180,0 1-90,0 1-90,-4 1 90,3-1 0,4 2 0,6-1 0</inkml:trace>
  <inkml:trace contextRef="#ctx0" brushRef="#br0" timeOffset="64034">12467 5156 20485,'19'-3'0,"1"0"0,10 8-569,-4-4 569,4 3 0,0 0 0,1-4 0,0 3 0,0 0 0,-9-3 45,-3 1 0,-1 0-45,-8-1-3277,2 0 0,-32 0 2916,13 0 1,-16 0 0,20 0 0</inkml:trace>
  <inkml:trace contextRef="#ctx0" brushRef="#br0" timeOffset="64717">13055 5191 12750,'1'-10'1079,"-1"2"-179,0 7-631,-8 21-179,4-9 45,-2 7 0,1 1-45,2-5 180,1 16-180,2-18 90,5 13-90,2-15 90,11 8-90,-6-12 45,6-2 0,0-1-46,-1-1-1728,5-7 1,1-2 1024,-6 5 704,2-12 1,-1-2-1,-4 6-129,0-7 0,0-1 309,-4 5-67,7-12-203,-12 17 2990,1-1-2810,-5 16-90,0 1 0,-8 10-45,2 1 0,-1 3-15,-1 1 0,-2 1 0,2 0 183,-2 6 1,2 0-214,1-5 0,0 1 0,0 1 0,2-6 0,1-2 0,0-1 0,-1 7 0,0 3 0,1-3 0,1-9 0,0 0 0,0 5 0,-1 2 0,1-3 0,-1 4 45,0-1 0,0-2-45,0-7 90,-5 11-90,3-20 1067,-9 3-1067,6-13 0,-12-2 90,10-8-90,-11-8 0,13 6 0,2 0 0,1 0 0,2 1-90,3-5 0,3-2-360,4 7 0,2 0-997,-1-3 0,2 1 1132,2 3 0,2 0-1324,8-1 1,0 1 636,-7 5 0,1-1-91,7-4 1,5-1 0,-4 1 678,-7 5 1,-1 0 0,10-5 0,-1 1 0,0-2 0</inkml:trace>
  <inkml:trace contextRef="#ctx0" brushRef="#br0" timeOffset="65201">13593 4996 13379,'19'7'990,"-5"-1"-810,0 10 0,-2 3-90,1 5-1183,-3-2 1,1 6 0,-3-3-10,-2-4 0,-1 1 1102,-1 4 0,1 5 0,-2 0 0,-1-3-539,-2 0 1,-3-1 508,2 2 0,0 2 0,-2-2-48,-3-7 1,-3-1 0,1-1-148,-1 3 0,-2 0 15,2-4 0,0 0 0,-3-1-750,-6 2 1,-2-1 0,1-2 149,0 0 1,-2-1 809,2-3 0,-3 1 0,-1-1 0,2-2 0,-2-1 0,-1-3 0,3-1 0,0 1 0,-1-1 0</inkml:trace>
  <inkml:trace contextRef="#ctx0" brushRef="#br0" timeOffset="65517">11738 4675 15268,'-17'0'540,"-11"5"-180,7 6-1453,5 1 1,-2 2 0,1-1 898,3 2 1,1 1 215,-1 1 1,-1 4 0,0 0-1,2-2-22,2 0 0,0 2 0,2 1 0,-2 5 0,0 0 0,3-4 45,2 1 0,1 0-45,-1 0 0,1 2 0,2 1 0,5 1 0,3 1 0,1-3-90,-1 1 0,4 1-90,0-6 0,4 4 0,1 0 1,1-1-1,-2-4-30,1-2 0,-1-4 0,4 1-285,1 0 0,4 2 1,2 0-1,1 0 1,-1-2-1,-3-2-75,4 0 0,-3-3 1,5 0 569,-3-2 0,4 1 0,3 0 0,0 0 0,1 0 0,-2-2 0,-4-1 0,1-1 0,-2-1 0,-1-1 0,3 1 0,1-1 0,-1 0 0,1 1 0,0-1 0,-1 1 0,1-1 0</inkml:trace>
  <inkml:trace contextRef="#ctx0" brushRef="#br0" timeOffset="65902">14569 5370 15088,'3'-9'900,"-1"1"-91,-2 3 271,0 3-1080,-11 14 0,3-3 45,-7 9 0,-1 1-45,-1 0-1093,3-5 1,-2 3 0,1-2 623,-6 6 334,4-5 0,0 1-495,2-2 1,2 0 933,-4 4-1789,0 1 1,1-1 45,5-4 1439,1-1 0,0-1 0,4-5 0,-2 4 0</inkml:trace>
  <inkml:trace contextRef="#ctx0" brushRef="#br0" timeOffset="66132">14450 5265 14729,'-10'-14'1889,"7"5"-270,-16 9-1350,17 7 181,-7 10 0,-1 2-180,6 6-382,-1-5 0,0 3 202,2 5 0,2 0-368,0-10 0,2 1 278,1 8 0,2 5 0,0-5-135,-1-8 0,1 0-735,5 9 1,1 2 0,-1-3-76,-2-10 1,-1 1-149,5 6 1,1 3 0,-2-4 545,-2-9 1,-1 0 0,5 7 0,0-1 0,0-2 0</inkml:trace>
  <inkml:trace contextRef="#ctx0" brushRef="#br0" timeOffset="67300">11999 6181 13289,'-7'-11'2159,"1"-3"-720,-6 6-1349,4 0 2249,3 5-1979,18 16 134,2-3 1,2 0-360,0 2 0,1 1-1228,7 0 1,4 1 0,-3-1 1144,-5-3 1,2-1-23,-2-1 0,4 1 0,2 0 0,1 0 0,-1-1 0,-4-1-261,2 1 0,-3-2 1,5 0 217,-2 0 0,4 0 0,3 1 0,1 0 0,-1 0 1,-2-1-1,-4-1-370,-1-1 0,-3 0 0,-1-1 1,5 1 280,-1-1 1,3 1 0,3 0 0,1 0 0,1 0-1,-2-1 1,-2 1 0,-3-1-264,4 0 0,-4 0 1,0-1-1,5 1 265,-6-2 0,4 1 0,2 0 0,2 0 0,0 0 0,0 0 0,-2 0 1,-1-1-1,-4 0 46,2 1 0,-5-1 0,0-1 0,1 1 0,4-1-36,-2 0 0,2 0 0,2 0 0,3 0 0,-1 0 0,1 0 0,0-1 0,-3 0 0,-1 0 0,-3 0-36,4-1 0,-4 0 0,-1 0 0,1-1 0,4 0 54,-3 0 0,3 1 0,2-1 0,1-1 0,1 1 0,1 0 0,-2-1 0,-1 0 0,-2 1 0,-4-1-2,4-1 1,-3 0 0,-2 0-1,0 0 1,3 0 73,-1 0 0,2 1 0,2-1 0,-1 0 0,1-1 0,-2 1 0,-2 0-32,3-2 0,-2 0 0,-1 0 0,-1 0 0,-1 0 32,1 0 0,-2 0 0,-1 0 0,2-1 74,4-1 1,1-1 0,0 0 0,0-2-75,-6 0 0,1-2 0,0-1 0,-2 0 0,-1 2 0,2-2 0,-1 1 0,1-4 15,-3 2 0,3-4 0,1-2 0,0 1 0,-3 0 0,-2 3 15,-2-1 0,-3 2 0,2-2 15,-1 0 0,1-3 0,2-1 0,-1 0 0,-1 1 0,-3 3-15,1 0 0,-4 2 0,2-3-12,1-3 0,2-4 0,1-1 0,-2 1 0,-3 4-18,2-5 0,-2-2 18,-4 6 0,0-5 0,1-2 0,-2 1 0,-2 5 12,0 2 0,-2 3 0,-2-3-16,-3 0 1,0-4 0,-2-1 0,-1-1 0,0 2 0,0 4-15,-2-3 0,0 4 0,-2-2 0,-2-3 0,-1-2 0,-2 0 0,-2 0 54,0 4 0,-3 0 0,0 0 0,-1 1 0,2 1 5,2 2 0,1 2 0,0 0 0,-4-2-40,3 3 1,-2-2 0,-2-1 0,-1-2 0,-1 1 0,1 0 0,0 0 0,1 3 0,3 1 20,-6-3 1,3 2 0,-1 1 0,-3-3-31,4 4 0,-2-1 0,-3-1 0,-1-2 0,0 1 0,0 0 0,1 1 0,1 1 0,3 3 12,-6-4 1,4 4-1,0-1 1,-5-1-13,6 4 0,-4-3 0,-1 0 0,-1 0 0,-1-1 0,0 0 0,1 2 0,2 0 0,3 3 12,-6-4 1,4 4-1,0-1 1,-5-1-3,6 3 0,-4-1 0,-1 0 0,-2-1 0,-1-1 0,1 2 0,1 0 0,2 1 0,2 1-20,1 0 0,2 2 0,2 1 0,-2 0 0,-5-1 15,5 2 0,-3 0 0,-2 0 0,-3-1 0,0 1 0,-2-1 0,1 1 0,0 0 0,0 0 0,3 1 0,1 0 0,3 1-100,-8-1 0,3 2 0,2-1 1,-1 2-1,-6-1 91,10 1 1,-4 0 0,-1 0 0,-2 0 0,-2 1 0,0-1 0,-1 1 0,1-1 0,0 1 0,2 0 0,1 0 0,2 1 0,4 0-7,-6 0 0,4 1 0,3 0 0,-1 0 0,-1 1 0,-4 1 6,5-1 1,-2 0 0,-2 1 0,-1 0 0,-2 0 0,0 1 0,0 0 0,0-1 0,0 1 0,2 0 0,1 0 0,2 0 0,2-1-28,-5 2 0,3-1 0,2 1 0,0 0 0,-2 1 0,-3 0 21,4 0 0,-2 1 0,-2 1 0,-1 0 0,-2 1 0,0-1 0,0 1 0,1 0 0,1 0 0,1 0 0,3-1 0,2-1-30,-8 4 1,5-2 0,1 0-1,-1 1 1,-3 3 37,7-4 0,-2 2 0,-3 0 0,0 2 1,-1 0-1,0 0 0,0 0 0,1 0 0,2-1 1,2 0-1,3-2-8,-5 3 0,4-1 0,1-1 0,0 1 0,-3 3 30,1-1 0,-2 3 0,-2 1 0,0 0 0,-1 2 0,1-1 0,1 0 0,3-2 0,2-1-8,-3 4 1,4-3-1,1 2 1,-3 2-3,6-3 0,-3 1 0,-1 3 0,0 1 0,0 0 0,0-1 0,1 0 0,2-1 0,3-2-20,-4 4 0,4-3 0,1 1 0,-2 1 15,1-1 0,-1 0 0,0 2 0,0 0 0,1 1 0,1-1 2,0 3 1,2 0 0,0 0 0,1 0 0,2-2 12,-3 3 0,2-2 0,1 4-15,2-3 0,0 5 0,1 1 0,0 0 0,2-2 0,1-5 15,2 1 0,2-4 0,3 3 24,3 3 0,2 4 0,2 0 0,0-1 0,1-5-24,-1-4 0,1-5 0,4 2 0,1 0 0,3 1 0,3 2 0,0-1 0,-1-1 0,-2-4 0,3 1 0,-1-3 0,4 1-56,-3-3 0,4 1 1,2 1-1,2-1 0,-1 0 1,-1-1-1,-4-2-64,1 0 0,-3-2 0,0-1 0,5 0-110,-4-2 0,2 1 0,4 0 0,1 0 0,0 0 1,0-1-1,-1 0 0,-2-1 0,-3 0-3,8 0 1,-3-2 0,-1 0 0,3 0 47,-6 0 1,1 1 0,1-1 0,1 0 0,0-1 0,1 0-1,-1-1-314,1 0 1,2-2 0,0-1 0,-1 0 0,0 0 0,-1 1 0,-2-1-188,2 1 1,-4 1-1,0-1 1,2 0 0,2-1 588,-4 0 0,3 0 0,1 0 0,2-1 0,0 0 0,-1 0 0,-1 0 0,-2 0 1,-3 1-1,8-2 0,-4 1 0,0 0 0,0 0 0,2-1 0,-1 0 0,1 1 1,-1-1-1,1 0 0</inkml:trace>
  <inkml:trace contextRef="#ctx0" brushRef="#br0" timeOffset="68283">11053 5071 11221,'0'-12'719,"0"-1"-359,0 0 180,0 0-1,0 0-89,5 0 0,-4 2 359,4-3 181,-3 1-810,-1 3 539,4 2-359,-3 12-180,5 14-180,-3-1 0,-1 6 0,1 0 0,-2 1-1004,0-4 0,0 3 1,-1-2 733,2 9-270,-2-7 0,1 3 1,0-3 134,-1-7 0,1 0-688,-1 9 1,1 2 0,-1-2 548,-1-7 0,1-1 0,0 8 0,-1-1 1,0-2-1</inkml:trace>
  <inkml:trace contextRef="#ctx0" brushRef="#br0" timeOffset="68550">10828 5435 14729,'-12'-5'1709,"4"2"-1529,13 0 89,23 2-179,1 1-745,-6 0 1,3 0-1,-2 0 700,-4 0 0,-1 0-45,1-1 0,2-1 0,0 1 0,1-1 0,1 1 0,-2-1 0,-1-1 0,2 1-45,1-1 0,4 0 0,1 0 0,-5 1-90,-1 1 0,1 0-248,-1-2 1,4 0 0,0-1 0,-4 1 22,-3 2 1,-2-1-601,4 0 1,2-1-1,-5 1-2317,-4 1 3099,-6 6 0,-18-4 0,-8 6 0</inkml:trace>
  <inkml:trace contextRef="#ctx0" brushRef="#br0" timeOffset="68866">11001 5811 15088,'4'-18'809,"1"0"1,2-11-720,-7 33 0,0 24-90,0-5-1093,-2-4 1,0 5 0,0-3 988,1 10-166,-3-7 0,-2 4 1,2-3 44,2-7 0,1 0-435,-3 7 1,-1 2-1,1-3 339,3 5-1318,-1-1 1,0-2-932,2-7 2497,6 5 0,-5-15 1,5-3-1</inkml:trace>
  <inkml:trace contextRef="#ctx0" brushRef="#br0" timeOffset="69315">11069 5839 14908,'-6'-24'1530,"4"7"-361,-10-9-899,11 15-180,-9-3 0,9 6-90,-2 4 90,8-1 0,9 16-90,-2-8 45,0 10 0,-2 2-45,-2-6 0,-1 10 0,-2 0 0,-2-3 0,-4 2 0,-3 0 0,-5-4 0,0-1 0,-1-1 0,0-3 0,-7 4 0,22-15 0,-3-1 0,13-3 0,5 0 0,1 0 0,4 2 0,0 1 0,-4 3 0,2 3 0,0 1 0,-3 4 44,0 1 1,-1 2-45,-5 2 0,-4 0 0,-1 1 0,-6-2 0,-11 5 0,-3 0 0,-4-2-330,-1-2 0,-2-1 285,1-2 0,-1-1 0,5-2 0,-2 1-795,-10 2 1,-4 1-1,3-1 210,6-3 1,1 0-191,-3-1 1,-2 2 0,-1-1 0,4-2 272,5-2 1,1-1 0,-8 2 0,1-1 0,2-3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7:09:14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 2947 16348,'14'-10'719,"-1"4"-449,10-13-180,-7 10-1183,0-3 1,4-4 0,-3 2 258,-2 3 1,0 0 833,3-3 0,3-3 0,0 0 0,-2 3 0,0-2 0,0 1 0,1-1 0,4-3 0,-1 0 0,-3 3 0,-1 1 0,-1 0-60,6-3 0,3-3 0,-3 4-75,-10 6 0,-1 1-675,12-8 1,-2 1 1211,-8 4-3679,4-7 0,-15 15 3061,-10-2 0,-2 6 0,-8 1 0</inkml:trace>
  <inkml:trace contextRef="#ctx0" brushRef="#br0" timeOffset="301">329 3065 15268,'-13'9'360,"0"-3"450,9-5-451,4-6-1452,14-4 1,8-3 0,0 1 785,-4 1 0,1-2 325,2 1 0,5-2 0,2-2 0,-1 1 0,-4 3 0,-3 1 0,-3 1 0,3-1-18,1-1 0,4-1 0,1-2 0,1 0 0,0-1 0,-3 2-18,-1 0 0,-2-1 0,0 1 0,0 0 0,2-1-466,-1 1 1,1-1-1,0 0 1,0-1-1,-1 2 1,-1-1 348,2-1 0,-1 0 0,-1 0 0,-2 1-270,7-4 1,-5 0-1170,-10 3 0,-2 0 224,1-5-289,-9-1 1,-4 0 1502,-8 3 0,0 4 0,-1 1 0,-6 0 0</inkml:trace>
  <inkml:trace contextRef="#ctx0" brushRef="#br0" timeOffset="601">627 2402 13559,'-10'-6'1619,"2"5"-1259,5-10-90,6 8 270,21-7-270,-4 4-663,3 2 0,2 0 483,4 0-45,-9 2 0,1 1-15,0 0 0,2 0 0,-2 1-30,-1-1 0,2 1 22,1 1 1,4 0-1,-1 2 1,-3 0-23,-1 1 0,0 3 22,-1-1 1,4 1-1,-1 1 1,-4 0-23,-2 2 0,-2 2 0,3 3 0,2 3 0,-6-2-90,-2 10-90,-4-6 0,-4 2-570,-11-2 1,-6 1-1,1-1-316,1 0 0,-1 2 410,-3-3 1,-3 5-1,-2 0 1,0 0 0,3-4-438,0-1 1,2-3 0,-2 2 824,-2 2 1,-2 3-1,0-2 1,2-1 0,-5 2-1,2-3 1,-2 1 0,0 0-1</inkml:trace>
  <inkml:trace contextRef="#ctx0" brushRef="#br0" timeOffset="918">314 2611 15178,'3'-9'180,"-6"17"0,-4 3 135,-2 16 0,-1 3-1340,4-12 1,0 2 1069,0 5 0,-1 4 0,-1 1 0,2-4 0,-1 2 0,1 1 30,1-7 0,-2 3 0,1 3 0,-1 0 0,1 0 0,1-2-8,1 5 0,0-1 1,1-1-1,-1 1-45,-1 0 1,-2 1 0,1-1-1,4 1 0,4 0 1,4 1 0,2-3-1,0-5-22,1-6 0,4-4-293,7 0 1,8-1 0,1-3 0,-2-3-801,-5-6 1,-2-3 0,5-2 682,-3 0 0,3-1 1,4-1-1,1-1 1,0 0-1,0-1 0,-2 0 1,-3 0 236,2-1 1,-3-1-1,-1 0 1,1-1-1,3 0 1,-4 1-1,3 0 1,1-1-1,1 0 1,0 0-1,-1 0 1,-1 0 0,-2 1-1,1-2 1,1 1-1,-1 0 1,1-1-1,-1 1 1</inkml:trace>
  <inkml:trace contextRef="#ctx0" brushRef="#br0" timeOffset="8167">8675 5917 11940,'0'-16'270,"0"1"-90,-7 0-555,6 0 825,-12 2-90,8 3 90,-7 1-81,3 3-100,-1 2 66,0 2 115,-13 1-270,9 1 45,-3 10 0,0 3-135,1 2-60,4 6 0,-2 7 0,3 0-1078,4-5 0,1 0 1,0 1 1077,-2 0 0,0 0 0,2 0-30,4 3 0,3 0 0,0-4 232,1 0-187,13 1 0,2-3-45,-3-4 45,12-3 0,2-1-239,-1-6 194,-5-5 0,4-1 0,-3-1 0,-5 1 0,0-3 0,4-4 0,4-4 0,1-2 0,-4-1-30,-2-3 0,-3-3 0,-2-2-514,-2-2 0,-2-4 1,-2 0-1,-1 2 514,-1 0 0,-3 1 0,-5 0 30,-10 2 0,-6 0 0,-3 1 0,3 5 0,-1 4 0,-2 4-90,-9 0 0,-5 3 0,3 3-45,9 5 1,0 3-339,-1 4 1,-3 4 0,0 0 0,4 0 22,1 3 0,1 2-206,3 1 1,-2 4-1,0 2 1,2-1 0,3-3 290,-1 5 1,3-1 0,1-3 0,0 3 0,1-1 0,2-3 0,5-2 0,0 1 0</inkml:trace>
  <inkml:trace contextRef="#ctx0" brushRef="#br0" timeOffset="8700">8516 6986 13919,'0'-19'270,"0"1"0,-7-5 269,0 2-449,-5 17 0,-4 16-90,9-3 45,-1 10 0,1 3-45,4-1 0,0 9 0,0 0-519,1-1 549,5-7 0,2 4 0,0-4-30,-1-6 0,1 0 0,5 5 0,2 3 0,1-4 0,-4-7 0,1-2-30,6 4 0,3 1 0,-2-4 30,10-1 0,-7-8 0,3 0 0,-3-3-90,10-7 90,-7 1 0,0-4 45,0-11 0,-4-2-359,-6 8 0,-1-2 314,-1-1 0,1-5 0,-1-1 0,-3 4 0,-1 0 0,-4-1 150,-1-8 0,-2-5 0,-3 6-106,0 9 1,-4 1 15,-6-5 0,-3-2 0,1 5-60,3 9 0,-2 2 0,-6-2 0,-4 1 0,3 5-90,-8 12-45,6-4 1,1 3-406,6 10 0,2 4 45,4-8 1,-1 3-326,3 6 1,0 5 0,1 1 0,2-3 454,-1 2 1,2 0 0,2-3 0,1 4 0,0-1 0,2-4 0,4 2 0,0-1 0</inkml:trace>
  <inkml:trace contextRef="#ctx0" brushRef="#br0" timeOffset="9186">8636 8035 14998,'0'-16'720,"-7"3"-270,-14 26-360,5-4-90,1 16 0,2 4-564,3-4 564,7-5 0,0 4 0,1-4 0,-2 9-90,6-9 0,4 3 1,0-3-181,3 5-45,9-1 0,3-1 135,1-8 60,0-7 0,5 0 0,-3-4-150,-7-5 1,0-2 239,10-4 0,4-2 0,-5-2-267,-9-1 1,-2-4 296,1-1 0,1-5 0,0-1 0,-4 3-439,0-3 0,-3 0 551,-1-4 1,-1-4-1,0-1 1,-2 4-68,-1 1 0,-4 0 22,-4 1 0,-4-4 1,-1 0-1,1 6-67,-2 3 0,-2 2 0,-5 4 0,-4-1 0,-2 2 0,3 3 0,0 3 0,-1 4-540,-2 6 1,-5 4-1,0 1 1,5 0-226,4 0 1,1 2 764,-4 7 0,-1 3 0,8-2 0,13 0 0,6 6 0</inkml:trace>
  <inkml:trace contextRef="#ctx0" brushRef="#br0" timeOffset="10283">10546 5930 11131,'-6'-13'180,"4"1"-1,-9 1 1,10 2 90,-12 2 0,8 3 0,-8 1-90,3 2-90,-1 1-90,0 7 90,1-5-45,0 12 0,0 2 45,-2-3-90,-1 12 0,2 1 90,3-2-90,1 4 0,2-1 0,2-4 44,5 2 1,2-1-45,7-5 0,3 1 0,2-2 90,6-4-90,3-3 0,0-1-244,1-5 244,5-5 0,1-3 0,-3-4 0,-7-3 0,3-4 0,-4 0 0,2-7 0,-10 2 0,1-4 0,-6 3 0,-9-8-30,-3 7 0,-2-3 0,-2 4 30,0 6 0,-3 1 0,-3-2 0,-3-1 0,1 3 0,-8 2-135,-4 12 0,0 7-314,3 8-644,8 4 1,-1 5 0,2-1-547,6-4 1,1 0 1529,-1 8 1,0 3 0,2-3 0,4-5 0,1 0-1,0 7 1,0 0 0</inkml:trace>
  <inkml:trace contextRef="#ctx0" brushRef="#br0" timeOffset="10701">10650 6830 13559,'-18'-3'90,"0"1"180,-12 11-90,10-2-90,-1 6 0,2 2-90,3 0 45,2 5 0,3 0-45,5-1 0,5 3 0,2 0 0,1-2 0,4-5 0,3-1 45,2-1 0,2-3-45,10 3 0,4-2 0,2-3-429,0-3 429,-7-5 0,4-1 0,-4 0 0,-6 1 0,0-1 30,5-8 0,2-4 0,-3 2-30,3-5 30,-9-3 0,-1-4 0,-3 1 60,-2-8 119,-9 5 1,-3-4 0,-5 5-210,-7 5 0,-3 3-302,0-9 1,-3 5 271,-2 19 0,-2 6 0,3 3-1609,4 0 1,2 3 1414,-1 1 0,-2 2 0,2 2-869,1 7 1,1 3 0,3-1-547,-1-1 1,2 3 1581,3-3 0,-1 4 0,1 1 0,2-4 0,3 3 0,2-1 1,1-3-1,-1 0 0,1 0 0</inkml:trace>
  <inkml:trace contextRef="#ctx0" brushRef="#br0" timeOffset="11235">10830 7714 13379,'-5'-12'90,"-2"4"450,-20 6-360,9 11-45,-6 2 0,1 2-548,12-2 0,1 1 413,-4 5 0,-2 3 0,3-2-1639,5-4 1,1 0 1511,-5 8 0,3 2 127,5 0 0,4-2 0,4 7 0,1-10 0,3 3 0,0-3 682,13 3-712,-5-8 0,4 1 0,0-3-15,0-5 0,2-1-544,-1 0 1,1-1-1,-1-2 589,1-3 0,-1-4-30,0-4 0,1-2 0,-3-1 30,-3-1 0,-2-4 0,1-3 0,1-5 0,0-1 0,-6-1-73,-5-4 1,-5-1 0,-3-1 72,-1 4 0,-3-1 0,0 0 0,-2 2 0,-1-1 0,-2 3 0,-5 4-23,-4 10 1,-6 3 0,1 3-1,3 3-157,1 3 1,1 4-914,-8 2 1,-4 3 0,5 0 32,10-3 0,3 2 1060,-9 6 0,4 1 0,12-3 0,4 4 0</inkml:trace>
  <inkml:trace contextRef="#ctx0" brushRef="#br0" timeOffset="11801">12833 6656 13289,'-12'-28'2339,"-10"17"-2249,0 0-90,5 23 0,1 5 0,3-3 45,0 11 0,2 3-45,3-4-30,4-3 0,0 2 0,1-2 30,1 5-1639,8 3 1,3 0 304,0-10 1289,8-1 0,2-2 45,-3-5-705,6-2 1,1-4 704,0-8-499,4-4 0,1-4 499,-3-8 0,-8 3 0,1-3 0,-2 1 0,-7 4 0,-1-1 0,1-9 0,-1-5 0,-3 4 0,-7 7 0,-4 0 0,-2-8 0,-2-2 0,-2 4 0,-1 9 0,-4 2-293,-3 3 1,-5 1 0,-1 1-1,4 3-202,0 3 1,0 4-326,-4 3 1,-5 2 0,0 2 0,6 0-768,3 1 0,3 2 1587,-2 0 0,-1 2 0,3-2 0,6-1 0,1-1 0,-11 10 0</inkml:trace>
  <inkml:trace contextRef="#ctx0" brushRef="#br0" timeOffset="12450">8569 6012 9422,'13'6'2338,"-6"-3"-719,7-1-1259,-8-1 809,12-8-809,-7 5-45,6-7 0,1-1-135,5 3-1273,-1-1 1,6-1 0,-3 0 874,-3 3 1,0 0 235,2 0 0,5 0 0,2-1 0,2 0 0,-2 1-238,-4 2 0,1 0 0,0 1 1,0 0-1,-1 0 0,1-1 220,-2 1 0,0-1 0,-1 0 0,1 0 0,1 0 0,1 1-190,0 0 0,2 1 1,2-1-1,0 1 1,-1 0-1,-1 1 1,-2-1-1,-3 1 190,1 0 0,-4 0 0,0 0 0,3 0-132,2 1 0,4-1 0,2 0 0,0 0 0,0 1 0,-2-1 0,-5 0 132,6 1 0,-5 0 0,4-1-90,-3 1 0,3 0 0,2 0 0,0-1 0,-3 1 0,-4 0-30,-3 0 0,-3 0 0,2 0-218,4 0 0,3 0 1,-1 0-1,-6 0-202,5 0-696,3 0 337,-36 0-2378,-16-4 2784,-2 3 569,7-1 1,-1 0 0,-7 2-1,-2 0 1</inkml:trace>
  <inkml:trace contextRef="#ctx0" brushRef="#br0" timeOffset="12854">8970 6076 11670,'-22'-8'689,"0"0"1,-2 0 0,0-1-465,1-2 0,-1 0-816,-3 1 1,3 1 590,8 2 835,-5 2-655,26 2 296,3 11-206,15 1 0,3 1-225,-9 0 0,2 0-770,5 1 1,5 2-1,2-1 1,-4-1 724,-6-2 0,-2-1 0,3 1 15,2 0 0,4 1 0,2 2 0,1-1 0,-2 0 0,-4-2-245,3 1 0,-3-1 0,5 1 241,-6-2 0,3 2 0,2 0 1,2 0-1,0 1 0,1 0 0,-1-1 1,-2 0 0,-1 0 1,-1 0 0,-1-1 0,1 0 0,0 1 0,0 0 0,2 0-196,-3-1 0,1 1 0,1 0 0,1 1 0,0-1 0,0 1 0,-1-1 0,0 0 0,-2 0 0,0-1 183,5 3 0,-1-1 0,-1 0 0,0 0 0,-1 0 0,1 0 0,1 2 0,2-1 0,0 1 0,-2 0 0,-3-1 0,-3-2-147,3 2 0,-1 0 34,-4-2 1,4 2 0,-1-1-1,-5-2-67,-5-2 0,0 0 212,10 5 1,-2-4-3310,-10-12 3140,-3-19 1,-19-1 0,1 5 0,-1 0 0</inkml:trace>
  <inkml:trace contextRef="#ctx0" brushRef="#br0" timeOffset="13267">9119 5899 12210,'-11'-9'-90,"-4"-3"810,6 14-361,0-1 46,13 15 0,6 4-225,2 5-399,0-4 1,2 3 457,-1-4 1,2 2 0,-1-1-694,0 0 0,1 1 580,-1-3 0,3 4 0,1 1 0,-1-1 0,-1-3-592,-2-2 0,-1-3 1,2 4 525,0 0 0,3 3 0,1 2 0,0 1 0,-1-2 0,-2-3-569,1 2 1,-2-3 0,2 4 533,-3-3 1,3 3 0,0 1 0,2 2-1,-2-2 1,0-1 0,-3-2-26,5 5 0,-3-4 0,2 4 25,-3-4 1,3 2 0,1 2 0,0 1-1,0-1 1,-1-2 0,-2-3-417,4 5 1,-2-3 0,3 3 402,-4-5 1,3 3 0,1 1 0,2 1 0,-1 0 0,-2-2 0,-2-4-13,-1 0 0,-2-3 0,1 0 0,2 2 10,-2-2 0,3 3 0,1 1 0,2 1 0,0 1 0,-1-1 0,0-1 0,-2-2 0,-2-2-10,2 2 0,-2-3 0,0 0 0,2 2 11,-1-1 0,3 2 0,1 2 1,1 0-1,0-1 0,-1 0 1,-2-2-1,-3-3-11,3 2 0,-3-2 0,2 0 0,2 3 0,2 1 0,1 2 0,-1-2 0,-4-3 0,2 2 0,-2-1-120,3 4 0,3 2 0,-5-3 524,-1 1-2043,-4-2 1,-6-7-1639,-20-31 2900,-4-7 0,1 4 0,0-2 1,1 2-1,0 0 0</inkml:trace>
  <inkml:trace contextRef="#ctx0" brushRef="#br0" timeOffset="13654">8885 7038 11400,'-19'3'450,"7"0"630,-1-3-721,18-5-269,-1-3 135,13-5 0,3 0-135,-7 3 0,0 0-835,5-3 1,5-1 0,0-1 0,-3 2 789,4-2 0,1-1-45,-5 3 0,3-1 0,2-2 0,1 1 0,-2 0 0,-2 1-763,3-1 1,-2 1 0,2-1 780,-3 2 0,2-2 0,1 0 0,0 0 0,1 0-18,-3 1 0,2 0 0,0 0 0,-1 0 0,0 0 0,-2 1-311,2 0 0,-2 0 0,0 0 0,4-1 311,-3 2 0,1-2 0,3 0 0,1-1 0,1 0 0,-1 1 0,-1 0 0,-1 1-217,1 0 1,0 1 0,0 1 0,-2 0 0,1 0 0,0 0 180,2-2 0,0 0 0,0 1 0,-1-1 0,1 2-288,0-1 0,1 1 1,-1 0-1,-3 1 0,-8 2-565,-1 0-100,2-4-365,-30 18 1,-8 4 1353,-3 1 0,3 1 0,0 2 0,6-6 0,0 1 0</inkml:trace>
  <inkml:trace contextRef="#ctx0" brushRef="#br0" timeOffset="14034">8847 7287 12030,'-22'-15'503,"0"0"1,0 0 0,-1-2 0,0 0 0,13 2 305,25-6-4086,-4-2 2914,6 13 1,4 1 541,2 2 1,2 0 0,-1 0-135,0 1 0,3-1-9,-2 1 0,4 0 0,2-1 0,-1 1 0,-3 1-36,-3 0 0,-2 1 0,4-1 0,1 0 0,4 0 0,2 0 0,1-1 0,-3 1 0,-3 0 0,2 0 0,-3 0 0,4 0 0,-7 1 0,4 0 0,3-1 0,0 0 0,2 0 0,-1-1 0,-2 1 0,-2 1-291,1-2 1,-3 2 0,0-1 0,-1 0 0,1 0 0,1 0 275,3 0 0,0 0 0,1-1 0,0 1 0,0-1 0,0 0-101,-3 0 0,2-1 1,0 0-1,0 0 0,-2 0 1,-2 1-1,-4 0 135,4 0 0,-5 0 0,3 0-235,2-2 0,3 0 0,2-1 0,-3 0 1,-7 2 35,-3 1 0,-3 0-855,8-5 1,-3 1 135,-13 4-2378,-25-1 3158,1 6 1,-2 1 0,-1 0 0,-9 0 0</inkml:trace>
  <inkml:trace contextRef="#ctx0" brushRef="#br0" timeOffset="14400">9124 7044 12300,'0'8'1619,"-4"-1"-1214,17 8 0,7 4-136,-5-4 1,0 0 0,1 1-1160,0-1 0,2 0 0,1 1 1033,0-1 1,3 2 0,1 0 0,-1-2 0,-2-1-114,-1-1 0,-1-1 0,3 0 8,0 0 1,4 1-1,3 1 1,1 1 0,-1-1-1,-1-1 1,-4-2-604,5 2 1,-3-2 0,5 2 575,-8-4 0,4 1 0,3 1 1,0 1-1,1-1 0,-2 0 1,-1-1-1,-5-2-11,8 2 0,-4-1 0,4 0 12,-5-1 1,2 0 0,3 1 0,1 1 0,-1-1 0,-2-1 0,-4-1-13,5 2 0,-4-2 0,3 1 0,-2 0 0,3 0 0,2 1 0,0-1 0,-3 0 0,-4-1 0,-1 0 0,-4-2 0,2 1 0,7 2 0,3 1 0,-1-1 0,-6-1-45,-5-1 0,-2-2 45,7 3 0,-3-1 371,-9 0-1630,-7-4-1349,-24 1 1528,5-8-559,-14 2 1,-2 0-1,14-4 1,1 1 1507,-12 2 1,0 1 0,10-4 0,0 0 0,-1 3 0,0 0-1</inkml:trace>
  <inkml:trace contextRef="#ctx0" brushRef="#br0" timeOffset="14835">8673 8289 11670,'-12'14'990,"-3"2"269,8-10-719,4-14-450,11-2 89,6-14 1,2-2-975,-5 11 0,2-1 840,3-5 0,1-5 0,1-1 0,-2 3-873,-3 5 0,-1 1 1,0-2 827,3-1 0,0-3 0,2 0 0,-1-2-18,0 2 0,0-2 0,0-1 0,-1 1 0,0 2-478,-1 2 0,-2 2 1,1-1-1,2-2 496,-1 0 0,1-2 0,2-2 0,0-1 0,0 1 0,-2 1 0,0 3-332,0-2 1,-1 2-1,0 1 1,1-1 331,0-1 0,0 0 0,1-1 0,0-1 0,2 0-103,-3 2 0,2 0 0,0-2 1,1 1-1,-1 0 0,0 1 1,-2 2 102,1-1 0,-1 2 0,-1 0 0,1 0 0,2-3 9,-2 3 0,2-3 0,1-1 0,1-1 0,0-1 0,0 1 0,0 0 0,-1 1 0,-1 2 0,-2 3-9,2-3 0,-3 4 0,0 1 0,0-2 0,3-1 0,-1 1 0,1-3 0,2-1 0,0-1 0,1 0 0,-1 1 0,-1 0 0,-1 3 0,-2 2 0,3-2 0,-4 3 0,1 0 0,2-1 0,1-3 0,3-2 0,2-2 0,-2 1 0,0 2 0,-4 4 0,4-5 0,0 2-23,-2 1 1,2-2-1,-1 1 1,-4 4-23,-5 5 0,-1 1-887,10-13 0,-8 9 212,-15 19 1338,0-1-2238,-12 16 1,-4 7 1214,7-10 1,0 0 450,-2 2 1,-1 2 0,1-1-1,-2 2 1,1 0 0,-2 1-1,0 0 1</inkml:trace>
  <inkml:trace contextRef="#ctx0" brushRef="#br0" timeOffset="15234">8958 8321 12660,'-7'-17'1619,"10"5"-3258,8-5 1,3 0 896,-2 8 0,2-1 809,3-4 1,3-3-1,1 0 1,-2 1-51,3-2 1,1-1-18,-4 5 0,3-4 0,2-1 0,1 0 0,-2 0 0,-3 3-89,4-3 1,-3 3 0,4-4 68,-6 4 0,2-1 0,3-2 0,1-1 0,0-1 0,1-1 0,0 1 0,-2 1 0,-1 0-212,2-1 1,-1 1-1,-1 0 1,0 0-1,0-1 1,1 1-1,0-1 232,-1 1 0,0 1 0,1-2 0,-1 1 0,1 0 0,0-1 0,1 0 0,-1 1 0,-1-1 0,2 0 0,0-1 0,1 1 0,-1-1 0,-1 1 0,-1 1 0,-1 2 0,-2 1-23,4-4 1,-3 3 0,0 1-1,1-1 28,-1 1 0,1-1 0,1-1 0,0 0 0,-1 2 1,-1 1-51,2 0 0,-1 0 0,-2 3 0,-1 0 0,5-3 0,-2 1-165,0 0 0,0-1 0,-5 4 807,-7 4-1856,-19-2 2514,-4 14-2604,-12 4 0,-2 3 809,13-3 0,0 2 540,-3 1 0,-4 4 0,0 0 0,2-2 0,-1 3 0,1 0 0,-3 3 0,1-1 0,-1 0 0</inkml:trace>
  <inkml:trace contextRef="#ctx0" brushRef="#br0" timeOffset="15583">9096 8485 11670,'-9'20'1260,"3"-6"-271,0 1-359,15-15-450,1-1 89,13-15 1,3-5-916,-10 12 0,2-1 721,1-2 0,3-3 0,3-3 0,1 1 0,-2 0 0,-2 3-687,1-1 1,-1 2 0,3-1 611,-4 2 0,3-1 0,2-2 0,2 0 0,-1-1 0,0 2 0,-2 1 0,-4 1 0,2 0 0,-3 2 0,-1 1 0,4-3 0,-1 2 0,3-2 0,2 0 0,1-1 0,0 0 0,0 1 0,-3 0 0,-3 2 0,3-1 0,-4 2 0,0 0 0,4-2 0,0 1 0,5-2 0,1-1 0,1 0 0,0 0 0,-3 1 0,-4 2 0,5-2 0,-4 2 0,3-2 0,-6 3 0,2-1 0,3-1 0,0 0 0,-1 0 0,-2 1 0,-4 1-30,4-1 0,-3 2 0,2-2-132,2-1 0,4-2 0,1 0 0,-1 1 0,-5 1-1301,3-1 0,-1 0 1253,-1 1 0,2-1 0,-2 0-870,-6 1 1,-1 0 0,-2 0 53,-1 1 1,0-1 1025,0-2 0,2-2 0,-4 1 0,1-8 0,-6 7 0,0 0 0</inkml:trace>
  <inkml:trace contextRef="#ctx0" brushRef="#br0" timeOffset="16100">10423 5961 11580,'13'-20'990,"-3"7"-91,14 6-629,-10 12 0,2 3-1909,11 0 1,1 1 944,-4 3 0,2 2 761,-3-2 1,4 1 0,1 0-1,-3-1-67,-5-1 0,-2-1 0,4 1 15,0 1 0,3 2 0,3 1 0,0 0 0,-2-1 0,-3-1-435,2 1 0,-2-1 0,2 1 420,-4-2 0,2 1 0,1 0 0,0 1 0,0-1 36,3 1 0,0 0 0,1 0 0,-2-1 0,-1 0-80,-3-2 0,-1 0 0,0-1 0,3 2 55,-2-1 0,3 1 0,2 1 1,2 1-1,-1-1 0,0 0 1,-3-1-1,-2-2-11,1 2 0,-2-2 0,-1-1 0,4 2 0,-3-1 0,3 0 0,3 2 0,0-1 0,1 1 0,-2-1 0,-1-1 0,-4-2 0,2 1 0,-3-1 0,-1-1 0,4 1 0,1 0 0,3 0 0,2 1 0,1-1 0,-2 0 0,-1 0 0,-4-2 0,5 0 0,-4-1 0,3 0-120,-2-1 0,4 1 0,2-1 0,-1 0 0,-1 0 0,-5-1-30,-1-1 0,-3-1 1,3 1-301,4-1 0,4 1 0,2-1 1,-3 0-1,-5-1 45,0 1 0,-2-1-688,7-1 1,2-1 0,-8 0 1079,-10 1 0,2-8 1,-16 3-1</inkml:trace>
  <inkml:trace contextRef="#ctx0" brushRef="#br0" timeOffset="16501">10512 7080 12300,'-14'2'90,"-5"0"90,9 0 1079,5-1-854,19 0 0,10-2-315,-9-2 0,2 0-910,7 0 1,5 0 0,2 0 0,-4-1 614,-7-1 0,-1 1 0,4-2 243,0 2 1,6-1-1,2 0 1,2-1-1,-1 1 1,-2 0 0,-4 0-314,0 1 0,-4 0 1,1 0-1,4-1 285,-3 1 0,3-1 0,3 0 0,1 0 0,1 0 0,-1-1 0,-1 1 0,-2 1 0,-3-1-10,4 0 0,-4 1 0,0 0 0,4-1 0,-4 0 0,3 1 0,1-1 0,3-1 0,0 1 0,-1-1 0,-1 1 0,-2 0 0,-3 1-370,6-2 0,-4 2 0,0-1 0,4-1 370,-6 2 0,3-1 0,2 0 0,2-1 0,0 0 0,-1 1 0,-1 0 0,-2 0 0,-4 1 0,6-1 0,-4 0 0,-1 1 0,4-1 0,-4 1 0,3 0 0,3-1 0,0 0 0,0 0 0,-2 1 0,-1 0 0,-4 0-60,8 0 0,-5 0 0,4 0-90,-4 0 0,3 1 0,2-1 0,-1 0 1,-2 0-1,-4 1 0,-2 1 0,-4 0 0,2 0-345,7-1 0,5-1 1,-2 1-1,-6 0 90,-8 2 1,-2-1-1235,14-1 1,-11 1 1359,-21 1 1,-2 0-1,-12 1 1</inkml:trace>
  <inkml:trace contextRef="#ctx0" brushRef="#br0" timeOffset="16967">11017 8094 12840,'-12'6'1619,"-2"-1"-1259,10-16-91,9 2 1,5-13-120,4 8 0,5-1 0,-1 1-1420,-1-2 0,1-1 1292,2 0 1,3-3-1,1-1 1,-2 3-733,-3 2 1,0 2-1,0-2 710,0 2 0,1-2 0,1 0 0,2-1 0,-2 1 0,2 0 0,1-1 0,0 0 0,-1 1 0,-1 0 0,1 0 0,-1 1 0,0-1 0,4-1 0,-4 2 0,2-2 0,3-1 0,1 0 0,1-2 0,-1 2 0,-1 0 0,-2 1 0,-2 2-346,1-1 1,-3 3 0,-2 0 0,3-1 0,2-1 345,-2 1 0,2-1 0,2-1 0,1 0 0,2-1 0,-1 0 0,-1 0 0,-1 1 0,-1 2 0,-3 1-173,2-1 0,-3 1 1,-1 2-1,1-1 1,4-2 172,-2 2 0,3-1 0,2-1 0,1-1 0,2 0 0,-1 0 0,-1 1 0,-1 1 0,-2 1 0,-4 1 0,6-2 0,-4 2 0,0 1 0,3-2 22,-3 3 1,2-2-1,3-1 1,1 0-1,-1 1 1,-1 0-1,-3 1 1,-4 2 7,2 0 0,-4 1 0,2 0 59,5-3 1,3 0 0,0 0 0,-5 2-45,-7 1 0,0 1-15,3-2 0,2-1 0,-4 2 669,1-1-699,-1 0 0,-2 1 0,-6 2-3277,4-3 0,-17 7 3681,-4-1 0,-7 2 0,-3 0 0</inkml:trace>
  <inkml:trace contextRef="#ctx0" brushRef="#br0" timeOffset="19951">13542 6814 11311,'1'-8'899,"-1"0"-719,1 5 0,-1 0-180,1 1 90,-1 0 0,0 1 0,0 0 3186,0-1-256,0 7-2480,-10 10-360,3 2 44,-6 2 1,-1 2-135,1 0-45,-2 5 0,-1 1-2860,2-4 2815,3-5 0,0 0 0,-4 8-2459,5-6 2549,-3 4-825,0 5 735,6-11-178,1 1 1,0-1 177,3-4 1313,-3 10-1313,6-16 2569,-2 1-2659,7-14-135,5-9 1,1-4 134,4-5-426,-3 3 1,2-4 0,-3 4 335,3-7 90,-3 7 0,1-4 0,-2 3 90,-4 7 0,1-1 0,2-5 0,1-4 0,-2 4 759,3-6-759,-1 1 0,-1 1 0,-3 9-90,2-9 270,-6 19 135,-1 5-45,-1 9-135,6 10 0,2 2-135,-1 2 30,2-5 0,2 3 0,-1-3-30,3 2 0,3 3 0,1-1 0,-2-4 0,1 2 0,-1-1-1293,-3-3 1383,5 6-90,-6-5 0,-5-8-360,6 10 90,-7-12 800,2 5-1160,-5-8-2062,0 3 1523,-2-5-2108,-6 4 617,-1-3 3093,-5 1 0,1-2 0,1 1 0</inkml:trace>
  <inkml:trace contextRef="#ctx0" brushRef="#br0" timeOffset="20287">13230 7345 13469,'-13'0'1350,"-4"0"-811,5 0 810,-4 0-989,19-5-270,-1-1 0,16-1 0,5 0 0,5-4-325,-4 4 0,4 1 325,-4 1 0,1-1 0,-1 1-408,0 1 0,1-1 318,1 0 0,5-1 0,0 1 0,-5 0 0,-2 1 0,1 0 22,2-1 1,5 0-1,0 0 1,-6 0-595,-3 2 0,-1-1 572,6-1 0,4 0 0,-6 1 0,4 0 0,-3-1 0,-1 1 0,-3 1-361,-3-1 0,-2 1 1,-8 1-2917,2-3 820,-11 4 2457,-16-1 0,5 1 0,-13 0 0</inkml:trace>
  <inkml:trace contextRef="#ctx0" brushRef="#br0" timeOffset="23202">13573 6817 18686,'0'-11'270,"0"2"-90,0 1-90,0 3 180,0-9-180,0 8 90,0-11-90,0 10 180,-4-10-181,-1 9 181,-3-14-180,0 12 180,-3-16-270,3 14 90,0-3 0,1 1 0,-1 0-90,-3-6 90,1 3-90,1 4 0,-2-5 90,-4-5 0,4 8-45,-1-2 0,-1 1 45,1 2-45,-5-4 0,-2 0 0,5 5 0,0 1-173,-2-2 1,-1 0 216,-4-3 1,2 2-2465,-1 2 2420,5 2 0,-1 1 0,-2-1 0,1 1-45,-5-3-1156,-3-3 1,-1 1 1245,4 1 0,-5-2 0,0-1-176,3 2 116,6 4 0,-3-2 0,3 2-30,-9-6 30,5 3 0,-5-3 0,0 1-30,3 2 0,-1 0 0,1 0-265,0 0 1,0 0 0,0 0 286,2 2 1,0 0-1,0 1 1,3 1-23,0 1 0,2 0 0,-5-2 0,-2-1 0,5 2 0,0 0 0,0 1 0,2 1 0,-1-1 0,-6-3 0,-4-1 0,3 1 0,8 5 0,1 0 0,-7-3 0,-4 0 0,4 1 0,6 3 0,0 0 0,-6-2 0,-4-1 0,4 2 0,6 1 0,1 2 0,-10-4 0,0 1-45,6 1 0,0 1 45,5 1 0,-1 1 0,-4-2 0,-1 0-45,-5-1 0,1 1 45,9 1 0,-1 1 0,-5-2 0,-3-1 0,3 2 0,-6-2 30,8 1 0,-3 0 0,3 1-30,-6-2 0,-2 0 0,1 1 0,4 0 0,-3 0 0,0 1 0,2 0 0,-2 1 0,-1 0 1241,3 1-1196,-5 0 0,-1 0-45,6 2 0,-3 0 0,0-1 2670,8 1-2670,-1 2 0,-1 1 0,3 1 0,2 0 90,-14 3-45,7 0 0,2 0-45,4-3 45,-4 2 0,1 2-45,1-3 45,-1 2 0,-1 1 45,3-2 0,-6 4 0,0-1 0,3-1-45,-3 2 0,1 0 337,5-2-337,-2 1 0,1 0 45,3 0-90,-2 0 0,0 1 0,4-2 0,1 1 0,-1-1 0,5-1 1886,-8 4-1886,12-6 0,-2 0 0,2 0 0,2-1 90,-3 4-90,4-5 0,-2 5 0,3-5 180,-1 0-270,5-11 90,1-6-90,0-4 90,1 1 0,1 0 0,-3-1 0,4-1 0,0 1 0,-2 3 0,4-10 90,-5 17-180,0-3-90,-3 8 180,-1 5 0,-4-1 90,-1 23-90,-6-12 45,3 9 0,1 2-45,-4-1 45,3 4 0,1 1-2642,2-4 2597,2-5 0,1 1 90,1 0 0,1-2-90,0 5-545,6 1 1,2 0 544,1-5 45,8 0 0,1-1-45,0-4 45,7-2 0,2-1-45,0-4-30,-6-3 0,3 0 0,-2-1-150,8-1-330,-9-2 0,3 0 1,-4-2-391,6-2-739,-3-1 1,-2-1-104,-8-4 483,3 4-2018,-12-5 2499,-18 10 1,4-5 0,-13 7 0</inkml:trace>
  <inkml:trace contextRef="#ctx0" brushRef="#br0" timeOffset="23784">10525 5880 11580,'0'-10'360,"-6"3"810,0 2-811,-8 3 631,-11 19-900,8-5 45,-1 11 0,1 2-503,4 0 398,5-6 0,-1 4 0,1-4-30,-1 10 30,5-9 0,0 3 0,0-4-30,2 8 45,4 0 0,2 0 45,-2-6-45,10 1 0,2-2-45,-3-5 0,8-1 0,3-3 90,-2-4-90,9-4 0,4-5 0,-14-7 0,-1-3 0,0 0-239,10 1 0,-1-2 239,-7-7 0,-2-5 0,-4 3 0,-7 7 0,-3-1 0,-2-6 0,-1-4 0,-2 3 0,-2 7 0,-2 1 0,-6-3 0,-2-2 0,-1 5 0,-9 0-180,3 11 0,-3 3 0,2 2-45,6 2 0,0 4-645,-8 7 1,-3 4 0,4-1-770,7-1 1,1 0 683,-1 0 1,0 2-1,2 1 955,1 6 0,2-1 0,3-5 0,0 1 0,-1 5 0,1 1 0</inkml:trace>
  <inkml:trace contextRef="#ctx0" brushRef="#br0" timeOffset="24303">10577 6917 12030,'7'-11'2699,"-14"25"-2609,-1-5-1,-1 10 1,0 1-90,-1-4 45,5 2 0,1 0-45,0-2 0,2 1 0,1 0 0,1-3 45,9 2 0,3-1-45,0-4 0,6-2 0,2-3-3277,-2-4 1646,9-8 1631,-12 1 0,0-2-1456,9-11 1456,-8 8 0,0-1 0,4-9 0,-1-1 380,-7 7 0,-1-1-230,4-7 0,0-5 0,-3 4-60,-5 6 0,-2 1 0,-1-6 0,-2-3 0,-1 4 0,-7-3-90,-7 6 0,-3 3 89,-3 8-179,-8 14 1,-1 6-91,14-5 0,1 1-90,-9 9 0,0 5-810,7-4 1,2 1 0,1 0-135,0-1 0,1 3 1214,2 1 0,-1 5 0,0 1 0,3-4 0,3 1 0,1-1 0,0 2 0,0 0 0,0 0 0</inkml:trace>
  <inkml:trace contextRef="#ctx0" brushRef="#br0" timeOffset="24871">10760 7749 14279,'-18'-6'1169,"2"7"-944,2 7 0,1 5-180,1 5 0,1 1-1684,-1-1 1,1-1 666,2 2 1,2 1 971,4-4 0,1-1-648,0 9 648,1-8 0,1 1-24,3 3 0,2-1-66,7 5-180,3 0 0,3-1 180,7-7-90,2-2 0,1-2 90,-1-7 30,-7-5 0,3-1 1,-3-2 59,9-6 30,-9-3 0,3-4 0,-4 1 14,-6 2 1,-1-1 0,7-9 0,0-2 135,-10 4 0,-2-2 0,-1 2-90,0 0 0,-1 0 150,1-6 0,-1-2 0,-3 3-851,-5 7 0,-2 1 745,1-5 1,-2 1 180,-14 2 0,-3 3 252,10 6 1,-2 2-538,-9-1 0,-5 1 0,4 4-30,5 6 0,0 2-120,-8 2 0,-5 1 0,6 2-60,8 1 1,2 3-914,-7 4 1,-1 5 0,9 0 954,14 8 1,5 0 0,-8 0-1,3-1 1,17-3 0,0 0-1</inkml:trace>
  <inkml:trace contextRef="#ctx0" brushRef="#br0" timeOffset="26884">13613 6062 10861,'3'-13'1079,"-1"1"-449,0 4-90,-1-1-91,0-1 1,-1 1-90,1 1 0,-1 0-1,0 1-89,0 0-90,0 2 0,0 0 90,0 1-90,-4 0 180,-2 3 359,-19 8-584,9 2 0,0 2-90,1-2 0,1 0 0,-2 10 0,3 0-45,7-3 45,2 2 0,2 1-45,1-2 0,9 1 0,2 0 0,1-2 0,9 1 0,3 0 0,-2-3 30,-3-4 0,3 2 0,0-1-30,0 2 0,0-1 0,1 0 0,1 1 0,-2 2 0,-4-1 0,-7-3 90,9 12-90,-15-13 0,2 11 90,-6-13 180,-11 9-181,8-11 136,-11 1 0,-3-2-45,-1-3-90,-9 2-90,8-4 180,-2-6-90,8-1-45,-1-3 0,0-1-45,4-2-45,1-2 0,1-1-135,4 2-495,1-5 1,2 0-46,9 1-674,0-3 0,2 0 314,9 3-559,4-1 1,0 1 982,-2 6 1,-2 1-1,-1 3 1,-2 3 0</inkml:trace>
  <inkml:trace contextRef="#ctx0" brushRef="#br0" timeOffset="28968">13458 6638 15538,'7'5'1169,"-1"-2"-1169,-5-7-269,0-6-181,-1-7 270,0 2-450,0-7 450,0 11 1,0-5-271,-5-5 270,0 8-1459,-2-2 1,-1 0 1073,-3 2-501,-2-3 1,0 2 1065,-2 0-411,-2-2 1,-1 0 410,1 2-45,-2-3 0,-1 1 135,3 2-90,-1-1 0,-1 1 0,3 1-205,-3-1 1,1 1 204,2 1 135,-4-3 0,0-1-45,3 4-90,-3-4 0,1 0 0,4 2 90,-5-3 0,-1 0 0,1 0-30,3 3 0,-3-1 0,3 2-15,3 2 0,1 1 75,-7-5 0,-3-3 0,2 2-75,6 5 0,0-1 44,-7-5 1,-4-4 0,3 4 0,7 4 0,-1 1 0,-1-2 0,-4-1 0,0 0 0,3 2-45,0 0 0,1 1-15,0 0 0,-3 0 0,1-1 60,0 1 0,1 0 0,0 1-45,1 1 0,-1-1-23,0 1 1,-4-2-1,1 0 1,2 2-23,2 1 0,-1 1 90,-7-3 0,-4-1 0,4 1-45,8 4 0,-1 1 44,-6-2 1,-4-2 0,4 3-45,7 1 0,2 1 0,-10-2 0,1 0-45,5 1 0,2 1 90,-10-2-30,6 2 0,-3 0 0,2 0-15,7 2 0,-1 0 15,-9-1 0,-4 0 0,4 1 594,10 1 1,1 1-625,-9 0 0,-4 0 0,4 1-30,7-1 0,0 2 60,-9 0 0,-5 1 0,4 0 281,9-2 1,-1 1-282,-9 3 0,-4 2 0,4-2-60,8-3 0,1 0 60,-9 4 0,-4 1 0,4 0-15,8-4 0,1 0-45,-7 3 0,-3 1 0,3 0 0,9-3 0,0 1 90,-9 2 0,-5 2 0,5 0-45,9-3 0,1 0-45,-10 4 0,-2 1 0,3-2 0,10-2 0,0 0 60,-6 2 0,-3 2 0,4-1-60,-8 4 30,8-4 0,-1 2 0,2-2-30,-6 4 45,-1 2 0,-1 1 45,5-2-45,-4 3 0,0 0-45,4-1 45,-1 3 0,0 2 45,5-3-45,5-3 0,0 0-1,2-3 1,1 0-1452,-6 6 1407,6-6 0,-1 0 701,0 1 1,1 0-612,-3 2-45,3 1 0,1 0-45,4-3 83,-3 14 7,5-17 300,0 10-300,3-13-90,-1 3 90,1-4 0,0-2-90,0 3 0,0-5 1013,0 2-4162,0 1-128,0 0 3056,0 2 0,4-3 0,0-2 0</inkml:trace>
  <inkml:trace contextRef="#ctx0" brushRef="#br0" timeOffset="30484">10529 6476 12120,'3'-7'1169,"-1"1"810,-1 2-1979,0 1 0,-1-1 0,0 2 0</inkml:trace>
  <inkml:trace contextRef="#ctx0" brushRef="#br0" timeOffset="32004">10592 6043 19046,'-6'-10'0,"2"3"90,4 1-90,0 3 90,0-6-90,0 4 90,4-8-90,-3 7 0,3-6 0,-2 7 90,0-5 0,1 6 180,-1-3-270,-2 6 0,0-3 0,0 3-2429,0-1-539,-4 6 2158,-1-4 1,-3 4-2250,-5-4 1620,5 0 270,-5 3 1169,2-3 0,2 3 0,-2-3 0</inkml:trace>
  <inkml:trace contextRef="#ctx0" brushRef="#br0" timeOffset="33286">10493 5893 12480,'8'-11'450,"-3"-5"-450,-2 1 0,-3 2 0,-12-8 0,4 12 0,-5-3 0,-2 0 90,2-1 89,-4-4 1,-1 0-90,1 0 45,-5-2 0,-2 1-973,0 2 928,2 6 0,-4-2 0,3 3-532,4 3 0,0 0 554,-3 1 1,-4-2-1,-1 1 1,5 0-1257,-2 1 0,2 1 1204,-1-1 0,-2 0 0,2 1 74,-3-2 1,2 1-1062,5 1 0,1 0 972,-4-1 0,-1 0-300,-3-2 1,0 1 254,11 2 0,-2 0-213,-5-1 1,-4 0 0,3 0 212,-8 1 45,8 1 0,-2 0 248,5 2 1,1 1-294,-13 0 90,10 1 0,-3 1 0,2 0-45,4 1 0,-1 0 15,-7 0 0,-5 1 0,4 0-15,9 1 0,0 1 15,-7-1 0,-3 1 0,3-1-15,10 1 0,0 0-45,-9 1 0,-1 0 135,3 1 0,1-1-45,-8 2-60,10-2 0,-4 1 0,4-1 60,-7 2-31,7-2 1,-2 2 0,3-1-60,-8 3 30,8-3 0,-3 3 0,3-2-30,-8 4 30,9-3 0,-4 2 0,4-2 60,-6 4-60,7-2 0,-2 2 0,3-2-30,-3 3 246,0 4 0,2 1-246,7-4 518,-1 3 0,1-1-518,3-2 298,-1 1 1,1 0-299,1-3 2055,-4 13-2055,7-16 1297,-4 12-1297,5-14 0,-1 4 1157,2-4-1157,0 0 0,0 7 0,0-6 1052,1 7-1052,0-11 266,0 7-266,0-8 90,0 3-90,0-5 180,0 0-180,3-2 0,-3-1 0,4 0 0</inkml:trace>
  <inkml:trace contextRef="#ctx0" brushRef="#br0" timeOffset="35435">8833 5925 11760,'4'-17'2339,"-1"3"-2159,-8 4 0,4 3 90,-3 1 89,4 0-179,-3 3 270,2-4-360,-4 4 180,3-2-270,-1 4 0,1-1 180,2 2 180,-2 0-271,1 0 721,-1 0-4087,1 5 78,1 1 50,0 4 3149,0-1 0,0-2 0,0-1 0</inkml:trace>
  <inkml:trace contextRef="#ctx0" brushRef="#br0" timeOffset="36516">9015 6023 11131,'0'-12'1529,"-6"-7"-1079,4 10-450,-8-3 899,9 9-539,-3 9 179,15 8 1,6 11-360,2-4 0,3-1 180,2-4-180,-7-5-45,4 0 0,0 0-46,0-1-1650,3 0 0,0 0 1561,-1-1 90,4 0 0,1-1-211,-2-1 151,-6-2 0,4-1 0,-3 0-30,10 1 30,-8-2 0,3-1 0,-3 1-931,-6-2 0,-1 0 901,8 1 0,2-1 0,-1-1 0,-1 0 0,7 0 0,-10-1 0,4 0 0,-4-1 0,8 1 30,-9-1 0,3-1 0,-3 0-30,8 0 0,-8 0 0,2-1 0,-2 0-141,8-2 141,-7 1 0,3 0 0,-3 1 0,9-3 30,-9 2 0,2-1 0,-2 1-30,6-2 45,1-2 0,-1 0-45,-6 1 1162,-7 2 1,1-1-1074,8-4-89,-9 3 0,0 1 0,0-1 0,-3 1 90,13-6-90,-13 8 0,9-6 0,-11 6 313,6-2-223,-11 5 2699,2-1-2789,-9 3 300,-5-1-300,-3 1 0,-2 0-90,-2-5 90,3 0 0,-6-1 0,-8-10 0,9 10 0,-2-6 0,0 0 0,2 3 0,0-2 0,1 1 0,2 3-90,-9-6 90,15 10 0,-3 0 90,8 15-90,6-4 0,-1 12 180,18 3-180,-11-9 89,9 2 1,3 0-90,-3-4 90,6 2 0,0-2-90,-2-2 45,2-1 0,-2 0-45,-3-3 45,-3-1 0,-1 1 45,-5-2 270,5 4-270,-12-3 90,-14 25-270,-1-11-1003,-6 2 1,-5 4 0,1-2-547,2-5 1,-4 2 1091,5-4 1,-4 3 0,-2 2 0,-1 0 0,2-1 0,2-3 327,2 0 1,1-2-1,1-1 1,-2 2-1,0 0 1,-2 2-1,0 0 1,-1 1-1,2-2 1,1-1 0,2 0-1,0 0 1,0-1-1,-1 1 1</inkml:trace>
  <inkml:trace contextRef="#ctx0" brushRef="#br0" timeOffset="50251">8942 6021 10321,'-6'-7'900,"2"0"-631,1 5 451,1-1-270,-1 0-270,1 0 539,1 0 2250,0 2-2520,13 4-449,-6-2 180,19 8-90,-14-8 45,4 4 0,2 2 45,9 0-180,-11-2 0,-1 1 90,13 0-90,-12-3 0,1-1 90,5 1-90,3 0 0,1-1 0,-3-1 45,3 0 0,0 0-45,-3-1 45,3 0 0,1 0-45,-3 0 0,3 0 0,0 0 0,-2 0 0,2 0 0,1 0 0,-4 0 45,7 0 0,0 0-45,-5 0 0,5 0 0,1 0 0,-9 0 0,5 1 0,-1-2 0,-3-4 45,4 5 0,-1-1-45,-3-7 0,1 6 0,0 1 0,-4-4 89,0 2 1,1-1-90,-4 2 0,10-5 90,2-1-90,-11 3 0,4-2 0,-1 0 0,-3 0 0,3-1 0,-1-1 0,-4 2 0,5-3 0,1 0 0,4-2 0,-10 4 0,0 1 45,1 0 0,-2 1-45,-3 2 0,14-5 90,-19 6-90,6-1 90,-10 2-90,1 0 0,-3 2-2698,1-1 1349,-6 1-540,-11-9 1169,1 7-360,-2-7 1,-1 1 360,2 5-46,-4-4 1,1-2 494,2 6 90,-8-5 1079,5 2-269,6 3 899,-12-7-1169,15 5 719,-12-9-719,12 8 540,-9-8-631,12 9 541,-7-6-630,11 7-90,-3-2 1439,5 5-1079,20 14-270,-9-6-46,10 5 1,1 1-45,-3-5-45,4 1 0,1 0 45,-2-2-90,3 1 0,1 1-2625,-3-2 2670,-6-1 0,1-1 0,-1 0 0,0-1-45,4 2-258,1-2 1,-1-1 347,-4-1 5,13 0-5,-19-2 359,4 0-359,-11 0 3101,1 0-2741,-14 16-450,1-4-541,-2 4 0,-5 4 0,2-2 451,1-2 0,-1 1-315,-5 3 0,-4 4 1,0 1-1,2-4 105,5-5 0,1-2 1,-2 2-248,0 0 1,-2 2 0,-3 2 0,1-1 0,1 0 0,3-3-547,-1 0 1,2-1 0,-1 1 1033,0 1 1,-2 1 0,-1 2-1,2-2 1,3-2 0,-3 5-1,2-1 1,3-2 0,0-1-1,-1 1 1</inkml:trace>
  <inkml:trace contextRef="#ctx0" brushRef="#br0" timeOffset="56823">11243 5659 9332,'-12'-3'180,"1"0"-90,2 1-1,-1 1 1,-3 0-90,-1 1-745,-3 0 745,-2 0-90,-9 5 0,-5 2-120,11-2 0,0 0 0,0 0 150,-3 1 0,0 1 0,-2 0-8,1 1 1,-3 1 0,1-1-1,4 0 68,2-1 0,1 0 0,0 1 0,-5 0 0,2 1 0,4-2 92,-6 4-137,4-1 0,1 0 45,9-3-90,-4 7 90,11-9 629,-1 3 811,3-5 359,0 0 1169,2-6-2044,-4 2-834,4-6 540,-6 6-450,6-5-90,-3 4-90,2 0 180,0-2-180,1 2 89,-1-2 91,0-1-90,1 2 0,-5-9-90,1 5 180,-9-14-180,5 11 45,-3-4 0,0-1 45,-2 2 0,-4-4 0,-2 1-290,1 0 245,-6-2 0,-1-1-2629,2 2 2629,4 4 0,-1 0 44,-2 0 1,0 1-90,8 4 0,-2-1 90,-8-2 0,-4-2 0,4 2-45,6 3 0,-1 1 22,-1-1 1,-3 0-1,-1-1 1,3 2 22,1 0 0,-1 1 0,-1 0 0,-3-2 0,-1 1 0,4 2-45,1-1 0,0 2 45,-2-1 0,-3 0 0,-1 0 0,4 1-46,1 1 1,1 0 0,-2 1 0,-3-1 0,-1 1 0,4 0-1205,2 1 0,0 0 1190,1 1 0,-3-1 0,2 1 15,-9 2 0,2 2-132,10-1 1,0 1 145,-6 2 1,-3 0 0,3 1-60,9 0 0,1 0 30,-8 2 0,-2 2 0,3-2 15,7-1 0,1 0 15,-7 3 0,-2 2 0,2-1-60,7-3 0,1 0 0,-8 5 0,-2 2 0,2-1 0,3 0 0,0 0 67,-3 2 0,0 0-67,1 3 0,4-1 1741,3-3-1741,0 2 0,0 0 0,6-5 0,-1 1 0,1 1 0,1-4 0,-4 13 0,7-15 3208,-2 5-3208,2-2 555,1 3-465,-2 2-180,1-4 180,1-4-90,1-7 0,-1 1-90,1-1 90,0 0-3058,1-2-219,5 1 0,0 0 2457,5-1 1,-2 0 0,-1 0 0</inkml:trace>
  <inkml:trace contextRef="#ctx0" brushRef="#br0" timeOffset="58117">8944 6019 11221,'2'-14'1169,"0"-1"-1079,-7 7-90,4 1 0,-4 4 0,5 3 0</inkml:trace>
  <inkml:trace contextRef="#ctx0" brushRef="#br0" timeOffset="59067">8753 5879 9062,'-5'-7'2159,"4"2"-3059,1 4-2158,8 0 2248,1 1 810,1 0 0,-4 0 0,1 0 0</inkml:trace>
  <inkml:trace contextRef="#ctx0" brushRef="#br0" timeOffset="59968">9070 6093 9062,'-10'-3'629,"2"1"361,2-1-1,3-1-809,-2 0 540,4-3-540,0 4 449,1-3-449,-1 3 540,1-4-450,0 4 449,0-3-539,0 4 630,0-1 269,0 1-719,11 7-270,-4-1 0,8 2 0,0 0 0,-1 2 0,5-1 0,-1 1 0,-2-1-90,11 5 269,-2 0-269,-8-5 90,2 1 0,0 0-90,-2-2 45,5 0 0,0 0-45,1-2 45,5 0 0,1-1-501,0-1 456,-7-1 0,4 0 0,-3-1 0,-7 1 0,1-2 0,9 0 0,4-2 0,-4 1-1621,-7 1 1,0 0 1620,10-3 0,2-2 0,-9 2 0,1 1 0,-2-1-306,1-1 0,0 0 306,2-1 0,4 0 0,1-1 0,-5 2 0,1-1 0,-1-1 0,1 0 0,5-1 0,0 0 0,-5 1 0,-2 0 0,1 0 0,-2 0 0,4 0 0,-1-1 0,-4 1 0,-3 1 0,-1 1 0,4-2 0,1-1 0,-3 1 0,0-1 0,7-2 0,-16 4 90,-4 2 186,1-1-276,-5 3 2985,0 0-6262,-2 2 0,-3-1 2501,-3 1 1,-3 0 0,0 0-1</inkml:trace>
  <inkml:trace contextRef="#ctx0" brushRef="#br0" timeOffset="60834">10713 5983 12480,'-6'-6'1169,"0"1"-629,4 3-360,1 1 1349,1-1-1169,-1 7 179,7 5-359,-5 0 270,14 14-270,-10-12 45,6 4 0,0 1-135,-1 0 89,3 4 1,0 0-90,0 0 45,3 3 0,0 1-536,0-1 461,-3-8 0,2 3 0,-2-2-3230,8 7 3215,-6-7 0,3 1-45,5 0 0,1-1 0,-9-6 0,2-1 22,2 2 1,4 1-1,1 1 1,-3-3-23,2-1 0,0 0 0,-2-2 0,3 2 0,3 0 0,-2 0 0,-3-2 0,7 2 0,1-1 0,-5-2 0,5 2 0,1 0 0,-2 0 0,-3-2 0,-4-1 0,-3-1 0,3 1 0,2 0 0,4 2 0,1-1 0,-1 0 0,-4-1 0,3 1 0,-1 0 0,-2-1 0,4 1 0,0 0 0,-5-1-1105,-4 0 1,-1-2 1104,9 3 0,0 0 0,-6-1 0,-3-1 0,6 1 45,1 0 0,-2 0 137,-5-2-227,-1 0 0,1 0 45,-6-1 0,12 4 0,-16-5 2296,5 2-2386,-9-3 3366,2 1-3160,-4-2 64,-1 1-180,0 0 0,-1 0 0,1 1 0,-1-1-3277,0 1 2457,-7-11 1,6 3 0,-6-8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26:00.9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3004 3016 0,'0'-12'125,"0"1"-110,0-1 1,-11 0-16,11 1 15,0-1 1,-24 0 15,13 0 1,-13 71-1,12 11-16,12 13 1,12-1 0,23-12-1,-23-58 1,58 23 0,-58-23-16,59 0 15,22-12 1,13-47-1,-35-12 1,-60 47-16,13-58 16,-24 46-16,-24-105 15,-46 12 1,-24 46 0,0 60-1,12 69 1,11 48-1,71-71-15,0 71 16</inkml:trace>
  <inkml:trace contextRef="#ctx0" brushRef="#br0" timeOffset="782.505">3110 4072 0,'0'0'0,"0"-11"0,0-1 15,-12 0-15,1 12 16,-1 0-1,0 12 1,-35 94 0,47-83-16,-12 71 15,12-71 1,12 36-16,23 0 16,24-24 15,23-11-16,12-36 1,-59 12-16,59-59 16,-23-35-1,-60-23 1,-58-12 0,-35 35-1,-35 59 1,93 35-16,-105 58 15,106-34-15,-48 58 16,36 47 0,35-94-16</inkml:trace>
  <inkml:trace contextRef="#ctx0" brushRef="#br0" timeOffset="1548.81">3192 5352 0,'0'0'0,"0"-12"0,0 0 0,-35-11 31,-47 117 1,58 93-1,107-34 0,-60-141-15,71 11-1,-71-23-15,60-11 16,10-48 0,-10-35-1,-60 12 1,-35-47 0,-11 93-16,-71-104 15,59 116-15,-71-23 16,-58 35-1,11 83 1,83 11 0,70 24-1,23-83-15,-11-11 16</inkml:trace>
  <inkml:trace contextRef="#ctx0" brushRef="#br0" timeOffset="3130.7748">3274 5140 0,'0'-11'0,"12"-1"16,-12 0 15,-12 12-31,1 0 16,-1 0 0,0 0-16,-11 12 15,-59 58 16,35 71 1,47-117-32,-12 46 15,12-46-15,0 23 16,12 23 0,11-11-1,1-1 16,23 1-15,-36-59-16,48 35 16,-36-35-16,24 0 15,36-23 1,-13-36 0,-11 12-1,-1-23 1,-46 58-16,23-70 15,-35 58-15,0-46 16,-58-47 0,-25-1-1,-34 48 1,0 58 0,-12 36-1,105-13 1,-58 71-1,70-58-15,12 58 16,0-70-16</inkml:trace>
  <inkml:trace contextRef="#ctx0" brushRef="#br0" timeOffset="4562.3595">5070 2770 0,'0'0'0,"0"-12"16,-12 0-1,1 12 1,-1 0 0,0 0-16,0 12 15,1 0 1,-1 0-16,-12 46 16,13-34-16,11 128 31,0-140-16,94 58 1,70-70 31,-141 0-47,60-58 16,-72 34-16,24-34 15,-23-60 1,-47 13-1,-24 46 1,36 47-16,-36 12 16,36 0-16,-59 35 15,70-23-15,-35 59 16,35 46 0</inkml:trace>
  <inkml:trace contextRef="#ctx0" brushRef="#br0" timeOffset="5214.3668">5129 3744 0,'0'0'15,"0"-12"-15,-12 12 16,-11 0 0,-1 24-1,-23 105 16,47 12 1,12-130-32,23 36 15,-23-35-15,35 0 16,47-12 0,11-47-1,-11-24 1,-59-23-1,-35 71 1,-35-59 0,12 58-16,-36-34 15,-47 46 1,-11 35 0,35 60-1,23 69 1</inkml:trace>
  <inkml:trace contextRef="#ctx0" brushRef="#br0" timeOffset="5994.9285">5211 5328 0,'0'-11'0,"0"-1"0,0 0 16,0 0-16,0 1 0,0-1 16,0 0-16,-12 12 15,-11-23 1,-59 70 15,11 93 0,71-128-31,-12 47 16,12-36-16,24-11 0,11 35 16,35-12-1,24-11 1,12-48 0,0-11-1,-24-24 1,-59 36-16,24-71 15,-35 59 1,-12-59-16,-59-35 16,-58 58 15,-47 60-15,11 81-1,130-47-15,-71 71 16,82-58-16,0 22 15,71 13 1</inkml:trace>
  <inkml:trace contextRef="#ctx0" brushRef="#br0" timeOffset="6993.7737">7347 3380 0,'12'0'0,"-12"-12"16,0 1-16,11 11 15,-11-12 1,0 0 0,-11 12-16,-1 0 0,0 0 15,0 0-15,12 12 16,-35 35-1,0 94 17,35-118-32,82 83 31,-11-83-15,22-23-1,-10-23 1,-25-24-1,-46 35-15,12-70 16,-48-12 0,-58 12 15,-35 58-15,-13 36-1,37 59 1,69-60-16,1 83 15,23-70-15,0-1 0</inkml:trace>
  <inkml:trace contextRef="#ctx0" brushRef="#br0" timeOffset="7809.052">7570 4530 0,'0'0'0,"0"-12"0,-12 1 15,0 11-15,12-12 0,-35 12 32,-59 106-1,59 93 0,117-58 0,0-106-15,24-23 0,0-59-1,-71 35 1,24-46-16,-48 22 16,25-58-1,-36 48-15,-36-119 16,25 130-16,-48-47 15,-70 35 1,-12 70 0,35 48-1,95-48-15,-1 83 16,12-83-16,23 13 16</inkml:trace>
  <inkml:trace contextRef="#ctx0" brushRef="#br0" timeOffset="8975.4441">3509 2993 0,'0'0'0,"-12"0"0,1 0 16,11 11 0,-12-11-16,0 0 0,0 0 15,1 0-15,11 12 0,-12-12 0,0 0 16,1 0-16,-1 0 0,0 12 0,0-12 16,1 0-16,-1 12 0,0-12 15,0 0-15,-11 11 31,35-11 1,152-11-1,-129-1-31,352-35 31,-340 47-31,118-23 16,22-1-1,-22 1 1,-48-1 0,-35 12-1,-70 1-15,23 11 16,-23-12 0,-35 12-1,-1 0 1,-82 12-16</inkml:trace>
  <inkml:trace contextRef="#ctx0" brushRef="#br0" timeOffset="9690.7779">3310 3051 0,'0'0'0,"0"-11"31,0-1-31,0 0 16,0 0-1,23 12 48,-23 12-63,12-12 0,0 12 0,46 23 31,-34-23-31,58 23 16,47 47-1,24 0 1,-1 12 0,12 12-1,-128-83-15,116 71 16,-105-70-16,71 34 16,34 1-1,-46 0 1,-24-24-1,-12-11 1,-58-13-16,47 1 16,-48 0-1,13-12-15,-12 0 16,-24-35 0</inkml:trace>
  <inkml:trace contextRef="#ctx0" brushRef="#br0" timeOffset="10673.2484">3427 3063 0,'0'-12'16,"0"1"-1,12 11 16,-1 0 1,1 11-17,0 1-15,23 23 16,0 36 0,24 23-1,23 47 16,-23-36-15,-47-70-16,70 106 16,-59-117-16,36 70 15,23 23 1,0 0 0,0 1-1,1-24 1,-72-71-16,83 71 15,-82-71-15,58 36 16,1 35 0,-1 0-1,-11 11 1,0-22 0,11 11 15,-58-83-31,58 60 15,-46-48-15,34 24 16,13 0 0,-1 12-1,0-1 1,-46-22 0,-12-25-16,23 25 15,-35-25-15,12 1 16,-1 0-1,-11-24 17,0-11-32,-11-36 15,-13 35-15</inkml:trace>
  <inkml:trace contextRef="#ctx0" brushRef="#br0" timeOffset="11508.8907">3486 4225 0,'0'12'0,"-12"-12"16,12 12-1,-12-12-15,24-12 63,0 0-63,-1 0 15,1 1-15,94-72 16,-71 60-16,200-153 31,-1 12 16,-11-36-16,-199 177-31,82-83 16,-71 83-16,35-36 16,36 0-1,-12 0 1,0 13-1,11-1 1,-34 0 0,-13 23-1,-34-11 1,-13 23 0,1 0-1,-24 12 16,-11 12-15,-71 23 0</inkml:trace>
  <inkml:trace contextRef="#ctx0" brushRef="#br0" timeOffset="12171.3221">3474 4237 0,'0'0'0,"-12"0"16,0 0-16,1 0 0,-1 0 16,-11 0-1,58 0 17,176-47-1,200-35 16,-212 35-32,1 0 1,-36 12 0,-35-1-1,-105 25-15,81-1 16,-93 12-16,35-12 15,-12 0 1,-23 12 0,-36 0-1,-34 0 1</inkml:trace>
  <inkml:trace contextRef="#ctx0" brushRef="#br0" timeOffset="12870.8757">3486 4190 0,'0'0'0,"-12"-12"0,0 12 16,0-12 0,1 12-16,11-11 15,11 22 1,13 13 0,35 23-1,58 35 1,12 0-1,12 12 1,0 12 0,11 11-1,13 0 1,-130-81-16,82 46 16,-82-59-16,59 48 15,-58-48-15,81 83 16,-82-71-1,59 35-15,23 24 32,-11-35-17,-24-12 1,-58-35-16,11-1 16,-23-11-16,23 0 15,-12-23 1,-35-12-1,-58-12 1</inkml:trace>
  <inkml:trace contextRef="#ctx0" brushRef="#br0" timeOffset="13719.8908">3486 5363 0,'0'0'16,"-12"0"-16,-23 12 0,23 0 15,0-12-15,1 0 0,-1 12 16,24-12 15,-1 0-31,13-12 16,70-70 15,-83 70-31,72-82 16,-60 71-16,47-71 15,36-59 1,-24-23 0,0-12-1,0 12 1,-58 141-16,82-117 16,-83 105-16,71-71 15,23-46 1,-11 11-1,0-11 1,-1 0 15,-93 129-31,82-83 16,-82 83-16,46-24 16,13-11-1,-36 11 1,-12 12-1,-11 0 1,-12 36-16,12-25 16,0 25-1,-12-1 1,0 24 15,0 11-31,-24 24 16</inkml:trace>
  <inkml:trace contextRef="#ctx0" brushRef="#br0" timeOffset="14419.9725">3638 5305 0,'0'0'0,"-11"0"0,-1 0 0,0 0 16,0 12-16,1-12 0,-1 0 15,24 0 17,-1 0-17,1-12-15,0 12 0,0-12 0,11 0 16,-11 1-16,11-1 0,1 0 0,-1-11 16,12-1-16,-11 12 0,-1-11 0,12-12 15,153-153 1,106-152 15,-36 105 0,-47 71 16,-129 105-31,-70 47-16,35-11 15,-35 23-15,-12 11 32,-59 36-17,-11 12 1</inkml:trace>
  <inkml:trace contextRef="#ctx0" brushRef="#br0" timeOffset="15086.1191">3580 5575 0,'-12'0'16,"0"0"-16,0-12 0,1 12 16,-13-12 15,71 1 0,176-25 0,176 1 1,-188 12-17,1 11 1,-36-12 0,-24 1-1,-117 23-15,106-24 16,-117 13-1,46-1-15,12 0 16,-35 1 0,-12-1 15,-35 0-15,-11 0-1,11-23-15</inkml:trace>
  <inkml:trace contextRef="#ctx0" brushRef="#br0" timeOffset="16100.9752">5305 2828 0,'0'0'0,"0"-11"47,-12 11-32,12-12 1,-23 0-1,23 1 1,-12 11 0,24 11-1,11 13 1,-11-13-16,70 48 16,-59-35-16,83 34 15,70 24 1,12 1-1,0-1 1,-1-24 0,-151-34-16,128 23 15,-117-35 1,59 35 0,23-1-1,0 1 1,-12-11-1,-23-1 1,-82-23-16,46-1 16,-34 1-16,-12-12 0,23 12 15,0 0 1,-23-12 0,-24 0 109,0-12-110,1 12-15,-1-12 16,-35-11-16</inkml:trace>
  <inkml:trace contextRef="#ctx0" brushRef="#br0" timeOffset="16952.6216">5352 2958 0,'-12'0'0,"12"-12"15,-12 12-15,12-12 0,-11 12 0,11-12 16,-12 12-16,12-11 0,-12-1 16,12 0-16,-12 12 0,12-12 15,12 12 32,-12 12-47,82 47 16,0 11-1,36 12 17,34 24-17,1 0 1,-118-71-16,106 94 15,-106-94-15,59 59 16,35 23 0,-23-11-1,-1 0 1,-11-1 0,-70-70-16,46 36 15,-46-48-15,81 71 16,13-23-1,-1-1 1,-11-11 0,-13-24-1,-81-23-15,47 23 32,-36-23-32,36 23 15,-35-23-15,22 23 16,13 12-1,0 0 1,-24-12 0,-11-12-1,-13-23-15,-11-11 32,-11 11-32,-25-59 15</inkml:trace>
  <inkml:trace contextRef="#ctx0" brushRef="#br0" timeOffset="17699.4198">5504 4061 0,'0'0'0,"-11"-12"16,-1 12-16,12-12 16,-12 12-16,0-11 0,1-1 15,-1 0 1,12 0 31,12 12-32,93-47 17,142 0-1,-118 12-16,-12 0 1,24-12 0,-106 35-16,118-35 15,-118 36 1,71-25-16,23 1 31,-24 12-15,-22-1-1,-60 24-15,36-23 16,-48 23-16,36-12 16,-35 12-16,0-12 15,-24 12 1,-82 12 0,71-12-16</inkml:trace>
  <inkml:trace contextRef="#ctx0" brushRef="#br0" timeOffset="18450.4962">5234 3979 0,'0'0'0,"0"-12"0,-11 12 16,22 0 15,1 0-15,23 12-16,47 23 16,12 12 15,35 11-16,24 13 1,-118-59-16,71 35 16,-24-12-16,24 12 15,46 11 1,36 1 0,-24 0-1,1 11 1,11 1-1,-47-24 1,-24-12 0,-11 0-1,-12-12 1,-11 1 0,-1-1 15,-11 1-16,-12-12 1,0-1 0,-24-11-1,-34 0 1,-36-11 0,-71-25-1</inkml:trace>
  <inkml:trace contextRef="#ctx0" brushRef="#br0" timeOffset="19315.288">5528 5211 0,'0'0'16,"-12"-12"-16,0 12 0,1 0 15,11-12 16,70-23 1,83-94-1,-60 24-15,-69 81-16,46-70 15,-46 71-15,81-95 16,-81 83-16,58-47 15,24-24 1,-1 1 0,-11-1-1,-70 83-15,46-60 16,-46 60-16,-1-1 16,47-46-16,13 0 15,-1-12 16,12-1-15,-12 1 0,0 0-1,-35 35 1,-35 35-16,35-23 16,-36 23-16,13 1 15,-1-13 1,-11 12-1,0 12-15,-24 0 47,-35 36-31,24-13-16</inkml:trace>
  <inkml:trace contextRef="#ctx0" brushRef="#br0" timeOffset="20113.245">5469 5281 0,'0'0'0,"-12"12"15,24-12 16,12-12-15,-13 12-16,13 0 0,-12 0 0,11-11 16,0-1-16,1 12 0,11-12 0,-11 12 15,11-12-15,-12 1 0,13 11 0,210-71 32,83 1-1,23 11 16,-59 0-16,-164 36-15,-23 0-1,-1-13 1,-93 36-16,47-23 15,-47 23-15,23-12 16,-35 0 0,12 12-16,-1 0 31,1 0-15,0-11-1,-1 11-15,1-12 16,-12 0-1</inkml:trace>
  <inkml:trace contextRef="#ctx0" brushRef="#br0" timeOffset="21012.8705">7852 3462 0,'-12'0'31,"0"0"-31,0 0 16,12-12-16,-11 12 0,-1 0 15,0 0-15,0 0 16,1 0-16,-1 0 16,0 0-1,12 12-15,12-12 110,-12-12-110,12 12 0,-1 0 15,36-11-15,82-13 16,71 13 15,35-1-15,-177 12-16,95 0 15,-106 0-15,105 0 16,-69-12 0,-48 12-1,-35-12 1,-12 12-1,0 12 1,1 0-16,-13 11 16</inkml:trace>
  <inkml:trace contextRef="#ctx0" brushRef="#br0" timeOffset="21778.4248">7910 4718 0,'-11'0'0,"-1"0"15,0 0-15,0 0 16,1 0 0,34 0-1,1 0 1,-13-12-16,13 12 0,363-58 31,153-13-15</inkml:trace>
  <inkml:trace contextRef="#ctx0" brushRef="#br0" timeOffset="23793.4566">2746 2277 0,'0'0'0,"-11"0"16,11-12-16,0 0 0,-12 12 0,12-11 15,-12 11-15,12-12 16,-12 12-16,12 12 31,0 11-31,0-11 16,0 35-1,12 58 17,0-93-32,0 35 15</inkml:trace>
  <inkml:trace contextRef="#ctx0" brushRef="#br0" timeOffset="24126.2435">2688 2253 0,'0'0'0,"-12"-23"0,-12 11 16,-23-35-16,12 12 31,24 12-15,81 23-1,0 11 1,-58-11-16,23 59 15,-35-47-15,-11 35 16,-36 35 0,-12-24-1,24-22 1,35-25 0,11-11-16,48-11 15,-35 11-15,69-36 16,25-34-1,-95 47-15</inkml:trace>
  <inkml:trace contextRef="#ctx0" brushRef="#br0" timeOffset="24359.949">3016 2007 0,'0'0'0,"-12"-12"0,12 0 0,-11 1 15,-13-13 1,24 36-1,0 0 1,0 46 0,12 48-1,0-12 1,11 0 0,-11-12-1,11-23 1,-11-36-1</inkml:trace>
  <inkml:trace contextRef="#ctx0" brushRef="#br0" timeOffset="24609.5559">3169 2136 0,'0'0'0,"-12"-12"0,12 1 15,-12-1 1,1 12 0,11 12-1,23 23 1,1 47 0,-24 0-1,11-58-15,1 69 16,-12-81-16,12 23 15</inkml:trace>
  <inkml:trace contextRef="#ctx0" brushRef="#br0" timeOffset="24875.5688">3192 2218 0,'0'0'0,"0"-12"16,-35-46-1,23 34 1,36 1 0,34 23-1,1 0 1,-47 0-16,23 23 16,-35-11-16,0 11 15,-47 24 1,-12 0-1,24-23 1</inkml:trace>
  <inkml:trace contextRef="#ctx0" brushRef="#br0" timeOffset="25574.6967">5011 2077 0,'0'0'0,"0"-11"0,0-1 0,-11 0 15,-1 0 1,0 12-1,12 47 17,24 82-1,11-58-15,-23-36-1</inkml:trace>
  <inkml:trace contextRef="#ctx0" brushRef="#br0" timeOffset="25958.2223">5011 2265 0,'0'0'0,"-11"-12"0,11 1 0,-36-13 16,25 12 15,22 12-15,13 0-16,46-23 15,-58 23-15,47-24 16,-12-11 0,-24 12-1,-23-12 1,0 23-16,-12-12 16,1 24-16,-1-11 15,12 22 16,0 1-15,0 12-16,12 23 16,-1-36-16,1 48 15,-12-47 1,24 35-16,-13 0 31,1-24-31</inkml:trace>
  <inkml:trace contextRef="#ctx0" brushRef="#br0" timeOffset="26225.2613">5293 1854 0,'0'0'0,"0"-11"0,-12-1 15,12 24 1,0 23 0,0 35-1,24 24 1,-12-12 0,23 0 15,-35-70-31,11 23 0</inkml:trace>
  <inkml:trace contextRef="#ctx0" brushRef="#br0" timeOffset="26525.679">5469 1972 0,'0'0'0,"0"-12"0,-12 0 16,12 24 0,0 23-1,0-23-15,0 23 16,0-23 0,0 11-16,12 13 0,12 10 31,-1-22-16,24-24 1,47-24 0,-71 13-16,13-1 0</inkml:trace>
  <inkml:trace contextRef="#ctx0" brushRef="#br0" timeOffset="27542.5377">7265 2840 0,'0'0'15,"11"-12"-15,-11 1 0,0-1 16,-11 0 0,-1 12-1,0 24-15,1-13 16,11 1-16,0 0 0,0 11 0,-12 71 31,94-47 0,-23-117 1,-130-71 14,36 106-30,0 23 0,11 36-1,24-13-15,0 13 16,0-13-16</inkml:trace>
  <inkml:trace contextRef="#ctx0" brushRef="#br0" timeOffset="27806.139">7406 2582 0,'0'0'0,"-12"-12"0,12 1 0,-12-1 0,12-35 16,-12 47-1,12 12 16,0 46-15,0 60 0,24-1-1,11 12 1,0-23 0</inkml:trace>
  <inkml:trace contextRef="#ctx0" brushRef="#br0" timeOffset="28790.3432">7570 2688 0,'0'-12'0,"0"24"0,-12-36 0,-11 12 31,23 24 1,11-12-32,-11 12 31,0-24 94,-11 12-94,11-12-15,0 24 374,0 0-374,0 0-16,0 11 16,0-11-16,0 11 0,0 1 0,11-1 0,-11 1 15,0-1-15,12 1 0,-12-1 16,12-11-16,-12 11 0,12 1 0,-1-12 16,-11-1-16,12 1 0,0 0 0,0-12 15,-12 11-15,93-22 16,60-107 31,-129 107-47,22-36 0</inkml:trace>
  <inkml:trace contextRef="#ctx0" brushRef="#br0" timeOffset="28922.2317">8380 2770 0,'0'0'0,"-12"0"15,0 0 1</inkml:trace>
  <inkml:trace contextRef="#ctx0" brushRef="#br0" timeOffset="41759.9209">3310 1197 0,'0'0'16,"-12"0"-16,0 0 15,12-12 16,-12 12-31,1-11 32,22 11 15,1 0-32,106-24 16,-83 24-31,505-94 32,-165 59-17,36 0 1,-36 23 0,-281 12-16,141-12 15,-164 12-15,-13-11 0,107 11 16,-25-12-1,-69 0 1,-36 0 0,-23 12-1,-12-11 1,-12 11 15,0 0-15,-23 0-1,-24-12 1,36 12-16</inkml:trace>
  <inkml:trace contextRef="#ctx0" brushRef="#br0" timeOffset="42026.234">5845 833 0,'-12'-11'16,"24"22"-16,-36-46 16,12 23-1,1 12-15,22 12 47,1-12-47,12 24 16,-13-13-16,36 13 15,-35-13 1,12 1 0,-13 0-1,-11 11 1,-47 1-1,24-12-15,-106 35 16,94-36-16,-106 25 16,94-25-16</inkml:trace>
  <inkml:trace contextRef="#ctx0" brushRef="#br0" timeOffset="42425.0802">4155 645 0,'0'-11'0,"0"22"0,0-34 0,0 11 15,-12 1-15,12-1 16,0 0-16,0 24 31,12 35-15,11 0-1,-11 11 1,11 1 0,-23-47-16,36 11 15,-36-11 1,11-12-16</inkml:trace>
  <inkml:trace contextRef="#ctx0" brushRef="#br0" timeOffset="42609.4081">4213 798 0,'0'0'0,"-11"-12"0,-1 12 0,12-11 16,-12-1-1,36 0 1,-1 12 0,59-23-1,0 23 1,-70-12-16,23 12 15</inkml:trace>
  <inkml:trace contextRef="#ctx0" brushRef="#br0" timeOffset="42808.4628">4131 657 0,'0'0'0,"-12"0"0,12-12 15,-23-23 1,58 12 0,47-12-1,36 11 1,-95 12-16,12 12 0</inkml:trace>
  <inkml:trace contextRef="#ctx0" brushRef="#br0" timeOffset="43026.4204">4542 446 0,'0'0'16,"0"-12"-16,-12 12 0,0 0 16,12 12 31,0 0-32,12 11 1,-12 48-1,12 11 1,-12 0 0,0-70-16,0-1 0</inkml:trace>
  <inkml:trace contextRef="#ctx0" brushRef="#br0" timeOffset="43291.4949">4483 505 0,'0'0'0,"-11"-12"0,-13 0 0,1-23 15,11 23 1,47 1 0,35 11 15,-46 0-31,23 23 15,-35-23-15,-1 23 0,-11-11 16,-23 35 0,-48 24-1,-11-1 1</inkml:trace>
  <inkml:trace contextRef="#ctx0" brushRef="#br0" timeOffset="43774.2217">3627 1467 0,'0'0'0,"-12"0"0,0 0 16,-11 0-16,11 0 0,0 0 16,0 0-16,1 0 0,22 0 46,1 0-46,70 0 16,446-47 15,153-47 1,-388 47-17,-70-11 16,-176 22-15,-105 1 0,-130 35-1</inkml:trace>
  <inkml:trace contextRef="#ctx0" brushRef="#br0" timeOffset="44206.5836">3744 1432 0,'0'0'0,"12"-12"0,-12 0 0,0 1 16,11-13 0,1 12-1,0 12 1,-24 12 0,-47 35-1,-23 35 1,0-11-1,47-13 1,23-34 0,71-12-1,58-24 1,24-12 0,-24 13-1</inkml:trace>
  <inkml:trace contextRef="#ctx0" brushRef="#br0" timeOffset="44539.9776">4342 1514 0,'-11'0'16,"11"-12"-16,-12 12 0,12-11 15,0 22 32,12 1-47,-12 0 16,11 46-1,13-34-15,-12 35 16,23 34 0,-23-46-1,-12-35-15</inkml:trace>
  <inkml:trace contextRef="#ctx0" brushRef="#br0" timeOffset="44989.7972">4401 1561 0,'0'0'16,"0"-12"-16,-12 0 0,1 12 0,-13-23 16,24 11-16,0 1 15,12-1 1,23 12-16,24 0 16,-12 12-1,-47 11 16,-35 12-15,23-23-16,-47 23 16,47-23-16,-11 0 15,11-1 1,24-11 0,58 0-1,1-23 1,-60 23-16,36 0 15,-35 0-15,0 23 16,-12 1 0,-35 11-1,-24 12 1,-11-24 0,11-11-1,47 0 1,-23-12-1,35-12-15</inkml:trace>
  <inkml:trace contextRef="#ctx0" brushRef="#br0" timeOffset="45222.1715">4706 1467 0,'0'0'0,"0"-12"0,-11 12 15,-13-11-15,24 22 47,0 1-47,12 35 16,11 23 0,-11 1-1,0 11 1</inkml:trace>
  <inkml:trace contextRef="#ctx0" brushRef="#br0" timeOffset="45505.8205">4718 1549 0,'0'0'0,"0"-23"0,-12 11 16,1 12-16,-13-35 15,36 11 1,35 24 0,11 0-1,-11 12 1,-47 0 0,-11 11-1,-60 12 1,48-35-1,-36 36 1,47-36-16</inkml:trace>
  <inkml:trace contextRef="#ctx0" brushRef="#br0" timeOffset="45649.8919">5223 1514 0,'0'0'15,"11"0"-15,-22-12 32,-1 12-17</inkml:trace>
  <inkml:trace contextRef="#ctx0" brushRef="#br0" timeOffset="56140.1091">3427 2993 0,'-12'0'125,"1"0"-94,11 11-15,11-11 62,1 0-62</inkml:trace>
  <inkml:trace contextRef="#ctx0" brushRef="#br0" timeOffset="57027.6032">3627 2735 0,'0'0'15,"0"-12"-15,0 0 0,0 0 0,0 1 16,0-1-16,-12 12 47,12 12-31,-24 35 15,24-24-16,0-11-15,24 0 16,-12-12-16,11 0 16,0 0-1,1-12 1,-12 12 0,-1 0 15,-11 12-31,12-12 15,12 11 1,23-11 15,-1 0-15,-22-23 0,-12-12-1,-48-1 1,1 25-1,12 11 1,23 35 0,0-23-16</inkml:trace>
  <inkml:trace contextRef="#ctx0" brushRef="#br0" timeOffset="57827.5973">3896 3157 0,'0'0'0,"12"0"0,-12-12 16,0 1-1,12 22 17,-12 1-17,0 0-15,0 0 16,12 23 15,-12-24-15,11-11-1,1 0 17,-12-11-17,12 11 1,-12 11 0,23 1-1,13 0 1,-13-12-1,12-24 1,-23-11 0,-12 12-1,-24 11 1,1 12 0,11 12-1</inkml:trace>
  <inkml:trace contextRef="#ctx0" brushRef="#br0" timeOffset="58526.4708">3967 3521 0,'0'0'0,"0"-12"0,-12 12 31,12 12-31,0 0 16,-12-12-16,12 11 0,0 13 31,12-12 0,23-24 0,-23 12 1,0 12-17,0-1 17,11-11-17,-11-11 1,-1 11-16,-11-12 15,0 0 1,-11 12 0,11-12-1</inkml:trace>
  <inkml:trace contextRef="#ctx0" brushRef="#br0" timeOffset="59409.3535">5739 2828 0,'0'0'0,"0"-11"0,0-1 15,12 12-15,-12-12 0,0 1 16,0 22 31,0 1-32,0 0-15,0-1 16,0 13-16,47-1 47,-24-11-16,-11 0-15,0 0-1,-1-12 1,1 0 0,0-24-1,-12-11 1,0 11-1,0 13 1,12 11 0,-12 11-16</inkml:trace>
  <inkml:trace contextRef="#ctx0" brushRef="#br0" timeOffset="60173.9895">6173 3392 0,'0'0'0,"-11"0"31,11 12-15,0-1-1,0 1-15,0 0 0,0-1 16,0 1-16,0 0 16,11 0-16,1-12 15,11 0 1,24-24 15,-23-11 0,-12 35 16,-1 0-47,1 0 16,0 0-1,-12-12 1,-24-23 0,-11 23-1,23 1 1</inkml:trace>
  <inkml:trace contextRef="#ctx0" brushRef="#br0" timeOffset="61873.382">2113 2852 0,'0'0'0,"0"-24"0,0 13 16,0-1-16,0-11 0,0 11 0,0 0 15,0 0-15,0 1 0,0-1 16,0 0-16,0 24 31,0 11-15,0-11-16,11 0 0,13 82 31,-24-71-31,35 48 31,-23-71-31,-1-12 31,13-82 1,-12 82-17,23 24 1,-12 23 0,24-23-1,-12 0 16,1-24-15,-13-35 0,-11-12-1,-24 1 1,-11 11 0,11 47-1,12 11 1,23 48-1,-23-47-15,0 0 0</inkml:trace>
  <inkml:trace contextRef="#ctx0" brushRef="#br0" timeOffset="62122.6086">2629 2899 0,'0'0'15,"-12"0"-15,12-12 16,0 36 15,24 11-15,-1 35-1,-11-46-15</inkml:trace>
  <inkml:trace contextRef="#ctx0" brushRef="#br0" timeOffset="62622.4203">2547 2922 0,'0'0'0,"-12"0"15,0-11 1,1 11 0,11 11-16,-12-11 0,12 12 0,-12 0 15,12 0-15,0-1 0,-12 13 0,12-13 16,0 1-16,0 12 0,0-13 0,0 13 16,0-12-16,0-1 0,71 72 31,-36-83-31</inkml:trace>
  <inkml:trace contextRef="#ctx0" brushRef="#br0" timeOffset="62872.4531">2711 2793 0,'0'0'0,"12"0"0,0 0 16,23 12-1,12 35 1,-12 23 0,-12 12-1,-34 12 1,-60 0-1,36-59-15</inkml:trace>
  <inkml:trace contextRef="#ctx0" brushRef="#br0" timeOffset="64037.6201">6326 2429 0,'0'0'0,"0"-11"0,12-1 0,-12 0 16,0 0-16,0 1 0,0-1 0,0 0 15,0 1-15,0-1 16,0 24 0,-12-12-16,12 23 15,0-11-15,0 11 0,-12-11 0,12 11 16,-12 95 0,83-48 15,-13-105 16,-46-94-16,0 70-15,-12 47-1,12 48 1,11 11-1,1 11 1,-13-46-16,25 12 16,-36-13-16,35 1 15,-23-12-15,11-12 16,-11 1 0,-12-13-16,0-35 15,-24-11 1,1 23-1,23 59 17,0 23-17,12 0-15</inkml:trace>
  <inkml:trace contextRef="#ctx0" brushRef="#br0" timeOffset="64404.1558">6784 2594 0,'0'-12'0,"0"24"0,-12-36 16,0 13-16,12-1 16,47 12-1,-35 0-15,23 12 16,-23-12-1,-1 23-15,-11 0 32,-23 1-17,-24-1 1,35-11 0,36-12 15,-24-12-31,70-11 15,1-1 1,-13 1 0,-34 11-1</inkml:trace>
  <inkml:trace contextRef="#ctx0" brushRef="#br0" timeOffset="64603.6013">7030 2441 0,'0'0'0,"-12"0"0,12-12 0,12 12 31,12 36-15,22 11 0,-34 11-1,-59 1 1,24-47-16,-24 11 0</inkml:trace>
  <inkml:trace contextRef="#ctx0" brushRef="#br0" timeOffset="64903.1204">6631 2559 0,'0'0'16,"-12"0"-16,1 0 0,-1 0 16,0 35-1,12-24-15,0 36 16,12-35-16,11 35 15,48-12 1,70-11 0,35-24-1</inkml:trace>
  <inkml:trace contextRef="#ctx0" brushRef="#br0" timeOffset="68766.9331">5199 2699 0,'0'0'0,"0"-11"47,-12 11-47,1 0 31,11-12-31,-12 12 16,0 0-1,12-12-15,-35 12 47,12 0-31,-13 12-1,1 11 1,0 1 0,0 11-1,23-23-15,0 35 16,12-36-16,0 36 16,35 0-1,1 0 1,-1-12-1,-23-23-15,23 12 16,-23-13 0,23 1-16,12 0 15,11-12 1,-11 0 15,-11-24-15,-25 24-16,24-23 15,-35 11-15,24-11 16,-12-12 0,-12-24-1,0 0 1,-12 1 0,-12 11-1,24 35-15,-35-35 16,24 35-16,-13-11 15,-23 11 1,12 0 0,0 12-1,23 0-15,-23 0 16,23 12 0,0-12-16,-23 23 0,-12 24 31,12 0-16,11 24 1,13-13 0,11 1-1,23 0 1,1-12 0,-1-12-1,12-12 1,24-11-1,0 0 1,-1-24 0,-46 12-16,23-23 15,-23 23 1,12-24-16,-1 1 16,-11-24 15,-1-12-16,-34-35 1,-12 24 0,0 23-1,-24 12 1,0 23 0,1 12-1,11 35 1,35-23-16,-35 47 15,47-36-15,-12 36 16,12 23 0</inkml:trace>
  <inkml:trace contextRef="#ctx0" brushRef="#br0" timeOffset="71713.8977">4753 2418 0,'0'0'0,"0"-12"16,0 0-1,-12 12 1,12 12 31,0 0-47,0 35 31,12 35 0,0-47-15,-12-23-16,12-1 15,-12 1 1,0-24 15,0 1-15,0-24 0,0 23-16,0 0 15,0 0-15,23 1 16,-23-1-1,12 12-15,11-12 32,-11 12-17,12 24 1,-13 11 0,1-12-1,-12-11 1</inkml:trace>
  <inkml:trace contextRef="#ctx0" brushRef="#br0" timeOffset="72047.1231">4964 2488 0,'0'-12'16,"12"24"62,0 0-62,-12 0-16,0-1 0,23 13 15,-11 11 1</inkml:trace>
  <inkml:trace contextRef="#ctx0" brushRef="#br0" timeOffset="73246.0498">5129 3368 0,'0'0'16,"0"-11"-16,-12 11 0,12 11 47,0 1-32,0 0-15,12 0 0,-12 58 31,11 24 1,-11-82-32,0-1 31,0-22-15,0-1-1,0-35 1,24 12-1,-1 11 17,1 24-17,-12 12 1,-1 11 0,1 13-1,0-1 1,-12-23-16,0 11 15,0-11-15</inkml:trace>
  <inkml:trace contextRef="#ctx0" brushRef="#br0" timeOffset="73594.4082">5317 3533 0,'0'0'0,"0"-12"16,-12 0-16,12 0 15,-12 12-15,36-11 16,22 11 15,-10 23-15,-25 1 0,-11-13-16,-11 13 15,11-12-15,-24 11 16,1 1-1,11-24 1,12 11 0,35-11-1,12-23 1,24-1 0,-1 1-1,-47 11 1</inkml:trace>
  <inkml:trace contextRef="#ctx0" brushRef="#br0" timeOffset="74462.5954">5094 4659 0,'0'0'0,"0"-11"0,0-1 15,0 0-15,0 24 47,11 0-47,1 11 16,-12 12 0,12 71 15,-1-47 0,-11-71 0,0-12-15,0-23 0,0 0-1,12 47-15,0-23 16,0 23-1,-1-12-15,13 24 16,-12 11 0,-1 13 15,-11-1-15,0-23-16,0 11 15,0-11-15,0 0 16</inkml:trace>
  <inkml:trace contextRef="#ctx0" brushRef="#br0" timeOffset="74894.8934">5399 4765 0,'0'0'0,"-12"-12"0,0 12 0,0-12 16,24 1-1,35 11 1,-12 0 0,-23 11-1,-12 1 1,0 0-16,0 0 16,-12 23-1,-11-23 1,11-1-1,24-11 1,0 0 0,11 0-1,12 0 1,1 0 0,-25 12-1,-34 12 1,11-24-16,-47 23 15,48-11 1,-48 0-16,-11-1 16</inkml:trace>
  <inkml:trace contextRef="#ctx0" brushRef="#br0" timeOffset="76359.2121">5094 2699 0,'11'-11'16,"-11"-1"15,0 0-15,-11 12-1,-1 0 1,0 0-16,0 0 16,-23 12-1,-35 82 16,58 70 1,59-82-17,12-35 1,11-23 0,24-24-1,-24-12 1,-23-23-1,-12-24 1,-35 36-16,0-48 16,0 48-16,0-1 15,-11-46-15,-24-1 16,-12 24 15,0 12-15,-12 35-1,12 12 1,-12 23 0,12 24-1,12 35 1,23 0 0,12-12-1,24-24 1,-24-46-16,47 23 15,-35-23-15,23 0 16,35-12 0,-11-12-1,0-35 1,-12 0 15,-36 24-31,1-48 16,0 48-16,-12-59 15,-35-12 1,-1 23 0,-22 24-1,46 47-15,-35-11 16,23 11-16,13 0 0,-36 35 16,12 47-1,11 24 1,48-12-1</inkml:trace>
  <inkml:trace contextRef="#ctx0" brushRef="#br0" timeOffset="79289.4104">4671 2441 0,'0'-12'31,"-12"12"31,12 12-62,-11-12 16,11 12 0,0-24 46,0 0-46,35-11-1,-23 23-15,23-35 16,0 11 0,-12 1-1,-11 11 1,0 12 0,-12 12 15,0 0-16,0 34 1,0 13 0,-12-12-1,0-12 1,1-23-16,11 12 16,-12-13-16,12 1 15,12-12 48,-1 0-48,1 0-15,-12-12 0,35 1 16,1-13 0,-1 12-1,0 1 16,-23 11-15,-1 0-16,1-12 16,0 12-16,-12-12 15</inkml:trace>
  <inkml:trace contextRef="#ctx0" brushRef="#br0" timeOffset="80571.59">5058 3462 0,'-11'0'31,"-1"0"-15,0 0-1,0 0 1,12 12-16,12-12 47,-12-12-47,59-11 15,11-12 17,-35 11-17,-23 24-15,0 0 16,-24 0 0,0 12-1,-35 23 1,36-23-16,-13 35 15,13-36-15,-13 36 16,24-35-16,-23 35 16,11-35-16,0 11 15,12-11 1,0 0 0,12-12-1,35-12 1,0 0-1,-36 12 1,36-35 0,-35 35-16,12-12 15,-1-11 1,-11 11 0</inkml:trace>
  <inkml:trace contextRef="#ctx0" brushRef="#br0" timeOffset="81720.4538">4988 4695 0,'0'0'0,"0"11"15,-12-11-15,0 0 16,12 12-16,-11-12 0,-1 12 15,0-12 1,12 11-16,12-11 47,-12-11-47,12 11 16,58-35-1,47-12 16,-70 23 1,-58 59-1,-25 12-15,1 12-1,0-12 1,12-12-1,11-11 1,35-24 15,1 0-15,46-24 0,12-11-1,-23 11 1,-12 13-1,-35 11-15,-1-12 16,-22 12 47,-1 12-48,0-12-15,1 0 16</inkml:trace>
  <inkml:trace contextRef="#ctx0" brushRef="#br0" timeOffset="87514.9599">4026 6608 0,'-12'0'31,"0"0"-15,0 0 0,1 0-1,22 0 48,-11-12-48,12 12-15,47-24 16,11 1 0,1-1-1,-36 13 1,-23 11-1,-12 11 1,-12-11-16,-23 47 16,23-35-16,-35 35 15,-12 0 1,1 12 0,22-24-1,25-23 16,11-1-31,11-11 16,25 0 0,34-11-1,12-13 1,-11 1 0,-36 11-1,-24 0 1,-46 12-1,0 0 1,35 12-16</inkml:trace>
  <inkml:trace contextRef="#ctx0" brushRef="#br0" timeOffset="88180.8986">4448 6760 0,'0'0'16,"0"-12"-16,-12 12 16,12 12 15,0 0-31,0 0 15,0-1-15,-11 1 0,11 0 0,0 11 16,0-11-16,-12 58 31,12-46-31</inkml:trace>
  <inkml:trace contextRef="#ctx0" brushRef="#br0" timeOffset="95773.5507">4812 6690 0,'0'0'0,"-24"-12"16,13 12-16,-1-12 0,0 0 16,0 12-16,12-11 15,12 11 1,12 0-16,-13-12 0,13 12 15,-12 0-15,11 0 0,1 0 0,-13 0 16,13 0-16,-1 0 0</inkml:trace>
  <inkml:trace contextRef="#ctx0" brushRef="#br0" timeOffset="95906.7807">4882 6725 0,'0'0'31,"-105"23"-31,93-23 0,47 12 31,-11-12-31,46-23 16,24 11-1</inkml:trace>
  <inkml:trace contextRef="#ctx0" brushRef="#br0" timeOffset="96539.0175">5352 6572 0,'0'-11'0,"0"22"0,0-34 0,0-24 16,-12 0-1,12 35-15,0-11 16,0 34 15,0 1-31,-12 47 16,12 0 15,12-24-15,0-23-16,11-1 15,-11-11-15,0 0 16,-12-11 0,11 11-1,1-12 1,0 12-1,-12 12-15,23-1 16,-11-11-16,23 0 16,36-11-1,-13-36 1,-22 0 0,-36-12-1,0 47 1,-36-23-1,25 23-15,-1 12 16,0 24 0,12 34-1,0-34-15</inkml:trace>
  <inkml:trace contextRef="#ctx0" brushRef="#br0" timeOffset="96772.6314">5856 6619 0,'0'0'0,"-11"0"0,11-11 16,0-1-16,-12 12 16,12 23-1,0 12 1,0 12 15,12-11-15,-12-25-16</inkml:trace>
  <inkml:trace contextRef="#ctx0" brushRef="#br0" timeOffset="97006.5291">6173 6408 0,'0'0'0,"0"-12"15,-11 12-15,11 12 16,-12 23 0,0-23-16,0 23 15,1-23-15,-1 35 16,0-35-1,-11 23 1,23-23-16,-12-12 0</inkml:trace>
  <inkml:trace contextRef="#ctx0" brushRef="#br0" timeOffset="97221.7336">6021 6502 0,'0'0'15,"0"-12"-15,-12 12 0,0-23 16,24 34 15,0 1-31,35 35 16,-36-35-16,25 11 16,-25-11-16,13 0 15,11 11-15,-23-11 16</inkml:trace>
  <inkml:trace contextRef="#ctx0" brushRef="#br0" timeOffset="97622.3758">6514 6666 0,'0'-12'16,"-12"12"-1,12 12 1,0 23-1,0-11 1</inkml:trace>
  <inkml:trace contextRef="#ctx0" brushRef="#br0" timeOffset="97871.3096">6819 6396 0,'-12'0'16,"24"0"-16,-24-11 0,0-1 15,1 0 1,11 47 0,11 24-1,1 11 1,-12 1-1,0-59-15</inkml:trace>
  <inkml:trace contextRef="#ctx0" brushRef="#br0" timeOffset="98071.5525">6748 6596 0,'-11'0'0,"22"0"0,-34-12 0,11 12 0,-11-12 15,11 12 1,0 0 0,36 0-16,-1 0 15,59-23 1,36-1 0,-95 13-16</inkml:trace>
  <inkml:trace contextRef="#ctx0" brushRef="#br0" timeOffset="98520.2103">7241 6208 0,'0'0'0,"0"-11"0,-11 11 0,11-12 16,0 24-1,11 35 1,-11-36-16,0 60 15,12-48 1,-12 48 0,0 11-1,0-12 1,12-34 0,-12-25-1,0-22 1,0-25-1,11-22 1,25-13 0,11 24-1,-36 36-15,25 11 16,-1 0-16,-12 11 16,1 24-1,-59 12 1,-59 12-1,-35-24 17,93-23-32,-34 0 0</inkml:trace>
  <inkml:trace contextRef="#ctx0" brushRef="#br0" timeOffset="99836.8831">4284 2183 0,'0'0'0,"0"-12"0,-12 0 16,0 12 0,12 12 31,12 12-47,-12-13 0,35 25 15,47 140 16,-35-94-15,-11-23 15,-36-48-31,23 24 16,-11-23 0,-1 0-1,-11-24 1,0 0-1,-23-23 1,11 24-16,1-25 16,11 25-16,-12-13 15,0 12 1,24 12 15,0 12-31,11 0 16,12 0-1,-23-1-15,0 1 16,-1-12 0,-11 12-1,-11-12 1,-36 12 0,-12 11-1,24-11 1</inkml:trace>
  <inkml:trace contextRef="#ctx0" brushRef="#br0" timeOffset="100851.7836">4894 3509 0,'0'0'0,"0"-12"16,0 1-1,12 11 16,0 11-15,-1 1-16,-11 0 16,0 0-16,24 93 15,-1 13 32,-11-107-47</inkml:trace>
  <inkml:trace contextRef="#ctx0" brushRef="#br0" timeOffset="101034.7123">4894 3732 0,'0'0'0,"-12"0"15,1-12-15,11 1 16,11 11-1,48 0 1,-12 23 0,-12-11-1</inkml:trace>
  <inkml:trace contextRef="#ctx0" brushRef="#br0" timeOffset="101933.9286">4882 4871 0,'24'-12'32,"-12"12"-32,-1 0 15,1 12-15,0-12 0,-1 11 16,1 1-16,0 0 0,0 0 15,-1-1-15,1 1 0,0 0 16,0-1-16,-12 1 0,58 59 31,-34-48-15</inkml:trace>
  <inkml:trace contextRef="#ctx0" brushRef="#br0" timeOffset="102150.7555">5152 4988 0,'0'0'0,"0"-12"0,0 0 16,0 24 30,-35 35-30,-24 12 0,48-47-16</inkml:trace>
  <inkml:trace contextRef="#ctx0" brushRef="#br0" timeOffset="106796.3447">4225 7347 0,'0'0'0,"-12"0"0,1 0 16,-1 0-16,0 0 16,0 0-16,1 0 0,-1 0 15,0 12 1,0-12 0,1 0-16,-1 0 15,0 0 1,24 0 15,281 0 0,-23-36-15,82 1 0,59 0-1,47 0 1,-341 23-16,235 0 15,-234 1 1,316-1-16,-70 0 31,-83 0-15,-69 1 0,-83-1-1,-106 12-15,24-24 16,-35 24-16,0 0 15,-12-11 1,-12 11 0,-70 11-1,11 13-15</inkml:trace>
  <inkml:trace contextRef="#ctx0" brushRef="#br0" timeOffset="118367.8581">8192 6420 0,'0'0'0,"-12"11"0,0-11 16,1 0-16,-1 0 16,0 0-16,1 0 15,-1 0-15,0 0 16,36 0-1,-13 0 1,13 0-16,187-11 16,211-48 31,-116 0-16,-295 59-31,36-47 31,-70 36-15,-1-1-1,1 0 1,11 12-16,0-23 16,1 23-16,11-12 0,-12 0 15,0 1 1,24 22 15,11 1-31,24 35 16,-35-24-16,35 48 31,-47-48-31,12 36 16,-47 0-1,-59-1 1,-12-11-1,59-35-15</inkml:trace>
  <inkml:trace contextRef="#ctx0" brushRef="#br0" timeOffset="121614.7119">8110 7558 0,'0'0'0,"12"-12"0,-12 1 0,0-1 16,11 0-16,-11 0 0,0 1 0,0-1 16,0 0-16,12 1 0,-12-1 0,0 0 15,0 0-15,0 1 16,0 22 15,0 13-31,0 140 31,23-70-15,1-24 0,-1-11-1,-23-47 1,12 11-1,0-11-15,-12 0 16,0-24 0,0 0-1,-12-23 1,12-12 0,12-12-1,11 36-15,24-12 16,-35 23-16,23 12 15,12 12 1,-23 23 0,-13 24-1,-11-48-15,0 25 16,12-25-16,-12 1 16,12 12-16,0 11 15,35-23 16,-36-12-31</inkml:trace>
  <inkml:trace contextRef="#ctx0" brushRef="#br0" timeOffset="121798.2087">8826 7722 0,'0'0'0,"-12"0"0,12-11 16,-12 11-16,24 0 16,47-12-1,-24 12 1</inkml:trace>
  <inkml:trace contextRef="#ctx0" brushRef="#br0" timeOffset="121947.9343">8967 7769 0,'0'0'0,"-12"0"0,0 0 16,-11 0-1,34-11 1,36-1 0,12-12-16</inkml:trace>
  <inkml:trace contextRef="#ctx0" brushRef="#br0" timeOffset="123729.0905">9542 7464 0,'0'12'0,"23"-12"15,-23-12-15,12-11 16,0 11-16,-1-11 16,-11 11-16,0 0 0,12 0 0,-12-11 15,12 11-15,-12 0 0,0 1 0,0-1 16,0-35 0,-47 59 15,12 187 16,46 36-16,1-153-15,12-35-1,-24-35-15,11 23 16</inkml:trace>
  <inkml:trace contextRef="#ctx0" brushRef="#br0" timeOffset="124145.3198">9412 7793 0,'0'0'0,"-11"-12"0,-1 12 0,0 0 0,-23-12 16,23 1-1,83-13 1,34-11 15,13-24-15,-83 48-16,59-60 16,-71 48-16,24-59 15,-23-24 1,-13 36-1,-11 34 1,-11 25 0,-1 11-16,0 35 15,12-23-15,-23 58 16,-1 47 0,13 12-1,-1-23 1,12-83-16,35 24 15,-35-35 1,12 0-16,35 0 16,-12-12-16</inkml:trace>
  <inkml:trace contextRef="#ctx0" brushRef="#br0" timeOffset="124528.3416">10105 7464 0,'0'0'0,"-12"-11"0,0 11 0,-11 0 15,23-12 1,35 12 0,-11 0-16,58 0 15,-59 0 1,36 0-16,-24 0 15,-47 0 17,1 12-17,-36 23 1,35-24-16,-35 36 16,35-47-16,1 24 15,11-12 1,58-12-1,36-12 1,12-23 0,-83 35-16,36-47 15</inkml:trace>
  <inkml:trace contextRef="#ctx0" brushRef="#br0" timeOffset="124795.0804">10539 7077 0,'0'0'0,"-12"0"0,12-12 16,-11 12-1,58 35 1,35 24 0,23 35-1,-22 23 1,-72-93-16,1 93 15,-12-82-15,-23 1 0,-48 69 16,-70 1 0,-23-24-1,117-70-15</inkml:trace>
  <inkml:trace contextRef="#ctx0" brushRef="#br0" timeOffset="131505.5995">5399 2911 0,'-12'0'0,"0"0"62,24 0 16,0 0-78,-1 0 16,13 0-1,-1 11 1,1 1 0,-12-12-16,11 12 15,-11-12-15,35 12 16,-36-12 0,25 11-16,22 1 15,-22 0 1,11-1 15,11 1-15,-46-12-16,23 12 15,-11-12-15,-13 0 0,25 12 16,22-1 0,-11 1-1,0 0 1,12 0-1,-47-1-15,34-11 16,-34 12-16,0-12 0,47 12 16,-1 0-1,1 11 1,-12-11 0,12 0-1,-1 11 1,-46-23-1,35 23 1,-35-23-16,11 12 16,12 0-1,12 11 1,-11-11 0,11 0-1,-1 0 1,-10-1-1,-1 13 1,12-12 0,-12-12-1,12 23 1,-24-11 0,13 0-1,11 11 1,-12-11 15,-12-1-15,1 1-1,-13-12-15,1 12 16,0-12-16,0 0 16,11 12-1,1-1 1,-13-11-1,-11-11 48,0-1-32,0 0 0,-11 12-15,-36-12-16</inkml:trace>
  <inkml:trace contextRef="#ctx0" brushRef="#br0" timeOffset="133419.9795">7394 3380 0,'0'-12'63,"0"1"-32,-12-1 16,0 12-31,-35 12 15,-11 70 0,34-24-15,24 1-1,0-12 1,24 0 15,-13-35-31,36 11 16,-23-11-16,35-12 16,11 0-1,0-12 1,-23 0-1,-11-34 1,-25 34-16,1-35 16,0 12-16,-12-24 15,-12-11 1,-23 11 0,-12 12-1,12 23 1,-12 13-1,35 11-15,-47 0 32,48 0-32,-36 23 15,-12 24 1,12 24 0,0 22-1,24-34 1,23-47-16,0 35 15,0-35-15,23 11 16,24-11 0,12-12-1,-24-35 1</inkml:trace>
  <inkml:trace contextRef="#ctx0" brushRef="#br0" timeOffset="135817.669">8028 8016 0,'0'-12'15,"0"24"-15,0-36 0,-12 13 16,0 11 15,0 0-31,12 11 16,0 1-16,0 0 0,0 0 16,0-1-16,12 1 0,-12 0 0,12 0 15,82 46 1,129-69 15,-12-83 0,-188 70-31,83-164 47,-94 165-47,-12-83 16,-47-46-1,-24 23 1,48 93-16,-59-22 16,11 34-16,-22 13 15,-60 22 1,24 36 0,35 59-1,24 46 1,34 13-1,36-130-15,0 94 16,0-94 0,36 47-16,22 12 15,24-23 17,36-36-17,58-35 1,-47-47-1,-23-23 1,-24-24 0,-47-24-1,-23-11 1,-36-12 0,24 94-16,-70-93 15,46 104-15,-46-46 16,-71 35-1,-23 47 1,11 59 0,48 47-1,93-83 1,0 118 0,12-118-16,35 36 0</inkml:trace>
  <inkml:trace contextRef="#ctx0" brushRef="#br0" timeOffset="139282.2986">5504 2981 0,'-11'0'15,"11"-12"-15,11 12 110,1 0-110,0 12 15,0-12-15,93 47 32,59 12-1,13-1 0,-154-58-31,141 59 31,-140-59-31,46 23 16,12 1 0,-11-1-1,-48-23-15,36 24 16,-36-24-16,36 12 16,-35-1-1,-13-11-15,48 24 0,11-12 31,-23-1-15,12 1 0,0 0-1,-12 0 1,-36-1-16,25 1 16,-25-12-16,13 12 15,-1-12 1,-23-12 31,-11 12-47,-60-47 15</inkml:trace>
  <inkml:trace contextRef="#ctx0" brushRef="#br0" timeOffset="140279.3652">5434 2969 0,'-12'0'0,"0"0"16,1 0 15,34 0 16,-11 12-31,0 0-16,46 11 15,130 24 16,23 35 16,-117-46-31,0-13 0,12 0-1,-1 1 1,-11-1-1,-12-11 1,-58 0-16,58 0 16,-58-1-16,34 1 15,1 12 1,0-13 0,-12 1-1,-1 0 1,-34-12-1,35 12 1,-35-12-16,11 11 16,24 1-1,-11-12 1,-1 0 0,-24 0-16,1 0 15,0 0-15,-24-12 31,-11 1-15,-71-25 0,70 25-16</inkml:trace>
  <inkml:trace contextRef="#ctx0" brushRef="#br0" timeOffset="141095.7807">5727 3004 0,'12'0'93,"12"0"-77,-13 12-16,48 12 16,47-1-1,-83-11-15,71 23 16,-59-35-16,129 47 16,1-12-1,11 0 1,-35 1-1,-36-1 1,1-12 15,-94-23-31,70 24 16,-59-24-16,24 12 16,24-1-1,-36 1 1,-12-12-1,-11 0 1,0 0 15,-36 0 1,13-12-32,-72-23 15,48 23-15</inkml:trace>
  <inkml:trace contextRef="#ctx0" brushRef="#br0" timeOffset="145958.2235">7394 3357 0,'0'-12'0,"-12"12"0,12-12 32,0 0 30,0 1-46,0-1-1,-12 12 17,12-12-32,-11 12 31,-1 12-16,-12 0 1,-11 23 0,23-35-16,-11 35 15,23-23-15,-12-12 0,1 47 16,-1 0 0,12 11-1,23-11 1,12-11-1,-23-36-15,12 23 16,-13-23-16,48 12 16,12-12-1,-13-24 1,-11 1 15,0-36-15,-12-11-1,-23-36 1,-35 47 0,-1 12-1,-11 0 1,-12 36 0,-23-1-1,58 12-15,-59 12 16,48-12-16,-36 35 15,1 12 1,11 23 0,35 12-1,47-11 1,-23-59 0,58 23-1,-46-35-15</inkml:trace>
  <inkml:trace contextRef="#ctx0" brushRef="#br0" timeOffset="149137.7631">3861 7805 0,'0'-12'0,"0"24"0,0-36 0,0 12 0,0 1 16,0-1-16,0 0 0,0 0 0,-12 12 16,12-11-16,-11 11 15,11 11 1,0 1-1,0 0-15,0 47 16,23 128 15,-23-163-31,35 58 16,-23-70-16,12 23 16,-13-12-1,-11-46 32,-11-36-31,11-35-1,0 12 1,35 24 0,0 46-1,24 24 1,-24 46-1,-23-34-15,23 34 16,-23-46-16,-1 0 16</inkml:trace>
  <inkml:trace contextRef="#ctx0" brushRef="#br0" timeOffset="150269.4416">4143 7992 0,'0'0'0,"12"0"31,-12 12-15,11-12-1,-11 24-15,0-13 16,0 1-16,0 35 16</inkml:trace>
  <inkml:trace contextRef="#ctx0" brushRef="#br0" timeOffset="150729.3648">4378 8028 0,'-24'-24'31,"24"12"-31,-12 12 16,12 12 46</inkml:trace>
  <inkml:trace contextRef="#ctx0" brushRef="#br0" timeOffset="151269.1622">4530 7758 0,'0'0'0,"0"-12"0,-12 12 16,1 0-16,-1 0 16,12 12-1,0 46 1,0-11 0,0-35-16,12 23 15,-1-11 1,1-13-16,12 1 15,-1-12 1,-11-35 0,0-12 15,-12 35-31,0-11 16,11 23-1,-11 12 1,36 11-1,-1-11 1,0-12 0,-23 0-16,23-24 15,-12 13-15,-11-13 16,-12 1 0,-47-13-1,12 1 1,23 23-1,1 12-15,11 12 16,23-12 0,-11 12-16</inkml:trace>
  <inkml:trace contextRef="#ctx0" brushRef="#br0" timeOffset="151519.0953">5129 7629 0,'0'0'15,"-12"-12"-15,0 0 0,1 0 0,-1 12 16,35 12 0,-11 0-1,-12 0-15,23 35 16,-11-36-1,0 36-15,0 12 16,-12-24 0</inkml:trace>
  <inkml:trace contextRef="#ctx0" brushRef="#br0" timeOffset="152134.8739">5140 7793 0,'0'0'0,"-23"-12"16,11 12-16,-11 0 0,-24 0 16,12-12-1,46 12 1,13 0-16,46 0 16,-46-11-16,46-25 15,24-10 1,-12-25-1,-23-23 1,-59 71-16,12-59 16,-12 70-1,0-23 1,-12 35 0,12 11-1,12 48 1,-1 35-1,1 12 1,0-83-16,11 71 16,-23-82-16,12 35 15,12 0 1,-24-36 0,0-22-1,0-36 1,0 35-16,0-47 15,23 47 1,0-34-16,24 22 16,0 12-1,12 12 17,-47 12-32,0 12 15,-12-13-15,-47 36 16,-59 0-1,-23 0 1,47-23 0</inkml:trace>
  <inkml:trace contextRef="#ctx0" brushRef="#br0" timeOffset="153682.9973">7523 3263 0,'-12'0'47,"0"-12"-16,12 0-16,-11 12-15,-1-12 16,0 12-16,-46-11 31,46 11-15,-59 47 15,36 0-15,23-36-16,-11 36 15,23 24 1,0-1 0,23-11-1,24-12 1,0-24 0,0-23-1,-23 0-15,23-11 16,-24-1-16,12-23 15,12-12 1,-23-24 0,-24-11-1,-24 59-15,-11-48 32,23 59-32,-23-23 15,-12 12 1,0 23-1,-11 11 1,11 36 0,35-35-16,-23 35 15,23-23-15,12-1 0,-23 36 16,23 35 0,23-24-1,24-23 1,12-24-1,46-11 1,-23-35 0,-23-24-1,-12-24 1,-35-23 0,-24 1 15,-82-13-16,-23 71 1,11 23 0,12 59-1,36 47 1,34-12 0</inkml:trace>
  <inkml:trace contextRef="#ctx0" brushRef="#br0" timeOffset="156013.3486">6032 7676 0,'-11'0'0,"11"-12"0,-12 12 16,12-12-16,-12 12 16,12-12-16,24 12 15,-13 0-15,1-11 0,0 11 0,11 0 16,-11-12-16,12 12 0,-13 0 0,1 0 15,12 0-15,-13-12 0,1 12 16,11 0-16</inkml:trace>
  <inkml:trace contextRef="#ctx0" brushRef="#br0" timeOffset="156181.8157">6138 7711 0,'0'0'15,"-82"35"1,47-23 15,46-12-31,36-12 16,36-23-1,-60 23-15,47-23 16,-46 23-16,-12 0 0</inkml:trace>
  <inkml:trace contextRef="#ctx0" brushRef="#br0" timeOffset="156430.5913">6326 7523 0,'0'-12'0,"0"24"0,-59-59 15,47 35-15,-23 1 16,12 11 0,46 11-1,48 24 1,23 1 0,-1 11-1,-46-12 1,-58 0 15,11-23-31,-71 35 16,59-36-16,-34 13 15,10-1 1,36-11 0</inkml:trace>
  <inkml:trace contextRef="#ctx0" brushRef="#br0" timeOffset="157613.2385">6654 7652 0,'0'-12'0,"0"1"16,0-1-16,0 0 15,0 0-15,12 1 16,-12-1-16,0 0 0,-12 12 31,1 0-15,11 24 0,-12 58 15,24-47-16,23-12 1,0-23 0,12 0-1,-47-11-15,24-1 16,-13 0-16,-11 1 0,12-13 16,0-23-1,-12 24 1,0 11 15,0 24-15,0 11-16,0 12 15,0-11-15,23 58 16,24 24 0,-23-24-1,-13-35 1,-11-36-16,0 13 15,-11-24-15,-1 0 16,-35-24 0,0-11-1,24-23 1,34 11 0,36-12-1,-35 47-15,47-23 16,-48 35-1,13-12-15</inkml:trace>
  <inkml:trace contextRef="#ctx0" brushRef="#br0" timeOffset="160993.6594">6960 7945 0,'0'0'0,"0"-11"0,11 11 15,-11-12-15,0 0 16,0 1-1,-11 11 1,11 11 0,0 1-1,-12 0-15,12 70 16,23 141 31,142 0-16,-36-118 0,-82-69-15,-12-25 0,-23-11-16,23 0 15,-12 0-15,71-11 16,24 11-1,11-24 1,-12 24 0,-35-12-1,-70 12 1,23-11 0,-35-1 30,0 0-30,0 1-16,0-1 16,-12 0-1,1-11 1,-1 11 0,0 12-1,12 12 1,0 11-1,35 12 1,-35-23-16,24 23 16,-12-23-1,-1 0-15,1 11 16,-35 1 15,-13-1-15,-34 1-1,47-13-15,-1-11 0</inkml:trace>
  <inkml:trace contextRef="#ctx0" brushRef="#br0" timeOffset="162191.5258">8356 8485 0,'0'0'0,"0"-11"16,0-1-1,12 12-15,-12-12 0,0 0 16,0 1 0,0-1-1,-12 12 1,12 12 15,0-1-31,35 48 31,36-12 1,-36-24-17,-23-23-15,11 0 16,-11 0 0,0-11-16,11-36 31,1-12-16,-13-23 1,1 59 0,-12 11-16,0 0 15,0 24 1,-12 23 0,-11 35-1,23 24 1,0-70-16,-12 58 15,12-59-15,0 1 0,0 46 16,0 1 0,12-24-1,11-24 1,-11-11 0</inkml:trace>
  <inkml:trace contextRef="#ctx0" brushRef="#br0" timeOffset="162659.1072">8931 8532 0,'0'0'16,"-11"0"-16,-1 0 15,35 0 1,-11 0 0,105 0-1</inkml:trace>
  <inkml:trace contextRef="#ctx0" brushRef="#br0" timeOffset="162825.7536">9060 8614 0,'-23'12'15,"46"-24"-15,-93 24 16,58 0-16,1-12 16,22 0-1,36 0 1,47-24 0,-47 1-16</inkml:trace>
  <inkml:trace contextRef="#ctx0" brushRef="#br0" timeOffset="163174.0624">9495 8345 0,'0'0'0,"0"-12"0,0 0 0,0 0 16,0 1-1,-24-1 1,-11 12 0,23 12-16,-23-1 15,35 1-15,-12 0 0,1 23 16,11 35 0,23 1-1,0 11 1,1 0-1,-12-35 1,-1-35-16,-11 23 16,0-23-16,0-1 15</inkml:trace>
  <inkml:trace contextRef="#ctx0" brushRef="#br0" timeOffset="163540.5128">9319 8673 0,'0'0'0,"-12"-12"16,0 1-16,0 11 0,-23-24 16,12 12-1,34-11 1,60-12 0,58 0-1,35-24 1,-46 0-1,-60-11 1,-46 11 0,-24 36-1,-11 11 1,-12 47 0,11 47 15,12 0-31,24 1 31,0-1-15,11-24-1,-11-46-15,0 0 16</inkml:trace>
  <inkml:trace contextRef="#ctx0" brushRef="#br0" timeOffset="163922.532">9952 8391 0,'0'0'16,"-11"-11"-16,22 11 16,1 0-1,35 0-15,35 0 31,-11 11-15,-60-11-16,1 12 16,-12 0-16,-12 0 15,-46 23 1,11 0 0,0-23-1,35 11 1,24-11-1,70-12 1,0-12 0,12 1-1,-12-36 1</inkml:trace>
  <inkml:trace contextRef="#ctx0" brushRef="#br0" timeOffset="164189.3249">10410 8098 0,'0'0'0,"-12"-12"0,12 1 15,0-1-15,12 24 16,12 11 0,46 36-1,-11 35 1,-12 0-1,-36 11 1,-69 12 0,-83 13-1,94-107-15,-141 83 16,141-95 0</inkml:trace>
  <inkml:trace contextRef="#ctx0" brushRef="#br0" timeOffset="176844.1422">9143 3345 0,'-12'0'62,"0"0"860,0 0-860,12-12 1,-11 0-32,11 24 1094,0 0-1094,11-12-15,-22 0 47,-1 0-48,0 0-15,0 0 16</inkml:trace>
  <inkml:trace contextRef="#ctx0" brushRef="#br0" timeOffset="177726.5316">9495 3227 0,'0'0'16,"0"-11"-16,0-1 0,-12 12 0,12-12 15,-12 1-15,12-1 0,-12 12 16,12-12-16,-11 12 0,11-12 0,0 1 16,-12 11-16,12-12 15,0 24 32,12-12-47,23 58 16,-23-46-16,11 23 15,1-11 1,11 11-16,12 0 16,0-23 15,-12 0-15,-23-12-16,11-12 15,1-23 1,-24 23-16,23-35 15,-23 23-15,12-22 16,-12-1 0,0 23-1,0 12 1,0 24 0,-12 23-1,-11 36 1,-1 23-1,-11 35 1,-12 12 0,12 11 15,23-81-31,0-60 16,12 36-1,12-47 1,-12-11-16,23-25 15</inkml:trace>
  <inkml:trace contextRef="#ctx0" brushRef="#br0" timeOffset="178276.2026">9448 3157 0,'0'0'0,"-12"0"0,12-12 0,-12 12 16,12-11-16,-12 11 0,12-12 0,-23 12 31,35 12 0,93 105 0,13 12 1,-83-82-17,0 0 1,-23-35 15,0-12-15,-12-36-1,11-22 1,1-24 0,0 58-16</inkml:trace>
  <inkml:trace contextRef="#ctx0" brushRef="#br0" timeOffset="178625.2426">9882 2981 0,'0'0'0,"0"-12"16,-12 36 15,-11 46-15,-12 36-1,-12 23 1,-24 35 15,12 1-15,24-48-1,24-105-15,-1 46 16,12-34-16,0-1 16,0-11-1,0-24 17,12 12-32,-1-11 15,1-13 1,0-11-1,-12 11 1</inkml:trace>
  <inkml:trace contextRef="#ctx0" brushRef="#br0" timeOffset="188049.5879">9624 2735 0,'0'0'16,"11"-12"-16,-11 0 0,0 0 0,0 1 15,0-1-15,-11 12 32,11 12-17,-35 35 16,11-12-15,12-23 0,1-12-1,11-12 1,11-23 0,13-12-1,-12 23 1,-1 24-1,24 12 1,12 35 0,-35-24-16,47 48 15,0 23 1</inkml:trace>
  <inkml:trace contextRef="#ctx0" brushRef="#br0" timeOffset="188283.1053">10351 3145 0,'0'0'0,"-11"0"0,-1 0 31,35 0-16,-11 0-15,35-11 16,12 11 0,-12-24-1</inkml:trace>
  <inkml:trace contextRef="#ctx0" brushRef="#br0" timeOffset="188798.5302">10797 2922 0,'0'0'0,"0"-11"16,-11-1 0,11 24-1,0-1 1,23 25 0,12-1-1,1-12 1,-25-23-16,36 0 15,0-12 1,-35 1-16,11-13 16,1-11-1,-24 23-15,12-23 16,-12 23 0,11 12-16,-11 24 31,12 35-16,-12-36-15,12 71 16,-12-59-16,0 47 16,12 24-1,-1-24 1,1-23 0,-12-24-1,-12-35 1,-11 0-16,-12-47 15,23 35-15,0-23 16,12-35 0,82-1-1,0 1 1</inkml:trace>
  <inkml:trace contextRef="#ctx0" brushRef="#br0" timeOffset="198223.3701">4835 7922 0,'12'0'47,"-12"-12"125,12 12-172,-12-11 0,35-1 16,-11 12-1,-13 0 1,1 0 0,-12 12-16,0-1 15,0 1-15,0 0 16,-12-1-16,12 1 0,-11 12 31,-25 23 0,48-47 1,35-24-17,35 1 1,-11-13-1,-25 25 1,-34-1 0,-24 12 46,1 0-62,-1 0 16</inkml:trace>
  <inkml:trace contextRef="#ctx0" brushRef="#br0" timeOffset="206298.1788">9612 3791 0,'0'0'0,"-12"-12"16,1 12-16,-1 0 0,0 0 15,0 0-15,12-12 16,-11 12-16,-1 0 16,0 0-16,12-11 15,-12 11-15,1 0 16,-1 0-16,0 0 16,12-12-16,-12 12 15,24 0 16,129 59 1,12-36-17,34-23 1,36 0 0,12-12 15,-176 1-31,222-25 15,-210 25-15,152-36 16,47-35 0,-24-59-1,-46-24 1,-153 118-16,70-70 16,-58 23-16,-12 12 15,-24 35-15,1-129 16,-24 141-16,-71-83 15,-70-58 1,-117 12 0,-82 35-1,246 106-15,-305-48 16,305 59 0,-199-11-16,-71 46 31,35 60-16,36 69 1,222-93-16,-105 117 16,129-117-16,0-1 0,-70 118 15,35 71 1,94-36 0,82-35-1,82 0 1,93-59-1,-186-93-15,280 35 16,-257-48-16,246-34 16,176-71-1,-399 59 1</inkml:trace>
  <inkml:trace contextRef="#ctx0" brushRef="#br0" timeOffset="209212.7063">11560 2922 0,'-12'0'16,"12"12"-16,-11-12 0,22-12 47,13 12-47,-1 0 15,-11 0-15,12-11 0,-1 11 0,1-12 16,152 0 15,-129 0 1,-47 1-17</inkml:trace>
  <inkml:trace contextRef="#ctx0" brushRef="#br0" timeOffset="209673.6226">12570 2547 0,'0'0'16,"0"-12"-16,11 0 0,1 1 0,11-13 31,1 12-15,-12 36 0,-12-1-1,0 48 1,-24 23-1,24-24 1,24-23 0,-13-35-16,48 23 15,-47-35-15,47 12 16,23-12 0,-12-24-1,-23 1 1,-23 11-1,-1-11 17,-11 23-17</inkml:trace>
  <inkml:trace contextRef="#ctx0" brushRef="#br0" timeOffset="217370.8115">10915 3779 0,'11'0'16,"1"0"-16,0 0 15,-24 0 282,12-12-297,0 24 78,0 0-62,0 0-16,0-1 0,0 1 15,0 0-15,0 70 16,0 35 31,12-70-16,-12-59 0,0-11-15,0 11-16,-12-46 16,12 46-16,0-12 0,-12-34 15,12-1 1,0 36 0,0 34 15,0 1-16,12 23 1,-12-11-16,0 58 16,0-47-16,0 35 15,-12 24 1,12-11 0,0-25-1,0-34 1,0-13-1,0-34 1,0-47 0,12-48-1,0-11 1,0 23 0,-1 71-1,-11 47 16,0 35-31,-11 70 32,-1 24-17,12-117-15,0 93 16,23-94-16,-23 48 16,24 11-1,-24-12 1,-12-34-1,-11-25 1</inkml:trace>
  <inkml:trace contextRef="#ctx0" brushRef="#br0" timeOffset="217854.337">10645 4319 0,'0'0'0,"-12"0"0,0-12 0,1 12 0,-13-12 31,36 12-15,-12 12-16,82 35 15,-59-35-15,60 47 16,11 34 0,-24 1-1,-23-23 1,-35-48-16,11 1 15,-23-24 17,12-12-32,0-70 15,11-36 1,24-11 0,0 35-1,-35 83-15,-1-24 16,-11 46 15,0 1-15,-35 70-1,-12 24 1,-23 35 0,46-94-16,-70 117 15,71-129-15,-24 59 16,35-71-16</inkml:trace>
  <inkml:trace contextRef="#ctx0" brushRef="#br0" timeOffset="222815.7663">7429 3298 0,'12'0'78,"0"-12"-47,-12 0-15,0 1-1,11-13 1,-34 1 15,11 23-15,-23-12-1,0 12 1,-1 23 0,1 24-1,0 0 1,12 0 0,11 24-1,12-60-15,0 48 16,0-47-16,12 23 15,11 12 1,24-23 0,12 11-1,-1-24 1,-34-11 0,34 12-1,-46-12-15,23 0 16,12-23-1,-11-12 1,-1-24 0,-35-23-1,-12 0 1,12 70-16,-23-59 16,-24 24-1,11 0 1,1 12-1,-12 24 1,36 11-16,-25 0 16,25 0-1,-25 11-15,-22 24 16,11 24 15,23 0-15,13-47-16,-1 46 15,12-34-15,0-13 0,-12 36 16,12-35-16,12 47 16,23 0-1,0-24 1,12-24 0,12 1-1,0-12 1,-48 0-16,48-23 15,0-24 1,-12-12 0,-24-11-1,-23-1 1,-12-11 0,1 70-1,-25-46 1,36 46-16,-35-12 15,-24-11 1,1 35 0,-13 0-1,60 12-15,-48 11 16,35-11-16,-11 35 16,0 12-1,12 23 1,23 0-1,11 0 1,36-11 0,0-36-1,-35-23-15,47 11 16,-48-23 0,36 0-16,12 0 31,-12-23-16,12-13 1,-48 25-16,13-24 16,-12 23-16,23-35 15,-23-24 1,-12-11 0,-24 0-1,-23 23 1,-23 24-1,46 35-15,-58 0 16,12 35 0,23 12-1,23 24 1,12-13 0</inkml:trace>
  <inkml:trace contextRef="#ctx0" brushRef="#br0" timeOffset="225246.7742">10598 5270 0,'0'0'0,"0"-12"15,0 0-15,0 0 16,-12 12-16,0 0 16,1 0 15,11 12-31,-12 0 15,12 0-15,-35 93 32,35-70-17,23-11 1,36-12 0,0-24-1,-1-35 1,-46-12-1,-36-35 17,-34-11-17,-13 23 1,13 58 0,46 24-16,-35 12 15,47 11-15,0 1 16,23 23-1,36 11 1</inkml:trace>
  <inkml:trace contextRef="#ctx0" brushRef="#br0" timeOffset="225595.9683">10926 5035 0,'0'0'0,"12"-12"0,-12 0 16,0 1 0,0 22-1,0 13 1,0 35 0,0 34-1,-12-10 1,12-13-1,36-35 1,-25-35-16,60 12 16,-48-12-16,48-12 15,34-11 1,-34-1 0,-48 1-1,-23 11 1</inkml:trace>
  <inkml:trace contextRef="#ctx0" brushRef="#br0" timeOffset="225930.127">10375 5669 0,'0'0'0,"-24"0"0,1 0 0,-24 0 16,24-12 0,93 0-1,-35 12-15,82-12 16,-58 1-16,117-1 16,-47 0-1,59 0-15,47-23 16,-83 12-1,-81-12 17,-59 11-17,-59 12 1,-36 12 0</inkml:trace>
  <inkml:trace contextRef="#ctx0" brushRef="#br0" timeOffset="226748.1319">10727 5939 0,'0'0'16,"0"-12"-16,0 0 0,0 0 0,12 12 16,-12-11-16,0-1 0,-24-12 31,-81 71 0,22 47 0,72-82-31,22 58 32,48-58-17,23-24 1,-58 12-16,34-35 15,-46 23-15,0-11 16,11-12-16,-23 23 16,0-94-1,-23 83-15,-12-59 16,-24 23 0,12 47-1,24 48 1,11-13-16,35 47 15,-23-46-15,36 35 16</inkml:trace>
  <inkml:trace contextRef="#ctx0" brushRef="#br0" timeOffset="227294.1009">10997 5903 0,'-12'-11'0,"24"22"0,-24-34 16,12-1-16,0 13 16,0-1 15,0 35-31,0 1 16,0-12-16,12 35 15,0 0 1,-1-12-1,1-12 1,12-11 0,-13-24-1,1 0-15,12-34 16,-24 34-16,23-23 16,0 11-1,1 48 1,-1 11-1,-11-23-15,12 23 16,-13-24 0,1 1-16,0-12 15,0 0-15,46 0 16,-46-12-16,23-11 16,-11-47-1,-24-36 1,-12 82-16,0-46 15,0 47-15,-11-13 16,11 36 0,12 47-1,24 24 1</inkml:trace>
  <inkml:trace contextRef="#ctx0" brushRef="#br0" timeOffset="227444.5337">11783 5997 0,'0'0'0,"12"0"0,-12-11 16,-24-1-1,1 0 1,-24-23 0,47 11-16</inkml:trace>
  <inkml:trace contextRef="#ctx0" brushRef="#br0" timeOffset="231207.5607">10293 6173 0,'0'0'0,"-12"0"0,12-11 16,-12 11-16,12-12 15,-11 12 1,11-12-16,11 12 62,1 12-46,0-12-16,46 23 16,130 36 15,106 23 16,-259-70-47,129 11 15,-129-23-15,83 0 16,11 0 0,12-23-1,-12-12 1,0-12 0,-94 23-16,82-46 15,-93 46-15,35-46 16,-13-36-1,-34-35 1,-47-11 0,-35 11-1,58 106-15,-94-94 16,71 94 0,-47-59-1,-36-12 1,-11 24-1,-11 23 1,-36-11 0,35 35-1,-12-1 1,1 13 0,34 23-1,1 0 1,82 12-16,-106 23 15,106-35-15,-36 23 16,36-11-16,-94 47 16,105-36-1,-46 36-15,11 46 16,36 48 15,46 0-15,24-1-1,-35-117-15,70 130 16,-58-130-16,46 82 16,36 12-1,-12-23 1,11-12 0,24-24-1,-105-58-15,128 12 16,-117-24-16,95 0 15,46-12 1,-24-23 0,13-12-1,-1-12 1,-117 35-16,94-69 31,-106 69-31,70-81 16,13-72-1,-36-10 1,-47 34 0,-82 12-1,35 106-15,-128-129 16,104 129-16,-116-83 16,-95 1-1,-23 35 1,-23 35-1,223 35-15,-118 12 16,129 0-16,0 12 0,-81 35 16,-25 58-1,13 36 1,23 47 0,58 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0:22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 6619 0,'0'12'93,"12"-12"-77,-1 12-16,13-12 16,23 11-1,117-11 16,-129 0-31,224 0 32,-212 0-32,82 0 15,82-11 1,24-1 0,-177 12-16,236-23 15,-212 23 1,164-12-16,106-12 15,12 24 1,0 0 0,0 0 15,-270 12-31,176 0 16,-176-12-16,269 23 15,1-11 1,-12 0-1,0-1 1,-11 1 0,-259 0-16,164 0 15,-175-12-15,11 0 0,153 11 16,58 1 0,1 0-1,-1 0 1,-23-1-1,0 1 1,-200-12 0,130 0-1,-59 0-15,46 12 16,83-12 0,0 0-1,12-12 1,11 0-1,-222 12-15,234 0 16,-235 0-16,165 0 16,82-11-1,-12 11 1,12 0 0,-235 0-16,153 11 15,-165-11-15,165 12 16,-165-12-16,224 12 15,-13 0 1,-11-12 0,-11 11 15,-25-11-15,-187 0-16,118 0 15,-119 0-15,1 0 0,106 0 16,47 0-1,-24-11 1,0 11 0,-12-12-1,-12 12 1,-116 0-16,105 0 16,-106 0-16,59 0 15,35 0 1,-35 0-1,-36 0 1,-46 0 0</inkml:trace>
  <inkml:trace contextRef="#ctx0" brushRef="#br0" timeOffset="8702.6156">4202 6314 0,'0'-12'15,"-12"12"110,0 0-109,12-11 31,12 11 969,-12 11-1001,0 1 345,12-12-360,-12 12 0,11 0 0,1-12 15,0 11-15,11 1 0,1-12 0,-1 12 16,1 0-16,11-12 0,-12 11 0,24 1 15,-11-12-15,10 12 0,1-1 0,12-11 16,-12 12-16,12-12 0,-1 12 0,330 0 31,187-36 1,-141-58-1,-94-35 0,-222 46 0,-107 60-31,60-60 16,-59 48-16,23-36 16,-23-35-1,-71 0 1,-70 0-1,70 71-15,-140-36 16,128 36-16,-11 11 0,-176-23 16,-106 11-1,-12 13 1,1 57 0,-1 25-1,59 35 1,247-83-16,-141 106 15,164-105 1,-47 58-16,24 12 31,58-12-15,70-12 0,-34-46-16,82 23 15,-71-36-15,12 1 0,105 12 16,106-24-1,-23 0 1,-70 0 0,-95-12-1,-23 0 1,-35 0 0,-1 12-16,1 0 15,-12-11 1,12 11-1,-12-12 1,12 12 0,-24 0 593,12 12-593,0-24 171,-12 0-171,12 0-16,-12 1 0,12-1 0</inkml:trace>
  <inkml:trace contextRef="#ctx0" brushRef="#br0" timeOffset="10694.0243">5880 5645 0,'0'-12'141,"0"1"-125,0-1-16,0 0 0,12 0 15,-12 1-15,11-13 0,1 13 0,-12-1 16,12 0-16,0-11 0,-1 11 0,1 0 16,0 0-16,11-11 0,-11 11 0,11 0 15,1 1-15,-1-1 0,189-58 31,105 23 1,-71 117-1,-164 12 0,-58-23-15,-1-12-1,1 0 1,-13-24 0,-11-11-16,12 0 31,-24-24 0,-11 0-15,-24-11-1,-35-24 1,-12 0 0,59 23-1,23 24 1,12 12 0,23 0-1,24 23 1,24 12-1,-48-47-15,48 47 16,-60-47 0,36 23-16,-11 1 15,-13-12 17,-11-12-17,-12-12 1,11 0-1,13-35 1,23-11 0,-12-1-1,-11 24 1,-24 23 0,-12 0 624,0 12-624,0 0-16</inkml:trace>
  <inkml:trace contextRef="#ctx0" brushRef="#br0" timeOffset="11121.6939">7218 5540 0,'0'0'15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0:46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8474 2101 0,'0'12'125,"0"-1"-109,0 1 0,0 0-16,-12 11 15,12-11-15,0 0 31,141-71 16,340-129-15,-411 165-32,59-48 0</inkml:trace>
  <inkml:trace contextRef="#ctx0" brushRef="#br0" timeOffset="3212.8769">3122 3685 0,'0'-12'32,"0"1"15,0-1-1,12 12-14,-12 12 124,11-12-109,1 0-32,0 0-15,0 0 16,-1-12-16,60-11 16,46-24-1,12-12 1,-11 24 0,-36-1-1,-47 25 1,-23 11-1,-24 11 17,-12 1-32,13 0 15</inkml:trace>
  <inkml:trace contextRef="#ctx0" brushRef="#br0" timeOffset="8025.3633">1713 5645 0,'-11'-12'31,"-1"12"-31,35 0 188,-11 0-173,0 0-15,0-11 0,-1 11 0,1 0 16,117-12 0,106-12 15,58 13 16,-46 11-16,-142 11-15,1-11-1,-12 0 1,-71 0-16,71 12 15,-70-12-15,35 0 16,23 0 0,-12 0-1,-58 12-15,47-12 16,-48 0-16,48 0 16,-47 12-1,58-12-15,-58 0 16,47 11-16,11 1 31,-11-12-15,-1 0-1,1 0 1,-47 0-16,35 0 16,-12 0-16,0 0 15,24 0 1,-12 0-1,11 12 1,-46-12-16,23 0 16,-11 0-16,11 0 15,-12 0-15,24 0 16,-35 0-16,35 0 16,0 0-1,12 0 1,11 0 15,-11 0-15,-47 0-16,35 0 15,-24 0-15,12 0 16,12 0 0,0 0-1,0-12 1,12 12-1,-48 0-15,48-12 16,-47 12-16,35 0 16,11-11-1,1 11 1,-12-12 0,0 12-1,12 0 1,-12 0-1,-12 0 17,0 0-17,0 0 1,1-12 0,-1 12-1,-24 0 1,1 0-1,-12-12 79,-23 12-78,11 0-16,-11-11 0</inkml:trace>
  <inkml:trace contextRef="#ctx0" brushRef="#br0" timeOffset="11238.6043">5868 5363 0,'0'0'0,"0"-11"0,0-1 16,12 12-16,-12-12 15,0 1 17,12 11-32,-1-12 15,1 0-15,0 12 16,58-23 0,106-1 15,82 71 0,-46 94 16,-142-47-31,-58-71-16,23 36 15,-35-36-15,12-11 0,-12 35 16,0-35-16,-12 58 15,-23 1 1,-12-13 0,-23-22-1,-24 11 1,58-36-16,-57 13 16,22-1-16,-46 12 15,-48 12 1,-22-11-1,11-1 1,23-12 0,24-11 15,105-12-31,-58 0 16,71 0-16,-25-12 15,-11-11 1,24-1-1,-1 1 1,24 11-16,-11 0 16,11 1-16,-12-1 0,12 0 15,-12-11 1,12 11 0,-11 12 15,11 12-31,-12 11 15,12-11-15,-35 47 16,35-48 0,-12 13-16,-12 11 31,24 0-15,-11-23-1,34 0 1,-23-1-16,47-11 15,-35 0-15,46 0 16,48-11 0,-12 11-1,-59-12 1,-23 0-16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1:18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12077 4213 0,'0'0'0,"-12"0"0,0 0 16,0 0-16,12 12 0,-11-12 15,-1 0-15,0 0 0,0 12 16,1-12-16,22 0 31,13 0-15,-12-12-16,-1 12 0,13 0 0,140-35 31,59 0 0,-105-1 1,-107 13-1</inkml:trace>
  <inkml:trace contextRef="#ctx0" brushRef="#br0" timeOffset="317.4331">12124 4202 0,'0'0'0,"-24"0"15,1 0-15,-1 11 0,-11-11 16,23 12-1,71-12 1,-36 0-16,106-12 16,-82 12-16,59-11 15,23 11 1,-23-12 0,-48 0-1,-46 12 1,-24-12 15,1 12-15,-25-11-1,25-1-15</inkml:trace>
  <inkml:trace contextRef="#ctx0" brushRef="#br0" timeOffset="917.0814">12147 4202 0,'0'0'0,"-23"0"0,11 0 0,-12 0 16,13 0-16,-1 0 0,-59 11 31,142 1 1,222 0-1,-257-12-31,175-12 31,-200 0-15</inkml:trace>
  <inkml:trace contextRef="#ctx0" brushRef="#br0" timeOffset="6277.9652">7617 1174 0,'-12'0'79,"0"0"-79,1 0 15,-1 0-15,0 0 0,0 0 16,-58 0-1,35 11 17,70-11-1,364-35 16,-82 0-32,23 11 1,-258 24-16,177-11 16,-177 11-16,0 0 0,59-12 15,-71 12-15,165 0 16,-188 0-16,70 0 16,-35-12-1,-58 12 1,-48-11-1,-34-1 1</inkml:trace>
  <inkml:trace contextRef="#ctx0" brushRef="#br0" timeOffset="6694.6021">7617 1162 0,'-35'0'16,"70"0"-16,-106 0 0,36 0 0,-23 0 16,46 0-16,0 0 15,36 0-15,22 0 16,-10 0-16,210-35 15,130-1 1,93-10 0,-11 22-1,-71 1 1,-117 11 15,-106-12-15,-105 1-1,-35 11 1,-13 0 0,-22 12-1,-36 0 1</inkml:trace>
  <inkml:trace contextRef="#ctx0" brushRef="#br0" timeOffset="8275.681">5457 2206 0,'12'0'16,"-24"0"62,1 0-78,-1 0 16,0 0-1,24 0 32,11 0-47,165-23 31,12-1-15,34 1 0,48 0-1,-200 23 1,129-24-1,-128 12-15,-13 12 0,141-23 16,24-1 0,-82 1-1,-60 11 1,-57 12 0,-25 0-16,-11-12 15,-11 12 1,-36 0-1,-47 12 1</inkml:trace>
  <inkml:trace contextRef="#ctx0" brushRef="#br0" timeOffset="10090.9305">5457 2289 0,'0'0'0,"-11"0"16,-1-12-16,0 12 15,-11 0 1,11 0 0,35 0 46,-11 0-62,23 0 16,59-12-1,71-11 1,34-1 0,24 12-1,24 1 1,34-13-1,-34 12 1,-1-11 0,-35 11-1,-46 1 1,-36-1 0,-24 0-1,-58 0 1,-11 12 15,-25 0-15,1-11-1,-24 11 95,12-12-95,0 0-15,-11 0 0,-13-70 16,1-47 0,-1-12-1,1 24 1,-1 35 15,24 58-15,0 13-16,0-1 15,0 0 1,-58 24 62,34-12-62,-11 12-16,11-12 0,-128 11 15,105-11-15,-82 0 16,-71 0 0,153 0-16,-117 0 15,117 0 1,-12-11-16,-93 11 0,-71 0 31,12-12-15,35 0-1,140 12-15,-81 0 16,82 0-16,0 0 0,-24-12 16,24 12-16,-71 0 15,83 0-15,-24 0 16,0 0-1,23 0 1,12-11 0,1 11-1,-1-12 1,0 0 0,0 0-1,12 1 1,-11 11-1,11 11 17,0 1-17,0 23 1,-12 48 0,0 10-1,12 48 1,-11-106-16,11 71 15,0-82-15,-12 93 16,12-35 0,0-12-1,0-23 1,0-11 0,0-25-1,12-11 173,-1 0-188,1 0 0,0-11 15,11 11-15,118-24 16,-94 12-16,153-11 16</inkml:trace>
  <inkml:trace contextRef="#ctx0" brushRef="#br0" timeOffset="17999.2737">751 3357 0,'0'0'0,"0"-12"0,0 0 16,-12 0-16,12 1 0,-11 11 15,11-12-15,0 24 32,11 11-17,-11-11-15,12 0 0,-12-1 16,24 130 0,-24-117-16,0 93 31</inkml:trace>
  <inkml:trace contextRef="#ctx0" brushRef="#br0" timeOffset="18449.0778">810 3462 0,'0'0'16,"-12"-35"-16,-11-24 15,23 48-15,0-1 16,23 0-1,12 0 1,0 24 0,-35 0-16,12 35 15,-12-35-15,-12 23 16,-11 12 0,0-24-1,23-11 1,11-12 15,24-24-15,24 1-1,-12 23 1,-23 12 0,-24 35-1,0-36-15,-36 36 16,25-35-16,-25 23 15,-11 0 1,1-23 0,34-12-1,12-12-15</inkml:trace>
  <inkml:trace contextRef="#ctx0" brushRef="#br0" timeOffset="18649.8325">1326 3298 0,'0'0'16,"0"-12"-16,0 36 31,-23-13-15,-1 48-1,1 0 1,-1-12-1,13-24 1</inkml:trace>
  <inkml:trace contextRef="#ctx0" brushRef="#br0" timeOffset="18831.6874">1209 3321 0,'0'0'0,"-12"-11"0,12 22 31,12 13-15,-12-12-16,47 35 15,-24-36-15,24 24 16,12 1 0</inkml:trace>
  <inkml:trace contextRef="#ctx0" brushRef="#br0" timeOffset="19364.8946">1772 3298 0,'12'-12'16,"0"12"-16,-1-12 0,13-11 15,-1-12 1,-23 0-1,-23 11 17,-12 12-17,-24 24 1,47-12-16,-35 47 16,36-35-16,-25 23 15,25-12-15,11 13 16,11-1-1,36-23 1,24-12 0,-1-36-1,-23-46 1,-47-12 0,0-11-1,-23 23 1,23 58-1,-12 36 1,24 58 15,23 24-15,12 23 0,0 1-1,-36-48-15</inkml:trace>
  <inkml:trace contextRef="#ctx0" brushRef="#br0" timeOffset="19715.0232">387 4026 0,'0'0'16,"-47"11"-16,12-11 0,-24 12 0,24 0 31,117-24-15,118-58 0,93-24-1,-211 70-15,259-81 16,-247 81-16,164-46 15,12-24 1,-94 35 0,-94 12-1,-70 35 1,-36 12-16,-34 24 16</inkml:trace>
  <inkml:trace contextRef="#ctx0" brushRef="#br0" timeOffset="20098.6631">469 4190 0,'-58'12'0,"116"-24"0,-163 35 16,-13 13-1,95-25 1,129-58-1,-59 36-15,152-60 16,-117 36-16,317-94 16,24 0-1,-48 23 1,-105 24 0,-129 23-1,-82 24 1,-36 12-1,-34 23 32,-1 0-31,-47 23 0,47-23-16</inkml:trace>
  <inkml:trace contextRef="#ctx0" brushRef="#br0" timeOffset="26042.3933">998 3967 0,'0'0'0,"0"-12"0,0 0 16,-12 12-16,12-11 0,-12 11 0,12-12 15,-12 12-15,12-12 16,0 36 15,0-13-15,12 36-16,0 165 47,0-130-32,-1-24 1,-11-46-16,0 35 16,0-35-16,0 0 15,12-1 1,-12-22-1,0-48 1,0 35-16</inkml:trace>
  <inkml:trace contextRef="#ctx0" brushRef="#br0" timeOffset="26292.4987">1021 3990 0,'0'0'0,"0"-11"16,0-36-16,0 35 15,0 24 16,0-1-15,12 36 0,11 47-1,1 12 1,-1-12 0,1-24-1,-1-11 1,-23-47-16,12 11 15,0 1 1,-24-24 0</inkml:trace>
  <inkml:trace contextRef="#ctx0" brushRef="#br0" timeOffset="26557.4288">939 4331 0,'0'0'0,"-24"0"0,13-12 0,-1 12 16,-12-12-16,1 12 31,35 0-15,-1 12-1,36 11 1,0 13 0,-35-36-16,35 35 15,-35-35-15,23 23 16,-12 1-1,1-12 1,-1-12 0,-11-12-1</inkml:trace>
  <inkml:trace contextRef="#ctx0" brushRef="#br0" timeOffset="26792.3431">1279 4190 0,'0'0'0,"0"-12"0,0 0 16,-11 12 0,-1 0-1,12 12 1,-12 12 0,-11 34-1,-1 13 1,1-1-1,23-58-15,-12 35 16,0-24-16,0 12 16</inkml:trace>
  <inkml:trace contextRef="#ctx0" brushRef="#br0" timeOffset="29855.5806">2124 3638 0,'0'0'0,"-11"-11"0,-1 11 15,12-12-15,-12 12 16,12 23-1,0-11-15,0 11 16,12-11-16,-12 12 0,0-1 0,12 1 16,-12-1-16,0 1 0,11-1 0,1 118 31,-12-71 0</inkml:trace>
  <inkml:trace contextRef="#ctx0" brushRef="#br0" timeOffset="30121.3912">2136 3709 0,'0'0'0,"0"-24"16,-12 24-16,12-12 15,-11 12 1,11 12-1,23 23 1,12 36 0,-23-48-16,23 59 15,-35-70-15,24 47 16,11 11 0,-23-11-1,-12-47 1</inkml:trace>
  <inkml:trace contextRef="#ctx0" brushRef="#br0" timeOffset="30387.2362">1983 4002 0,'0'0'0,"-11"-12"0,-1 12 16,0 0-16,0-11 15,1 11-15,22 0 16,1 11-1,59 13 1,-1-1 0,0 1-1,-23 11 1,-11-23 0,-25-12-16,13 11 15,-12-11-15,-1-11 16,1 11-16</inkml:trace>
  <inkml:trace contextRef="#ctx0" brushRef="#br0" timeOffset="30587.0428">2418 3908 0,'11'-35'16,"-22"70"-16,34-82 0,-23 24 16,0 11-16,0 0 15,0 24 16,-12 23-15,-11 36 0,-12 11-1,23-47-15,-35 59 16,35-71-16,1 13 16</inkml:trace>
  <inkml:trace contextRef="#ctx0" brushRef="#br0" timeOffset="54265.0236">552 4718 0,'0'0'0,"0"-12"16,-12 1-16,12-1 15,-12 12-15,12-12 16,0 0-16,0 24 62,12-12-62,0 24 16,-1-13-16,154 107 31,-36-83-15,35-12-1,71-23 1,11-47 0,95-70 15,-71-12-15,-47 0-1,-36-24 1,-46-46-1,-12-71 1,-58 70 0,-60 1-1,-58 11 1,-58 12 0,-83 23-1,-58 13 1,-107 34-1,37 71 1,34 35 0,24 47 15,35 23-15,176-35-16,-141 118 15,47-12 1,94-106-16,-82 153 15,47 35 1,35 0 0,35 11-1,24-11 1,12-176-16,34 71 16,13-60-16,81 13 15,165-13 1,94-46-1</inkml:trace>
  <inkml:trace contextRef="#ctx0" brushRef="#br0" timeOffset="59974.9151">10328 4448 0,'-12'0'93,"12"-12"-46,12 12-47,11 0 16,95-23 0,-83 23-16,106-24 15,-106 13 1,71-1-16,11-12 31,-35 1-15,-35 23-1,-47-12 1,-35 12 0,23 0-16</inkml:trace>
  <inkml:trace contextRef="#ctx0" brushRef="#br0" timeOffset="60242.3996">10293 4460 0,'0'0'0,"-12"0"0,-11 0 0,-13 0 16,48 0 15,58 0-31,71-12 31,-106 12-31,95-12 16,-83 12-16,-12 0 0,82-11 15,12 11 1,-58-12 0,-60 0-1,-46 0-15</inkml:trace>
  <inkml:trace contextRef="#ctx0" brushRef="#br0" timeOffset="60857.3006">8849 4342 0,'0'0'0,"-12"0"16,1 0-16,-13 0 0,12 0 0,1 0 16,-1 0-16,0 0 0,1 0 0,-1 0 15,0 0-15,-11 24 32,210-1-1,119-23 0,-271 0-31,176-23 31,-199 23-31,23 0 16,-23-24 0</inkml:trace>
  <inkml:trace contextRef="#ctx0" brushRef="#br0" timeOffset="61191.7733">8790 4366 0,'0'0'0,"-23"0"0,0 0 0,-1 0 15,-11 0 1,82 12-1,82-1 1,82-11 0,24 0-1,-47 0 1,-153 0-16,70-11 16,-69-1-1,-25 12 1,-22 0 15,-25-12-15,-22 12-1,46-12-15,-35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2:34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10164 4929 0,'0'0'0,"0"-11"0,0-1 0,11 12 16,-11-12-16,0 0 15,12 12 1,-12 12 31,-12 0-47,1 0 15,-36 34 1,-24 60 15,95-59 1,81-59-17,-69-11-15,187-36 16,-153 47-16,141-46 15,83-13 1,-95 24 0</inkml:trace>
  <inkml:trace contextRef="#ctx0" brushRef="#br0" timeOffset="666.3866">14177 5751 0,'0'0'0,"0"-12"16,0 24 15,0 0-31,-11 70 31,-1-35-15,0-12-1,12 0 1,47-35 0,-23 0-16,93-35 15,-82 23 1,94-47-1,71-46 1,-36-1 0,-70 47-1,-82 59-15,-36-11 16,1 11-16,-1 11 0</inkml:trace>
  <inkml:trace contextRef="#ctx0" brushRef="#br0" timeOffset="1398.7319">10480 7241 0,'0'0'0,"12"-11"0,0 11 16,-12-12-16,12 12 0,-1 0 15,1 0 1,0 12-16,-12-1 15,0 1-15,0 0 0,0 0 16,12-1-16,-12 1 0,0 0 0,23 58 31,-11-58-31,117 35 32,258-235-1,-93 24 16,-283 152-47,13-11 15,-24 11-15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2:45.8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1091 2758 0,'-11'0'94,"11"-12"-79,0 1-15,-12 11 16,-11-24 15,-1 24-15,12 0-16,1 0 15,-1 0-15,-23 12 16,-12 23 0,23 12-1,12 0 1,12 0 0,12-12-1,0-35-15,11 24 16,-11-24-1,12 11-15,11-11 32,0-47-17,-11-23 1,-24 46-16,11-46 16,-11 35-16,-11-71 15,11 71-15,-24-24 16,1 24-1,-1 23 1,1 24 0,-1 23-1,24-11-15,0 34 16</inkml:trace>
  <inkml:trace contextRef="#ctx0" brushRef="#br0" timeOffset="565.0846">1162 2652 0,'0'0'0,"0"-11"0,0-1 16,0 0-16,0 0 16,0 1-1,-12 11 1,24 35 15,-12-23-31,23 35 16,-11-36-16,0 25 15,11 11 1,13-24 0,-1-11-1,12-12 1,-24-12-16,36-11 16,-36 11-16,13-12 15,-1 13 1,-24-1-1</inkml:trace>
  <inkml:trace contextRef="#ctx0" brushRef="#br0" timeOffset="865.3884">845 3157 0,'0'0'0,"-12"12"0,1-12 0,-13 12 15,48-12 1,58-24 0,70-23-1,-105 35-15,164-46 16,-152 34-1,82-11-15,-24-12 16,-93 47 15,-95 12-31</inkml:trace>
  <inkml:trace contextRef="#ctx0" brushRef="#br0" timeOffset="1397.2506">1197 3333 0,'0'0'0,"12"0"0,-12-12 16,0 1-16,-12-1 31,-11 12-15,-24 12 0,-24 35-1,24 11 1,12-11-1,35 0 1,12-23 0,11-24-16,36 0 15,-47-12-15,46-23 16,1-24 0,-47-11-1,-24-13 1,-35 1-1,35 71-15,-35-13 16,36 24 0,-1 12-16,-11 46 31,23 1-15,35-12-16</inkml:trace>
  <inkml:trace contextRef="#ctx0" brushRef="#br0" timeOffset="1897.3043">1326 3251 0,'0'0'0,"-12"0"0,1-12 16,-1 0-1,12 24 16,12-12-31,11 35 16,-11 1 0,11-13 15,-11-23-31,0 24 16,-12-36 15,0 0-16,0-11 1,0 11 0,47 12-1,-47 12-15,59-1 16,-48-11-16,36 12 16,12-12-1,-24-35 1,-23-12-1,-24-23 1,-23 11 0,0 47 15,23 24-15,-12 35-1</inkml:trace>
  <inkml:trace contextRef="#ctx0" brushRef="#br0" timeOffset="2230.3295">599 3932 0,'0'0'0,"-36"0"0,1 11 15,-35-11-15,46 0 16,142-47 0,105-35-1,58-12 17,-199 71-32,235-71 15,-235 59-15,130-36 16,-25-22-1,-140 57 1,-94 25 0,24 11-16</inkml:trace>
  <inkml:trace contextRef="#ctx0" brushRef="#br0" timeOffset="2529.9787">587 4037 0,'0'0'0,"-35"24"0,-1-13 0,-22 1 16,105-47 0,-12 12-1,200-71 1,117-12 0,0 24-1,-47 23 1,-129 12-1,-106 24 1,-70 11 0,0 0-1,-35 12 1,-12 0 0,24 0-16</inkml:trace>
  <inkml:trace contextRef="#ctx0" brushRef="#br0" timeOffset="18680.5065">7194 4096 0,'0'0'15,"-11"0"-15,-1 0 0,0 0 0,0 0 16,1 0-16,-1 0 0,0 0 0,0 0 16,1 0-1,-1 0-15,0 0 16,1 12-16,11-1 15,-24-11 1,48 0 15,257-35 1,353-47-1,-376 47-16,-35 11 1,-82 13 0,-35-1 15,-95 0-31,25 12 16,-48-12-1,-23 12 1,-48 0-16</inkml:trace>
  <inkml:trace contextRef="#ctx0" brushRef="#br0" timeOffset="19279.9359">6936 4155 0,'0'0'0,"-12"0"0,1 0 16,-1 0-1,0 0-15,36 0 47,-13 0-47,60 11 16,46-11-1,83-35 1,81-12 0,60 0-1,-24 0 17,-259 36-32,165-13 15,-176 12-15,35 1 16,-11-1-1,-36 0 1,-23 12 0,-24 0 15,-47 0-15,12-12-1</inkml:trace>
  <inkml:trace contextRef="#ctx0" brushRef="#br0" timeOffset="20895.6514">7535 4143 0,'-12'0'16,"0"0"15,0 0-15,1 0-16,11-12 15,-12 12-15,0 0 0,1 0 16,-1 0-16,0 0 0,0 0 31,141-35 0,353-35 1,57 23-1,-398 35-16,-70-12 1,-60 13 0,-22 11-1,-83 0 1,70 0 0,-11 0-16</inkml:trace>
  <inkml:trace contextRef="#ctx0" brushRef="#br0" timeOffset="21512.0455">7394 4190 0,'0'0'0,"-12"0"0,0 0 15,1 0-15,-1 0 0,0 0 16,0 0-16,24-12 31,12 12-31,-13-12 0,341-58 31,-105 23-15,-1 12 0,-34 0-1,-83 11 1,-106 12 0,36 1-1,-47 11-15,-1 0 16,-22 0 31,-1 0-47,-12 0 15,-23 0 1,24-12 0</inkml:trace>
  <inkml:trace contextRef="#ctx0" brushRef="#br0" timeOffset="60889.9335">8814 1983 0,'0'0'94,"12"153"-94,-1-141 15,-11 11-15,0-11 0,0 11 0,0-11 16,12 0-16,-12 11 0,0-11 0,0 0 16,12-12-16,-12 12 0,0-1 0,12 1 15,-12-24 17,0-11-17,0 11-15,0 0 0,35-70 31,12 24 1,0 69-1,-47 1-31,70 58 31,-46-34-15,11-1-1,-12 0 1,-11-23 15,0-12-15,0-47 0,-12-24-1,0-22 1,-24 10-1,24 72-15,0-25 16,0 25-16,-12 11 16,24 0 15</inkml:trace>
  <inkml:trace contextRef="#ctx0" brushRef="#br0" timeOffset="62555.2524">9506 2136 0,'0'0'0,"-11"0"15,11 12 1,-12-12-16,12 11 31,-12-11-31,12 12 16,-12-12-16,1 0 31,22 0 16,36 0-16,36 0-15,-48-12-16,47 1 15,-47 11-15,0 0 0,59 0 16,47-12 0,-35 12-1,-59 0 1,-36 0-1,1 0 32,-12-12-31,-12 12 0,1-11-1,-25-1 1,25 12-16</inkml:trace>
  <inkml:trace contextRef="#ctx0" brushRef="#br0" timeOffset="62953.7642">10046 2042 0,'0'0'16,"-11"-12"-16,-1 12 0,0 0 0,0 0 15,1 0 1,22 24-1,25 11 1,10-11 0,13-1-1,0-11 1,-47-12 0,23 11-1,-23-11-15,-1 0 16,-22 0 46,-1 24-46,0-24-16,-23 47 16,-24 12-1,12-1 1,12-23-1,35-23 1</inkml:trace>
  <inkml:trace contextRef="#ctx0" brushRef="#br0" timeOffset="67415.2674">10621 2101 0,'0'0'16,"12"0"-16,0 0 31,-24 0 47,12 12-78,-12-12 32,12 11-1,12-11 31,0 0-62,0 0 16,11 0-16,-11 0 0,58-11 16,-58 11-16,47 0 15,-12 0 1,-24 0 0,-11 0-1,-12 11 16,0 1-15,-12 0-16,-11 23 16,-13 0-1,-11 0 1,12 12 0,0-11-1,11-1 1,13-24-1,22-11 1,25 0 0,22 0-1,36 0 1,-70-11-16,46 11 16,-46 0-16,-1 0 15,24 0-15,-12 0 16,-23 0 15,0 0-15,-24 0 46,0 0-62,12-12 16</inkml:trace>
  <inkml:trace contextRef="#ctx0" brushRef="#br0" timeOffset="69430.7914">11243 2230 0,'0'0'15,"0"-12"-15,-11 12 0,-1 0 16,0 0-16,0 0 16,24 0 62,0 0-78,0 0 15,105 0 1,118-12 15,-36 1 1,-164-1-1,-46 12 16,11-12-47,-24 0 31,12-11-15,-11 11-1,11 1 1,1 11-1,-1 0 1,0 0 0,12 11 15,12 1-31,35 11 16,11 1-1,13-12 1,-1-1-1,-58-11-15,0 0 16,-1 0 0,-11 12-1,-23-12 1,-24 24 0,-12 11-1,12-12 1,47-11-16,-11-12 0</inkml:trace>
  <inkml:trace contextRef="#ctx0" brushRef="#br0" timeOffset="70646.0846">12171 2030 0,'0'0'0,"0"-11"0,-12 11 0,12-12 0,0 0 16,-12 12-16,12-12 16,0 1-1,0 22 16,12 13-31,-12-12 16,12 23-16,-12-23 0,35 117 31,-12-71 1,-11-11-17,0-23 1,-1-12-1,-11-24 1,0-35 0,12-12-1,12 24 1,11 11 0,-12 24-1,-11 0-15,12 36 16,-13-25-16,1 25 15,0 11 1,11 0 0,1-36-1,46-11 17,-46-11-32,34-13 0</inkml:trace>
  <inkml:trace contextRef="#ctx0" brushRef="#br0" timeOffset="72827.4593">12640 2195 0,'-12'0'32,"24"0"15,-12-12-32,12 12-15,46-12 16,-34 12-16,46 0 15</inkml:trace>
  <inkml:trace contextRef="#ctx0" brushRef="#br0" timeOffset="72978.0942">12722 2289 0,'0'0'0,"-12"0"0,12-12 15,0 0-15,12 0 16,59-11 0,-25 11-16</inkml:trace>
  <inkml:trace contextRef="#ctx0" brushRef="#br0" timeOffset="73627.0768">13109 2171 0,'0'0'0,"0"-12"0,0 1 15,-11-24 16,163 11 16,-105 59-15,-59 36 14,-46-24-14,23-36-17,-1-11 1,13-11 0,23-1-16,-12-23 15,12 23-15,12-23 16,23 0-1,24-1 1,11 25 0,-11-1-1,-47 12-15,-1-12 16</inkml:trace>
  <inkml:trace contextRef="#ctx0" brushRef="#br0" timeOffset="73959.6738">13532 1936 0,'0'0'15,"0"-11"-15,0-1 16,-12 12-1,0 0-15,-11 23 16,-12 13 0,0 22-1,23 1 1,35-12 0,13 0 15,-25-47-31,36 23 15,-35-23-15,47 0 16,-48 0-16</inkml:trace>
  <inkml:trace contextRef="#ctx0" brushRef="#br0" timeOffset="74526.3581">13626 2042 0,'0'0'0,"-12"0"0,0 0 16,36 0 15,-12-12-15,35 1 0,11 11-1,-23-12 1,-11 12-1,-24 12 17,-12-12-32,-23 35 15,0 0 1,0-11 0,23-1-1,12-11 16,12-1-15,-1-11-16,36 0 16,-35 0-16,35-11 15,-12-13 1,-11 13 0,-24-1-16</inkml:trace>
  <inkml:trace contextRef="#ctx0" brushRef="#br0" timeOffset="74825.0806">13861 1854 0,'0'0'0,"0"-11"0,0-1 16,11 12-1,1 0 1,35 35 0,12 24-1,-12 23 1,-36 0 0,-46-12-1,-12 1 1,-12-12-1,36-48-15</inkml:trace>
  <inkml:trace contextRef="#ctx0" brushRef="#br0" timeOffset="77772.0612">14260 2101 0,'-24'0'16,"1"0"-16,23-12 0,-12 12 15,0 0 1,24 0 15,0 0-15,-1 0-16,25-12 15,-13 12-15,177-11 32,-177 11-32,59-12 15,12 0 1,-23 12 0,-60 0-16,1-12 15,0 12-15,-1 0 16,-11-11-1,0-1 17,0 0-17,-11 12 1,11-12 0,-12 12-16,0-11 15,1 11-15,-1-12 16,-12 12-1,36 0 32,-12 12-47,12-12 0,35 23 16,-36-23-16,25 24 16,11-1-1,-12-11 1,-35 0-1,-12 11 1,12-11 0,-70 11-1,58-11-15,-35 0 16,0-1 0,24-11-1</inkml:trace>
  <inkml:trace contextRef="#ctx0" brushRef="#br0" timeOffset="78387.9058">15116 1866 0,'0'0'0,"0"-12"16,0 1-16,0-1 0,0-23 16,0 11-1,12 24 1,0 12 0,0 11-1,-1 36 1,1 0-1,0-1 1,11-22 0,-23-25-1,12 13 1,0-24-16,11 12 16,24-1-1,12-11 1,-1-11-1,-22-1 1,-13 12 0,1-12-1,-13 0 1,1-11 0</inkml:trace>
  <inkml:trace contextRef="#ctx0" brushRef="#br0" timeOffset="83067.8624">15105 1760 0,'11'12'16,"-11"-24"31,12 12-47,-12-11 16,12 11-1,-12-12 1,12 0-16,-1-11 47,-11 11-16,0 24 0,0-1-31,0 36 16,12 12-1,0 0 1,-1 11 0,-11-58-16,12 23 15,0-23 1,0 11-16,-1 1 16,1-12-1,0-12 110,0 0-109,-1-12-16,1 12 0,12 0 15,-13 0-15,60-12 16,-60 0-16,36 1 16,12 11-1,-35-12 1,-1 12 0,-23-12-1,-12 12 16,-11 0-31</inkml:trace>
  <inkml:trace contextRef="#ctx0" brushRef="#br0" timeOffset="85200.1782">8661 2699 0,'12'0'47,"-12"-11"-16,12 11-31,0 0 31,-1 0-31,25 0 31,116 11 1,-35-11-17,24 0 1,12-11 0,-118 11-16,129-12 15,-117 12 1,71 0-16,46 0 31,0 0-15,12-12-1,47 12 1,-47 0 0,12-12-1,-12 12 1,12-11-1,-12-1 1,-117 12-16,82 0 16,-48 0-16,37 0 15,34 0 1,0-12 0,-23 12-1,-12 0 1,12-12-1,35 12 17,-12-11-17,-23-1 1,0 12 0,-35-12-1,11 1 1,-94-1-16,95 0 15,-83 12-15,47-12 16,47 12 0,-11 0-1,11 0 1,-12 0 0,12 0-1,-105 0-15,93 0 16,-94 0-1,71-11-15,12 11 16,0-12 15,-12 0-15,-71 12-16,36-12 16,-12 12-16,11-11 15,24-13 1,-11 1-1,11 11 1,-12-12 0,13 13-1,-60 11-15,59-12 16,0 0 0,1 1-1,-25-1 1,-23 0-1,-23 12 1,23-12 0,-23 12-16,0-11 15,0 11 1,-12-12 0,11 12-1,-11 12 32</inkml:trace>
  <inkml:trace contextRef="#ctx0" brushRef="#br0" timeOffset="92676.2875">15081 2206 0,'0'0'0,"0"12"125,12 0-110,-12 0-15,12-12 0,-12 11 16,70 36 0,59 12 15,35-47 0,-140-24-31,164-82 47,-165 82-47,36-46 16,23-24-1,-47-1 1,-23 60-16,0-71 16,-12 59-16,-24-47 15,-11-12 1,-12 23-1,-12 24 1,1 12 0,46 23-16,-23 1 15,23 11-15,-11 0 16,-24 0-16,-59 11 16,12 25-1,0-1 1,24 12-1,11 23 17,36-58-32,-24 58 15,35-46-15,-12 23 16,13 35 0,11 0-1,23-11 1,-11-60-16,23 48 15,-23-47-15,58 46 16,-11 1 0,0-24-1,-1-23 1,-11-12 0,-23-12-1,-13 1-15,1-36 16</inkml:trace>
  <inkml:trace contextRef="#ctx0" brushRef="#br0" timeOffset="94823.2517">15281 2300 0,'0'0'0,"0"12"16,0 0 46,0 0-46,0-1 15,0 1-31,0 0 16,0-1-1,11 13 1,-11-1-1,12 1 1,-12 11 0,0 0-1,-12 12 1,1-35-16,-1 35 16,0-35-1,0 23-15,-23 24 16,0-12-1,-24 11 17,1 1-17,-25 23 1,1-23 0,-12-1-1,1-11 1,-13 0-1,82-35-15,-58 23 16,59-23-16,-83 35 16,1-12-1,-13 0 1,13 1 0,-13-1-1,1 0 1,82-35-16,-59 23 15,59-11 1,-1-12-16,-69 24 0,-48-1 31,12-11-15,-11 11 0,-1-11-1,118-12-15,-82 12 16,46 0-16,-46-12 15,-36 11 1,1-11 0,-1 12-1,1-12 1,116 0-16,-105 0 16,106 0-1,-82 0-15,-24-12 16,0 12-1,0-11 1,-11-13 15,117 24-31,-83-12 16,48 1-16,-36-1 16,-35-12-1,1 1 1,-1-12-1,12 11 1,23-11 0,83 23-16,-71-23 15,11 0 1,-10-12 0,-1 0-1,0 0 1,23 0-1,60 35 1,-25-11-16,25-1 16,-25 1-1,13-24 1,-24-12 0,12-11-1,0 11 1,23 36-16,-12-12 15,13 23-15,-13-23 16,1-1 0,-1 1-1,1 12 1,23 11 0,-12 0-1,12 0 16,-12 12 1,12 12-1,-11 0-15,11 0-16,-36 23 15,25-23-15,-1 11 16,-12 12-1,24-11 1,-11-1 0,22-23 15,25-47-15,-1-11-1,0-13 1,0 24-1,-23 36 1,-12 22 15,12 13-15,35 34 0,11-11-1,25 0 1,-60-35-16,71 0 15,-71-12-15</inkml:trace>
  <inkml:trace contextRef="#ctx0" brushRef="#br0" timeOffset="96387.3953">9459 5434 0,'0'0'0,"0"-12"0,0 0 16,0 1-16,0-1 0,0 0 15,0 0-15,-11 1 0,11-1 16,0 0-16,-12 12 16,0 0-16,0 0 15,-46 24 1,-60 140 15,142-70 0,128-82 1,-69-48-17,-72 25 1,13-48 0,-24 36-16,-35-36 15,-36-47 1,1 1-1,11 46 1,47 59 0,36 59-1,23-1 1,-24-34-16</inkml:trace>
  <inkml:trace contextRef="#ctx0" brushRef="#br0" timeOffset="96737.6165">9671 5105 0,'0'0'0,"0"-23"0,0-1 16,0-11 0,-12 23-1,24 24 1,-1 47-1,-11-47-15,0 93 16,0-70-16,0 48 16,0-1-1,24-35 1,23-24 0,35-46-1,-47 23-15,71-47 16,-71 35-16,35-23 15,-23 23 1,-35 0 0</inkml:trace>
  <inkml:trace contextRef="#ctx0" brushRef="#br0" timeOffset="97004.7474">9201 5833 0,'0'0'0,"-35"12"0,12-12 0,-1 11 0,1 1 16,93-12 0,106-35-1,59 0 1,-12-24-1,-47 12 1,-117 0 0,-130 35-1,24 12 1</inkml:trace>
  <inkml:trace contextRef="#ctx0" brushRef="#br0" timeOffset="97502.5687">9659 6138 0,'0'0'0,"0"-12"0,0 1 0,0-13 16,0 12-16,-24-35 15,1 24 1,-24 23 0,-35 23-1,11 24 1,25 24 15,46-24-15,11 0-1,60-24 1,23-23 0,-24-35-1,-23-24 1,-35-23 0,-48-35-1,1-1 1,0 71-1,35 36 1,0 58 0,0-36-16,24 48 15,-13-35 1,-11-13-16</inkml:trace>
  <inkml:trace contextRef="#ctx0" brushRef="#br0" timeOffset="98070.0098">9847 5950 0,'0'0'16,"-12"0"-16,12-11 0,-12-13 16,1 12-1,11 24 1,11 0-1,-11 0-15,12 35 16,-12-36 0,23 24-16,1 12 15,11-23 1,-11-12 15,-13-12-31,13-12 16,-24-12-16,23 1 15,-11-36 1,0 24 0,0 23-1,23 12 1,-35 12-16,47 12 16,-36-13-16,25 1 15,22 0 1,-11-12-1,-12-24 1,-23-23 0,-24-11-1,12 46-15,-46-59 16,34 60 0,-12-13-16,13 13 31,11 22-16</inkml:trace>
  <inkml:trace contextRef="#ctx0" brushRef="#br0" timeOffset="104413.0874">10645 5540 0,'0'0'15,"-12"0"-15,12-12 16,12 0 0,11 12-16,-11 0 15,11-12-15,-11 12 0,12 0 16,-13 0-16,13 0 0,-12 0 0,-1-11 0,1 11 16,0 0-16,0 0 15</inkml:trace>
  <inkml:trace contextRef="#ctx0" brushRef="#br0" timeOffset="104549.5011">10739 5633 0,'0'0'15,"-47"12"-15,23-12 32,36 0-32,47-12 15,-36 1-15,71-1 16,-70 0-16</inkml:trace>
  <inkml:trace contextRef="#ctx0" brushRef="#br0" timeOffset="105129.9534">11678 5387 0,'0'0'0,"0"-12"0,11 12 0,1-12 16,0 12-16,0-23 16,-1 23-16,1-23 15,-12-13 1,0 1-1,-23 0 1,-1 35-16,1-12 16,-1 12-16,12 0 15,-35 12 1,-23 23 0,23 12-1,35 0 1,12 0-1,36-12 1,-25-23-16,48 11 16,-36-23-16,13 0 15,11-35 1,-24-24 0,-46-58-1,-1 35 1,12 58-16,-23-34 15,12 34 1,11 13-16,12 22 31,0 25-31,23-1 16</inkml:trace>
  <inkml:trace contextRef="#ctx0" brushRef="#br0" timeOffset="105528.2519">11983 5047 0,'0'0'16,"0"-12"-16,0 0 0,-12 0 0,12 1 15,0 22 17,12 13-17,-12-1 1,11 36 0,-11-36-16,24 36 15,-12 0 1,23-24-1,12-23 1,-24-12-16,24-24 16,-23 24-16,-13-11 0,48-13 15,-24-11 1,-23 11 0</inkml:trace>
  <inkml:trace contextRef="#ctx0" brushRef="#br0" timeOffset="105845.4581">11419 5739 0,'0'0'0,"-47"12"0,12 0 16,-59-1-1,118-11 1,105-23 0,106-24-1,35 0 1,11 12 0,-210 23-16,128-23 15,-164 23-15,1-11 16,-72 11-1,-81 12 1,82 0-16</inkml:trace>
  <inkml:trace contextRef="#ctx0" brushRef="#br0" timeOffset="106361.4367">11748 6056 0,'0'0'15,"12"-12"-15,-1 0 0,1 1 0,12-13 16,-24-11-1,-12 12 1,-47 23 0,1 47-1,11-12 1,23 12 15,24-12-15,59-12-1,23-23 1,-12-35 0,-23-24-1,-35-23 1,-35-23 0,-36 23-1,0 46 1,36 60-1,23 34 1,47 1 0,-36-47-16</inkml:trace>
  <inkml:trace contextRef="#ctx0" brushRef="#br0" timeOffset="106828.0839">12053 5751 0,'0'0'0,"0"-12"0,-12 0 0,1 1 15,-1-13 1,12 36 0,0 11-1,12 48 1,-1 11-1,13-12 1,-1-11 0,13-24-1,-25-35 1,1-12 0,0-34 15,11-1-16,-23 23-15,12-11 16,11 23-16,-11 12 16,23 12-1,-11 23 1,-1 0 0,13-11-1,46-24 1,-12-47-1,-23 12 1</inkml:trace>
  <inkml:trace contextRef="#ctx0" brushRef="#br0" timeOffset="108656.335">15304 2418 0,'0'11'16,"-12"-11"31,1 0 109,11-11 547,-24 11-562,12 0-126,-11 0-15</inkml:trace>
  <inkml:trace contextRef="#ctx0" brushRef="#br0" timeOffset="109331.496">12722 2629 0,'0'0'0,"12"0"16,-12-12 46,12 12-62</inkml:trace>
  <inkml:trace contextRef="#ctx0" brushRef="#br0" timeOffset="111843.4395">15292 2253 0,'0'0'0,"-11"0"0,11-11 31,0 22 32,11-11 733,1 0-764</inkml:trace>
  <inkml:trace contextRef="#ctx0" brushRef="#br0" timeOffset="112387.6132">15292 2394 0,'0'0'0,"-11"0"16,-1 0-16,12-12 31</inkml:trace>
  <inkml:trace contextRef="#ctx0" brushRef="#br0" timeOffset="112837.8781">15304 2359 0,'0'-23'16,"0"11"-16,-12 12 15,12-12 1,0 24 62,12-12-78,0 23 16,0 12-1,-12 1-15</inkml:trace>
  <inkml:trace contextRef="#ctx0" brushRef="#br0" timeOffset="115219.4682">12476 2664 0,'0'12'0,"0"-24"0,0 12 78,11 0 719,-11-12-765,12 12 639,0 0-655,0 0 0,-1 0-1,1 0-15,0 0 16,0 0 0,-1 0 15,1-11-16,-12-1 1</inkml:trace>
  <inkml:trace contextRef="#ctx0" brushRef="#br0" timeOffset="116286.0701">12769 5457 0,'0'-11'0,"-12"11"16,12-12-16,-11 12 31,-1 12-31,0-12 15,12 11-15,-12 1 16,12 0 0,0 0-1,12-12-15,35 0 32,-23 0-17,-24-12 1,0-12-1,-24 24 1,-11 0 0,23 12-16,12 0 15,12-12 32</inkml:trace>
  <inkml:trace contextRef="#ctx0" brushRef="#br0" timeOffset="117084.4634">13262 5140 0,'0'0'0,"12"0"0,-12-11 15,0-1-15,11 0 0,-11 1 16,0-13 0,-46 12 30,-37 48-14,25 69-1,58-70-15,47-11-1,23-12 1,-23-48-1,-35 25-15,23-60 16,-35 48-16,0-48 16,-24-23-1,-11 12 1,12 47 0,11 35-1,0 59 16,12-1-15,12-34-16</inkml:trace>
  <inkml:trace contextRef="#ctx0" brushRef="#br0" timeOffset="117600.0591">13450 4929 0,'0'0'15,"0"-23"-15,0-1 0,0 13 0,12-36 16,-12 23 0,11 24-1,1 47 1,0 24 0,-1 11-1,1 12 1,12-24 15,-1-11-15,-11-48-1,-12-22 1,0-36 0,0-12-1,0 24 1,12 35-1,23 35 1,12 24 0,0-24-1,0-23 1,11-36 0,-11-11-1,-23-12 1,-24 35-1,11-23 1,-34 35-16,0 0 16,-13 12-16</inkml:trace>
  <inkml:trace contextRef="#ctx0" brushRef="#br0" timeOffset="117916.7638">13027 5528 0,'0'0'0,"-23"0"0,-1 0 0,1 0 0,11 0 16,71-12 0,82 12-1,58-12 1,1 12 15,-48-11-15,-70-13-1,-70 12-15,0-11 16,-24 23-16,-23-12 16,-47 12-1,35 12-15</inkml:trace>
  <inkml:trace contextRef="#ctx0" brushRef="#br0" timeOffset="118449.855">13368 5786 0,'0'-12'0,"0"1"0,-12-1 15,0 12 1,-47 0 0,1 35-1,-1 12 1,24 12 0,23-12-1,12-36-15,12 13 16,23-12-16,12-12 15,23 0 1,-23-36 0,-23-22-1,-12-25 1,-12 48-16,0-59 16,0 71-1,-12-12-15,0 23 16,12 24 15,0 35-15,12 35-1,0 12 1,11-24 0,-11-35-1,-12-11 1,12-24-1</inkml:trace>
  <inkml:trace contextRef="#ctx0" brushRef="#br0" timeOffset="119032.5188">13379 5962 0,'0'0'16,"12"0"-16,-12-23 0,12 11 15,-12 0-15,12-47 32,-12 48-32,-59-154 31,47 154-31,-176-83 31,36 70 0,140 24-31,12 35 16,0-23-16,47 23 16,23 1-1</inkml:trace>
  <inkml:trace contextRef="#ctx0" brushRef="#br0" timeOffset="119564.8388">13579 5739 0,'0'0'0,"-12"0"0,0-12 0,1 12 15,11-11 17,11 11-32,48-24 15,35 12 1,-12 1 0,-23 11-1,-47 0-15,11 0 16,-23 11-1,0 1-15,-47 23 32,-23 1-17,11 10 1,24 1 0,47-23-1,70-24 1,12 0-1,-1 0 1,-22-12 0,-36 0-1,-23 12-15,-12-11 16,-12 11 0,-23-12-1,0-12 1,11 13-1</inkml:trace>
  <inkml:trace contextRef="#ctx0" brushRef="#br0" timeOffset="120817.7221">13626 5035 0,'0'0'0,"-12"0"31,12 12 110,12-12-126</inkml:trace>
  <inkml:trace contextRef="#ctx0" brushRef="#br0" timeOffset="121512.8173">13790 5868 0,'-12'0'16,"12"-12"0,12 12 30,-12 12-30,12-12-16,-12 12 16,0-24 15</inkml:trace>
  <inkml:trace contextRef="#ctx0" brushRef="#br0" timeOffset="121995.4588">14436 5293 0,'0'0'0,"0"-12"0,-12 12 16,0-11-16,0 11 15,1 0-15,-1 0 0,0 0 16,0 0-16,12 11 16,0 1-16,0 0 31,59 0 0,-35-36 0,-60 1-15,13 11-16,-1 12 16,13 0-16,-1 0 15,24 0 1</inkml:trace>
  <inkml:trace contextRef="#ctx0" brushRef="#br0" timeOffset="122561.3012">14741 5035 0,'12'0'15,"-24"0"-15,24-12 0,-12 0 0,0-11 16,-12-1 0,-12 1-1,-23 23 1,0 12-1,-11 23 1,46-23-16,-11 35 16,23-36-16,0 25 15,0-25 1,35 24 0,-24-23-16,36-12 15,24-12 1,-12-46-1,-24-24 1,-24-24 0,-11 71-16,-35-59 15,35 70-15,-23 1 16,-1 11 0,1 59-1,23 12 1,0-47-16</inkml:trace>
  <inkml:trace contextRef="#ctx0" brushRef="#br0" timeOffset="123461.082">15128 4753 0,'-12'-12'0,"12"1"32,0 22-1,12-11-31,-12 12 16,0 0-16,12 11 15,-12-11-15,12 0 16,-24 11-1,-23-11 1,11 0 0,1 0-1,11-12 17,24-12-17,-1 12 1,1-12-1,0 0 1,-12 1 0,-12 11 31,0 0-32,1 0 1,11-12-16,-12 12 15,0 0 1,24 0 15,0-12-31,46 12 16,13-12 15,-1 12-15,-11-11-1,-47 11-15,11 0 16,-35 11 15,1 1-31,-25 12 16,-11 23 0,0 0-1,36-36-15,-13 36 16,13-35-16,11 11 15,11 13 1,36-25 0,24-11-1,11-23 1,-12-12 0,-58 23-1,23-12 1,-23 24-16,0 0 15,-24 0 1,-47 24 0</inkml:trace>
  <inkml:trace contextRef="#ctx0" brushRef="#br0" timeOffset="123728.4508">14647 5328 0,'0'0'0,"-24"0"0,13 0 16,-13 0-16,59 0 15,83-11 1,70 11 0,23-12 15,-23 12-16,-153 0-15,47-12 16,-47 12-16,-47 0 16,-35 12-1</inkml:trace>
  <inkml:trace contextRef="#ctx0" brushRef="#br0" timeOffset="124244.2594">14882 5680 0,'0'0'16,"0"-11"-16,0-1 15,0 0 1,-24-11 0,-23 23-1,0 11 1,36-11-16,-25 24 16,36-12-16,0 11 15,24 24 1,34-12-1,25-23 1,-13-12 0,-47-12-16,13-35 15,-25 24 1,-11-36-16,-11-35 16,-36 12 15,-24 35-16,60 35-15,-60 12 16,59 12-16,-11 12 16,23-13-16,-12 48 15,24-35-15</inkml:trace>
  <inkml:trace contextRef="#ctx0" brushRef="#br0" timeOffset="124776.4213">15140 5504 0,'0'0'0,"0"-11"0,-12 11 16,12 23 15,0 24-15,0 0-1,24 12 1,22-24 0,1-12-1,-11-34 1,-25 11-16,13-47 16,-24 23-16,12-11 15,-12-12 1,-12 47-1,0 23 1,0 24 0,24 0-1,47-11 1,-12-25 0,11-22-1,-34-48 16,-12 0-15,-24-11 0,12 46-16,-24 1 15,13 23-15,-1 12 16,-12 35 0,24-36-16</inkml:trace>
  <inkml:trace contextRef="#ctx0" brushRef="#br0" timeOffset="128089.9896">9190 6725 0,'0'0'0,"-12"0"0,0 0 16,0 0-16,1 0 16,-1 0-1,35 0 16,-11 0-31,0 0 16,82 23 0,211-11 15,117 0 0,95 0 0,-189-12 1,-116 0-17,-154-12-15,224-12 16,-200 13-16,129-13 16,71 1-1,-12-13 1,-35 13-1,-1-12 1,-175 23-16,164-35 16,-164 35-16,105-23 15,36-12 1,-24-11 0,-12-1-1,0-12 1,-129 48-1,141-47-15,-140 58 16,93-47 0,47 0-1,-24 13 1,1-13 0,-118 35-16,71-23 15,-71 24-15,-12-1 0,83-46 16,11-24-1,13 0 1,-13 0 0,0-11-1,12-48 1,-46 48 0,-13 11-1,-23 12 1,-35-12-1,-12-12 17,-47 0-17,35 83-15,-35-71 16,24 82-16,-24-46 16,-47-25-1,-47 13 1,-35-24-1,117 59-15,-105-36 16,46 25-16,1-1 16,47 23-16,-200-35 15,211 48-15,-164-24 16,-94-1 0,-35 13-1,0 11 1,-12 12-1,282 0 1,-270 0 0,-24 47-1,13 0 1,22 23 0,-58 59-1,94 1 1,12-1-1,-1 12 1,36 23 0,47-23-1,23-12 1,35 0 0,130-106-16,-106 118 15,105-106 1,-34 59-16,-1 47 15,47 23 1,24 12 15,35 12-15,-24-141-16,71 117 16,-70-128-16,93 69 15,71 24 1,47-35-1,35-58 1,-36-60 0</inkml:trace>
  <inkml:trace contextRef="#ctx0" brushRef="#br0" timeOffset="130103.9369">13051 6150 0,'0'0'0,"-12"-12"15,24 12 17,-1 12-17,13 0 1,-1-1-16,-11 1 0,82 11 31,94 24 0,23-23 1,-11-83-1,-107 24-15,1-12-1,-23-23 1,-59 58-16,34-70 15,1-36 1,-23-11 15,-12 12-15,-1 0 0,-11 93-16,12-58 15,-12 23-15,0-35 16,-35-23-1,-24 11 1,-23 13 0,0-13-1,58 82-15,-46-34 16,47 34-16,-60-46 16,60 58-16,-59-35 15,-36-12 1,-11 24-1,12 24 1,11 11 0,83 0-1,-71 35 1,82-24-16,-58 25 16,-12 46-1,-1 12 1,13 11-1,11 13 1,48-95-16,-25 106 16,25-94-16,-1 83 15,12 34 1,12-11 0,11-12-1,24 12 1,24 12-1,-1-59 1,-11-12 0,11-12 15,0 1-15,24-24-1,-11-24 1,10-11-1,1-12 1,-12-12 0,12-23-1,-11 0 1,-60 11-16,47-11 16,-46 11-16,-1 13 0,36-60 15,11-23 1,-11-11-1,-35-24 1,-1 0 0,-11 93-1,0-57-15,-12 69 16,11-117 0,-11-11-1,-11 23 1,-25 11-1,-11 24 1,36 59-16,-36-35 16,11 11-16,-22-11 15,-13-1 1,1 12 0,0 13-1,-24 22 1,-35-11-1,82 35-15,-118-24 16,130 24 0,-82 0-16,-12 0 31,35 36-15,23 57-1,48-57-15,-24 140 16,35-129-16,-11 94 15,23 58 1,58 12 0,-34-164-16</inkml:trace>
  <inkml:trace contextRef="#ctx0" brushRef="#br0" timeOffset="131104.1864">13579 6291 0,'0'0'0,"12"-12"0,-12 0 16,0 0-16,11 12 0,-11-11 0,47-25 31,-35 48 0,-12 164 0,-12 82 16,12-187-31,12-24-1,0-35 1,0-24 0,11-47-1,-11-46 1,-1-25 0,-11 13-1,0 35 1,0 58-1,0 13 1,0 22-16,0 48 16,0-35-1,0 46-15,0 47 16,0 1 15,12-24-15,12-12-1,-24-70-15,11 34 16,-11-34-16,0 0 16</inkml:trace>
  <inkml:trace contextRef="#ctx0" brushRef="#br0" timeOffset="131403.4665">13438 6748 0,'0'0'16,"-12"-11"-16,1 11 0,-1-12 0,0 0 15,24 12 17,35 24-17,-35-13-15,70 60 16,-71-59-16,48 58 15,-12 12 1,12-11 0,-36-25-1,1-10 1,-13-36 0,-11-12-16</inkml:trace>
  <inkml:trace contextRef="#ctx0" brushRef="#br0" timeOffset="131636.1563">13966 6678 0,'0'0'0,"0"-12"0,0 0 16,0-11-16,0 11 31,0 24-15,-23 23-1,-36 47 1,47-58-16,-58 105 16,46-94-16,-11 59 15,23 12 1,12-71-16</inkml:trace>
  <inkml:trace contextRef="#ctx0" brushRef="#br0" timeOffset="153916.8337">6361 3967 0,'0'0'0,"0"-12"16,0 0 0,-12 12-1,12-11-15,0 22 78,12-11-78,0 12 16,58 12 0,188 58 15,71-24 0,-176-22-15,-1-25-1,-117 1-15,83-12 16,-83 12 0,12-12-16,59 0 0,23 0 31,-12 0-16,-11 0 1,11-24 0,-11 1-1,-83 23-15,59-35 16,-58 23-16,23-12 16,35-34-1,0-13 1,-12 1-1,1 0 1,-59 46-16,23-46 16,-24 58-1,1-47-15,12-23 16,-24-12 0,0-11-1,-36-1 16,36 82-31,-46-69 16,22 69-16,-35-46 16,-35-24-1,1-12 1,-25 12 0,-11 24-1,94 46-15,-94-34 16,105 46-16,-58-23 15,-23 0 1,-25-12 0,1 11-1,-23 13 1,-1 23 0,118 0-1,-94 0 1,105 0-16,-58 12 15,-35 11 1,0 12 0,-1 24-1,-34 0 1,23-1 0,11 1-1,13 0 1,22-1-1,72-46-15,-25 47 16,25-36-16,-36 36 16,23-12-1,13-12 1,-1-11 0,0-1 15,0-23-16,12 12 1,0-24 1703,12 12-1344,-12-12 219,0 1 281,-12 11-860,1 0 1</inkml:trace>
  <inkml:trace contextRef="#ctx0" brushRef="#br0" timeOffset="170164.964">12253 1948 0,'0'0'15,"-12"0"-15,0 0 32,0 0-1,24 0 16,-12-12-32,12 12-15,47-11 16,58-13 0,24 13-1,11-13 1,1 12-1,-36 1 17,-81 11-32,34-12 15,-58 12-15,11-12 16,-11 12 0,-24-12-1,-47 1 1</inkml:trace>
  <inkml:trace contextRef="#ctx0" brushRef="#br0" timeOffset="170619.3779">12264 1925 0,'0'0'0,"-23"0"0,11 0 0,-11 0 0,-24 0 16,35 0 15,24 0-15,11 0 0,-11 0-16,105 0 15,-70 0-15,118-12 16,58 0-1,-36 12 1,-58-11 0,-58-1-1,-36 12 1,-35-12 0,0 0 15,-12 12 0,12-11-15,-11-1-1,11 0 1</inkml:trace>
  <inkml:trace contextRef="#ctx0" brushRef="#br0" timeOffset="176143.7652">6068 2805 0,'0'0'0,"0"-12"16,0 1-16,-12 11 0,0-12 15,12 0 1,-12 12 0,12-12-16,-11 12 46,-1 0-30,12 12 0,-12 0-16,-35 105 31,47-23 0,-11-71-31,11 83 16,0-82-16,35 46 15,-12 36 1,12-1 0,1 1-1,22 0 1,-46-95-16,70 71 16,-58-70-16,34 35 15,36 12 1,12-1-1,23-11 1,0 0 0,-94-35-16,106 12 15,-106-13 1,71 1-16,11-12 16,12 0 15,36-23-16,-1 11 1,-117 0-16,94 0 16,-24-11-1,1 11 1,11-11 0,0 11-1,0 0 1,-35-11-1,0-12 1,0 11 0,-12-11-1,-12 0 1,-23-12 0,12-12 15,-24 0-16,-12-11 1,-23-1 0,-35-34-1,0 46 1,23 36-16,-23-59 16,23 58-16,-58-82 15,58 83-15,-58-71 16,-36-12-1,-11 13 1,11 22 0,-11 1-1,82 58-15,-83-35 16,95 35 0,-71-35-16,-35 12 31,0-12-16,-12 0 1,106 36-16,-118-25 16,118 36-16,-83-23 15,-34-1 1,-12 13 0,-1 11-1,24 11 1,106-11-16,-47 24 15,59-24-15,-1 12 0,-58 11 16,-35 24 0,11 12-1,0 11 1,36 1 0,0 11 15,58-59-31,-47 71 15,47-70-15,-23 58 16,0 47 0,23-12-1,12 0 1,0-81-16,12 58 16,-12-59-16,23 70 15,-11-58-15,35 106 16,-35-118-16,35 59 15,70 12 1,71-12 0,105-24-1,153-47 1,-305-23-16,458-58 16</inkml:trace>
  <inkml:trace contextRef="#ctx0" brushRef="#br0" timeOffset="187148.7224">3145 2793 0,'0'-11'0,"-11"11"16,11-12-16,-12 12 15,12 12 16,-12-12-31,12 23 0,0-11 0,0-1 16,-12 13-16,12-1 0,0-11 0,24 105 31,58-81 1,-12-130-1,-117-59 16,36 142-47,-48-13 15,24 59 1,11 71 0,24-1-16</inkml:trace>
  <inkml:trace contextRef="#ctx0" brushRef="#br0" timeOffset="187531.5938">3204 3298 0,'-12'0'15,"1"0"1,11 12-16,0-1 16,0 13-1,11 11 1,13 12 0,-13-47-16,13 23 15,-12-23-15,11 0 16,-11-35-1,0-12 1,-48 0 0,-11 12-1,36 35-15,-24 24 16,23-1-16,-23 36 16,23 35-1</inkml:trace>
  <inkml:trace contextRef="#ctx0" brushRef="#br0" timeOffset="187964.5881">3204 3838 0,'-12'0'0,"1"-12"16,-1 12-1,12 12 1,0 11-16,0 12 16,12 12-1,23 0 1,-24-47-16,36 12 15,-35-12 1,35-23-16,12-24 31,-47-12-15,-48 12 0,13 35-16,-36-11 15,36 23-15,-1 0 0,-34 0 16,34 35-1,71-11 1,-12-24-16</inkml:trace>
  <inkml:trace contextRef="#ctx0" brushRef="#br0" timeOffset="188481.0186">4225 2934 0,'-23'0'16,"23"12"-1,-12 0 1,12 34-1,94 13 48,-36-129-32,-58 58-31,-58-82 31,46 94-31,-23 59 32,35 35-17</inkml:trace>
  <inkml:trace contextRef="#ctx0" brushRef="#br0" timeOffset="188880.7682">4413 3450 0,'0'0'15,"-12"0"-15,0-11 16,1 11-1,11 23 1,11 24 0,-11-35-16,24 35 15,-12-47-15,11 23 16,24-23 0,-12-35-1,-23-24 1,-82 12-1,-13 47 1,13 12 0,46 12 15</inkml:trace>
  <inkml:trace contextRef="#ctx0" brushRef="#br0" timeOffset="189396.4222">3181 2911 0,'0'0'0,"-12"0"15,12 11 17,12-11-32,46 24 15,212 11 16,200-12 16,-341-11-31,-94-12 0,-23 0-16</inkml:trace>
  <inkml:trace contextRef="#ctx0" brushRef="#br0" timeOffset="189896.3347">3274 3016 0,'0'0'0,"0"-12"0,12 12 47,0 0-47,0 12 0,35 0 15,-24 0-15,94 35 16,-81-36-16,104 36 16,48 24-1,0-1 1,-24-11-1,-11-12 1,-118-47-16,36 23 16,-48-11-1,0-12 1,-34-12 0,-1 12-16</inkml:trace>
  <inkml:trace contextRef="#ctx0" brushRef="#br0" timeOffset="190295.6901">3357 3486 0,'0'0'16,"-12"0"-16,0 0 16,0 0-1,36-12 1,35-47-1,46-23 1,48-24 0,11 1-1,-35-1 1,-105 83 0,-24 11-16,-12 0 15,-12 12 1,-11 12-16</inkml:trace>
  <inkml:trace contextRef="#ctx0" brushRef="#br0" timeOffset="192909.7086">3333 3392 0,'12'0'46,"-12"-12"-30,12 12-16,-1 0 16,1 0-16,0-12 15,0 12-15,-1 0 0,189 0 32,128 59-1,13-24 0,-189-58 0,-140-1-15,-47 1 0,11 23-1</inkml:trace>
  <inkml:trace contextRef="#ctx0" brushRef="#br0" timeOffset="193359.3385">3450 3932 0,'0'0'15,"-11"0"-15,-1 0 0,-11 0 16,11 0 0,12-12-1,0-12 16,47-46-15,47-47 0,-59 81-16,82-81 15,-35 23-15,47-23 16,1-1 0,-25 25-1,-58 22 1,-23 36-1,-36 35 1,-35 35 0,0 0-1</inkml:trace>
  <inkml:trace contextRef="#ctx0" brushRef="#br0" timeOffset="193825.5052">3521 3955 0,'-12'12'0,"24"-24"0,-36 24 16,1-12-16,-1 0 16,24 12-1,12-24 17,23-23-32,83-24 15,58-47 1,23-11 15,1 0-15,-36 34-1,-129 60-15,83-36 16,-71 36 0,-24 11-1,-35 12 1,-11 12-1,-1 0 1</inkml:trace>
  <inkml:trace contextRef="#ctx0" brushRef="#br0" timeOffset="194674.8953">2594 2699 0,'0'0'0,"0"-11"0,-12 11 0,12-12 15,-12 12-15,1-12 16,22 12 0,-11 24-1,59 46 1,-12 47 31,-47-105-47,12 23 15,-12-23-15,-12-12 47,12-12-47,-12-11 16,12 11-16,-12-23 15,12 23-15,0 0 16,24 12 0,23 12-1,0 0 1,-12 0 0,-12-12-1</inkml:trace>
  <inkml:trace contextRef="#ctx0" brushRef="#br0" timeOffset="195491.6201">3955 2641 0,'0'0'0,"0"-12"15,0 0-15,12 0 0,-12 1 16,12 11-16,-12 11 47,0 1-32,-12-12-15,0 47 16,24 24 15,82-71 1,-47-59-17,-47 0 1,-36 1-1,-22 46 17,46 12-32,-35 23 15,24 1-15,11-13 0</inkml:trace>
  <inkml:trace contextRef="#ctx0" brushRef="#br0" timeOffset="197988.5729">4307 2899 0,'0'-12'31,"-12"12"94,12 12-94,-11-12-31,11 12 0,0 11 16,-12 47 31,35-11-16,1-35 0,-12-24-15,11 0-1,1 0 1,-1-36 0,-11 13-1,-12-12 1,12 0-1,-12-1 1,0 25 0,-12-13-1,0 12-15,0 1 16,1-1 0,-13 0-1,12 12 1,-11 12-1,-1 0 1,24-1-16,-23 13 16,23-12-1,-12-1-15,12 25 16,0-1 0,12 0-1,0 0 1,23-11-1,-12-1 1,1-11 0,-1-12 15,1-24-15,-1 1-1,-23 11-15,12-35 16,-12 35-16,0-34 15,-23-13 1,-1 24 0,-11-1-1,11 25 1,13 11-16,-25-12 16,25 12-1,-1 12-15,-23 11 16,11 12-1,13 12 1,11-11 0,11 10 15,13-10-15,23-13-1,-12-11 1,0-12-1,0-12 1,-23 12-16,23-23 16,-35 11-16,12-12 15,0-34 1,-24-13 0,-23 13-1,0 34 1,11 13-1,1 22 1,11 36 0,24 0-1</inkml:trace>
  <inkml:trace contextRef="#ctx0" brushRef="#br0" timeOffset="198820.9919">4554 2911 0,'0'0'0,"-12"0"16,0 0-16,0 0 15,1 0-15,-1 11 16,0-11-16,1 12 0,-1-12 16,0 0-1,36 0 17,-13 0-32,71-47 15,-58 35-15,316-105 31,-293 105-31,153-46 32,-165 46 15,-47 12-32,0 0 16</inkml:trace>
  <inkml:trace contextRef="#ctx0" brushRef="#br0" timeOffset="199336.7195">5375 2453 0,'0'0'0,"0"-12"0,0 0 0,0 1 16,0-1-1,0-12 1,12 24 15,0 12-15,23 35-1,-12 12 1,13-12 0,-13 0-1,-11-36-15,23 13 16,-23-24-1,11 12-15,48-24 16,34-23 0,-11-24-1,-35 12 17,-24 12-17,-23 23 1,-24 12 15,-11 0-31,-13 12 16</inkml:trace>
  <inkml:trace contextRef="#ctx0" brushRef="#br0" timeOffset="201818.4805">4260 2570 0,'0'-11'0,"0"-1"31,0 0 1,0 24 46,0 0-63,12-1 1,-12 1-16,0 23 16,0-11-1,12-1 16,-12 1-15,0-13 0,11 1-1,-22-12 157,-1 0-156,12 12-16,-12-12 15,-11 12-15</inkml:trace>
  <inkml:trace contextRef="#ctx0" brushRef="#br0" timeOffset="202463.6234">4178 2723 0,'0'0'0,"0"-12"46,12 12-30,0 12 31,-12 0-47,11-12 16,1 11-16,0 1 15,11 0 1,-11 0-1,0-12 1,-1 0 0,1 11-1,0-11 17,0-11-1,-1-1-16,1 0 1,12-23 0,-1 11-1,-23 13 1,12 11 0,-24-12 62</inkml:trace>
  <inkml:trace contextRef="#ctx0" brushRef="#br0" timeOffset="204799.846">5410 2289 0,'0'-12'109,"0"0"-109,-11 12 16,11-12-16,0 1 16,0-13-1,-12 1 17,12 11-1,0 59 16,12 23-32,11 1 1,-23-60-16,24 60 16,-24-59-16,11 35 15,13-12 1,-1 12-1,1-12 1,-12-12 0,11-11-1,-11 0 1,-1-12 46,1 0-46,-12-12 0,35-11-1,36-1 1,23-11 0,11 0-1,-11 0 1,-23-1-1,-36 13 1,-23 11 0,-1 12-1,-22 0 32,11 12-31,-24 0-16</inkml:trace>
  <inkml:trace contextRef="#ctx0" brushRef="#br0" timeOffset="206984.6974">4378 3004 0</inkml:trace>
  <inkml:trace contextRef="#ctx0" brushRef="#br0" timeOffset="210043.6051">5669 2641 0,'0'11'500,"11"-11"-484,-11 12-16,12-12 15,-12 12 1,12-12-16,-12 12 16,12-12-16,-1 23 15,13 1 32,-12 11-16,-1-23-15,1 11 0,0 12-1,-12 0 1,11 1 0,-11 11-1,0-36-15,0 24 16,0-23-16,0 12 15,0 23 1,0-24 0,0 12-1,-11 1 1,-1-1 15,0-12-15,1 12-1,-1-11 1,-12-1 0,1 1-1,23-12-15,-24 11 16,24-11-16,-23 0 16,-1 23-1,-11-12 1,0 1-1,0-1 1,0 1 0,-1-1-1,13 1 1,-12-1 0,-1 1 15,1-1-16,24-23-15,-25 12 16,25-1-16,-13-11 16,1 12-1,-13 0 1,13-12 0,-12 12-1,-12-12 1,12 11-1,11-11 1,-11 0 0,-12 0-1,12 0 1,23 0-16,-23 0 31,23 0-31,0 0 0,-11 0 16,-24-11-1,12 11 1,-12-12 0,23 12-1,13 0-15,-13-12 16,12 12-16,1-12 16,-13 1-1,1 11 1,11-12-1,0 0 1,0 1 0,1-1-1,-1 0 1,0 12 0,12-12 15,-11 12-16,11-11 95,0-1-110,-12 12 15,12-12 1,0 0 15,0 24 32,0 0-48,0 0-15,0-1 16,0 1-16,0 0 16,12 23-1,-1-12 1,-11-11-16,0 0 16,0 0-16,12-12 0,-12 11 15,12 1 1,-12-24 46,0 1-46,0-1-16,0 0 16,0 0-16,0-11 31,0 0-16,0-1 1,0 12 0,11 1-1,1-1 1,35 0 0,12-11-1,0 23 1,-24-12-1,-24 12-15,1 0 16,-24 0 187,1 0-203,-1 0 16</inkml:trace>
  <inkml:trace contextRef="#ctx0" brushRef="#br0" timeOffset="212241.3179">2594 6490 0,'0'0'0,"0"-12"0,0 1 15,-24-1 1,13 12-16,-1 0 16,0 0-16,12 12 0,-12-12 0,12 11 15,-11 1-15,-13 94 31,106-36 1,47-117-1,-93-47 0,-95 59-15,35 35-1,-58 12-15,71 0 16,-36 46 0,23 48-1,24-83-15</inkml:trace>
  <inkml:trace contextRef="#ctx0" brushRef="#br0" timeOffset="212623.9461">2629 7100 0,'0'0'0,"0"-11"16,0 22 15,-12 13-31,0-1 15,12 24 17,0-23-17,12-24-15,23 0 16,-23 0-16,23-12 16,24-47-1,-36 1 1,-58 11-1,-35 23 1,46 24-16,-46 36 16,58-25-16,-11 48 15,23 0 1</inkml:trace>
  <inkml:trace contextRef="#ctx0" brushRef="#br0" timeOffset="214139.7889">2711 7746 0,'0'0'0,"0"-12"0,0 0 0,0 1 16,-12 11-16,1-12 0,-1 12 15,0 0-15,0 23 16,12-11-16,0 0 15,-11 0-15,11 46 16,35-22 31,82-107-16,-70-46 0,-106 82-15,-11 35 0,58 11-16,-35 25 15,36-25-15,-13 24 16,24-23-16,0 0 16,24 0-16</inkml:trace>
  <inkml:trace contextRef="#ctx0" brushRef="#br0" timeOffset="214939.4973">3979 6654 0,'0'0'0,"0"-11"0,0-1 16,0 0-16,0 1 0,-12 11 15,12-12-15,-12 12 16,0 0-16,12 12 0,-11-12 16,-13 58-1,12-46 1,12 35 15,12-35-31,35-36 31,35-58 1,-82 70-32,-11-35 15,-13 36 1,1-1-16,-36 24 16,24 46-1,23 13 1,12-48-16,12 48 15,-1-48-15</inkml:trace>
  <inkml:trace contextRef="#ctx0" brushRef="#br0" timeOffset="215403.9818">4166 7241 0,'0'0'0,"-11"-11"0,11-1 0,-36 0 15,13 0 1,-1 48-1,13-1 1,-1 0 0,12 0-1,12-23 1,23 0 0,-12-12-16,24-24 15,36-11 1,-25-24-1,-46 12 1,-94 12 0,58 35-16,-93 12 15,93-12-15,-58 47 16,35 12 0,36-48-16</inkml:trace>
  <inkml:trace contextRef="#ctx0" brushRef="#br1" timeOffset="222663.1856">4331 7206 0,'0'-12'15,"0"24"48,-12-12-47,24 0 187,-1 0-203,-11-12 0,12 12 15,-12-11-15,12 11 16,0-12 0,-24 12 15,-12 12-31,-23 11 15,12-11 1,0-12 15,23 0-15,12-12 0</inkml:trace>
  <inkml:trace contextRef="#ctx0" brushRef="#br1" timeOffset="223845.7914">4131 7183 0,'0'-12'0,"0"0"31,-12 12 1,1 0-17,-1 0-15,0 12 16,-11 0 0,-12 11-1,23 1 1,12 11-1,0-12 1,12 12 0,11 1 15,0-25-15,-11 1-16,23 0 15,-23-12-15,12 12 16,11-12-1,0-24 1,0 12 0,0-11-1,-23 23-15,0-35 16,0 35-16,-12-24 16,0 1-1,0-12 1,-24-1-1,-11 1 1,0 23 15,0 1-15,-1 11 0,1 11-1,12 1 1,-13 12-1,13-1 1,11 1 0,1-1-1,11 12 1,0 0 0,11-11-1,1-12-15,11 11 16,-11-11-1,0 0-15,23-1 16,0-11 15,1 0-31,11-23 32,-36 23-32,24-24 15,-35 13-15,24-1 16,-1-23-1,-11 0 1,-12-24 0,-35 12-1,23 35-15,-46-23 16,46 35-16,-47 0 16,0 12-1,1 23 1,23 12-1,35-12 1,46-11 0</inkml:trace>
  <inkml:trace contextRef="#ctx0" brushRef="#br1" timeOffset="225228.5294">3943 6619 0,'0'-11'16,"12"11"-16,-12-12 16,0 0 31,-12 12-16,12 12-16,-11 0-15,-13 23 32,24 0-17,0-12 1,24 13 0,-1-13-1,1 1 1,-13-24-16,13 0 15,-12 0-15,-1 0 16,13-12-16,11-12 16,0 1-1,-11-12 1,-13-12 15,-11 12-15,0 23-16,-23-23 15,11 35-15,0-24 16,-23 1 0,12 23-1,-1 0 1,1 0 0,11 0-16,-11 11 15,23 1-15,-24-12 16,12 24-1,1-1 1,-1 12 0,0-11-1,12-13-15,0 25 16,0-25 0,0 13-1,12-1 1,0 1-1,11-12 1,1-1 0,-1-11-1,-11 0-15,23-11 16,0-13 0,-11-11-1,-13 0 1,1-1-1,-12 1 1,-12 24-16,-11-36 16,23 35-1,-35-12-15,0 13 32,-12-1-17,11 35 1,25-23-16,-13 47 15,12-35-15,1 35 16,11 0 0,35-24-1</inkml:trace>
  <inkml:trace contextRef="#ctx0" brushRef="#br1" timeOffset="229288.061">5023 6866 0</inkml:trace>
  <inkml:trace contextRef="#ctx0" brushRef="#br1" timeOffset="230090.2909">5011 6654 0,'0'0'0,"0"-11"16,-11 11-16,11-12 16,0 0-1,0 1-15,0-1 16,11 12 0,1 0 30,0 12-30,0-1-16,-1 13 16,13-1-1,-1 12 1,-11-11 0,0-12-1,-1-1 1,1-11-1,12-11 17,11-13-17,12 1 1,-24 11 0,1 0-1,-36 0 16,0 12-31,-23 0 16,-12 0 0</inkml:trace>
  <inkml:trace contextRef="#ctx0" brushRef="#br1" timeOffset="230507.3718">5011 6549 0,'0'0'0,"0"-12"16,0 0-1,12 1 1,0-1 0,-12 24-1,12 23 1,-12-23-16,0 46 15,0-46-15,0 35 16,0 0 0,0-24-1,35-11 1,23-24 0,25-23-1,-25 12 1,-22 11-1,-36 0 1,-12 12 15,0-12-15,0 12-16,-11 0 0</inkml:trace>
  <inkml:trace contextRef="#ctx0" brushRef="#br1" timeOffset="231155.8572">5070 6443 0,'0'0'0,"0"-12"16,0 1-16,-12 11 0,12-12 16,-11 12-16,-1-12 15,0 12-15,0 0 0,1 0 16,-1 0-16,0 0 0,-82 82 31,59 106 0,129 0 1,82-71-1,-70-117-16,-1-47 1,-11-11 0,-47-24 15,-35 58-31,0-58 16,-12 47-16,0 0 0,-36-71 15,-22-23 1,-48 47-1,-23 70 1,12 71 0,46 34-1,48-69-15,11 82 16,12-71-16,35 35 16,-23-58-16</inkml:trace>
  <inkml:trace contextRef="#ctx0" brushRef="#br1" timeOffset="233627.9434">5117 6866 0,'-12'0'234,"12"-12"-218,0 0 46,-11 12-62,11 12 1157,-12-12-642,12 12-515,-12-12 16,12 11-16</inkml:trace>
  <inkml:trace contextRef="#ctx0" brushRef="#br1" timeOffset="235923.545">5105 6971 0,'0'-11'15,"0"-1"16,0 24 79,-11-12-95,11 11 1,-12-11 0,12 12-16,-12 0 31,0 0-15,1-1-1,-1-11 1,12 12-1,-24 0 1,-11 11 0,0 1-1,0-1 1,0-11 0,-1 11-1,13-11 1,-12 12-1,-1-13 1,1 1 0,0 12-1,12-13 1,-13 1 0,13 0 15,-1 0-16,-11-1 1,0 1 0,12 0-1,-1-12 1,1 11 0,11-11-1,-12 12 1,13-12-1,-1 0 1,0 0 0,12 12-1,-12-12 1,1 0 0,11-12 155,0 0-155,11 1-16,1-1 16,-12 0-16,12 12 0,11-35 15,13 0 1,-25 35-16,1-12 16,-24 12 46,12 12-62,-11 0 16,-25 23-1,1 12 1,23-12 0,1-23-1,11 11 1,0-11-1,11-12-15,1 0 16,0 0-16,23 0 16,-11 0-16,34 0 15,-46 0 1,23-12-16,-11 12 16,-36 0 624,12-12-640,-24 12 16,13-11-16</inkml:trace>
  <inkml:trace contextRef="#ctx0" brushRef="#br1" timeOffset="237167.6146">4213 7171 0,'0'-12'109,"-11"0"-93,11 1-16,-12-1 15,0 0 1,0 0-16,-23 12 47,-12 36-16,35-13-15,1-11-16,11 11 15,-12-11-15,12 0 0,0 0 16,0 23-1,0 0 1,12 0 0,-12-11-1,11 11 1,13-12 0,-1 1-1,1-12 1,-1-1 15,24-11-15,0-23-1,-35-1-15,35 1 16,-47 11-16,23-11 16,1-1-1,-1-11 1,-23-12-1,0 35-15,-35-35 16,23 36-16,-23-36 16,-23 11-1,11 1 1,11 24 0,1 11-1,0 23 1,23-11-1,-11 35 1,23-36-16,-12 25 16,12 11-1,12-12 1,-1-12 0,1-11-16,0 0 15,0-12-15,-1 11 0,1-11 16</inkml:trace>
  <inkml:trace contextRef="#ctx0" brushRef="#br1" timeOffset="268153.4256">8391 3415 0,'0'-11'31,"0"-1"47,0 0 79,-11 12-157,-1-12 0,0 12 15</inkml:trace>
  <inkml:trace contextRef="#ctx0" brushRef="#br1" timeOffset="270668.2451">4190 7136 0,'-12'0'109,"12"-12"-93,0 0-1,-12 12-15,1 0 0,11-12 16,-12 1-16,0 11 16,0 0-1,1 0-15,-36 23 32,0 36-1,35 35 0,24 11 0,23-58-15,0-23 0,12-12-1,12-24 16,-12-23-15,-35 23-16,23-12 16,-24 24-16,25-35 15,-25-12 1,-11-11 0,-23 11-1,-1 0 1,13 35-16,-24-12 15,11 13-15,-11-13 16,0 13 0,-12 34-1,23 0 1,1 36 0,11 12-1,12-60-15,0 60 31,0-60-31,12 25 16,11 22 0,1-22-1,11-13 1,-23-11-16,23-12 16,-23 0-16,35-12 15,-1-35 1,1 0-1,-23 0 1,-24-11 0,0 34-16,-12-23 15,0 24 1,-11-13-16,-12-11 16,-24 24-1,24 11 16,-12 12-15,35 0-16,-35 24 16,35-24-16,-11 35 15,0 24 1,23-1 0,11 13-1,1-24 1,23 0-1,-35-36-15,24 13 16,-13-12-16,13-1 16,11-11-1,12-23 1,12-24 0,-12-12-1,-36 47-15,1-58 31,-12 47-31,0-36 16,-35-23 0,-24 35-1,-23 35 1,12 47 0,58-11-16,-47 58 15,48-59-15,-1 1 0</inkml:trace>
  <inkml:trace contextRef="#ctx0" brushRef="#br1" timeOffset="288080.4589">4448 7312 0,'0'0'0,"12"-12"0,-24 12 62</inkml:trace>
  <inkml:trace contextRef="#ctx0" brushRef="#br1" timeOffset="289782.019">4260 7100 0,'0'12'47,"0"0"-47,-11-12 78,-1-12-63,0 12 1,0 0-16,1-23 31,-1 23-15,0-12 0,-11 12-1,11 0-15,-12 12 16,24-1-16,-23 1 15,-1 12 1,1-13 0,0 13-1,-1-1 1,24-11-16,0 12 16,-12-24-16,12 35 15,0-23 1,0-1-16,0 24 31,12-11-15,0-1-1,11 1 1,-11-12 0,-12-1-16,23 1 15,1 12 1,11-13-1,-11 1 1,-1-12 0,-11 0-16,0 0 15,23 0 1,0-23 0,-12-13-1,13 1 1,-25 12-1,1 11 1,0-12 0,-12 13-16,0-13 15,0-11 1,-24-12 0,-11 0-1,23 35-15,-23-11 16,24 11-16,-25-11 15,25 23-15,-25-24 16,1 13 0,0-1-1,0 12 1,11 12 0,1-1-1,23 1-15,-24 23 16,13 0-1,-13 12 17,24 0-17,0 0 1,0-35-16,0 23 16,12-35-16,-12 12 0,12 11 15,23 13 1,0-1-1,0-12 1,0-11 0,1 0-1,-25-12-15,25 0 16,-25 0 0,1-12-16,23-11 15,-11-1 1,-1-11-1,-11 0 1,0 11 15,-12 12-31,0-34 16,0 10 0,-36-22-1,1 11 1,12 35-16,-12-23 15,11 23-15,-11 0 16,-12 12 0,-12 35-1,24 36 1,35 23 0,0-24-1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40:12.96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1232 5011 0,'12'-11'16,"-24"22"-16,24-46 0,-12 23 0,12 1 0,-12-13 15,0 13-15,12-13 0,-12 12 0,0 1 16,0-1-16,0 0 16,-12 12 15,12 12-31,-12 0 16,-58 58-1,46-47-15,-152 118 31,164-129-31,-46 47 32,46-59-17,24-12 17,11 0-17,24 0 1,0 24-1,0 70 1,-24 59 0,-23-106-16,0 165 15,-11-141-15,11 117 16,0 58 0,0-22-1,23-25 1,48-11-1,-1-105 1,-46-59-16,93 35 16,-70-47-1,70-36-15,47-58 16</inkml:trace>
  <inkml:trace contextRef="#ctx0" brushRef="#br0" timeOffset="2332.07">2019 5363 0,'0'0'0,"-12"0"46,12-11-30,0-1 31,-12 0 0,12 24 78,12-12-125,0 12 15,-1-12-15,1 11 16,35 13 0,12-12-1,11-1 1,36-11 0,-71 0-16,59 0 15,-24 0-15,24-23 16,24-1-1,-1-11 1,-23 0 0,0-24-1,-71 48-15,36-48 16,-47 47-16,11-11 16,12-36-16,0-23 31,-35 0-16,-58 0 1,-48 11 0,-82 13-1,12 34 1,0 24 0,0 12-1,24 46 1,34 25-1,83-60-15,-35 48 16,46-48-16,12 0 0,-46 60 16,23 34-1,35 12 1,47-35 0,23-24 15,71-58-16,-94-12-15,211-47 16,-188 35-16,-11-11 0</inkml:trace>
  <inkml:trace contextRef="#ctx0" brushRef="#br0" timeOffset="4872.7969">3392 5328 0,'-12'0'16,"0"0"-1,1 0-15,-1 0 16,0 0 0,0 0-16,1 0 15,-1 0 1,0 12 0,-23-12 15,35 23 16,23-11-32,36 0 1,47-12 0,70-24-1,-118 13-15,107-13 16,-60 13-16,48-13 15,46 1 1,-46 11 0,-47 0-1,-59 0 1,-12 12 0,-23 0-1,-1-11 1,1 11-1,-24-12 48</inkml:trace>
  <inkml:trace contextRef="#ctx0" brushRef="#br0" timeOffset="34102.1574">2101 5950 0,'-12'0'16,"0"0"-1,1 0 16,-1 0 1,0 0-1,12 12-31,-12-12 31,-11 0 0,35 0 16,-1 0-31,1 0 0,35 12-1,35-12 1,24 0-1,35-12 1,23 12 0,-117-12-16,129 1 15,-129 11-15,117-12 16,94-12 0,24 1-1,-211 23-15,140-12 16,-141 12-16,130 0 15,-142 0-15,154 0 16,-165 0 0,82 12-16,-12-12 15,-47 0 1,-23-12 15,-35 12-15,-12-12-1,-12 12 1,-70-11 0,0-1-16</inkml:trace>
  <inkml:trace contextRef="#ctx0" brushRef="#br0" timeOffset="35083.3516">1831 5868 0,'-12'0'94,"36"0"-63,-13 0-15,107 0 0,23-23-1,35 11 17,-118 12-32,118 0 0,-117 0 15,0 0-15,128 0 16,60 0-1,-1 0 1,1 12 0,23-12-1,0 11 1,-212-11-16,154 0 16,-165 0-16,58 0 15,13 0 1,-36-11-1,-24 11 1,-22-12 0,-36 0 62,-12 0-63,-12 1 1,13-1-16,-13 0 0</inkml:trace>
  <inkml:trace contextRef="#ctx0" brushRef="#br0" timeOffset="146607.5557">8509 7664 0,'-35'0'0,"23"0"0,0 0 15,0 0-15,-11 0 0,11 0 16,-129 12 0,130-12-1,-1 11 16,24-11-31,258-11 32,234-48-1,-234 47-15,-106 0-1,-70 1 1,-70-1-1,-24 0 1,-59 0 0,36 12-16,-36 0 15</inkml:trace>
  <inkml:trace contextRef="#ctx0" brushRef="#br0" timeOffset="146906.7547">8333 7699 0,'-24'12'15,"48"-24"-15,-106 24 0,70-1 0,-12-11 16,13 0-16,-1 0 16,106 0-1,82-11 1,-129 11-16,129-24 15,-47 24-15,47-11 16,35-1 0,-70 0-1,-71 0 1,-46-11 0,-48 23-1</inkml:trace>
  <inkml:trace contextRef="#ctx0" brushRef="#br0" timeOffset="147224.545">8427 7816 0,'0'0'16,"-47"12"-16,35-12 0,35-12 15,1 12-15,105-23 16,106-1 0,35 1-1,-200 23-15,177 0 16,-201-12 0,95 12-16,-12-12 15,-93 12 16,-25 0-15,-69 0 0,34-11-16,1 11 0</inkml:trace>
  <inkml:trace contextRef="#ctx0" brushRef="#br0" timeOffset="153966.4263">2136 5892 0,'-12'0'0,"24"0"0,-35-12 16,11 12-1,0 0-15,0 0 16,1 0 0,-1 0-1,12 12 1,-12-12-1,12 11-15,0 1 16,0 0 0,94 58 15,0-58-15,47-12-1,35-35 1,-129 23-16,117-35 15,-129 24-15,59-36 16,0-35 0,-59-12-1,-58-11 1,11 82-16,-47-47 31,36 46-31,-1 13 0,-70-59 16,-82 35-1,-35 35 1,12 71 0,11 23-1,35 35 1,118-93-16,-47 117 16,82-106-16,-12 94 15,130 12 1,81-59-1,118-82 1,-129-35 0</inkml:trace>
  <inkml:trace contextRef="#ctx0" brushRef="#br0" timeOffset="161259.5465">8403 7687 0,'-12'0'0,"24"0"0,-35 0 0,11 12 15,0-12-15,0 0 0,1 0 16,22 12 0,13-12-16,-1 0 15,24 11-15,24-11 16,-24 0-16,35-11 0,-23 11 16,-12-24-16,-1 24 0,224-47 31,-234 47-31,128-35 31,-141 12 0,-105 11-15</inkml:trace>
  <inkml:trace contextRef="#ctx0" brushRef="#br0" timeOffset="161592.8938">8450 7769 0,'-12'0'0,"24"0"0,-47 12 0,23-12 16,0 0-16,1 0 0,22 0 31,36 0-16,71 0 1,-83 0-16,176-35 16,-164 35-16,129-24 15,0 1 1,-47-12 0,-47 11-1,-46 1 1,-36-1-1,-36 13 1,13-1 0</inkml:trace>
  <inkml:trace contextRef="#ctx0" brushRef="#br0" timeOffset="162009.1054">8567 7793 0,'-35'12'16,"70"-24"-16,-93 24 0,46-12 0,0 0 0,1 0 15,46 11 1,106-11 0,-83-23-16,224-12 15,-200 23 1,118-12-16,11-11 31,-70 0-15,-71 0-1,-35 11 1,-23 13-16,0-13 16,-12 12-16,-12 1 15,-35 11 1,35-12-16</inkml:trace>
  <inkml:trace contextRef="#ctx0" brushRef="#br0" timeOffset="176711.5093">1373 4824 0,'0'-24'0,"0"48"0,0-60 15,0 25-15,0-1 0,0 0 16,0 0-16,0-11 16,0 11-16,0 1 0,0-1 15,-12 12 1,1 0-1,11 23 17,-59 59-17,-94 94 17,83-105-17,11-24 1,48-24-16,-36 12 15,35-23 1,-23 12-16,11-13 31,12-11-15,12-11 0,0-1-1,0 0-15,12-11 16,-12 11-16,12-11 15,11 11 1,1 12 0,-1 12-1,24 46 1,-35-34-16,35 105 16,-35-82-16,23 82 15,0 70 1,-11 13-1,-13-13 1,-11-11 0,12-141-1,0 129 1,-12-129-16,23 70 16,24 24-1,47-24 1,70-46-1,95-95 1,81-128 0</inkml:trace>
  <inkml:trace contextRef="#ctx0" brushRef="#br0" timeOffset="185920.4169">6713 4084 0,'-23'0'0,"46"0"0,-58 0 16,23 0-16,0 0 0,1 0 0,-1 0 15,-23-12-15,11 12 16,-11 0-16,0 0 0,11 0 15,-11 12-15,0-12 16,23 12-16,-11 0 16,-1-12-16,36 23 31,340-46 0,446-95 0,71 60 1,-646 46-17,-94 0 1,-71 0 0,-116 12-1,-71 0 1,82 12-16</inkml:trace>
  <inkml:trace contextRef="#ctx0" brushRef="#br0" timeOffset="186252.0352">6572 4143 0,'-141'23'0,"282"-46"0,-340 46 15,128-11-15,24-12 0,0 0 16,12 12-16,-12 0 15,71-12-15,81 0 16,212-47 0,165-36-1,-342 72-15,283-36 16,-282 35-16,0 0 0,234-11 16,12 11-1,-152-11 1,-153 11-1,-58 0 1,-13 12 0,-11-12-1,-23 1-15,0 11 16,-48 0-16</inkml:trace>
  <inkml:trace contextRef="#ctx0" brushRef="#br0" timeOffset="188899.0682">6760 4049 0,'-12'-12'0,"1"12"15,22 0 48,13 0-63,-12 0 15,11 12-15,24-12 0,-12 0 16,270-12 0,212-35 15,23-23 16,-71-36-16,-410 95-31,129-60 16,-142 59-16,60-46 15,0-24 1,-12-24 0,-12 0-1,-35-11 1,-47 93-16,-24-105 15,1 94-15,-59-82 16,-71-47 0,-46 23-1,-60 12 1,-11 11 15,200 95-31,-235-71 16,223 70-16,-153-11 15,-94 23 1,-11 24 0,47 35-1,222-23-15,-175 105 16,199-94-16,-129 94 16,-12 106-1,59 46 1,58-11-1,60-23 1,81-59 0,-35-165-16,118 94 15,-94-93 1,117 35-16,117-36 16,24-35 15,-24-35-16,-105 24 1,-153 11-16,59 0 16,-82 12-16,-12-11 15,12 11 1,-12-12 234,0 0-234,0 0-16,0 1 0</inkml:trace>
  <inkml:trace contextRef="#ctx0" brushRef="#br0" timeOffset="190022.3395">6514 3920 0,'0'-12'16,"-12"0"-1,0 12-15,0 0 79,12-11 30,0-1-109,0 0 47,0 1 0,0-1 0,-11 12-47</inkml:trace>
  <inkml:trace contextRef="#ctx0" brushRef="#br0" timeOffset="192445.8618">4472 3321 0,'0'-11'125,"-12"11"-125,0 0 15,0 0 1,1 0 0,-36 47 15,11 46 0,36-46-15,0 12-1,24-24 17,-1 1-17,-11-25-15,23 13 16,-23-24-16,23 0 16,12 0-1,0-24 1,-12-11-1,1-24 1,-36 48-16,0-60 16,0 48-16,-12-24 15,-23-12 1,-1 24 0,1 0-1,12 11 1,11 24-1,0 0-15,-11 0 16,11 12 0,-35 47-1,0-1 1,35 13 0,1-1-1,11-46-15,0 34 16,0-34-16,11 11 15,1 0 1,23-11 0,1-24-1,22-12 1,-46 12-16,23-24 16,-23 13-16,0-1 15,23-11-15,-12-48 16,-23-11-1,0 0 17,-23 11-17,-36 13 1,1 58 0,-13 47-1,12 11 1,48 36-1,34-35 1</inkml:trace>
  <inkml:trace contextRef="#ctx0" brushRef="#br0" timeOffset="353154.3765">3251 2899 0,'0'12'110,"0"-1"-95</inkml:trace>
  <inkml:trace contextRef="#ctx0" brushRef="#br0" timeOffset="354287.1591">3192 3357 0,'0'-12'78,"0"0"-62,0 0-1,-11 12 16,-1 0-15,0 12 0,0-12-1,12 12-15,-23 23 32,23 35-1,12-11 0,-1-35-15,25-24-1,10-12 1,-10-23 0,-13-12-1,-11 0 1,-12 35-16,-12-23 15,0 35 1,1-12-16,-25 12 31,-10 12-15,10 23 0,36 12-1,12-47-15</inkml:trace>
  <inkml:trace contextRef="#ctx0" brushRef="#br0" timeOffset="355453.3594">3251 3850 0,'-12'0'0,"12"-12"16,-12 12-1,12-12 1,-11 12 0,-1 0 15,0 12-16,-11 23 1,11 0 15,0 24-15,12 0 0,12-1-1,12-23 1,-13-35-16,36 12 15,-23-12-15,23-12 16,11-35 0,-22-11-1,-36-13 1,-47 24 0,-12 24-1,35 23-15,-34 12 16,46-12-1,-11 23-15,23 1 16</inkml:trace>
  <inkml:trace contextRef="#ctx0" brushRef="#br0" timeOffset="356245.7242">2911 2828 0,'0'59'0,"0"-118"0,0 153 16,11-58-16,-11 10 0,12 25 16,12 11-16,-24-35 0,23 35 15,-11-47-15,-1 12 0,13 0 16,-12-12-16,-1 12 0</inkml:trace>
  <inkml:trace contextRef="#ctx0" brushRef="#br0" timeOffset="359107.9064">3181 2782 0,'-12'0'63,"0"-12"-32,0 12 16,1 0-16,11 12-15,-12-12-1,0 11 1,0-11 0,1 12-1,11 0 1,-12-12-1,12 11 1,0 1 0,0 0-1,-12 0 1,12 11 15,0 1-15,0-1-1,0 1 1,0-1 0,0-11-1,12 11 1,-12-11 0,12 11-1,-1-11 1,1 0-1,-12 0 1,12-12 0,-12 11-1,12-11 1,-1 12 15,1-12-31,0 0 16,0 0-1,-1 0 1,1-12 0,0 1-1,11-13 1,-11 1 0,0-1-1,-1 1 1,-11-1-1,0 1 1,0-1 0,0 1-1,0-1 1,-11-11 15,-1 0-15,-12 23-1,24 1-15,-11 11 16,11-12-16,-12 12 16,0 0-1,1 0 1,-1 12 0,-12-12-1,1 11 1,23 1-16,0 0 422,12-12-407,-12 11-15</inkml:trace>
  <inkml:trace contextRef="#ctx0" brushRef="#br0" timeOffset="360364.1366">3181 3321 0,'0'-11'31,"-12"11"-16,12-12 17,-12 12-17,0 0 1,1 0 0,-1 0-16,-12 23 15,1 1 16,11 23-15,12 0 0,12 23-1,0-23 1,35-23 0,-12-1-1,0-11 1,0-12-1,0-35 1,-23 23-16,12-47 16,-24 36-16,0-36 15,-12 0 1,-35 24 0,0 12-1,0 23 16,35 11-31,-35 36 16,36-23-16,-13 34 16,24 60-1,0-95-15</inkml:trace>
  <inkml:trace contextRef="#ctx0" brushRef="#br0" timeOffset="361148.0678">3286 3838 0,'-12'0'0,"24"0"0,-35 0 15,23-12-15,-12 12 16,0 0-16,0 0 16,1 0-16,11 12 15,-12-12-15,0 12 0,1 11 16,-1-11-16,-23 70 31,58 47 0,-23-117-31,106 70 32,-95-70-32,95-12 31,-47-36-15,-48 25-16,25-36 15,-36 23-15,0 1 16,0-36-16,-36-11 31,-22 34-15,11 25-1,0 34 1,47-11-16,-24 35 16,24-35-16,0 11 15</inkml:trace>
  <inkml:trace contextRef="#ctx0" brushRef="#br0" timeOffset="372785.4589">3192 2911 0,'0'0'0,"0"-12"15,-11 12 1,11 12 93</inkml:trace>
  <inkml:trace contextRef="#ctx0" brushRef="#br0" timeOffset="373354.2895">3227 3439 0,'0'0'0,"0"-12"157,0 0-142</inkml:trace>
  <inkml:trace contextRef="#ctx0" brushRef="#br0" timeOffset="373977.8859">3368 4037 0,'0'0'0,"0"-11"78,0-13-63</inkml:trace>
  <inkml:trace contextRef="#ctx0" brushRef="#br0" timeOffset="381560.7779">3134 2793 0,'0'0'0,"0"-11"16,0-1-16,0 0 15,-12 12 1,0 0-16,0 0 15,12 12 1,-11-12-16,11 12 0,-12-1 0,12 1 16,-12 0-16,-23 117 31,105 0 0,71-94 0,-35-141 1,-106 13-17,-47 10 1,-70 37 0,34 34-1,48 47 1,35 0-1</inkml:trace>
  <inkml:trace contextRef="#ctx0" brushRef="#br0" timeOffset="386415.1245">3110 2793 0,'0'12'828,"0"0"-813,0-1 17,0 1 93,0 0 78,0 0 1609,12-12-1812</inkml:trace>
  <inkml:trace contextRef="#ctx0" brushRef="#br0" timeOffset="388088.0112">3216 3321 0,'-12'0'15,"0"-11"1,1 11 0,-1 0-1,0 0 1,12 11-16,-12-11 15,-11 47 1,-12 106 15,58-24 1,24-106-17,-12 1 1,24-24-1,0-47 17,-48 35-32,25-58 15,-25 58-15,-11-58 16,-11-12 0,-36 23-1,-12 47 1,12 12-1,24 59 1,23-36-16,0 12 0</inkml:trace>
  <inkml:trace contextRef="#ctx0" brushRef="#br0" timeOffset="389154.144">3286 3932 0,'-12'0'16,"12"-12"0,-11 12-1,-1-12-15,0 12 16,0 0-16,1 0 15,-1 0-15,12 12 16,-59 82 0,59 70 31,118-105-16,34-118 0,-105-47-15,-70 24-1,-48 35 1,-70 83 0,12 57-1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38:08.52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 1467 0,'0'0'0,"0"-12"0,0 1 0,0-1 15,-12 12-15,12-12 16,-11 12-16,-1 0 15,0 12-15,0 11 16,12-11-16,-11 0 0,-25 105 31,60 0 1,128-128-1,-22-154 16,-142 83-32,-59 35 1,1 36 0,0 58-1,58-24-15,0 59 16,12-70-16</inkml:trace>
  <inkml:trace contextRef="#ctx0" brushRef="#br0" timeOffset="683.1382">1221 2324 0,'0'0'0,"0"-12"0,-12 12 16,0 0-16,-11-12 31,-1 118 0,48 11 0,-24-105-31,129 23 32,-118-35-32,48-11 15,-47 11-15,23-36 16,-35 25-16,12-36 16,-12 23-16,-35-35 15,23 48-15,0-13 16,-35-23-16,-11 24 15,22 58 17,36 59-17,0-35-15</inkml:trace>
  <inkml:trace contextRef="#ctx0" brushRef="#br0" timeOffset="1264.6375">1303 3204 0,'0'-12'0,"0"1"16,-12 11-16,-11 0 15,23 11 1,-59 95 15,71 35 1,46-83-17,-46-46-15,47-12 16,-48 0-16,60-35 15,-48 11 1,24-34 0,-23-36-1,-59 0 1,-36 24 0,48 58-16,-48 0 15,48 24-15,-24 23 16,12 35-1,35-46-15</inkml:trace>
  <inkml:trace contextRef="#ctx0" brushRef="#br0" timeOffset="2680.5748">2840 1526 0,'0'0'0,"0"-12"16,0 0-16,0 1 16,-12 11-16,1 0 15,-1 0 1,12 11 0,-12-11-16,12 12 0,0 0 15,-12-1-15,12 1 0,0 70 31,106-23 1,-94-47-32,129-71 31,-130 47-31,-11-93 31,-47 46-15,24 47-16,-24-11 15,35 23-15,1 0 16,-1 23-16,0-11 0,0 58 31,12-46-31,12 58 16</inkml:trace>
  <inkml:trace contextRef="#ctx0" brushRef="#br0" timeOffset="3196.9812">3051 2253 0,'0'0'0,"-23"-11"16,11 11-16,-11 0 15,-12 35 1,11 24-1,12-1 1,1 13 0,22-24-1,25-24 1,46-35 0,0-35-1,-35-11 1,-47-13-1,-47 24 1,23 36-16,-23-1 31,24 12-31,-12 35 0,11 35 32</inkml:trace>
  <inkml:trace contextRef="#ctx0" brushRef="#br0" timeOffset="3845.7858">2993 3239 0,'0'0'0,"0"-12"0,-12 1 15,-11 11 1,-1 70 15,71 24 0,94-94 16,-71-47-31,-46-12-1,-48 1 1,-58-1 0,59 47-16,-60 1 15,25 22 1,46 60 0,36-36-1</inkml:trace>
  <inkml:trace contextRef="#ctx0" brushRef="#br0" timeOffset="4661.6713">4636 1972 0,'0'0'0,"0"-12"0,0 0 16,-12 12 0,0 0-16,1 0 15,-1 12 1,0 0-16,12-1 0,0 1 16,-12-12-16,12 12 0,0 0 0,-11-1 15,11 1-15,11 12 31,95-13 1,-24-69-1,-140-13 0,22 71-15,1 24-1,35 46 1,12-23 0</inkml:trace>
  <inkml:trace contextRef="#ctx0" brushRef="#br0" timeOffset="5211.1531">4765 2652 0,'0'-11'0,"0"22"0,0-34 16,-24 11-16,13 0 31,-1 12-15,12 12-16,-12 12 15,12-13-15,0 1 0,0 23 16,0 24 0,35-24-1,24-35 1,12-11 0,-48 11-16,36-47 15,-36 35-15,12-59 16,-35 60-16,-23-48 15,-47 12 1,-24 35 0,23 48-1,24 10 1,36-34 0</inkml:trace>
  <inkml:trace contextRef="#ctx0" brushRef="#br0" timeOffset="6427.1355">1526 1549 0,'-12'0'16,"12"12"-16,-12-12 0,1 0 16,-1 0-16,0 0 15,0 0 1,12 12-16,12-12 156,0 0-156,0 0 16,-1 0 15,1 0 47,0 0-62,-1 0-16,1 0 15,0 0-15,47-12 16,58 0 0,59 0-1,12 1 1,-12 11 0,-141-12-16,94 12 15,-105 0-15,34 0 16,-22 0-1,-36-12 1,-36 1 0,-46 11-1</inkml:trace>
  <inkml:trace contextRef="#ctx0" brushRef="#br0" timeOffset="6959.1528">1502 1608 0,'0'0'0,"-11"-12"0,-13 12 15,12 0 1,1 0 0,22 12 15,13-12-16,34 35 1,48 12 0,70 23-1,35 24 1,-11 0 0,-153-70-16,141 70 15,-141-83-15,58 60 16,1-13-1,-48-11 1,-22-11 0,-36-25-16,11 1 15,-11-24 17</inkml:trace>
  <inkml:trace contextRef="#ctx0" brushRef="#br0" timeOffset="7825.616">1514 1596 0,'0'0'16,"0"-12"-16,-12 12 0,1-11 16,-1-1-1,0 12-15,12-12 16,24 12 0,-13 12-1,1 0-15,0-12 16,46 47-1,107 117 17,34 71-1,-11 35 0,-118-153 0,13-11-15,-1-24 0,12 0-1,-12-12 1,-59-58-16,59 47 16,-58-48-16,23 36 15,11 0 1,1 0-1,0 0 1,0 12 0,-48-47-16,71 35 15,-70-24 1,35 12-16,12 12 16,-12-12-1,-24 1 1,1-13 15,-1-11-15,-23-24-1,0-35 1,0 35-16</inkml:trace>
  <inkml:trace contextRef="#ctx0" brushRef="#br0" timeOffset="8457.5185">1455 2488 0,'0'0'0,"-11"0"0,-1 12 15,-12 0 1,24-24 31,12 12-47,-12-24 0,24 13 0,-13-13 15,1 12-15,117-164 32,-105 153-32,281-212 31,12 12 0,-24 35 0,-199 141-15,-71 36 0,-46 11 15,-1 11-31,-34 36 16</inkml:trace>
  <inkml:trace contextRef="#ctx0" brushRef="#br0" timeOffset="8973.6149">1467 2547 0,'0'0'0,"-12"-12"16,1 12-16,-13-12 15,12 12 1,1-11-1,22 11 17,13 11-17,58-11 1,59 0 0,82-23-1,35-12 1,0-1-1,-23 13 1,-188 23-16,82-24 16,-117 24-16,23 0 15,-23 0 1,-36 0 0,-46 0-1</inkml:trace>
  <inkml:trace contextRef="#ctx0" brushRef="#br0" timeOffset="9457.1081">1467 2441 0,'0'0'0,"-12"-12"16,12 24 15,36 12-15,34 34-1,59 24 17,59 12-17,-130-70-15,201 105 16,-189-94-16,141 71 16,36 11-1,-83-23 1,-58-35-1,-36-24 1,-58-35-16,23 12 16,-35-1-16,12-11 15,-24 0 1,-11-23 0</inkml:trace>
  <inkml:trace contextRef="#ctx0" brushRef="#br0" timeOffset="10057.1391">1350 3357 0,'0'0'0,"-12"11"0,0-11 0,12 12 16,-12-12-16,12 12 15,0-24 17,12 12-32,23-35 31,-23 23-31,188-176 31,-165 153-31,258-282 31,-35-140 1,-117 187-17,-23 117 1,-13 0 0,-11 48-1,-23 46 1,-24 24-1,-36 35-15,1-12 16,-12 36 0,-23-1-1,-60 94 1</inkml:trace>
  <inkml:trace contextRef="#ctx0" brushRef="#br0" timeOffset="10539.0204">1444 3321 0,'0'0'0,"-12"12"0,0-12 0,12 12 16,-12-12-16,-11 12 16,35-12-1,11-12 1,59-59-1,59-22 1,59-48 0,128-82-1,-58 82 1,-47 35 0,-94 48-1,-82 22 1,-35 36-1,-24 12 1,12 0 0,-59 35-16</inkml:trace>
  <inkml:trace contextRef="#ctx0" brushRef="#br0" timeOffset="10988.4471">1561 3474 0,'0'0'0,"-12"0"16,0 0-16,1 12 0,-1-12 31,24 11-15,58 1 0,-46-12-16,105-12 15,-82-11-15,0 11 0,140-35 16,83 0-1,24 12 1,-36 12 0,-82-1-1,-153 24-15,36-12 16,-47 1-16,0-1 16,-12 0-16,0-11 15,0-36 1</inkml:trace>
  <inkml:trace contextRef="#ctx0" brushRef="#br0" timeOffset="11654.8088">2805 1479 0,'12'0'47,"11"0"-32,-11 12 1,0-12-16,-1 11 0,13 1 0,152 58 31,176 118 0,59 12 1,-153-71 15,-199-106-32,-24 1 1,-23-24-1,-1 0 1,-11-12-16</inkml:trace>
  <inkml:trace contextRef="#ctx0" brushRef="#br0" timeOffset="12220.5564">2887 1643 0,'0'0'0,"-12"-12"0,1 12 15,-1-23 1,24 23 15,11 12-31,24 23 16,70 35 0,-70-46-16,71 58 15,-71-59-15,-12 13 0,106 57 16,11 25-1,-23-1 1,-11 12 0,-13 0 15,-69-105-31,69 46 16,-70-46-16,1-13 0,81 48 15,47 0 1,-11-24-1,-36 0 1,-23-23 0,-35 0-1,-47-12 1,-48-35 0,-22 11-1</inkml:trace>
  <inkml:trace contextRef="#ctx0" brushRef="#br0" timeOffset="12820.2662">4049 2113 0,'0'0'0,"-12"0"0,24 0 32,11 0-32,1 11 15,11 1-15,223 94 31,-93-36-15,-13 0 0,-117-58-16,71 23 15,-94-23 1,0-12-16</inkml:trace>
  <inkml:trace contextRef="#ctx0" brushRef="#br0" timeOffset="13453.0519">3345 2500 0,'-12'0'16,"12"12"-16,-12-12 16,1 11-1,-1-11 1,0 0 0,12 12-1,-12-12 1,36-12-1,11-11 1,71-24 0,-71 23-16,141-58 15,-117 71 1,93-60-16,48-11 16,-36 23 15,-58 12-16,-24 0 1,-59 36 0,-11 11-1,-24-12 1</inkml:trace>
  <inkml:trace contextRef="#ctx0" brushRef="#br0" timeOffset="14021.0385">3110 2476 0,'-12'0'16,"24"0"31,-12 12-47,12-12 0,58 24 31,36 11-15,46-12-1,71-11 1,36 11 0,-189-11-16,188 0 15,-199-12-15,94 12 16,-24-12 0,-71-12-1,-34 12 1,-24-12-1,-47 12 1,23 0-16</inkml:trace>
  <inkml:trace contextRef="#ctx0" brushRef="#br0" timeOffset="14651.7602">3321 3321 0,'0'0'15,"-11"0"-15,-1 0 0,0 0 0,0 0 16,1 0-16,-1 0 0,0 0 16,-35 12 15,36-24 0,93-82 0,117-82 1,-58 24-17,0-36 1,11 0-1,-11 12 1,-106 141-16,71-94 16,-82 117-1,46-46-15,12 11 16,-11 11 0,-24 25 15,-36 11-16,-46 47 1,-35 23-16</inkml:trace>
  <inkml:trace contextRef="#ctx0" brushRef="#br0" timeOffset="15301.4543">3098 3333 0,'0'0'0,"-11"0"0,11 12 0,-12-12 16,0 0-16,0 0 16,24 0 15,12 0-31,23 0 15,70-35 1,24-24 0,-106 47-16,141-58 15,-117 46 1,93-34-16,48-36 16,-1 12-1,-23-1 16,-129 60-31,71-24 16,-83 24-16,106-36 16,-106 47-16,47-23 15,24 0 1,-36 11 0,-35 13-1,-46 11 32,-1 0-47,-23 0 16,23 0-1</inkml:trace>
  <inkml:trace contextRef="#ctx0" brushRef="#br0" timeOffset="15434.5222">5011 2594 0,'0'0'0,"-11"0"0,-13 0 15</inkml:trace>
  <inkml:trace contextRef="#ctx0" brushRef="#br0" timeOffset="16367.4744">5986 2089 0,'11'0'0,"-22"0"0,22-12 0,-11 1 0,0-1 15,0 0-15,12 12 32,-12 12-1,0 0-15,0-1-16,47 83 31,-24-59-16,1 1 1,11-25 0,12-34-1,23-1 1,-23-11 0,-35 0-1,-24 0 1</inkml:trace>
  <inkml:trace contextRef="#ctx0" brushRef="#br0" timeOffset="16867.929">6115 1901 0,'0'0'0,"-12"0"0,0-11 15,0 11 1,-11 11 0,-12 24-1,-24 36 1,47-48-16,-11 71 16,11-70-1,12 58-15,12 24 16,35-36 15,23-11-15,-46-59-16,46 11 15,-23-11-15,47-11 16,23-60 0,-35-34-1,-46-25 1,-48-22-1,-47 11 1,36 118-16,-59-36 16,46 59-16,-11 0 0,-58 23 15,-24 60 1,70 34 0,47 12-1,12-106-15</inkml:trace>
  <inkml:trace contextRef="#ctx0" brushRef="#br0" timeOffset="20197.4128">6255 2512 0,'0'11'78,"0"-22"16,0-1-63,0 24 47,-11-12-62,11 11 0,0 1-16,-12 0 15,12 11 1,-12-23-16,0 35 15,12-23-15,-11 12 16,-1 11 0,-11 0-1,-13 0 1,13 1 0,11-25-16,-11 24 15,11-23 1,-23 23-16,0 1 15,-1-1 1,-11 0 0,-23 0 15,23-11-15,35-24-16,-70 23 15,0-11 1,12 0-1,-1-1 1,1 1 0,46-12-16,-46 12 15,46-12-15,-11 0 16,-24 0 0,12 0-1,12-12 1,-12 0-1,36 1-15,-25-13 16,25 24 0,-13-12-16,1 1 31,-1-13-15,1 12-1,11 1 1,0-36-1,12 12 1,0-24 0,12 12-1,0 12 1,-12 11 0,12 13-16,-12 22 62,-12 1-62,-12 12 16,1 22-1,11 1 17,12-11-17,0-13 1,12-23-1,-12-12 1,0 1 0,12-48-1,-1 47-15,1-35 16,-12 36-16,0-1 16,12 0-1,11 12 1,24 24-1,24-13 1,-48 1-16,47 0 16,-34-1 15,-25-11-31</inkml:trace>
  <inkml:trace contextRef="#ctx0" brushRef="#br0" timeOffset="23209.8158">5821 2136 0,'0'0'0,"0"-12"16,0 1-1,0-1 1,-12 12-16,12-12 16,-11 12-16,-1 0 15,0 0 1,1 0-16,-36 35 31,0 59 0,82 0 1,-23-82-32,117-12 31,-118-24-31,36-11 16,-23-47-1,-24 0 1,-59-36-1,-23 48 1,23 47 0,24 34-1,35 60 1,35-36 0</inkml:trace>
  <inkml:trace contextRef="#ctx0" brushRef="#br0" timeOffset="24725.4318">5704 2570 0,'0'0'16,"-12"0"-16,-11 12 0,11-12 0,0 0 0,0 0 16,1 0-16,-1 0 0,0 0 0,36 0 31,-1 0-31,1-12 0,-1 12 16,24-11-16,-12-1 0,12 0 0,0 0 15,0 1-15,0-1 0,12 0 0,246-70 31,-117 35 1,-317 82-1,35 0-15</inkml:trace>
  <inkml:trace contextRef="#ctx0" brushRef="#br0" timeOffset="25158.4688">6208 2793 0,'-11'-11'0,"22"22"0,-34-34 0,0 11 16,-13 12 0,13 24-1,-1 11 1,1 23 0,11-34-16,12 35 15,0-48 1,35 24-16,1-23 31,34-12-15,0-47-1,-23-47 1,-70 1 0,-48 22-1,-11 24 1,47 35-1,35 36 1,47 23 0</inkml:trace>
  <inkml:trace contextRef="#ctx0" brushRef="#br0" timeOffset="25641.5942">6502 2746 0,'0'0'15,"-12"0"-15,0 0 0,-11-11 16,23-1 0,82-12-1,24 1 1,-24 11-1,-47 12 1,-47 12 0,-11 11-1,-36 24 1,1 0 0,22-12-1,36-23-15,12 0 16,-12 0-1,59-12 1,58-47 0,0 23-1,-11 1 1,-71 11 0,-46 12-1,-1-12 1,-23 12-1,23 0-15</inkml:trace>
  <inkml:trace contextRef="#ctx0" brushRef="#br0" timeOffset="27805.7006">4871 2840 0,'0'-12'15,"0"1"16,0 22 16,-12 1-47,0 0 16,12 0-16,-12-1 0,-46 72 31,46-72-31,-12 24 16,-11 1-1,24-1 17,11-23-17,11-12 17,-11-12-32,24-12 15,-1-23 1,12-11-1,-35 34-15,24-46 16,-12 46-16,-12 1 16,0 0-1,11 23 17,-11 11-17,12 13-15,0-24 0,23 35 16,-11-12-1,22 1-15,1 11 16,-23 0 15,-12-23-31</inkml:trace>
  <inkml:trace contextRef="#ctx0" brushRef="#br0" timeOffset="28404.2505">4824 2793 0,'0'-11'0,"0"-1"31</inkml:trace>
  <inkml:trace contextRef="#ctx0" brushRef="#br0" timeOffset="29820.2368">4730 2805 0,'0'0'0,"0"-12"16,0 24 46,0 0-46,-12-12-16,12 11 16,0 36-1,-12 71 17,1 34-1,-25-34 0,1-71-15,0 11-1,23-46 1,-35 35 0,24-35-16,-12 35 15,-24 0 1,0 0-1,0 0 1,1-12 0,46-24-16,-35 13 15,24-12-15,-24 11 16,-24 12 0,1-23-1,-1 12 1,-22-24-1,69 0-15,-58-12 16,58 12 0,-34-12-16,-1-23 15,12 11 17,0 1-17,24-1 1,11 13-16,0-13 15,1 24-15,11-11 0,-12-13 16,-12-11 0,13 11-1,-1-11 1,0 12 0,0 11-1,12 0 1,-11 12-1,-1 12 1,-12 35 0,1 0-1,-1 0 17,13-12-17,11-23 1,0-24 15,11-11-15,-11 11-16,12-35 15,-12 23-15,0 1 0,0-36 16,0 12 0,12 24-1,0 23 1,-1 35-1,48 12 1,0-12 0,-47-23-16,58 0 15,-58-12 1,-1 0-16</inkml:trace>
  <inkml:trace contextRef="#ctx0" brushRef="#br0" timeOffset="31301.7856">2946 3486 0,'0'-12'0,"-12"12"62,12 12-31,0-1-15,-12 13-16,-70 105 47,-59 24-16,47-83-15,-11 0-1,-1 1 1,24-24 0,59-36-16,-71 36 15,70-35-15,-46 0 16,-36 11-1,-23-23 1,-24 0 0,118 0-16,-70-11 15,69 11-15,1-12 16,-35-12-16,46 24 0,-81-47 31,34 12-15,24 0-1,24-12 1,23 35-16,-12-23 16,12 23-16,0 1 0,0-13 15,12-23 1,-12 24 0,12-1-1,-12 1 1,0 11-1,-12 24 32,0 0-47,-11 23 16,-13 24 0,36-48-1,-11 13 1,-1-13-16,12 1 15,0 0-15,0-24 32,0 0-17,0-46 1,23-13 0,-23 48-16,0-12 15,12 23 1,0 12-16,23 23 15,59 24 1,23-11 0,13-13-1</inkml:trace>
  <inkml:trace contextRef="#ctx0" brushRef="#br0" timeOffset="35225.1643">4871 2828 0,'0'0'0,"11"0"0,-22 0 47,-1 0-32,12 12 1,-12-12 15,12 12-15</inkml:trace>
  <inkml:trace contextRef="#ctx0" brushRef="#br0" timeOffset="37127.8197">4988 2582 0,'-12'0'31,"0"0"0,1 0-15,11 12-16,-12-12 31,0-12-15,-11-23-1,-12 23 1,11 0 0,1 1 15,-1 11-15,1 11-1,11-11-15,0 24 16,0-12-16,-11 23 15,11 12 1,1 0 0,11 0-1,0 0 1,11-24 0,1-11-16,11 11 15,-11-23-15,23 12 16,36-24-1,-12-11 1,-13-12 15,-10-12-15,-25 11 0,-34-22-1,-12-1 1,0 12-1,-12 24 1,11 11 0,13 12-1,-12 12 1,11 11 0,-11 24-1,23 0 1,1 12-1,11-1 1,11-22 15,1-1-15,23-12 0,0-23-1,-11 0-15,11-12 16,-11 1-16,23-13 15,-12-11 1,0 0 0,-35-24-1,-12-11 1,0 58-16,-23-47 16,24 48-16,-13-25 15,-23 13 1,24 23-1,-13 12 1,-11 35 0,47-36-1,-35 25 1,24-25-16,-1 48 16,12-47-16,-12 35 15,12 0 1,24 0-1,-1-24 1,12-11 0,12-12-1,-23 0 1,-24-12 0,0 24 280,-12-12-264,12 11-17,-12-11 188</inkml:trace>
  <inkml:trace contextRef="#ctx0" brushRef="#br0" timeOffset="38478.1594">3051 3181 0,'-11'-12'16,"-1"12"-1,0 0-15,0 0 16,1 0-16,-1 0 15,0 12-15,1-12 16,11 11-16,-12-11 0,-12 59 31,13 35 1,46 0-1,35-59 0,-35-35-15,1-24-1,-13-22 17,1-1-17,-1 0 1,-23 35-16,0-35 15,0 35-15,0-23 16,-12 12 0,-11-13-1,11 36-15,-11-23 16,11 11-16,-12 12 16,1-12-1,-1 12 1,-11 0-1,12 12 1,-1 0 0,1 23-1,11-23-15,0 23 32,12-23-32,-11 35 15,11 11 1,23-11-1,12 12 1,-23-47-16,23 11 16,-11-11-16,34-12 15,-34 0-15,23-12 16,12-46 0,-13 11-1,-22-24 1,-24 48-16,-24-36 15,-34-23 1,-13 47 0,13 35-1,22 35 17,25 12-17,69-12-15</inkml:trace>
  <inkml:trace contextRef="#ctx0" brushRef="#br0" timeOffset="39261.4241">4835 2512 0,'-11'0'16,"-1"0"-1,0 0-15,0 11 16,1-11-16,-1 12 0,0 0 0,0 0 16,12-1-16,-11 1 0,-1 0 0,0-1 15,1 1-15,-13 82 31,12-82-31,59 82 32,-35-94-32,129 23 31,23-105 0,-152 70-31,23-46 16,-35 46-16,0-47 15,-47-35 1,-23 24 0,-24 23-1,0 47 1,12 70 15,47 1-15,35 11-1,23-35-15</inkml:trace>
  <inkml:trace contextRef="#ctx0" brushRef="#br0" timeOffset="49568.8876">4859 2488 0,'12'0'15,"-12"-12"266,-12 12-281,0 0 32,12-11-32,-12 11 31,12-12 485,0 0-501,0 0 1,-11 12-1,11-11 1,-12 11-16,0 0 31,0 0-15,1 0 15,-13 11-15,1 13-1,-1-1 1,1 13 0,11-1-1,12-23-15,-12-1 16,12 1-16,0 0 0,0-1 16,0 13-1,12-1 1,0 1-1,0-1 1,11 13 0,-11-25-16,11 1 15,-23 0 1,35 0-16,1-12 16,-1 0 15,12 0-16,0-12 1,-36 0-16,25-23 16,-25 23-16,1 0 15,0-11 1,-12-1 0,0 1-1,-24-12 1,24 23-16,-23-23 15,11 11 1,-11-11 0,-12 12-1,11-1 1,-11 12 0,11 1-1,1-1 16,-12 12-15,-1 12 0,13-1-1,0 1 1,11 0-16,0 0 16,0-1-16,12 1 0,-11 0 15,-1 23 1,12 0-1,0-11 1,12-1 0,-12-11-16,11 0 15,-11-1 1,12 1-16</inkml:trace>
  <inkml:trace contextRef="#ctx0" brushRef="#br0" timeOffset="57909.355">6842 1667 0,'0'0'0,"-11"0"0,-1-12 0,12 0 16,-12 0-16,0 1 0,1-1 16,-1 0-16,0 12 0,12-12 0,-12 1 15,1-1-15,-1 12 0,12-12 16,-94-23 0,-47-12 30,-58 24-14,175 23-32,-187-12 31,105 35-15,1 24-1,11 12 1,0 11-1,70-58-15,-46 82 16,58-71-16,-11 60 16,-1 22-1,24 1 1,47 11 0,12 24 15,-47-106-31,46 106 15,-11-12 1,0 0 0,-12 0-1,12 0 1,12-23 0,-47-82-16,47 46 15,-36-58-15,24 23 16,35 12-1,12-24 1,23-11 0,-81-12-16,46 0 15,-59-12-15,95-11 16,-13-12 0,1-1-1,11-10 16,-11-13-15,-1-35 0,-58 12-1,-35 58-15,35-93 16,-35-12 0,-24 0-1,-35-12 1,35 106-16,-35-83 15,24 83-15,11 0 0,-46-71 16,-36-11 0,-24 0-1,1-1 1,0 24 0,-36 12 15,83 47-16,34 35-15,-69-12 16,69 12-16,-46 0 16,-23 35-1,11 12 1,12 12 0,70-35-16,-58 46 15,58-47-15,-23 36 16,-12 12-1,11-1 1,25-47-16</inkml:trace>
  <inkml:trace contextRef="#ctx0" brushRef="#br0" timeOffset="60906.3402">4741 2746 0,'-11'0'328,"-1"0"-281,0 0 0,12-11-47</inkml:trace>
  <inkml:trace contextRef="#ctx0" brushRef="#br0" timeOffset="62306.0365">4730 2782 0,'-12'0'62,"12"11"204,12-11-266,-12 12 15,11 0 1,1-1 0,0-11-16,11 24 31,1-24-16,11-12 1,-11 0 0,11-23 15,-12 12-15,-11 11-16,0 0 15,-1 1-15,-11-1 0,12-12 16,0-11-1,-12 12 1,0-13 0,-12 1-1,12 0 1,-12 35-16,1-23 16,11 11-16,-24-12 15,1 1 1,-12 11-1,-1-11 1,13 11 0,11 12-1,-23-12 1,11 12 0,-11 0-1,12 12 1,-1 11-1,-11 24 1,12-11 0,-1 11-1,12-1 1,12 1 0,0 0-1,12 0 1,0-35-16,11 23 15,-11-23 1,12 11-16,11-11 16,0 0 15</inkml:trace>
  <inkml:trace contextRef="#ctx0" brushRef="#br0" timeOffset="69947.8254">3087 3509 0,'0'12'47,"-12"-12"46,12-12-93,0 0 16,0 1 0,-12-1 15,12 35 16,12-11-32,11 82 1,13 23 0,-13 36-1,1 23 1,-24-12-1,-12-35 1,12-105-16,-24 58 16,24-70-16,-11 23 15,11-23 1,-12-12 15,12-12-31,-24 0 16,13-11-16,-25-12 15,25 35 1,-25-36-16,1 13 31,12 11-15,46 24 15,24 11-15,12 24-1,0-11 1,-12-1 0,-12-12-1,-12-11 1,-11-12-16,0-12 16,-1 0-1,1 1-15,12-36 16,-1 12-1,1-1 1,-1-11 15,-11 36-31,23-36 16,-35 23-16,23-11 0</inkml:trace>
  <inkml:trace contextRef="#ctx0" brushRef="#br0" timeOffset="74393.4592">2042 5187 0,'12'-11'15,"-12"-1"-15,12 0 0,-12 0 16,0 1-16,11 11 0,-11-12 0,0 0 16,0 1-16,0-1 0,0 0 15,-11 12-15,11-12 16,-12 12-16,0 0 0,-23-11 31,-47 104 0,58 13 1,83-82-1,-12-48 0,0-46-15,-35 58-16,11-58 15,-23 46-15,12-70 16,-36 0 0,1 47-1,23 59 1,-12 23 0,12 36-1,0 46 1,24-47-1,-1-23 1,24-11 0,12-36-1,-1-24 1,-11-35 0,-35 48-1,-12-36 1,-12 12-1,1 23 1,-13 12 0,1 23-1,11 13 1,35-1 0,1-12-1,11-11 1,35 0-1,-23-36 1,-23-11 0,-12-12-1,-24 24 1,-12-1 0,13 24 15,11 12-16,35-12 1,24 12 0,-1-12-1,-34-12 1,-36 12 0,-11 0-1,-1 0 1,24 12-1,24-1 1,22 1 0,13-12-1,-12-12 1,-47 1 15,-12 11-15,12-12-1,-11 12 1,22 0 15,1 23-15,0-23-16,0 12 16,-1 0-16,-11 11 15,0 1 1,0-1-1</inkml:trace>
  <inkml:trace contextRef="#ctx0" brushRef="#br0" timeOffset="74526.5406">2676 4894 0,'0'0'0,"-12"0"0,12-12 0</inkml:trace>
  <inkml:trace contextRef="#ctx0" brushRef="#br0" timeOffset="75192.2162">2828 4941 0,'0'0'0,"12"0"32,0 12-32,35 11 15,-12 12 1,-11 1 0,-13-13 15,-11-11-16,-11-24 1,11 0 0,0-23-1,11 0 1,48 0 0,-36 35-16,48-24 15,-59 24-15,35-11 16,-12-1-1,-24 0 1,-22 12 0,-24 0-1,-1 12 1,25 11-16,-13 12 16,12-35-1,12 24-15,24-1 31,11-23-15,0-11 0,0-13-1,-35 12-15,12 1 16,0-1 0,-12 24 15,0-1-16,12 1 1,-1-12-16,13 12 16,-12-12-16,-1 0 15,13-12 1</inkml:trace>
  <inkml:trace contextRef="#ctx0" brushRef="#br0" timeOffset="75393.7752">3415 4636 0,'0'0'0,"0"-12"0,0 0 0,0 1 16,-11-1-1,11 59 1,11 12 0,1 23-1,-12-71-15,0 72 16,0-60-16,0 24 15,12 0 1</inkml:trace>
  <inkml:trace contextRef="#ctx0" brushRef="#br0" timeOffset="75626.2998">3474 4988 0,'0'0'0,"0"-12"0,0-11 16,-12 23-16,12-12 15,0-11-15,12 11 31,35-12-15,12 13 0,-24 11-1,0 23 1,-23 1 0,-12-1-1,-12-11 1,-11-12-1</inkml:trace>
  <inkml:trace contextRef="#ctx0" brushRef="#br0" timeOffset="75776.2275">3521 4718 0,'0'0'0,"-12"-12"0,0 12 15,24 0 1,12 0-1,-1 12 1,-11-12-16,0 12 0</inkml:trace>
  <inkml:trace contextRef="#ctx0" brushRef="#br0" timeOffset="76241.3759">3709 4824 0,'0'11'16,"0"1"-1,23 0 1,-11 0-16,0-12 0,11 23 16,12 1-1,-11-13 1,-13 1 0,-11-24-1,0-23 16,-11 12-15,11-1 0,35 12-1,12 1 1,-12-1 0,-23-12-1,0 13 1,-24-1-1,-12 12 1,1 12 0,-1 23-1,24 0 1,59 0 0,12-23-1,-25-12 1</inkml:trace>
  <inkml:trace contextRef="#ctx0" brushRef="#br0" timeOffset="76974.3307">4436 4648 0,'0'0'0,"-11"0"0,-1 11 15,0-11-15,0 36 16,12-25-16,0 24 16,12 12-1,0-11 1,23-25 0,12-11-1,-35 0-15,35-35 16,-36 23-1,1-35-15,-12-23 32,-35 0-17,-12 23 1,0 35 0,12 35-1,23-11-15,0 12 16,48-1-1,34-23 1,12-12 0,-23-11-1,-47 11-15,23 12 16,-23 0-16,-1 0 16,1 24-16,0 34 15,-12 24 1,-12 12 15,12-70-31,0 58 16,0-59-16,12 24 15,-12-23-15,35 11 16,-23-35-16,11 0 16,1-12-1,-24-23 1,-12-12-1,-12 35-15,-11-11 16,12 23-16,11 0 0,-35 0 16,35 12-1,48-12 1,69-24 0,-11-23-1</inkml:trace>
  <inkml:trace contextRef="#ctx0" brushRef="#br0" timeOffset="77756.714">2664 915 0,'0'0'15,"0"-11"-15,0-1 0,-12 12 0,12-12 0,0 0 16,-23 12-16,11 0 16,12 12-1,0 0 1,0 0-16,0-1 0,0 13 16,24 140-1,11-23 16</inkml:trace>
  <inkml:trace contextRef="#ctx0" brushRef="#br0" timeOffset="78143.7091">2688 927 0,'0'0'0,"-24"-35"16,12 23-16,-11-23 15,11 23 1,36 1 0,-13 11-16,36 23 15,-35-11-15,12 23 16,-13 12 0,-58 23-1,-11-11 1,22-24-1,25-23 17,22-12-17,13 0 1,23 0 0,12 12-1,-1 11 1,1 1-1,-47-24-15,23 0 16,-23-12-16</inkml:trace>
  <inkml:trace contextRef="#ctx0" brushRef="#br0" timeOffset="78389.2448">2993 892 0,'0'0'0,"-24"0"0,13 0 15,11 35 1,0 0 15,23 1-15,12 11 0,-23-36-16,23 1 15,-23 0-15,23-12 16,24-12-1,-47 12-15</inkml:trace>
  <inkml:trace contextRef="#ctx0" brushRef="#br0" timeOffset="78572.3817">3040 962 0,'0'0'0,"-24"12"0,12-12 0,-11 0 0,0 0 16,11 0-1,47 0 17,-23 0-32,82-23 15,-59 23-15,35-24 16,-35 1-16</inkml:trace>
  <inkml:trace contextRef="#ctx0" brushRef="#br0" timeOffset="78722.6829">3134 880 0,'-47'0'15,"94"0"-15,-200 0 16,130 0-16,-13-12 16,25 1-1,58-13 1,58-11 0,-70 23-16</inkml:trace>
  <inkml:trace contextRef="#ctx0" brushRef="#br0" timeOffset="78972.2163">3298 692 0,'-24'-11'0,"13"11"16,-1 0-16,-12 0 31,24 11-31,0 13 16,0-12-16,12 11 15,-12-11-15,47 35 16,-23-35-16,-1 23 15,12 0 1,-11 0 0,-1-11-1,1-24 1,11-12 0,-23 12-16</inkml:trace>
  <inkml:trace contextRef="#ctx0" brushRef="#br0" timeOffset="79288.4047">3544 681 0,'0'0'0,"-11"0"0,-1 0 16,12 23 0,0 12-1,12 24 1,-1-12-1,25 0 1,-25-35-16,36-1 16,-23 1-16,23-12 15,11-35 1,-22-47 0,-25 11-1,-11 60-15,-23-60 16,11 59-1,0 1-15,-11 34 16,11 1 0</inkml:trace>
  <inkml:trace contextRef="#ctx0" brushRef="#br0" timeOffset="80337.6166">4706 1596 0,'0'0'0,"12"-12"0,-12-11 0,0 11 16,0-11-16,0 11 0,0 0 0,0-11 16,0 11-16,-12 0 0,1 12 15,-1 0 1,0 12-16,0 0 15,12 0-15,-11-1 0,-1 1 16,0 0-16,0 70 16,130 0 31,-60-35-16,-93-47 0,0-12-15,35 0-16,-12-46 15,12 46-15,35-47 16,36 1 0,-12 23-1,-24 23 1,-35 24 15,0-1-15,0 13-16,12 11 31,11-12-15,-11-11-1</inkml:trace>
  <inkml:trace contextRef="#ctx0" brushRef="#br0" timeOffset="80472.6689">4859 1326 0,'0'-12'0,"0"24"0,-12-35 0,0 23 16,36 11 0,11 1-1</inkml:trace>
  <inkml:trace contextRef="#ctx0" brushRef="#br0" timeOffset="80770.0963">5117 1397 0,'-12'0'0,"-11"0"16,11 0-16,0 0 16,-11 0-1,35 11 1,23 48-1,12 0 1,0 11 0,-47-58-16,11 23 15,-11-23-15,-11 23 16,11-23-16,-36-1 16,1-11-1,0-35 1,12-23-1,23-48 1</inkml:trace>
  <inkml:trace contextRef="#ctx0" brushRef="#br0" timeOffset="81420.3963">5199 1221 0,'0'0'0,"-12"0"16,1 0-1,11 11 1,0 25 0,23 10-1,-11-10 1,0-13 0,-1-11-1,-11-24 16,0 0-31,-11-35 16,11-11 0,0 34-1,23 24 17,-11 0-32,23 24 15,-23-24-15,23 23 16,-12 1-1,1-13 1,-24-22 15,0-1-31,0 0 16,-12-11 0,24 23 15,0 0-31,23 12 15,0-12 1,-23 0-16,0 0 16,-1 0-16,1-24 15,-12-11 17,-23 11-17,-13 13 1,1-1-1,12 24 1,11-1-16,0 25 16,12-25-16,24-11 15</inkml:trace>
  <inkml:trace contextRef="#ctx0" brushRef="#br0" timeOffset="81653.149">5645 1127 0,'-12'-12'0,"1"12"15,-1 0-15,12 12 32,0-1-32,0 1 15,0 23 1,12-11-1,-12-12 1,11-12-16</inkml:trace>
  <inkml:trace contextRef="#ctx0" brushRef="#br0" timeOffset="81786.6898">5504 927 0,'0'0'0,"-11"-12"16,-1 12-16,12-11 15,12 34 1,23-11 0</inkml:trace>
  <inkml:trace contextRef="#ctx0" brushRef="#br0" timeOffset="82203.3333">5833 1009 0,'0'0'0,"-12"0"0,-11 0 16,11 0-16,-35-11 15,35 11-15,-11 23 16,-12 12 0,23 12-1,24 0 1,46-23-1,24-60 1,-23-34 0,-24-24-1,-46-23 1,-36-1 15,35 107-31,-23-36 16,35 35-16,-12 12 0,0 0 15,12 59 1,24 46 0,34 36-1,13 0 1,-48-118-16</inkml:trace>
  <inkml:trace contextRef="#ctx0" brushRef="#br0" timeOffset="84116.8949">5199 4483 0,'0'0'0,"0"-11"0,0-1 0,0 0 0,0 0 15,0 1-15,-12 11 0,12-12 0,-11 0 16,-1 0-16,0 12 15,12 12 1,0 12 0,0-13-16,12 95 15,23 93 17,-11-140-1</inkml:trace>
  <inkml:trace contextRef="#ctx0" brushRef="#br0" timeOffset="84733.4005">5199 4601 0,'0'0'0,"-12"-47"16,1 35-16,-25-47 16,13 12-1,35 12 1,35 23-1,-24 1-15,24 11 16,-35 11-16,0-11 0,-1 47 16,-22 12-1,-60 23 1,12-11 0,48-60-1,-24 13-15,23-24 31,35 0-15,48 0 0,-13 0-1,1 0 1,-24 23 0,-35-11-16,35 0 15,-23-12-15,23 0 16,12-12-1,12-35 1,-24-12 0,-11 1-1,-36 11 1,-11 35 0,-24 12-1,23 23 1,24 13 15,12-1-15,-12-23-16,47 23 15,-35-23-15,23 11 16,35-23 0,-11-12-1,-24-23 1</inkml:trace>
  <inkml:trace contextRef="#ctx0" brushRef="#br0" timeOffset="85382.9885">5751 4272 0,'0'0'0,"-35"-82"15,35 70-15,-24-35 16,12 35 0,12 48-1,0 34 1,12-46-1,0 58 1,0-59-16,11 48 16,24 11-1,0-12 1,0-23 0,12-47-1,-24-35 1,-12-24-1,-23 1 1,-23 11 0,-1 35-1,13 12 1,11 47 0,11-24-1,13 1 1,23-13-1,0-11 17,-12-23-17,-23 23-15,-12-35 16,0 23-16,0 0 16,0 24 15,0 0-31,0 11 15,35-11 1,12-12 0,-24 0-16,36-12 15,-47 12-15,-1-23 16,-34-1 0,-36 1-1,1 23 1,46-12-1</inkml:trace>
  <inkml:trace contextRef="#ctx0" brushRef="#br0" timeOffset="86998.6641">3157 5563 0,'0'0'0,"0"-12"0,12 12 0,-12-11 16,0-1-16,0 0 16,-12 12 30,0 0-30,12 24-16,-11-13 0,-36 130 47,35-82-31,-12-1-1,24-34 1,-11-24-16</inkml:trace>
  <inkml:trace contextRef="#ctx0" brushRef="#br0" timeOffset="87214.2453">2969 5598 0,'0'0'16,"-11"-12"-16,-1 12 0,12-11 0,-24-1 15,36 12 1,47 35-1,-48-35-15,60 35 16,-59-23 0,23 23-1,0 24 1,0-35 0,-23-24-16</inkml:trace>
  <inkml:trace contextRef="#ctx0" brushRef="#br0" timeOffset="92476.7197">3450 5457 0,'0'0'0,"0"-11"0,12-1 16,-12 0-16,0 0 0,0 1 15,-23-1-15,23 0 16,-24 0-16,13 12 16,-1 0-16,0 0 0,0 0 15,1 12-15,-1 0 0,0 0 16,0-1-16,-23 107 31,176-1 0,35 1 1,-199-13-1,11-93-31,-59 23 15,13-23 1,11-24 0,35-70-1,12 58-15,35-69 16,-23 57-16,0 1 16,23-24-16,-12 24 0,24-70 15</inkml:trace>
  <inkml:trace contextRef="#ctx0" brushRef="#br0" timeOffset="94625.358">5011 2782 0,'-11'0'16,"11"-12"-16,-12 12 15,12-12 1,-12 12 15,12 12-15,0 0 0,0-1-1,59 36 1,0 0-1,46 0 1,13 0 0,46-12-1,47-11 1,24-1 0,11 1-1,24-1 1,-211-11-16,211 0 31,-200-1-31,142 1 16,69 12-1,13 22 1,-13 13 0,-210-47-16,105 58 15,-129-46-15,140 81 16,-22 13-1,-48-1 1,-11-11 0,-36-1-1,-35-22 1,-35-60-16,0 47 16,0-58-1,0 12-15,0-1 16,-23-23-1,-24-12 1,-23-35 15,11 0-15,24 1 0,-1 10-1,13 1 1,23 23-1,12 12 1,70 47 0,0 12-1,-12 0 1,-23-12 0,-23-12-1,-1-35 1,-11-12 15,0 12-31,11-47 16,12-35-1,12-12 1,12-11 0,-12 22-1,-35 72-15,11-36 16,-23 35-16,12 0 0,0-23 15</inkml:trace>
  <inkml:trace contextRef="#ctx0" brushRef="#br0" timeOffset="116136.376">1549 4730 0,'0'0'16,"0"-12"-16,0 0 0,0 1 0,-12-1 15,1 0-15,-1 12 16,0 12 0,1 11-16,11 1 0,-12-13 15,0 25-15,12-13 0,-12 12 0,1 1 16,-83 187 15,-59 11 0,36-140 1,105-94-32,-11-23 31,46-13-15,59-10-1,12 34 1,-70 12-16,46 70 15,-47-35-15,24 71 16,0 82 0,12 47-1,23-36 1,47-35 15,-82-128-31,106 22 16,-95-46-16,142-12 15,-130-23-15,189-71 0</inkml:trace>
  <inkml:trace contextRef="#ctx0" brushRef="#br0" timeOffset="116969.2136">6138 3826 0,'-12'-12'0,"1"12"0,11-11 0,-12 11 16,0 0-16,12 23 16,24 141 30,-13-140-46,165 128 32,12-140-1,-129-59-15,-36-12-1,-11 48-15,-12-24 16,12 23-16,-12 24 31,0 23-31,0 59 16,23 46-1,-23-93-15,24 106 16,-13-94-16,25 175 16,-25-175-1,13 82 1,-12 23-1,-24-23 1,-35-47 0,-12-24-1,36-58-15,-106 59 16,93-60-16,-104 48 16,-25-24-1</inkml:trace>
  <inkml:trace contextRef="#ctx0" brushRef="#br0" timeOffset="171325.6823">6924 2019 0,'0'0'0,"-23"-47"0,11 11 0,-11 1 0,-1 12 16,-11-1-16,0 1 0,11 11 0,-11 0 15,0 1-15,0 11 0,0 0 0,11 0 16,-11 0-16,11 0 0,1 11 0,-1-11 16</inkml:trace>
  <inkml:trace contextRef="#ctx0" brushRef="#br0" timeOffset="172465.7397">6091 2582 0,'0'0'0,"-12"0"15,1-12 1,-13 12-16,12 0 0,12 12 0,-11-12 16,-1 23-16,0-11 0,1 0 15,-1 11-15,0-11 0,-117 211 31,-59 47 1,-47-106-1,200-152-31,-200 0 31,212-12-15,-59-59-16,11-23 15,36 12 1,35 58 0,-11-23-1,11 23-15,0-12 16,0 1 0,11 11-1,-11 0 1,-11 1-1,-1-13 1,12 1 0,0-1-1,-12-11 1,-11 12 0,11-1-1,-12 24 1,13 12-1,-13 35 1,1 12 15,11 23-15,-12-12 0,24-11-1,-11-24 1,11-23-1,0-24 1,0-23 0,0-47-1,11-36 1,-11 1 0,0 93-16,-11-22 15,22 46 16,13 11-31,46 48 16,13 0 15,-60-48-31,59 36 16,-70-35-16,35 0 16,-24-12-1</inkml:trace>
  <inkml:trace contextRef="#ctx0" brushRef="#br0" timeOffset="173265.3172">4859 2359 0,'0'0'0,"0"-12"15,0 1-15,-12-1 0,12 0 16,-12 0-16,1 1 0,-1 11 15,12-12-15,-12 12 0,-23 47 32,-47 141-1,70 46 0,106-93 0,0-117-15,0-36 0,-12-35 15,-70 23-31,23-58 16,-35 59-16,0-59 15,-47-36 1,0 24-1,-12 36 1,24 46 0,-12 35-1,12 60 1,0 11 0,23 23-1,12-23 1,35-12-1,24-23 1,-36-59-16,59 11 31,-58-34-31,35-24 16,-24-47 0,-47-23-1,-70 23 1,58 94-16,-46-12 15,35 36-15,11-13 0,-58 60 16</inkml:trace>
  <inkml:trace contextRef="#ctx0" brushRef="#br0" timeOffset="179374.5214">9436 2113 0,'-12'0'15,"0"0"1,1 0 31,-1 0-32,0 0 1,1 0 0,11-12 30,0 0-30,0 0-16,-12 1 16,12-1-1,0 24 32,0-1-47,0 1 0,12 12 16,-12-1-1,35 12-15,0 0 32,24-23-17,-12-12 1,-12-12 0,-23 12-16,-1-35 15,-11 23-15,0-34 16,0 10-1,0 25 1,0 22 0,12 25-1,35 46 1,-35-47-16,11 94 16,-23-94-1,12 71-15,-36-24 16,1-23-1,-1-24 17,1-35-17,11 0-15,-11-35 16,11 11-16,0-34 16,12-72-1,0 13 1,0 23-1</inkml:trace>
  <inkml:trace contextRef="#ctx0" brushRef="#br0" timeOffset="179773.8368">9412 1772 0,'0'0'0,"-11"-12"0,11 1 0,-12-1 16,0 0 0,1 12 15,11 12-31,-12 0 16,12-1-16,-24 13 15,24-12-15,-11-12 0,-1 11 16,12-22 15,23-25-15,-11-22-1,12 11 1,-1 35 0,12 36-1,24 46 1,0 12-1,-1 0 1</inkml:trace>
  <inkml:trace contextRef="#ctx0" brushRef="#br0" timeOffset="180024.1614">10011 2054 0,'0'0'0,"-12"0"0,24 0 31,12-12-31,-1 12 15,-11 0 1,-1 0-16</inkml:trace>
  <inkml:trace contextRef="#ctx0" brushRef="#br0" timeOffset="180190.2374">10117 2136 0,'0'0'0,"-12"0"16,0 0-16,0 0 15,36 0 1,-12 0 0,58-12-1,-58 1-15</inkml:trace>
  <inkml:trace contextRef="#ctx0" brushRef="#br0" timeOffset="180556.5002">10434 1995 0,'0'0'0,"-12"-12"0,12 1 0,-12-1 15,12-12 1,47 13 0,0 11-1,0 23 1,-35 24-1,-12-12 1,-12 1 0,-23-1-1,-12-23 1,12-12 0,11-24-1,24-35 1,35-23-1,12 12 1,-23 58 0,58-23-1,-70 35-15,35 0 0</inkml:trace>
  <inkml:trace contextRef="#ctx0" brushRef="#br0" timeOffset="181038.8908">10938 1702 0,'0'0'0,"-12"0"15,1 11 1,-1 13 0,12-12-16,-23 23 15,23-12-15,-12-11 0,0 47 16,12 23 0,12-23-1,35-12 1,-12-24-1,-23-23 1,35 0-16,-36-12 16</inkml:trace>
  <inkml:trace contextRef="#ctx0" brushRef="#br0" timeOffset="181372.0498">11161 1831 0,'-12'-12'0,"24"24"0,-35-24 0,23 0 15,-12 12 1,24 0 0,11 0-1,36-11 1,-12 11 0,-24 11-1,-23 1-15,0 12 16,-11-13-1,-36 13-15,11 11 16,25-12 0,11-11 15,11-12-15,1 0-16,59-12 15,-60 12-15,60-35 16,-13-23-1</inkml:trace>
  <inkml:trace contextRef="#ctx0" brushRef="#br0" timeOffset="181621.9448">11384 1537 0,'0'0'0,"-12"0"0,12 12 31,12-12-31,23 35 15,24 24 1,-12 23 0,-35-58-1,11 58 1,-11-59-16,-12 48 16,-47 11-1,-23-23 1,46-48-16</inkml:trace>
  <inkml:trace contextRef="#ctx0" brushRef="#br0" timeOffset="182054.437">12018 1725 0,'-12'0'0,"0"0"16,24 0 15,0 0-31,0 0 16,70-12-1</inkml:trace>
  <inkml:trace contextRef="#ctx0" brushRef="#br0" timeOffset="182204.5508">12030 1831 0,'0'0'0,"-24"12"15,12-12-15,1 11 16,22-11 0,25-11-1,22-25 1,1 1 0</inkml:trace>
  <inkml:trace contextRef="#ctx0" brushRef="#br0" timeOffset="182870.6624">12992 1279 0,'0'0'0,"0"-11"16,12-1-16,-12 0 0,0 0 15,0-23 1,12 47 15,34 129 0,-22 70 16,-12-141-31,-1-23-16</inkml:trace>
  <inkml:trace contextRef="#ctx0" brushRef="#br0" timeOffset="183170.1186">12793 1796 0,'0'0'0,"-24"11"0,-11 1 16,11 0-16,1-12 0,-36 23 15,59-11-15,12 0 16,82-12 0,70-47-1,24 0 17,-141 23-32,141-23 15,-141 36-15,35-13 16,-47 1-1,-58 23 1,-83 35 0,71-12-16</inkml:trace>
  <inkml:trace contextRef="#ctx0" brushRef="#br0" timeOffset="183453.302">12581 2265 0,'0'0'0,"0"-12"0,12-11 15,-12 11 1,0 24-1,12 0 1,23 46 0,-23 1-1,11 0 1,-11-24 0</inkml:trace>
  <inkml:trace contextRef="#ctx0" brushRef="#br0" timeOffset="183670.913">12957 2183 0,'0'-12'16,"0"24"-16,0-12 31,0 12-15,12 46-1,-12 13 1,0-1 0,0-23-1</inkml:trace>
  <inkml:trace contextRef="#ctx0" brushRef="#br0" timeOffset="183869.2863">12898 2359 0,'0'0'16,"-12"0"-16,-11 0 0,11 0 0,0-12 0,1 12 15,-1 0 1,35 0-16,36 0 31,35-35-15,-35 12-16</inkml:trace>
  <inkml:trace contextRef="#ctx0" brushRef="#br0" timeOffset="184218.9396">13215 2253 0,'0'0'0,"0"12"0,-12-12 15,24 0 16,12 0-31,-13-12 0,60-11 16,-24-12 0,-24 11-1,-23 1 1,-23 23 15,-1 0-31,-11 23 16,11 1-16,-11-1 15,24 12 1,22 1 0,36-13-1,24-23 1,11-23 0,-35-24-1</inkml:trace>
  <inkml:trace contextRef="#ctx0" brushRef="#br0" timeOffset="184369.0899">13485 2019 0,'0'0'16,"-12"0"-16,1 0 0,-13 0 0,12-12 16,36 0 15,58-11-16</inkml:trace>
  <inkml:trace contextRef="#ctx0" brushRef="#br0" timeOffset="184736.4365">13685 1713 0,'0'0'0,"-12"-11"0,0 11 16,0 0-16,1-12 15,34 12 1,47 0 0,1 12-1,-24 11 1,-47 1 15,-35 23-15,23-36-16,-23 25 15,23-25-15,0 13 16,0-24-16,12 12 16,24-12-1,35-12 1,46-12 0,1-11-1,-83 23-15,24 1 16</inkml:trace>
  <inkml:trace contextRef="#ctx0" brushRef="#br0" timeOffset="187349.4214">9459 3580 0,'0'0'16,"0"-12"-16,0 0 0,12 12 0,-12-12 0,0 1 15,0-1-15,0 0 0,12 12 0,-12-12 16,0 1-16,0 22 47,12-11-47,-12 24 0,0-12 0,0-1 16,0 1-16,0 12 0,0-1 0,23 83 31,59-24 0,59-82 0,-35-82 1,-106 70-32</inkml:trace>
  <inkml:trace contextRef="#ctx0" brushRef="#br0" timeOffset="187516.8426">9976 3509 0,'0'0'0,"-12"0"0,0-12 16,24 12-1,12 0 1,23 12-1,-36-12-15</inkml:trace>
  <inkml:trace contextRef="#ctx0" brushRef="#br0" timeOffset="187684.2101">9988 3673 0,'0'0'15,"-12"0"-15,0 0 0,0 12 0,1-12 0,-1 0 16,24 0 15,82-12-15,-1-11-1,-69 11-15</inkml:trace>
  <inkml:trace contextRef="#ctx0" brushRef="#br0" timeOffset="188232.0251">10633 3662 0,'0'0'0,"-12"0"0,1 0 16,-1 0-16,24 0 31,11-12-31,-11 12 0,0 0 16,11 0-16,-11-12 0,11 1 0,1 11 16,-13-12-16</inkml:trace>
  <inkml:trace contextRef="#ctx0" brushRef="#br0" timeOffset="188665.4084">11255 3157 0,'0'0'0,"0"-12"0,12 12 16,0-23-16,-1-1 15,-11 13 17,-35-1-17,-24 47 1,1 0 0,23 24-1,35 0 1,58 11-1,-34-46-15,46 69 16,-58-69-16,35 58 16,0 35-1,-24-11 1,12-12 0,1-24-1,-25-70-15,48 36 16,-36-36-1,36-12-15,35-35 32,-70 23-32</inkml:trace>
  <inkml:trace contextRef="#ctx0" brushRef="#br0" timeOffset="189235.9056">11760 3368 0,'0'0'0,"-12"-11"0,0-1 15,12 0-15,-11 12 16,11 12 0,0 35-1,11 11 1,13-11-1,11-11 1,0-25 15,-23-11-31,23-47 16,-23 36-16,0-25 16,-12-22-1,0 23 1,0 46-1,0 1 1,11 0-16,25 70 16,-25-59-16,13 60 15,11 22 1,-12-11 0,-11-23-1,-12-36 1,-12-24-16,-23 1 15,23-12 1,-23 0-16,-23-23 31,11-12-15,35-12 0,47 11-1,-23 25-15,58-25 16,-46 25-16</inkml:trace>
  <inkml:trace contextRef="#ctx0" brushRef="#br0" timeOffset="191280.8974">12159 3204 0,'0'0'0,"0"-12"16,0 1-16,0-1 0,0 0 0,0 0 15,-12 12 1,12 12 0,0 0-16,0 0 0,0-1 0,12 1 15,-12 11-15,23 83 32,12 23-1,1-141 0,11-70 0,-36 59-15,1 23-16,0 0 16,0 0-1,-1 23-15,1 1 16,12-1-1,-1-11 1,0-12 0,-23-12-16,12-23 31,-12 23-31,-12 1 16,-11-25-1,-12 25 1,0 22-1,11 13 1,24-12-16,-12 11 16</inkml:trace>
  <inkml:trace contextRef="#ctx0" brushRef="#br0" timeOffset="191778.4863">12605 3298 0,'0'0'0,"-24"-12"16,13 12-16,-1-12 0,-35 12 16,12 12-1,23 12 17,12-13-17,23 1 1,-11-12-16,35 0 15,-35 0-15,11 0 16,1-23 0,-1 23-1,1 11 1,-24 13-16,11 11 16,1-23-16,-12 0 0,24 58 15,-1 36 1,1-24-1,-13-24 1,-11-34 0,0-12-1,-11-12 1,11-12-16,-36-12 16,1-23-1,0-11 1,23 11-1,24 12 1</inkml:trace>
  <inkml:trace contextRef="#ctx0" brushRef="#br0" timeOffset="192344.4225">12922 3181 0,'0'0'0,"0"-12"0,-12 12 0,0-12 16,12 24 15,0 0-15,0-1-1,0 13 1,24 11-1,-1-23 1,12-12 0,1-12-1,-25-12 1,-11 13-16,12-13 16,-12 13-16,0-1 15,0 0-15,0 24 31,12 23-15,11 12 0,1 23-1,-24-58 1,11 47-16,-11-47 16,0 58-1,0-35 1,-23-23-1,-1-12 1,-11-24 0,24 13-16,-13-13 15,12 1-15,12 11 0,-23-23 16,-12-12 0,23 35-16</inkml:trace>
  <inkml:trace contextRef="#ctx0" brushRef="#br0" timeOffset="192761.2879">12875 2805 0,'0'0'0,"0"-12"0,0 1 15,0-1 1,0 24 15,0-1-31,-12 13 16,12 11 0,0-12-1,0-11 1,0-24-1,12-23 1,-1 0 0,13 12-1,-24 11 1,12 12 0,-12 23-1,11-11-15,1 35 16,12 23-1,-1-34-15</inkml:trace>
  <inkml:trace contextRef="#ctx0" brushRef="#br0" timeOffset="193560.7767">13520 2981 0,'0'0'0,"12"-12"0,-12 1 0,0-1 16,0 0 0,12 12 15,-12 12-31,0 0 16,0-1-16,0 1 0,0 0 15,11-1-15,1 83 31,12-11 1,-13-60-17</inkml:trace>
  <inkml:trace contextRef="#ctx0" brushRef="#br0" timeOffset="193744.1101">13497 3122 0,'0'0'0,"-24"0"0,13-12 0,-13 12 16,12-12-1,48 12 1,46-11 0,47-1 15,-94 0-31,35-11 0</inkml:trace>
  <inkml:trace contextRef="#ctx0" brushRef="#br0" timeOffset="194459.9672">12628 4002 0,'0'0'0,"0"-12"0,0 1 15,0 22 16,0 1-31,0 0 16,0 0-16,0-1 0,0 1 16,12 70-1,23-11 17</inkml:trace>
  <inkml:trace contextRef="#ctx0" brushRef="#br0" timeOffset="194676.4332">12839 4119 0,'0'0'0,"-23"-11"0,23-1 16,0 0-16,-12 0 15,12 1 1,47-1-1,0 0 1,-35 12-16,58-23 16,-58 11-16,0 12 15</inkml:trace>
  <inkml:trace contextRef="#ctx0" brushRef="#br0" timeOffset="195242.1525">13192 3873 0,'0'0'0,"0"-12"0,-12 1 0,0-1 16,0 12 0,12 12-1,0-1 1,12 24 0,12-11-1,-1-12 1,12-12-1,0 0 1,-11-12 0,-1-35-1,1 24 1,-12-1 0,-12 12-1,0 36 1,0 23 15,11 23-15,36 47-1,-23-58 1,-24-35-16,12 34 16,-12-46-16,0 12 15,-24-13 1,-11-11-1,-12-11 1,12-25 0,35 25-16,-24-25 15,24 25-15,0-13 16,47-23 0,0 0-1,-23 36 1</inkml:trace>
  <inkml:trace contextRef="#ctx0" brushRef="#br0" timeOffset="195658.0626">13649 3662 0,'0'0'0,"0"-12"16,12 12-1,0 23 1,23 36 0,-23-35-16,23 58 15,-12 12 1,-34-24-1,-60 0 1,48-58-16</inkml:trace>
  <inkml:trace contextRef="#ctx0" brushRef="#br0" timeOffset="196024.9612">12382 3920 0,'0'0'0,"-12"0"0,0 0 0,-35 23 15,24 48 1,23 11 0,59 24-1,-36-83-15,71 47 16,-59-46-1,94-1 1,24-23-16</inkml:trace>
  <inkml:trace contextRef="#ctx0" brushRef="#br0" timeOffset="196774.25">14001 3533 0,'0'0'0,"0"-12"0,-11 0 16,-1 0-16,0 12 15,0 0-15,12 12 16,0 0-16,0 0 0,0-1 16,0 13-16,0-12 0,0-1 0,0 13 15,12-12-15,-12 11 0,0-11 0,12-1 16,11 60 0,-11-36 15,12-82 16,23 12-16,-24 47-15,12 11-1,12-11 1,-23-12-1,-13-12 1,-11-23 0,-23-12-1,-24 12 1,35 35-16,-11-12 16,11 12-1,0 12-15,1 23 16,11 0-1,0-23 1</inkml:trace>
  <inkml:trace contextRef="#ctx0" brushRef="#br0" timeOffset="197256.9244">14483 3580 0,'-24'-12'0,"1"12"16,11-12-16,-47 12 16,24 24-1,23-24-15,1 35 16,11-23-16,0 11 16,35-11-1,0-1 1,12-34-1,-24-12 1,-11 0 15,-12 23-15,0 24 0,0 11-1,24 59 1,-1 0-1,12 1 1,-23-13 0,0-23-1,-36-24 1,-11-23 0,12 0-16,-24-47 15,0 0 1,35-23-1</inkml:trace>
  <inkml:trace contextRef="#ctx0" brushRef="#br0" timeOffset="197572.7357">14893 3286 0,'0'0'0,"0"-12"15,-11 12-15,11-11 0,-12 11 16,0 0-16,12 11 16,-23 36-1,11 24 1,12 11-1,0-59 1,12 48-16,-1-59 16,13 58-1,-12-58-15,11 11 16,-11-11-16</inkml:trace>
  <inkml:trace contextRef="#ctx0" brushRef="#br0" timeOffset="197824.1769">15011 3310 0,'0'0'0,"0"-12"0,0 24 31,0-1-15,0 13-16,0 35 15,0 11 1,0-11 15,11-24-15,1-12-16</inkml:trace>
  <inkml:trace contextRef="#ctx0" brushRef="#br0" timeOffset="198005.5557">15116 3462 0,'0'0'0,"-11"0"0,-1 0 15,0-12-15,0 12 0,1-11 16,11-1-16,-12 12 0,12-12 16,59 12-1,11 0 1,-35-11-1</inkml:trace>
  <inkml:trace contextRef="#ctx0" brushRef="#br0" timeOffset="198472.7511">15375 3298 0,'0'0'0,"-12"-12"16,0 0-16,0 12 15,1 0 1,11 12-1,23 12 1,12-13 0,-11 1-1,-1-12 1,-23-23 0,0-1-1,0 12 1,0 1-16,-12 22 31,12 13-31,0 23 31,12 23-15,12 12 0,-24-58-16,11 35 15,-11-36-15,12-11 0,-12 23 16,0 0-1,-12-23 1,-23-24 0,0-23-1,23 23-15,1-11 16,11 11-16,-24-47 16,12 12-1</inkml:trace>
  <inkml:trace contextRef="#ctx0" brushRef="#br0" timeOffset="198856.0125">15339 3040 0,'-11'-12'0,"-1"12"16,12-12-16,-12 12 31,12 12-31,0 0 16,-12-1-1,1 1 1,22-24 31,1 12-32,0-11-15,0-1 16,-1 12 0,13 12 15,-12 23-15,11 0-1,0-11 1</inkml:trace>
  <inkml:trace contextRef="#ctx0" brushRef="#br0" timeOffset="199088.3119">15504 3063 0,'0'0'0,"-12"0"0,12-12 0,12 12 31,-1 12-31,36 47 16,0 11 0,-35 12-1,-12-70 1,-12 47 0,1-36-16,-13 1 15</inkml:trace>
  <inkml:trace contextRef="#ctx0" brushRef="#br0" timeOffset="199621.3174">15633 2782 0,'0'0'0,"23"0"32,-11 0-32,35 0 31,12 0-15,-24 0-1,-35 11 32,0 1-31,0 0-16,0 23 15,23 47 1,12 24 0,-23-71-16,35 71 15,-47-83-15,24 47 16,-1 13-1,-23-13 1,-23-11 0,-24-1-1,23-46 1,-81 35 0,69-35-16,-104 23 15,-83-12 1,164-11-16</inkml:trace>
  <inkml:trace contextRef="#ctx0" brushRef="#br0" timeOffset="208861.9442">8274 4964 0,'0'0'15,"0"-35"-15,-12 24 0,-11-1 16,11 0-16,0 12 16,1 0-16,-1 0 0,0 0 0,-11 0 15,11 12-15,0-12 0,1 23 16,-1-23-16,0 12 0,0 0 0,1-1 15,-25 36 1,72 12 15,-25-59-31,95-12 47,-71-117-16,-58 35-15,23 71-16,-36-48 16,25 60-16,-13-24 15,24 23-15,-11 12 16,22 35 0,36 24-1,-47-48-15</inkml:trace>
  <inkml:trace contextRef="#ctx0" brushRef="#br0" timeOffset="209178.6299">8403 4695 0,'0'-12'0,"0"24"0,0-36 0,0 12 15,-12 1 1,12-1-16,-11 12 15,11 12-15,23 11 16,-11 36 0,0 11-1,11-11 1,1-12 0,-24-35-16,23-1 15,1 1 1,-1-12-16,47-12 15,13-35 1,-13 12 0,-47 12-1</inkml:trace>
  <inkml:trace contextRef="#ctx0" brushRef="#br0" timeOffset="209462.6137">7875 5293 0,'0'0'16,"-23"12"-16,-1-12 0,1 23 16,81-34-1,107-60 1,81 1-1,12-1 1,-199 60-16,164-25 16,-188 36-1,36-11-15,-83 11 16,-70 23 0</inkml:trace>
  <inkml:trace contextRef="#ctx0" brushRef="#br0" timeOffset="209960.7933">8251 5657 0,'0'0'0,"11"0"0,-11-12 0,0-35 16,0 12 0,0 23-1,-23 12 1,-24 35 15,12 1-15,11 11-1,13 11 1,34-22 0,24-13-1,0-23 1,-35-12-16,46-35 16,-46 24-16,23-36 15,-23-35 1,-36-11-1,-22 34 1,34 71-16,-23-12 16,23 12-1,0 36-15,12 22 16,0-22 0</inkml:trace>
  <inkml:trace contextRef="#ctx0" brushRef="#br0" timeOffset="210576.2708">8497 5481 0,'0'0'16,"-12"-12"-16,1 12 15,-1 0 1,12 12-16,0 11 15,0-11-15,23 23 16,1 0 0,11 1-1,24-36 1,-12-12 0,-36 12-1,25-47 1,-13-12-1,-23 1 1,0 22 0,-12 25-1,12 58 1,12 11 0,0-34-16,23 70 15,-23-59-15,11 59 16,-11 35-1,0-35 1,-12-47 0,0-36-16,-24 13 15,12-24 1,-23 0-16,-12-24 16,0-22 15,0-13-16,36-23 1,22-12 0,13 70-16,46-81 15,-46 93-15,46-58 16,-35 46-16</inkml:trace>
  <inkml:trace contextRef="#ctx0" brushRef="#br0" timeOffset="210793.23">9201 5023 0,'0'0'0,"-11"0"16,11-12-16,11 12 15,13 0 1,11 0 0,-23 12-16</inkml:trace>
  <inkml:trace contextRef="#ctx0" brushRef="#br0" timeOffset="210944.1889">9178 5234 0,'0'0'0,"-12"0"0,0 0 16,24 0 0,0-11-16,58-13 15,-23 12 1</inkml:trace>
  <inkml:trace contextRef="#ctx0" brushRef="#br0" timeOffset="211945.34">9765 5058 0,'0'0'0,"0"-11"15,-12-1 1,24 0 0,-1 12-1,1 0-15,0-12 0,11 12 0,-11 0 16,11-11-16,1 11 0,-12-12 0</inkml:trace>
  <inkml:trace contextRef="#ctx0" brushRef="#br0" timeOffset="212541.2249">10199 4671 0,'0'0'0,"-12"-12"16,0 12-16,12-23 15,0 35 16,0-1-15,0 13 0,12 23-1,12-12 1,11-23 0,12-12-1,0-47 1,-24 0 15,-11-24-15,0 36-1,-12 23 1,11 59 0,13 24-1,11 23 1,12 11-1,-24-46 1,-23-24 0,-11-23-1,-36-12 1,23-35 0,36-36-1,35 24 1,23 36 15,1 11-15,-36 11-16</inkml:trace>
  <inkml:trace contextRef="#ctx0" brushRef="#br0" timeOffset="212776.0612">10070 5234 0,'0'0'0,"-24"12"16,13-12-16,-1 12 0,0-12 15,24-24-15,105-11 16,-70 12 0,106-13-16,58-10 15,-23 10 1,-83 13-1,-93 23 1</inkml:trace>
  <inkml:trace contextRef="#ctx0" brushRef="#br0" timeOffset="213407.6067">10434 5328 0,'0'0'0,"0"-11"0,-12 11 16,12 23-1,0 24 1,12-12 15,11 0-15,24-11-1,12-24 1,11-24 0,-58 13-16,35-36 15,-36 35-15,1-23 16,0 11-1,-12 13 1,0 22 0,0 48-1,0-36-15,12 60 16,-12-72 0,23 60-16,-11 11 15,0-23 1,-12-12-1,-36-36 17,25-11-32,-25 0 15,-10-35 1,10-12 0,25-12-1,34-11 1,59-12-1,12-24 1,-70 83-16</inkml:trace>
  <inkml:trace contextRef="#ctx0" brushRef="#br0" timeOffset="213756.8324">11196 4777 0,'0'0'16,"0"-12"-16,0 0 15,0 24 17,0 0-32,0 35 15,0-36-15,0 36 16,0-35-16,0 12 16,0 22-16,12 13 15,0-12 1,0-35-1</inkml:trace>
  <inkml:trace contextRef="#ctx0" brushRef="#br0" timeOffset="213956.8642">11185 4964 0,'0'0'0,"-12"0"0,0 0 0,-23 0 15,0 0 1,47 0 0,58-23-1,47 11 1,24-35 0</inkml:trace>
  <inkml:trace contextRef="#ctx0" brushRef="#br0" timeOffset="214523.0289">11830 4612 0,'0'0'0,"0"-11"0,0-1 15,12 12 17,-12 12-17,0-1-15,0 1 0,0 0 16,12 70 0,46 12 15,-46-82-31</inkml:trace>
  <inkml:trace contextRef="#ctx0" brushRef="#br0" timeOffset="214706.6983">12112 4753 0,'0'0'16,"-12"-12"-16,0 12 0,1-11 15,22-1 1,36 12 0,12 0-1,0 0 1,-48 0-16</inkml:trace>
  <inkml:trace contextRef="#ctx0" brushRef="#br0" timeOffset="215239.4895">12405 4577 0,'0'0'0,"0"-12"0,-11 1 15,-1-1 1,12 35 0,0-11-1,0 35 1,23-12-1,1 1 1,-1-25 0,-11 1-16,23-12 15,-11-23-15,-1 11 16,1-35 0,-13 0-1,-11 12 1,0 58 15,0-11-15,12 70-1,11 12 1,13 0 0,-25-12-1,-11-35 1,-11-35-16,-25-1 15,25 1-15,-48-12 16,12-23 0,35-13-1,48-10 1,46-1 0,-12 23-1,-23 24 1</inkml:trace>
  <inkml:trace contextRef="#ctx0" brushRef="#br0" timeOffset="215622.0555">11689 5234 0,'0'0'0,"-23"0"0,11 0 0,-11 0 16,-1-11-1,36-13 1,58 1 0,36-1-1,47 12 1,58-23-1,0 12 1,0-12 0,-176 35-1,106-36 1,-117 25-16,23-1 16,-59 12-1,-35 12 1,-35-12-16</inkml:trace>
  <inkml:trace contextRef="#ctx0" brushRef="#br0" timeOffset="216038.5796">12065 5375 0,'0'0'0,"0"-12"16,-12 12-1,12 12 1,-12 23 0,1 24-1,11 0 1,11 11-1,13-23 1,-12-35 0</inkml:trace>
  <inkml:trace contextRef="#ctx0" brushRef="#br0" timeOffset="216254.4646">12323 5504 0,'0'0'0,"-12"0"16,1-11-16,-13-1 15,36 12 17,0 0-32,58 0 15,0 0 1,-34 0-1</inkml:trace>
  <inkml:trace contextRef="#ctx0" brushRef="#br0" timeOffset="216754.4982">12558 5434 0,'0'0'16,"-24"0"0,13 0-16,-1 0 15,12 12 1,23-1-1,36 1 1,0 0 0,-12-12-1,-24 0 1,-23-24 0,0 1-1,0 11-15,0 24 31,-12 11-15,12 36 0,24 11 15,-12-46-31,-1 46 16,-11-46-16,0-1 0,12 36 15,-24 11 1,-11-34-1,-1-13 1,-11-23 0,23-12-16,-23-23 15,35 23-15,-12-35 16,12-11 0,24-24-1,-1 23 1,13 0-1</inkml:trace>
  <inkml:trace contextRef="#ctx0" brushRef="#br0" timeOffset="217153.5061">12628 5152 0,'0'0'0,"0"-12"16,12 12-16,-12-11 15,0 22 1,0 1 0,-12 23-1,0-23-15,1 12 16,11-13-16,-12 1 15,24-24 32,-1 1-31,25-25 0,-13 25-1,-11 11 1,0 35-1,11 12 1,1 0 0</inkml:trace>
  <inkml:trace contextRef="#ctx0" brushRef="#br0" timeOffset="224597.1574">8626 6748 0,'0'-11'0,"0"-1"0,0 0 16,0 0-16,0 1 16,-12-1-1,1 0-15,-1 12 16,0 0-16,0 0 16,1 0-16,-1 0 0,-58 59 31,34 35 0,60-12 16,81-106-16,-58-22-15,-23-25-1,-48-11 1,-11 0 0,0 23-1,23 47-15,1 1 16,11 22 0,0 13-16,23 23 15</inkml:trace>
  <inkml:trace contextRef="#ctx0" brushRef="#br0" timeOffset="225295.7456">8849 6690 0,'0'0'0,"0"-12"16,-12 12 0,1 0-1,11 12-15,0-1 16,23 36 15,-11-47-31,23 12 16,-23-12-16,11 0 15,1-12 1,-12-11 0,-1-12-1,-11 23-15,0 0 16,0 24 15,0 0-31,12 35 16,23 23-1,-11 36 1,-13-83-16,1 48 16,0-48-16,-12-11 15,0 35 1,-24-24 0,-23-11-1,1-47 1,-1-12-1,35 35-15,-12-23 16,24 23-16,-11-11 0,-1-13 16,0-11-1</inkml:trace>
  <inkml:trace contextRef="#ctx0" brushRef="#br0" timeOffset="225695.3647">8896 6443 0,'0'0'15,"0"-12"-15,0 1 0,0-1 16,-12 12 0,12 12-1,-11-12-15,-13 35 16,24-23-16,-12 11 15,1 1 1,22-24 15,1-12-15,12-35 0,-13 23-1,1 24 1,12 12-1,-1 12 1,12 11 0,0-12-1,-23-11 1</inkml:trace>
  <inkml:trace contextRef="#ctx0" brushRef="#br0" timeOffset="226045.6174">8180 7230 0,'0'0'16,"-12"0"-16,1 0 0,-1 0 0,0 0 15,94-24 1,71-11 0,46-12-1,36-12 1,0-11 15,-47 23-15,-153 35-16,35-11 15,-58 11-15,-35 12 16,-60 47 0,-10 12-1</inkml:trace>
  <inkml:trace contextRef="#ctx0" brushRef="#br0" timeOffset="226528.8541">8673 7417 0,'0'0'0,"0"-11"0,0-1 0,0 0 15,-23-11 1,-1 23-1,-11 11 1,0 36 0,11 12-1,13-47-15,11 46 16,0-46-16,11 12 16,24-13-1,24-11 1,-12-35-1,-12-24 1,-35 36-16,12-59 16,-12 58-1,-23-46-15,-24-12 16,0 47 15,23 23-15,24 24-1,12 23 1,35 0 0</inkml:trace>
  <inkml:trace contextRef="#ctx0" brushRef="#br0" timeOffset="226978.2612">8955 7277 0,'0'0'0,"-12"0"0,-23 0 16,11 0 0,48-12 15,58-12-16,12 1 1,-24 11 0,-34 12-1,-25 24 1,-58 11 0,0 0-1,0 0 1,24-11-1,23-13 1,35-11 0,-11 0-16,58-35 15,-70 35 1,46-35-16,-11 12 16,-47 11-1</inkml:trace>
  <inkml:trace contextRef="#ctx0" brushRef="#br0" timeOffset="231281.939">9659 6760 0,'12'0'15,"-1"0"1,1 0-16,0 0 0,0-12 0,-1 12 16</inkml:trace>
  <inkml:trace contextRef="#ctx0" brushRef="#br0" timeOffset="231456.6391">9729 6807 0,'0'0'0,"-11"12"16,-1-12-16,0 0 0,0 12 16,24-1-1,47-11 1,35-35 0</inkml:trace>
  <inkml:trace contextRef="#ctx0" brushRef="#br0" timeOffset="232022.2783">10175 6572 0,'0'0'0,"0"-11"0,-11-1 15,11 0 1,-12 12-16,12 12 15,-12 0-15,12 23 16,0 23 0,12-11-1,35-23 1,0-12 0,-35-12-16,23-12 15,-24 12-15,25-47 16,-36 35-1,11-23-15,1 0 16,-12 23 15,0 24-15,12-12-16,0 58 16,-1-46-16,13 47 15,23 47 1,11 11-1,-34-23 1,-36-47 0,-35-24-1,24-23-15,-59 0 16,58-12-16,-23-23 16,-11-23-1,46-25 1,24-10-1,-12 46 1</inkml:trace>
  <inkml:trace contextRef="#ctx0" brushRef="#br0" timeOffset="232423.0645">10211 6162 0,'0'0'0,"0"-12"0,0 0 15,-12 12 1,12 12 15,-12 0-31,0 23 16,1-24-1,11 1 1,0-24 31,23 1-31,1-13-1,-13 24 1,25 24-1,-1 34 1,0 25 0,-23-72-16</inkml:trace>
  <inkml:trace contextRef="#ctx0" brushRef="#br0" timeOffset="232872.0298">10844 6361 0,'0'0'0,"12"-12"0,-12 1 0,0-1 16,0 0-16,-35 12 15,23 0-15,-11 12 16,11 0-16,-23 46 15,23 24 1,0 1 0,47-1 15,12-12-15,24-35-1,-48-23-15,48 0 16,-60-12-16</inkml:trace>
  <inkml:trace contextRef="#ctx0" brushRef="#br0" timeOffset="233122.025">11138 6338 0,'0'0'0,"-12"-12"0,0 0 15,1 12 1,11 35 0,23 24 15,-23-36-31,23 36 16,-23-35-16,12 11 15,12 12 1,-13-12-1</inkml:trace>
  <inkml:trace contextRef="#ctx0" brushRef="#br0" timeOffset="233321.8612">11279 6525 0,'-12'-11'16,"24"22"-16,-36-22 0,12 11 0,1-12 0,-1 12 15,12-12 1,35 12-16,47-12 16,12-11-1,-59-1 1</inkml:trace>
  <inkml:trace contextRef="#ctx0" brushRef="#br0" timeOffset="233805.1143">11619 6361 0,'-24'0'0,"13"0"0,-1 0 16,-12 12-1,24 0 1,36-1 0,-25-11-16,48 0 15,-47 0-15,23 0 16,0-23-1,0-12 1,-23-1 0,-12 25-1,0 34 17,0 12-17,0 36 1,35 11-1,-23 0 1,23 0 0,-11-11-1,-12-36 1,-36-23 0,-11-12-1,0-24 1,-12-11-1,23-12 1,13 35-16,-13-35 16,24 24-1,-12-24-15</inkml:trace>
  <inkml:trace contextRef="#ctx0" brushRef="#br0" timeOffset="234172.8233">11619 6068 0,'0'0'0,"0"-12"15,-12 12-15,24 12 32,-12-1-17,0 1 1,0 0-1,0 0 1,0-24 15,0 0-15,0 0 0,23-11-1,-11 23 1,12 0-1,11 23 1,-12 13 0,-11-36-16,0 23 15,-1-23-15</inkml:trace>
  <inkml:trace contextRef="#ctx0" brushRef="#br0" timeOffset="234470.2822">11924 5927 0,'0'0'0,"-12"0"0,36 12 16,-12-12-1,34 47 1,37 46-1,-13 48 1,-58 0 0,-71 12-1,-58-36 1,-24-23 0,106-82-16</inkml:trace>
  <inkml:trace contextRef="#ctx0" brushRef="#br0" timeOffset="239015.5284">12452 6279 0,'0'0'0,"12"-12"0,0 12 0,-12-12 0,11 1 16,1-1-16,0 0 16,0 12-16,-12-12 15,0 24 32,-12-12-47,12 24 0,-35 46 31,-24 47 1,12-34-1,35-83-31,1 11 15</inkml:trace>
  <inkml:trace contextRef="#ctx0" brushRef="#br0" timeOffset="239265.8734">12358 6291 0,'0'0'16,"0"-12"-16,-11 0 0,-1 12 0,0-12 15,12 24 17,24 23-17,23 24 1,-36-47-16,36 35 16,-35-36-16,58 48 15,-58-47-15,35 23 16,-35-11-1</inkml:trace>
  <inkml:trace contextRef="#ctx0" brushRef="#br0" timeOffset="242446.1147">9518 2887 0,'0'0'0,"-12"12"15,-11-12-15,-1 0 0,1 0 0,-1 12 16,13-12-16,-13 0 0,13 0 0,-1 0 15,12 11-15,-12-11 0,24 0 16,0 0-16,11 0 0,259-82 31,316-59 1,-93 12-1,-458 118-31,164-83 31,-211 70-15,-70 12-1,-83 59 1</inkml:trace>
  <inkml:trace contextRef="#ctx0" brushRef="#br0" timeOffset="242762.9435">9366 2934 0,'0'0'15,"-176"35"-15,129-23 0,0-12 16,11 12-16,-46 11 16,71-23-16,81-23 15,-23 11-15,141-35 16,152-47-1,36 12 1,-36 35 0,-281 35-16,117-23 15,-141 23 1,0 12-16,35-23 16,-34-1-1,-36 13 1,-36 11-1,-10 0-15</inkml:trace>
  <inkml:trace contextRef="#ctx0" brushRef="#br0" timeOffset="244894.0477">13027 6302 0,'0'0'0,"12"-11"0,-12-1 16,12 12-16,-12-12 0,11 0 15,-22 12 157,11-11 344,11 11-501,-11 11 17,0 1-17,0 0-15,0 0 0,0-1 16,0 1-16,0 0 0,0 0 0,12-1 15,-12 1-15,47 58 32,71-70-1,-36-93 0,-35-25 0,-47 106-15,0 36 0,11 46-1,1 48 1,0 11 0,-12-106-1,12 71 1,-12-70-16,11 58 15,-11-59-15,-11 13 16,-48-25 0,-12-22-1,-11-36 1,35-12 0,47 35-16,12-58 15,-12 59-15,59-48 16,-1-11-1,-46 35 1</inkml:trace>
  <inkml:trace contextRef="#ctx0" brushRef="#br0" timeOffset="245476.2205">13109 5833 0,'0'-12'0,"0"24"0,0-36 0,0 13 16,0 22 15,-11-11-31,11 71 31,-12-1 0,24-58 1,-1-94-1,1 35-16,-12 23 1,12 24 0,11 47-1,13 12 1,-25-47-16,25 47 16,-25-36-1</inkml:trace>
  <inkml:trace contextRef="#ctx0" brushRef="#br0" timeOffset="246059.5527">13673 6220 0,'0'0'0,"-12"0"0,0 0 15,12-12 17,12 12-32,12 0 15,-13 0-15,1 0 0,70-23 32,12 23-1,-82 0-31,-24 0 47,-23 0-32,0 0 1,-1 23 0,25-23-16,-1 0 15,24-11 48,-1-1-48,1 12-15</inkml:trace>
  <inkml:trace contextRef="#ctx0" brushRef="#br0" timeOffset="247108.2676">13661 5962 0,'0'0'0,"0"-12"16,0 1 0,12 11-16,-12-12 0,12 12 0,-12-12 15,11 12-15,-11-12 0,12 12 0,-12-11 16,0 22 15,-12 1-15,1 35-16,-36 129 47,70 82-16,59-164-15,-58-82-16,105 47 15,-106-59-15,1 0 0</inkml:trace>
  <inkml:trace contextRef="#ctx0" brushRef="#br0" timeOffset="247890.2716">13907 6079 0,'0'0'0,"0"-11"16,0 22 31,0 1-47,0 0 15,12 58 1,-12-11-1,-12 0 1,12-12 0,0-36-1,0 1 1,0-59 0,0-12-1,0-11 1,0 0-1,0 23 17,0 35-17,0 59 1,0 23 0,12 1-1,0 11 1,0-23-1,-1-13 1</inkml:trace>
  <inkml:trace contextRef="#ctx0" brushRef="#br0" timeOffset="248090.6043">14213 6197 0,'0'-12'0,"0"0"16,11 12-1,13 0-15,-1-11 16,24 11 0,12-12-1</inkml:trace>
  <inkml:trace contextRef="#ctx0" brushRef="#br0" timeOffset="248590.324">14588 6009 0,'0'0'0,"-12"0"0,1 0 16,-1 0-16,12 12 31,23 11-16,1 1 1,-1-13 15,13-11-15,-13-23 0,1-24-1,-13 24 1,-11 34 15,0 1-31,0 70 16,0 0-1,0 36 1,-11-13 0,-1-23-1,0-46 1,0-25-1,1-11-15,-13-11 32,12-13-32,-23-11 15,-12-35 1,24-1 0,23 48-16</inkml:trace>
  <inkml:trace contextRef="#ctx0" brushRef="#br0" timeOffset="248955.7957">14553 5739 0,'0'0'0,"-12"-12"16,12 24 15,0 0-31,12 11 15,0 1 1,-1-13 15,25-22-15,-25-1 0,1 0-16,0-23 15,0 23 1,-12 24-1,11 12 1,25 22 0,-36-34-16,23 35 15,-11-35-15,0 0 0,-1 11 16,1 1 0</inkml:trace>
  <inkml:trace contextRef="#ctx0" brushRef="#br0" timeOffset="249222.6087">14964 5575 0,'0'0'0,"23"11"15,-11 1-15,11 12 16,48 58-1,-59-47-15,70 106 16,-71-94-16,1 70 16,-70 47-1,-95 1 1,-35-13 0,94-105-1</inkml:trace>
  <inkml:trace contextRef="#ctx0" brushRef="#br0" timeOffset="257314.442">9577 8333 0,'12'0'16,"-12"-12"-16,11 0 16,-11 1-16,12 11 15,-12-12-15,12 12 0,-12-12 0,11 0 16,-11 1-16,0-1 15,0 0-15,0 0 0,-58-35 32,-83 59-1,0 117 0,118-11 0,70-107 1,35-11-32,0-47 31,-23-23-15,-48-24-1,-11 59-15,-35-94 16,23 94-16,-35-36 15,24 48 1,11 58 0,36 47-1,11-23 1</inkml:trace>
  <inkml:trace contextRef="#ctx0" brushRef="#br0" timeOffset="257616.3761">9835 7922 0,'0'0'0,"0"-12"0,0 1 0,-12 11 16,12-12 0,12 47-1,11 12 1,1 12-1,-1 11 1,-11-58-16,0 23 16,0-35-16,-1 12 0,25-1 15,34-22 1,24-24 0,-24-1-1,-34 1 1,-25 35-16</inkml:trace>
  <inkml:trace contextRef="#ctx0" brushRef="#br0" timeOffset="257897.3894">9377 8567 0,'0'0'0,"-23"12"0,-1 0 0,1 0 16,46-12 0,106-47-1,83-12 1,11-11 0,-165 58-16,154-35 15,-165 35 1,46-11-16,-57 23 15,-48 0 1</inkml:trace>
  <inkml:trace contextRef="#ctx0" brushRef="#br0" timeOffset="258547.5088">10035 8685 0,'-12'-12'0,"12"0"0,-12 12 0,0 0 15,12-11-15,-11 11 0,-1-12 0,-35 12 32,0 82-1,47-70-31,23 46 31,-23-46-31,83-12 31,-36-35-15,-36-24 0,-22-11 15,-60-1-15,59 48-16,-58-12 15,58 35-15,-23 0 16,12 12-1,34 46 1,36-11 0,-23-47-16</inkml:trace>
  <inkml:trace contextRef="#ctx0" brushRef="#br0" timeOffset="258929.1196">10293 8532 0,'0'0'0,"-12"0"0,0 0 15,-11-11-15,46 11 32,1-12-17,46 0 1,12 0-1,-70 12-15,35 12 16,-47 0-16,0 0 16,-35 34-1,-12 13 1,0 12 0,35-60-16,0 25 15,12-13 1,47-23-1,35-35 1,24-24 0,0 0-1</inkml:trace>
  <inkml:trace contextRef="#ctx0" brushRef="#br0" timeOffset="259248.0598">10833 8133 0,'-12'0'16,"0"0"-16,0 0 16,36-11-1,46-1 1,1 0-1,-60 12-15</inkml:trace>
  <inkml:trace contextRef="#ctx0" brushRef="#br0" timeOffset="259396.4701">10926 8262 0,'0'0'0,"-35"12"16,24-12-16,22 0 31,13-12-16,-13 12-15,25-11 16</inkml:trace>
  <inkml:trace contextRef="#ctx0" brushRef="#br0" timeOffset="260561.5767">11314 7887 0,'0'0'0,"0"-12"0,0 0 0,0 1 0,0-1 15,0 0-15,0 0 0,-12 12 16,12 12 0,0 0-1,0 0-15,12 46 31,82-34 1,-12-106-1,-70 35 0,-1 58-15,1 72-1,23 69 1,0-11 0,1-24-1,-13-35 1,-23-58 15,-12-12-15,-35-48-1,36 36-15,-71-46 16,58 22-16,-35-11 16,-11 0-1,47 11-15</inkml:trace>
  <inkml:trace contextRef="#ctx0" brushRef="#br0" timeOffset="260944.799">11243 7523 0,'0'0'16,"-11"-12"-16,-1-11 0,0 11 31,0 24-15,12 23-1,0 0 1,0-11 0,0-13-16,12-11 15,0-11 1,11-48 0,-11-11-1,0 23 1,-12 35-1,23 35 1,-23 1-16,24 34 16,-12-46-16,-1 12 15,24 46-15,12-11 16</inkml:trace>
  <inkml:trace contextRef="#ctx0" brushRef="#br0" timeOffset="261144.7501">11830 7734 0,'12'0'31,"11"-12"-16,-11 12-15,59-35 16</inkml:trace>
  <inkml:trace contextRef="#ctx0" brushRef="#br0" timeOffset="261660.0243">12112 7546 0,'0'0'0,"-12"0"0,12 12 31,0 0-15,24 23-1,-24-23-15,35 0 16,-23-12-16,23 11 16,12-34-1,-12-12 1,-12-12-1,1 11 1,-24 48 15,12 0-31,23 58 16,23 36 0,-11 11 15,-23 1-16,-12-13 1,-12-81-16,-12 23 16,12-35-16,-12-1 0,-23 1 15,-12-24 1,-12-35 0,24-35-1,23 0 1,71 23-1,-35 48-15,69-36 16,-69 35-16,11 0 16</inkml:trace>
  <inkml:trace contextRef="#ctx0" brushRef="#br0" timeOffset="261810.1797">13086 7746 0,'-12'0'0,"0"0"15,-11 0-15,0 0 16,-48 0 0,-11-12-1,58 12-15</inkml:trace>
  <inkml:trace contextRef="#ctx0" brushRef="#br0" timeOffset="262909.052">11408 8450 0,'0'0'0,"-24"0"16,12 0-16,1 12 0,-13-12 0,13 0 0,-1 0 15,-47 12 1,200-24 15,399-82 16,0-47-16,-329 24-15,-70-59 0,-118 129-16,36-164 15,-47 152-15,-36-129 16,-58-23-1,-94 82 1,-70 23 0,-71 59-1,234 47-15,-163 0 16,70 35 0,-82 24-16,-59 70 15,47 12 16,82 58-15,106 1 0,129 46-1,94-46 1,94-47 0,34-36-1,13-47 1,-12-34-1,-211-36-15,93-24 16,-105 12-16,118-46 16,-25-48-1,1-70 1,-12-47 0,-47-23 15,-70 175-31,-35-117 15,-1 130-15,-93-118 16,82 140-16,-118-69 16,-105 23-1,-35 58 1,-36 106 0,247-46-16,-153 69 15,165-58-15,-118 117 16,141-93-16,-82 199 15,105-212-15,24 130 16,71-23 0</inkml:trace>
  <inkml:trace contextRef="#ctx0" brushRef="#br1" timeOffset="563065.7216">4824 2418 0,'0'0'0,"0"-12"16,-12 12-16,12-12 15,-12 12-15,0 0 16,1 0 0,-1 0-16,0 12 15,0 0-15,1-1 0,-48 60 32,0 93-1,59 12 0,106-82 0,-36-82-15,13-24 0,-60-11-16,59-24 15,-70 35 1,23-47-16,-11-35 15,-24-11 17,-36 11-17,-11 12 1,47 70-16,-35-12 16,24 13-16,-13 11 15,1 0 1,-24 47-1,0 47 1,0 23 0,47-94-16,-24 107 15,24-107-15,0 59 16,24 12 0,11-47-1,24-35 1,11-24-1,24-58 17,-71 46-32,48-82 15,-59 71-15,-1-70 16,-22-13 0,-36 13-1,-36 58 1,-10 23-1,69 24-15,-58 59 16,35 23 0,47 24-1,23-48 1</inkml:trace>
  <inkml:trace contextRef="#ctx0" brushRef="#br1" timeOffset="569831.9792">4824 2465 0,'11'0'0,"-11"11"63,0-22 30,0-1-77,0 0 0,-23-11-1,11 11 1,0 12-1,1 0 1,-13 0 0,12 12-1,-11 23 1,23-23-16,-23 35 16,11-36-16,0 25 15,0 22 1,12 1-1,0 0 1,0-48-16,0 36 16,0-35-1,12 23-15,12 12 16,-1-23 15,12-1-15,24-23-1,11-23 1,-46 11-16,58-35 16,-70 23-16,23-11 15,-12-35 1,-23-24 0,-35 12-1,0 0 1,23 70-16,-35-23 15,47 23-15,-35 0 16,12 12 0,-13 12-1,13 11 1,-1 1 0,13-12-1,-13 11 1,24-11-16,-12 0 15,1-1 1,-1-11 0,12 12-1,0-24 688,0 1-281,-12 11-359,12-12 109,-11 12-157,11-12 298,-12 12-313,12-12 15</inkml:trace>
  <inkml:trace contextRef="#ctx0" brushRef="#br1" timeOffset="570657.1371">5058 2875 0,'0'0'16,"0"12"-16,-11-12 16,-1 0-1,12-12 204,-12 1-203</inkml:trace>
  <inkml:trace contextRef="#ctx0" brushRef="#br1" timeOffset="573297.2416">4812 3016 0,'-12'0'94,"12"-12"-63,-12 12-15,12-11-16,0-1 31,-11 0 16,-1 12-31,12 12 77,0 0-77,0-1 0,0 1-16,0 0 15,0 0-15,0 11 16,0 1 0,-12 11-1,12-12 1,-12 13-1,12-13 17,-11 0-17,11 1 1,-12-1 0,-11 1-1,11-1 1,-12 1-1,-11 11 1,12 0 0,-13 0-1,1 12 1,0-23 0,35-12-16,-23 11 15,-1 1 1,-11-1-1,11-11 17,1 11-17,11-23-15,-23 12 16,23 0-16,-11-12 16,-24 11-1,0 1 1,12 0-1,-1 0 1,1-12 0,23 11-16,-23-11 15,24 12-15,-25-12 16,1 0 0,-12 12-1,0-12 1,0 12-1,0-12 17,12 0-17,0 0 1,0 0 0,-12 0-1,12-12 1,23 0-16,-23 12 15,23-12-15,-12 1 16,1 11 0,11-12-1,0 0 1,1 0 0,-1 12-16,0-11 15,1-1 1,-1 12-16,0-12 15,-11 1 1,-1-13 15,1 12-15,11-11 0,0 23-16,0-24 15,12 13-15,-11 11 16,-1-24-1,12 1 1,-12 11 0,12 0-1,0 0 1,0 1 0,-12 11 30,12 11 33,0 1-79,0 0 15,0 0-15,0-1 16,0 36-1,0-11 1,-11 11 0,11-12-1,0 0 1,0-12 0,0 1-1,11-12 1,-11-1-1,0-22 64,12 11-79,-12-12 15,0 0-15,0-11 16,0-24-1,-12-12 1,12 12 0,0 12-1,0 23-15,0 0 16,0 1-16,0-1 16,0 0-1,0 0 1,0 1 46,0 22-15,12 1-47,0 0 16,0-12-1,-1 0-15,13 12 16,-12-12-16,46 11 16,-22 1-1,-13-12 1,-11 0 0,-12-12 62</inkml:trace>
  <inkml:trace contextRef="#ctx0" brushRef="#br1" timeOffset="576361.2174">3392 3263 0,'-12'0'47,"0"0"0,36 0 78,-24-12-125,23 0 16,-11 0-16,0 12 0,11-11 15,-11 11-15,47-24 16,-48 13-16,36-1 15,24-12 1,11 1 0,0-12-1,0 11 17,-58 24-32,46-23 15,-23-1-15,23 1 16,13-1-1,-25 1 1,13-1 0,-13 1-1,-46 11-15,35-11 16,-35 23-16,35-24 16,0 1-1,-12 11 1,-12 0-1,1 1 1,11-1 0,-11 0-1,11 0 1,-12 12 15,-11 0-15,-24 0 15,0 0-15,-23 0-1,-23 24 1,-13-12 0,-11 11-1,-47 12 1,35 12-1,-12-12 1,12 12 0,12-12-1,24-11 1,22-1 15,25-23-31,-36 24 16,35-24-16,-35 23 15,-12 1 1,-11-1 0,11 1-1,1-1 1,46-23-16,-35 24 16,35-24-16,-11 23 15,-12-11 1,11 0-1,1-12 1,11 11 0,0-11-1,0 0-15,1 0 32,22 0 61,1 0-77,-12-11-16,12 11 16,0-12-16,23 0 15,23-23 1,-34 23-16,35-11 15,-36 11-15,-11 0 0,70-11 16,12-12 0,11-12-1,-22 11 1,-1 1 15,-12 0-15,-46 23-16,46-35 15,-46 36-15,23-13 16,11-11 0,1 23-1,-24 1 1,-11-1 0,-13 12-16,1-12 15,0 12-15,0 0 16</inkml:trace>
  <inkml:trace contextRef="#ctx0" brushRef="#br1" timeOffset="581077.2825">4800 3051 0,'0'-11'46,"0"-1"-14,0 0-17,0 24 376,-12-12-375,12 12 15,-11-12 422</inkml:trace>
  <inkml:trace contextRef="#ctx0" brushRef="#br1" timeOffset="582064.3128">4882 2476 0,'0'0'0,"0"-11"31,-11-1-15,11 0-16,0 0 16,-12 1-16,12-1 15,-12 12-15,0-24 32,-46 36-1,-71 188 0,58 11 0,71-117-15,59-12 0,23-35-1,24-47 1,-12-35-1,-1-36 1,-34-46 0,-47-12 15,-12 94-31,-47-71 16,23 47-16,-34-11 15,-24 35 1,11 23-1,12 59 1,1 35 0,46-58-16,0 46 15,12-23-15</inkml:trace>
  <inkml:trace contextRef="#ctx0" brushRef="#br1" timeOffset="583396.7733">4718 2828 0,'0'0'0,"0"-11"0,0-1 16,0 0-16,0 1 16,12 22 15,-12 13-16,0-13 1,0 13-16,11 58 16,-46 141 15,-23-47 0,22-94-15,1 0-1,-12-11 1,0-1 15,-11-35-15,-1 1 0,-12 11-1,1-24 1,11 1-1,48-24-15,-60 11 16,59 1-16,-46-12 16,-36 12-1,-12 0 1,12-1 0,1-11-1,-1-11 1,47-1-1,35 12-15,-58-12 16,23-11 0,0-1-1,0-11 17,11 0-17,25 23-15,-24-35 16,23 35-16,-35-58 15,23 23 1,1 0 0,23 23-1,0 1 1,0 35 31,0-1-47,12 25 15,-12 34 1,23 1 0,-23-60-16,12 24 15,-12-23 1,12 12 0,-12-13-16,11-11 15,-11-23 16,0-24-15,0-35 0,0 11-1,0 36 1,0 23 0,12 24-1,35 35 1,23 0-1,-46-47-15,58 24 16</inkml:trace>
  <inkml:trace contextRef="#ctx0" brushRef="#br1" timeOffset="584927.6051">4554 2793 0,'0'0'0,"-12"0"62,0 12-30,0-12-17</inkml:trace>
  <inkml:trace contextRef="#ctx0" brushRef="#br1" timeOffset="586059.8085">3932 3274 0,'0'-11'32,"0"22"-1,0 1-15,11-12-16,-11 12 0,0 0 0,12-1 15,-12 1-15,12-12 0,-12 12 0,12 0 16,-12-1-16,0 1 0,35 35 31,-12-24 0,-11-93 1,-12 58-32,0-35 31,0 59 0,0 0-31,35 0 16,-11-1-1,-13-11-15,13 0 16,-12 0-16,-1 0 16,13-11-16,-24-25 15,-12-22 16,-47 11-15,24 35 0,12 0-1,23 24-15</inkml:trace>
  <inkml:trace contextRef="#ctx0" brushRef="#br1" timeOffset="586991.9882">3004 3134 0,'-11'-12'16,"-1"12"-16,0 0 0,1 0 16,-1 0-1,0 12-15,0-1 0,1 1 16,-1 0-16,0 11 0,0-11 0,1 11 15,-1 1-15,-35 140 32,106 1-1,81-130 0,95-200 0,-211 36-15,-60 12 0,-46 47-1,-12 46 1,1 36 0,81 0-16,-23 46 15,35-34 1,0 11-16</inkml:trace>
  <inkml:trace contextRef="#ctx0" brushRef="#br1" timeOffset="588191.091">2875 3415 0,'0'-11'0,"0"-1"16,-11 24 30,11 11-30,-24 106 15,12-47-15,-11-11 0,-1-13-1,24-46-15,-35 35 16,12 0 15,-12-12-15,-1-11-1,1-1 1,-23 1 0,46-13-16,-70 1 15,58-12-15,-46 12 16,-24-12-1,12-12 1,0-11 0,-12-13-1,70 36-15,-58-23 16,-24-12 0,1 11-1,23 1 1,11-12 15,1-1-15,58 36-16,-23-23 15,11-1-15,1 1 16,-1-24 0,13-23-1,-1 23 1,12 11-1,0 25-15,-12-1 16,12 24 15,0 11-15,-12 24 0,1 0-1,11-12 1,0-23-1,0 11-15,0-11 16,0-24 31,0-11-31,0 11-16,11-46 15,-11 46-15,0-23 16,24 35 15,11 35-15,59 12-1,-35-24 1</inkml:trace>
  <inkml:trace contextRef="#ctx0" brushRef="#br1" timeOffset="588990.3179">1772 3497 0,'0'0'0,"-12"0"15,1-11-15,-1 11 16,-23 0 0,11-12 15,13 12 0,93 0 0,23-12 1,24 0-17,59 1 1,-35-13 0,11 13-1,-23-1 1,-47 12-1,-36-12 1,-22 12 0,-25 0-1,-22 0 17,-36 0-17,35 12-15</inkml:trace>
  <inkml:trace contextRef="#ctx0" brushRef="#br1" timeOffset="589888.216">1573 3497 0,'0'0'0,"11"0"141,1 0-141,0 0 0,117-35 31,188-35 0,-35 35 0,-24-1 1,-164 25-17,-83 11-15,48-12 16,-47 12-1,11 0-15,1 0 16,-13 0 15,1 0-15,-12-12 62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44:50.14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9389 3427 0,'-23'-59'47,"46"118"-47,-46-106 31,34 47-31,-11 12 15,0 0-15,12-1 0,-12 1 0,12 0 16,-12-1-16,11 1 0,1 12 16,-12-13-16,24 95 31,-13-47 0</inkml:trace>
  <inkml:trace contextRef="#ctx0" brushRef="#br0" timeOffset="317.2189">9553 3368 0,'0'-11'16,"0"22"-16,0-11 31,0 24-31,0 34 16,12 13-1,0-24 1,35-12 15,-12-35-15,-12 0-16,36-47 16,-47 35-16,11-35 15,-34-35 1,-72 24-1,13 46 1,11 47 0,48-23-16,-1 58 15,12-58-15,35 47 16</inkml:trace>
  <inkml:trace contextRef="#ctx0" brushRef="#br0" timeOffset="1149.4357">10105 3509 0,'-12'0'16,"0"12"-16,1-12 16,-1 0-16,0 0 15,12 12-15,12-12 16,0 0-1,-1 0-15,13 0 0,-12 0 0,11 0 16,-11 0-16,11-12 0,1 12 0,164-24 31,35-11 1,-188 23-1,-47 1-16</inkml:trace>
  <inkml:trace contextRef="#ctx0" brushRef="#br0" timeOffset="1366.8205">10586 3404 0,'-12'-12'16,"24"24"-16,-35-48 16,11 25-16,35 11 31,1 11-16,23 36 1,11 0 0,-46-35-16,12 23 15,-24-23-15,0 35 16,0-35-16,-47 35 16,23-36-16,-23 13 15,12-13 1</inkml:trace>
  <inkml:trace contextRef="#ctx0" brushRef="#br0" timeOffset="2514.3947">11396 3357 0,'0'-12'15,"0"0"-15,0 0 16,0 1-1,0 22 32,0 1-47,12 0 0,-1 58 32,-11-46-32,24 105 31,-24-117-31</inkml:trace>
  <inkml:trace contextRef="#ctx0" brushRef="#br0" timeOffset="2765.4505">11830 3286 0,'0'0'15,"0"-12"-15,0 1 0,0 22 32,0 1-17,12 23-15,0 24 32,-1 0-17,1-1 1,0-22-1,-12-25-15,12 1 16</inkml:trace>
  <inkml:trace contextRef="#ctx0" brushRef="#br0" timeOffset="2964.706">11889 3474 0,'0'0'0,"-12"-12"0,0 12 0,-11-12 16,11 12-1,12-11 1,59-1 0,11 0-1,24-11 17,-70 11-32,11 0 0</inkml:trace>
  <inkml:trace contextRef="#ctx0" brushRef="#br0" timeOffset="3130.7167">11865 3298 0,'0'0'0,"-23"0"0,11 0 0,-35 0 16,35 0 0,48-12-1,69 0 1,24-11-1</inkml:trace>
  <inkml:trace contextRef="#ctx0" brushRef="#br0" timeOffset="3347.7166">12253 3181 0,'0'-12'0,"-12"12"16,12-12-1,-24 12 1,24 12-1,0 35 1,12 0 0,0 11-1,11 13 1,-11-24 0,-12-36-16</inkml:trace>
  <inkml:trace contextRef="#ctx0" brushRef="#br0" timeOffset="3613.5883">12264 3263 0,'0'0'0,"0"-12"0,-11 0 0,11 0 16,-24-23-1,36 12 1,47 23-1,-1 0 1,-11 23 0,-35 12-1,-35 1 1,-1-36-16,-35 35 16,48-23-16,-36 11 15,23-23 1</inkml:trace>
  <inkml:trace contextRef="#ctx0" brushRef="#br0" timeOffset="3896.8574">12746 3169 0,'0'0'0,"-12"0"0,12-12 16,-12 12-16,0-12 16,24 24 15,0 23-15,0 12-1,-1 12 1,-11-47-16,0 35 15,0-36 1,12 13-16</inkml:trace>
  <inkml:trace contextRef="#ctx0" brushRef="#br0" timeOffset="4113.8157">12628 3368 0,'0'0'0,"-12"0"0,-11 0 16,-24-11 0,35 11-1,48 0 1,-25 0-16,60-12 16,-24 0-16,35-11 15,-12-1 1</inkml:trace>
  <inkml:trace contextRef="#ctx0" brushRef="#br0" timeOffset="4362.7141">13121 3134 0,'0'0'0,"0"-12"16,-12 12-1,12 12 1,12-12 0,-12 11-16,12 36 15,-12-35-15,0 23 16,0 24 0,12 0-1,23-36 1</inkml:trace>
  <inkml:trace contextRef="#ctx0" brushRef="#br0" timeOffset="4597.7168">13485 3122 0,'0'0'0,"0"-12"0,0 0 16,-12 12-1,12 12 1,0 35 0,12 12-1,-12 11 1,0-58-16,0 35 16,0-24-16,12 24 15</inkml:trace>
  <inkml:trace contextRef="#ctx0" brushRef="#br0" timeOffset="5061.9329">13555 3239 0,'0'0'0,"-23"-23"0,23 11 0,-12 12 15,0-35-15,1 11 31,58 24-15,11 12 0,-46 0-16,12 23 15,-13-23-15,-11 23 16,-11-23-16,-25 11 16,-22 1-1,22-13 1,25 1-1,58-24 1,0 1 0,-24 11-16,36-12 15,-47 12 1,23 12-16,-12 23 16,-11 12-1,-47-12 16,23-23-31,-58 23 16,58-35-16,-47 12 16,12-1-1,35-22 1</inkml:trace>
  <inkml:trace contextRef="#ctx0" brushRef="#br0" timeOffset="5313.8571">13954 3157 0,'0'0'0,"0"-12"0,-23 12 0,11 0 16,0 0-16,-11 12 16,23 35-1,0 0 16,12 23-15,11 13 0,-11-25-1,0-11 1,-1-35-16</inkml:trace>
  <inkml:trace contextRef="#ctx0" brushRef="#br0" timeOffset="5595.2226">13919 3216 0,'0'0'0,"0"-12"15,-12 0-15,1-11 0,11-1 16,23 13 0,36 22-1,11 36 16,-34-12-15,-36-23-16,-24 23 16,12-35-16,-46 24 15,-25-12 1,1-1 0,59-11-16</inkml:trace>
  <inkml:trace contextRef="#ctx0" brushRef="#br0" timeOffset="6893.4656">12933 3685 0,'0'-12'15,"0"1"1,0-1-16,0 24 47,0-1-32,0 1-15,0 0 0,0 82 32,0 47-1,12-118-16</inkml:trace>
  <inkml:trace contextRef="#ctx0" brushRef="#br0" timeOffset="7093.4599">13051 3709 0,'0'-12'0,"-12"0"16,12 24 15,0 0-15,0-1-16,23 36 15,-11-23-15,-12 35 16,24 11 0,-24 0-1</inkml:trace>
  <inkml:trace contextRef="#ctx0" brushRef="#br0" timeOffset="7326.2572">12863 3920 0,'0'0'0,"-24"0"0,13-12 16,-24 0-16,-1 1 15,48 22 16,23 13-15,-11-12-16,58 35 16,-59-36-16,48 25 15,-1 10 1,-23-34-16</inkml:trace>
  <inkml:trace contextRef="#ctx0" brushRef="#br0" timeOffset="7494.1957">13227 3920 0,'0'0'0,"0"-12"0,0 0 0,-24-11 16,24 11-1,-11 36 1,-1-24-16,0 35 16,0-12-16,-11 60 15,23-60 1,-24 47-16</inkml:trace>
  <inkml:trace contextRef="#ctx0" brushRef="#br0" timeOffset="8242.4958">12253 4425 0,'0'0'0,"0"-12"0,0 0 0,0 0 15,0 1-15,-12 11 16,12 11 0,0 1-1,0 0-15,-12 47 16,47 11 31,71-58-16,-94-36-31,23-46 31,-23 35-15,-1 11-1,1 36 17,-12 0-32,12 11 15,11 1 1,13-1 0,-1-23-1,0-12 1</inkml:trace>
  <inkml:trace contextRef="#ctx0" brushRef="#br0" timeOffset="8692.5968">12605 4460 0,'0'0'0,"0"-12"16,0-11 0,0 11-16,-12 0 0,0 0 15,1-11 1,11 35 0,0 11-1,11 36 1,1 23-1,0-47-15,-12 59 16,0-70-16,11 34 16,-11 1-1,0-47 1,0-24 0,0-23-1,0 23-15,0-47 16,0 36-16,-11-83 15,11 24 1,11 23 15,25 24-15,11 23 0,-36 12-16,25 12 15,-25-12-15,-11 35 16,-35 1-1,-24-1 1,1-12 0,11-11-1</inkml:trace>
  <inkml:trace contextRef="#ctx0" brushRef="#br0" timeOffset="9125.6371">12992 4378 0,'0'0'0,"0"-12"15,-47 0 1,0 12 0,0 12-1,24 23 1,-1 12-1,24-12 1,0-23-16,35 0 16,-23-1-16,23-11 15,12-11 1,-11-48 0,-25-11-1,-11-13 1,-11-10-1,-1 57 17,12 48-17,0 23 1,0 59 0,0-70-16,0 46 15,0-46-15,0-1 0,12 12 16,-1-11-16,36 23 15</inkml:trace>
  <inkml:trace contextRef="#ctx0" brushRef="#br0" timeOffset="9458.0461">13274 4436 0,'0'0'16,"0"-11"-16,0-1 0,0 0 0,-35 0 15,-12 12 1,23 24-1,12 23 1,12-24 15,47-11-15,-35-12-16,47-12 16,-48 12-16,13-23 15,-12 23 1,-24 12-1,12-1 1,-12 1 0,12 0-1,35-1 1,12-11 0</inkml:trace>
  <inkml:trace contextRef="#ctx0" brushRef="#br0" timeOffset="9673.4708">13520 4249 0,'-12'0'15,"24"0"-15,-24-12 0,1 0 16,-13 12 0,24 12-1,0 23 1,0-23-16,0 58 15,12-58-15,-12 47 16,0 11 0,0-58-16</inkml:trace>
  <inkml:trace contextRef="#ctx0" brushRef="#br0" timeOffset="9989.9557">13520 4507 0,'0'0'0,"-12"-12"0,12 0 0,0-11 16,0 11 0,36 0-1,-13 1-15,24-1 16,-35 12-16,47-24 16,-48 24-16,13-23 15,-24 11 1,-12 0-1,-35 12 1,12 0 0,23 24-1,24-1 1,23 1 0,12-1-1,0-23 1</inkml:trace>
  <inkml:trace contextRef="#ctx0" brushRef="#br0" timeOffset="10389.9976">14001 4378 0,'0'-12'0,"-11"0"16,-13 0 0,-23 12-1,0 0 1,0 24-1,36-12-15,-13 23 16,24-23-16,0-1 16,35 1-1,12-12 1,12-23 0,-47 11-16,23-23 15,-35 23-15,12 0 16,11-47-16,-23-34 15,0 34 1,-23 35 0,11 36 15,12 12-31,-12 46 16,12-58-16,12 46 15,11 13 1,13-12-1,-13-48-15</inkml:trace>
  <inkml:trace contextRef="#ctx0" brushRef="#br0" timeOffset="10890.3734">14377 4166 0,'0'-11'0,"0"22"0,-24-34 15,13 23 1,11 12-16,-24 35 31,24 11-15,24-23 0,-1 1-1,12-25 1,1-34-1,-13-12 1,-11 23-16,0-23 16,-12 23-1,0 24 1,11 23 0,25 12-1,-1-24 1,-12-23-16,48 0 15,-60 0 1,36-35-16,-11-23 16,-36-36-1,-47 23 17,35 59-32,-35 1 15,35 11-15,-11 11 16,-1 48-1,24-47-15</inkml:trace>
  <inkml:trace contextRef="#ctx0" brushRef="#br0" timeOffset="11622.1687">13133 5023 0,'0'-12'0,"0"24"0,12-35 0,-12 11 0,11 0 16,-11 0-16,0 1 0,12-1 15,-12 0-15,0 1 0,0-1 0,0 0 16,0 0-1,0 36 1,0-12 0,-12 23-16,-11 199 47,23-116-32,23-36 1,1-47-16</inkml:trace>
  <inkml:trace contextRef="#ctx0" brushRef="#br0" timeOffset="11872.1548">12980 5223 0,'0'0'0,"-23"-12"0,11 12 0,0 0 16,-11-12-16,11 12 15,24 0-15,47 35 16,-36-23 0,47 35-16,24 0 15,-11 0 17,-25-12-17,-23-11 1,-23-24-16</inkml:trace>
  <inkml:trace contextRef="#ctx0" brushRef="#br0" timeOffset="12089.8432">13391 5223 0,'0'0'15,"-12"-12"-15,12 0 0,-23-23 16,-1 35-1,13 12 1,-13 46 0,12-34-16,-11 35 15,11-36 1,-35 59-16,24-23 31</inkml:trace>
  <inkml:trace contextRef="#ctx0" brushRef="#br0" timeOffset="14103.0008">11220 5903 0,'0'0'0,"0"-11"16,-12 11-16,12-12 0,-12 12 0,12-12 16,-11 12-16,-1 12 15,12 11-15,0-11 16,-12 0-16,12 0 0,0 11 0,0-11 16,0 11-16,0-11 0,0 0 0,12 70 31,0-59 0,-12-81 0,0 46-31,0-94 32,11 95-17,1 11 1,23 11-1,-11 36 1,11-12 0,-23-23-16,35 12 15,11-13 1,1-22 0,-24-13-1,-35-23 1,-23 12-1,23 23-15,-35 12 16,23 0-16,-12 12 16,13 23-1,11-11 1,35-1 0,12-11-1</inkml:trace>
  <inkml:trace contextRef="#ctx0" brushRef="#br0" timeOffset="14469.3394">11818 5915 0,'0'0'0,"-23"0"0,11 0 16,-11 12-1,11-12-15,-23 47 16,23-35-1,0 11-15,1 0 16,11 1 0,0-36 15,0 0-31,-12-23 16,12 12-1,0 11 16,0 0-15,23 12 0,-11 0-16,23 24 15,-23-24-15,23 12 16,0 11 0,-11-23-1</inkml:trace>
  <inkml:trace contextRef="#ctx0" brushRef="#br0" timeOffset="14685.5306">11959 5704 0,'0'0'0,"0"-24"16,-11 1-16,-1-1 0,0 13 16,12 22 15,0 1-31,0 47 15,0-36-15,12 83 16,11 0 0,1-13-1,-13-69-15</inkml:trace>
  <inkml:trace contextRef="#ctx0" brushRef="#br0" timeOffset="14869.1633">11948 5939 0,'0'0'0,"-12"-12"0,-12 12 15,1-12-15,-1 0 16,83 12 0,-35 0-16,81 0 15,-11-11 1</inkml:trace>
  <inkml:trace contextRef="#ctx0" brushRef="#br0" timeOffset="15069.4917">12440 5798 0,'0'0'0,"-11"-12"0,-1 12 15,0-12 1,12 24-1,0 47 1,0-12 0,0-24-16,0 36 15,0-47 1,0 34-16</inkml:trace>
  <inkml:trace contextRef="#ctx0" brushRef="#br0" timeOffset="15435.525">12570 5856 0,'0'0'0,"-12"0"0,12-11 16,-24 11 0,1 11-1,23 36 1,0-35-16,0 23 15,12-11-15,23-1 16,12-11 0,23-12-1,-23-35 1,-35-12 0,-12 35-16,-24-35 15,13 35-15,-60-23 16,59 35-1,-46 0 1,11 47 0,35 0-1,24 0-15</inkml:trace>
  <inkml:trace contextRef="#ctx0" brushRef="#br0" timeOffset="16750.1376">13121 5868 0,'0'0'0,"-12"0"0,1 0 15,-1 0-15,12 12 16,-12-12-16,0 0 0,12 12 16,-11-12-16,-1 0 0,0 11 15,12 1 1,12-12-1,0 0-15,11 0 0,59-12 32,153-23-1,-188 0 0,-59 23-15,-23 0-1</inkml:trace>
  <inkml:trace contextRef="#ctx0" brushRef="#br0" timeOffset="16967.5303">13332 5763 0,'0'0'0,"-11"0"0,11-12 0,11 12 31,13 12-15,23 23 15,-35-24-31,11 36 16,-23-35-16,0 35 15,-47 12 1,-12-12 0,12-24-16</inkml:trace>
  <inkml:trace contextRef="#ctx0" brushRef="#br0" timeOffset="18165.4811">13861 5915 0,'0'0'0,"0"-12"0,0 1 15,0-1-15,0 0 16,-12 12-1,12 12 1,0 0 0,0-1-16,0 1 15,-12 94 1,0 35 15,24-71 0</inkml:trace>
  <inkml:trace contextRef="#ctx0" brushRef="#br0" timeOffset="18532.866">13767 5986 0,'0'0'0,"-12"0"0,12 11 16,-12-11 0,12 12-1,24 0 1,34-12-1,13 0 1,-1 0 0</inkml:trace>
  <inkml:trace contextRef="#ctx0" brushRef="#br0" timeOffset="18915.3287">13849 5915 0,'0'0'16,"0"-12"-16,-12 12 0,0-11 0,1-1 16,-1 0-16,12 0 15,23 1-15,24-1 16,35 12-1,12 12 1,-82-12 0,12 0-16</inkml:trace>
  <inkml:trace contextRef="#ctx0" brushRef="#br0" timeOffset="19131.9625">14201 5892 0,'-12'0'0,"0"0"0,1-12 15,-13 12 1,12 12 0,1 58-1,11 12 1,0 0 0,11-11-1,-11-13 1,12-46-16</inkml:trace>
  <inkml:trace contextRef="#ctx0" brushRef="#br0" timeOffset="19365.1272">14213 5974 0,'0'0'15,"0"-12"-15,-24 0 0,1-11 16,23 11-16,-24-11 15,24 11-15,12 24 16,11 11 0,13 24-1,-13 12 1,-23-12 0,-12-36-16,-23 25 15,23-25-15,1-11 16</inkml:trace>
  <inkml:trace contextRef="#ctx0" brushRef="#br0" timeOffset="19631.3793">14694 6009 0,'-12'-12'0,"24"24"0,-36-24 0,13 12 16,-1 0-16,0-11 15,0 11-15,12 11 16,0 36 0,-11 35-1,-1 0 1,0-46-1</inkml:trace>
  <inkml:trace contextRef="#ctx0" brushRef="#br0" timeOffset="19830.9358">14424 6208 0,'0'0'0,"-12"-11"0,0-1 0,-11 0 16,11 1 0,59-1-1,47 12 1,35 0 0</inkml:trace>
  <inkml:trace contextRef="#ctx0" brushRef="#br0" timeOffset="20047.8291">14964 6032 0,'-12'-11'16,"24"22"-16,-36-22 0,13-1 16,11 24-1,-12 11 1,0 36-1,0 0 1,12 11 0,-11-11-1</inkml:trace>
  <inkml:trace contextRef="#ctx0" brushRef="#br0" timeOffset="20465.7628">14940 6068 0,'0'0'0,"-11"-12"0,-1 0 0,0 0 15,0 1-15,24 11 32,12 11-17,11 25 1,-12-1-1,-35 0 1,12-23-16,-46 0 16,34-12-16,0 11 15,36-11 1,11 12 0,12-12-1,-47 12-15,35-1 16,-35 1-1,0 0 1,-35 0-16,-12-1 16,-12 13-1,0-12 17,48-1-17</inkml:trace>
  <inkml:trace contextRef="#ctx0" brushRef="#br0" timeOffset="20696.9487">15269 5986 0,'-12'0'0,"24"0"0,-36-12 0,13 12 15,-1 12 1,0 46-1,0 1 1,12 11 0,0-46-16,-11 58 15,11-70 1,0 11-16</inkml:trace>
  <inkml:trace contextRef="#ctx0" brushRef="#br0" timeOffset="20963.6818">15187 6009 0,'0'0'16,"-12"-23"-16,12 11 0,-12-23 16,47 23-1,36 35 1,-12 36-1,-24 0 1,-35-12 0,-82-12-1,-59-23 1,23-1 0</inkml:trace>
  <inkml:trace contextRef="#ctx0" brushRef="#br0" timeOffset="21414.0065">13098 6490 0,'0'0'0,"0"-12"0,0 1 15,0 22 17,11 1-17,13 82 1,-12-12-1,-12-58-15,23 46 16,-23-58-16,0 11 16,12 24-16</inkml:trace>
  <inkml:trace contextRef="#ctx0" brushRef="#br0" timeOffset="21628.8974">13016 6690 0,'0'0'0,"-12"0"0,0 0 16,0-12-1,36 12 1,46 35 0,1 12-1,-60-47-15,72 35 16,-72-35-16</inkml:trace>
  <inkml:trace contextRef="#ctx0" brushRef="#br0" timeOffset="21795.659">13391 6690 0,'0'-12'16,"0"0"-16,-12 12 15,-11 0 1,-24 47-1,-12 12 1,12 11 0,36-58-16,-1 0 0</inkml:trace>
  <inkml:trace contextRef="#ctx0" brushRef="#br0" timeOffset="23210.9302">12370 7077 0,'0'0'16,"0"-12"-16,0 1 0,0-1 15,0 24 1,0-1 0,0 1-16,0 11 0,-12-11 15,12 0-15,0 11 0,0-11 16,0 0-16,0 0 0,0 11 0,59 36 31,47-47 0,-83-24-31,47-70 32,-105 46-1,24 36-15,11 36-1,58-13 16,24-23-15,1-12 0,-13-23-1,-47-24 1,-34 24 0,-13 24-1,12 22 1,12 60-1,12-1 1,23 24 0,1 12-1,-36-48 1,-12-11 0,-12-35 15,-11-24-16,0-35 1,35 36-16,0-60 16,0 48-16,0-1 0,47-46 15,23-1 1,13 36 0,-37 35-1,-34 24 1,-70 11-1,34-23-15,-70 23 16,71-23-16,-48 11 16,13 0-1,58-23 1,35-11 0</inkml:trace>
  <inkml:trace contextRef="#ctx0" brushRef="#br0" timeOffset="23493.7362">13285 7147 0,'0'0'0,"-23"0"0,11 0 0,-23 0 16,23 0-16,-35 0 15,36 0-15,-1 12 16,12 0-1,23 0 1,-11-12 0,-24-12 15,-23 12-31,12 0 16,11 0-1</inkml:trace>
  <inkml:trace contextRef="#ctx0" brushRef="#br0" timeOffset="24392.8977">13356 7335 0,'12'-12'0,"-24"24"16,24-35-16,-1 11 0,-11 0 15,12 12-15,-12-11 0,0-1 16,12 12-16,-12-12 15,0 24 17,0 0-32,-12 34 15,-11 166 17,11-118-17,12-71-15,12 47 16,-12-58-16,11 12 15</inkml:trace>
  <inkml:trace contextRef="#ctx0" brushRef="#br0" timeOffset="24792.9377">13297 7629 0,'0'0'0,"-12"0"0,1-12 15,-24 0-15,-12 0 16,23 24-1,24 23 17,35 12-17,-23-35-15,58 23 16,-46-23-16,23 11 16,23 1-1,-34-24 1,-25 0-1,1-47 1,-12 35-16,0-11 16,0 11-16,0 0 0,0-11 15,-12 11 1,1 36 15,-1-13-31,-12 24 16,1 24-1,11-47 1,-23 58 0,35-58-16,-12 12 0</inkml:trace>
  <inkml:trace contextRef="#ctx0" brushRef="#br0" timeOffset="26041.086">11818 8415 0,'0'-12'15,"-11"12"267,11 12-267,-12-12 1</inkml:trace>
  <inkml:trace contextRef="#ctx0" brushRef="#br0" timeOffset="28172.8724">11818 8321 0,'0'-12'0,"0"1"0,0-1 16,-11 0-16,11 24 31,11 0-15,-11-1-16,12 1 0,-12 0 16,12 11-16,35 59 31,12 12 0,-48-70-31</inkml:trace>
  <inkml:trace contextRef="#ctx0" brushRef="#br0" timeOffset="28456.0447">12124 8321 0,'0'0'0,"-12"0"15,-12 24 1,24 22 0,0 1 15,24-11-15,35-13-1,11-35 1,-35-23-1,-23-35 1,-83 23 0,-11 35-1,59 12-15,-24 47 16,47-24-16,0 1 16</inkml:trace>
  <inkml:trace contextRef="#ctx0" brushRef="#br1" timeOffset="211426.7214">3826 4190 0,'-12'0'15,"24"0"-15,-35 0 0,11 0 0,0 0 0,0-12 16,1 12-16,-1 0 0,0 0 0,0 0 15,1-12-15,-1 12 0,0 0 16,0 0-16,12-11 0,-11 11 16,-1 0-1,35 0 17,-11 0-32,199 11 31,294-46 16,-223 12-32,-12 11 1,-24 0 0,-82 0-1,-140 12-15,46 0 16,-58 0-1,-35 0 1,11 0-16,-35 0 16,-94 0-1</inkml:trace>
  <inkml:trace contextRef="#ctx0" brushRef="#br1" timeOffset="211797.0951">3685 4225 0,'-35'12'0,"70"-24"0,-93 24 15,34 0-15,-23-12 16,35 11 0,83-11-1,117-23 1,105-1-1,59-23 1,-258 47-16,176-23 16,-106 11-16,47 0 15,-11 12 1,-130-11 0,-58 11-1</inkml:trace>
  <inkml:trace contextRef="#ctx0" brushRef="#br1" timeOffset="213509.2907">1408 5481 0,'0'0'0,"0"-12"0,0 0 0,0 1 0,-11-1 16,-1 0-16,0 12 31,12 12-31,0 0 16,-12-1-16,12 1 0,0 0 0,0 0 15,-11-1-15,11 1 0,0 0 0,11 58 32,36-46-1,-23-48 16,-1 12-16,1 12-15,23 12-1,11-12 1,1-23-1,-47 11-15,23-23 16,-23 11-16,-1-23 16,-69-11-1,11 11 1,23 47 0,24 23-1,12 36 1,-12-36-16,24-11 15</inkml:trace>
  <inkml:trace contextRef="#ctx0" brushRef="#br1" timeOffset="214240.7483">1901 5469 0,'0'0'0,"-11"12"0,-1-12 0,-12 12 16,1-12-1,58 0 1,-11 0-16,69-36 16,-57 36-16,-1-11 0,106-25 15,23 1 1,-23 12-1,-82-1 1,-48 13 15,-22 11-15,-1 0 0,0 0-1,12-12 1,-12 12-1,12-12 1,-11 12-16,11-23 16,0 11-1,-12 0-15,-23-11 16,-12 11 0,-12 12-1,12 0 1,35 12-1,24-12 17,0 0-17,23 0 1,35 0 0,1 11-1,-1 13 1,-46-12-1,-24-1-15,23 13 16,-23-12-16,0-1 16,0 13-1,-12 11 1,-34 0 0,-25 12-1,59-35 1</inkml:trace>
  <inkml:trace contextRef="#ctx0" brushRef="#br1" timeOffset="216355.4439">2852 5164 0,'0'0'0,"-12"0"16,12 12-16,-12-12 15,36-12 32,-12 12-31,-1 0-16,1-12 0,0 0 0,11 1 15,118-36 1,-94 35 31,-129 153-16,-24 35 0,106-141-15,47-23 0,71-24-1,22-23 1,-34 23-1,-59-11 1,-70 23 0,-48 35-1,1 0 17,58-23-17,35-12-15</inkml:trace>
  <inkml:trace contextRef="#ctx0" brushRef="#br1" timeOffset="217087.7183">3638 5281 0,'0'0'0,"-23"0"15,11 12-15,-11-12 0,11 0 0,0 12 16,36-12 0,-1 0-16,294-59 31,-270 47-15,223-46 15,-153-1 0,-117 47-31,-47-11 16,35 23-16,-23-12 15,0 12 1,23 24 0,48-1-1,34 12 1,-47-35-16,48 35 15,-71-23-15,12 12 16,-59-1 0,-36 24-1,-10-12 1,57 0 0</inkml:trace>
  <inkml:trace contextRef="#ctx0" brushRef="#br1" timeOffset="217770.6728">4718 4988 0,'0'-12'0,"0"24"0,0-36 0,0 13 0,-12-13 16,12 13-16,0 22 31,12 13-15,-12-13-16,12 13 0,11 140 31,24-11 0,-23-106 1,-13-118 14,25 1-30,11 23 0,-12 35-1,0 24 1,-12 47 0,-11-48-16,23 36 15,-35-35-15,47 23 16,12-23-1,-12-12 1</inkml:trace>
  <inkml:trace contextRef="#ctx0" brushRef="#br1" timeOffset="218304.1638">5516 5258 0,'0'0'0,"-12"0"0,1 0 0,34 0 16,47-24 0,83-11-1,23 12 1,-35-1-1,-118 12-15,71-11 16,-82 23-16,23-12 16,-35-11-1,-35-1 1,-12 1 0,24 11 15,11 12-31,0 0 15,0 0-15,12 12 16,24 0 0,11 11-1,-23-11-15,46 11 16,-46-23-16,23 35 16,-35-23-16,12 35 15,-12-35-15,-12 11 16,-46 24-1,23-23 1,23-12 0,24-12-1</inkml:trace>
  <inkml:trace contextRef="#ctx0" brushRef="#br1" timeOffset="218621.6021">6737 4812 0,'0'-12'0,"-12"36"31,12-1-31,0 1 16,0 46-1,0 12 1,35 0-1,-23-70-15,47 47 16,-48-59-16,60 23 16,34-23-1,-23-23 1,-23-24 0,-47 23-1,-12 13 1,-35-1-1,23 12-15</inkml:trace>
  <inkml:trace contextRef="#ctx0" brushRef="#br1" timeOffset="220817.8394">6690 4835 0,'0'0'0,"-12"0"15,0 0 1,12-11 0,0-1-1,0 0 1,12 12-16,-12-12 16,12 12-16,-12-11 15,11 11 1,-11 11 15,12 60 0,-12-59-31,0 35 16,12-36-16,0 60 16,-12-48-1,11 24-15,13 12 16,11-1-1,12-22 17,12-25-17,11-22 1,12-13 0,-11 12-1,-24-11 1,-24 11-1,-23 0 1,12 12-16,-24-11 31,-11 11-31,-24-12 16</inkml:trace>
  <inkml:trace contextRef="#ctx0" brushRef="#br1" timeOffset="222799.1761">6678 4753 0,'0'-12'16,"-12"12"-16,12-11 16,0 22 30,0 1-46,24 47 16,-13 11 15,1-46-31,0 58 16,-12-59-16,12 36 16,-12 0-1,11-1 1,13-34-1,23-1 1,-35-23-16,58 0 16,-47-11-16,60-1 15,10-23 1,-22 11 0,-48 1-1,-11 23 1,-12-12 1249,12 0-1140,-12 1-125,12 11 16,-12-12-16,11 12 0,-11-12 0</inkml:trace>
  <inkml:trace contextRef="#ctx0" brushRef="#br1" timeOffset="224175.3948">7124 5211 0,'12'0'141,"-12"12"-141,0-1 15</inkml:trace>
  <inkml:trace contextRef="#ctx0" brushRef="#br1" timeOffset="225554.1375">1584 5704 0,'0'0'0,"0"12"15,-11-12-15,-1 0 16,0 0-1,24 0 267,0 0-282,-1 0 15,1 0-15</inkml:trace>
  <inkml:trace contextRef="#ctx0" brushRef="#br1" timeOffset="226595.6298">6995 5234 0,'0'12'62,"-12"-12"79,0 0-126,1 12 1,-1-12-16,-23 0 16,-12 0-16</inkml:trace>
  <inkml:trace contextRef="#ctx0" brushRef="#br1" timeOffset="227766.5141">5070 5457 0,'0'0'0,"0"12"15,-12-12 1,1 0 0,22 0 62,-22 0-47</inkml:trace>
  <inkml:trace contextRef="#ctx0" brushRef="#br1" timeOffset="228564.2636">3181 5493 0,'0'0'0,"-12"0"16,0 0-1,0 0-15,12-12 63,0 0-32,-11 12-31</inkml:trace>
  <inkml:trace contextRef="#ctx0" brushRef="#br1" timeOffset="229322.4743">1608 5798 0,'-12'0'31,"0"0"-16</inkml:trace>
  <inkml:trace contextRef="#ctx0" brushRef="#br1" timeOffset="230060.0306">3145 6267 0,'-23'-12'0,"46"24"0,-46-35 0,11 11 16,0 12-16,-140-12 31,11 94 1,106 71-1,105-71 0,-58-70-31,35-12 16,-24 0-16,13-35 15,22-48 1,-58-34 0,-58 0-1,-25 11 1,60 83-16,-48-13 15,60 25 1,-1 11-16,12 35 31,47 12-31</inkml:trace>
  <inkml:trace contextRef="#ctx0" brushRef="#br1" timeOffset="231723.807">3227 6103 0,'-11'0'15,"11"12"17,-12-12-32,12 11 15,0 1 1,0-35 31,0 11-32,12 12-15,-12-24 16,0-58 15,-12 47-15,12 23-1,-12 12 1,12 12 390,0 0-406,0 0 0,0-1 16,0 1-16,35 82 31,36 11 0,-71-93-31,106 0 32,-83-24-32,94-70 31,-81 23-15,-36 36-1</inkml:trace>
  <inkml:trace contextRef="#ctx0" brushRef="#br1" timeOffset="232006.4274">2781 6608 0,'-11'11'0,"22"-22"0,-34 34 0,11-11 0,1-12 15,-1 0 1,94-35 0,59-24-1,-83 35-15,154-70 16,-165 71-16,105-36 16,1 1-1,-106 46 1</inkml:trace>
  <inkml:trace contextRef="#ctx0" brushRef="#br1" timeOffset="232440.0959">3439 6654 0,'0'0'0,"0"-11"16,-24 11-16,13 0 15,-13 11 1,1 25 0,-1 11-1,12-12 1,1-35-16,11 35 15,11-35 1,1 12-16,35-12 16,12-24-1,-24-23 17,-35 36-32,0-36 15,-12 35-15,12-12 0,-58-34 16,-13-1-1,1 36 1,34 23 0,48 11-1,0 1-15,47 0 16</inkml:trace>
  <inkml:trace contextRef="#ctx0" brushRef="#br1" timeOffset="232773.4908">3556 6396 0,'0'0'0,"-12"0"0,1 0 15,11 12 1,23 11-1,-11-11-15,0 35 16,11 0-16,1 12 16,-1 11-1,12-23 1,0-23 0,12-13-1,12-58 1,0 0-1,-48 24-15,13-24 16</inkml:trace>
  <inkml:trace contextRef="#ctx0" brushRef="#br1" timeOffset="232973.2639">4002 6208 0,'-12'0'15,"1"0"-15,11-11 16,-12 11-16,0 0 16</inkml:trace>
  <inkml:trace contextRef="#ctx0" brushRef="#br1" timeOffset="233554.5089">4190 5716 0,'0'0'0,"0"11"156,0 1-156,-12 0 16,12 0-16,0 23 0,0 35 31,24-11-15,-24-47-16,47 23 15,-24-35-15,24 12 16,12-36 0,-36-35-1,-35-23 1,-70-12 0,-23 0-1,69 83-15,-58-25 16,71 36-16,-24-11 15,24 22 1,11 36 0,59-11-1</inkml:trace>
  <inkml:trace contextRef="#ctx0" brushRef="#br1" timeOffset="233855.486">4401 5446 0,'0'0'0,"0"-12"0,-12 12 0,1-12 16,-13 12 0,24 35-1,24 24 1,11 0-1,0 11 1,-23-58-16,46 35 16,-46-47-1,35 23-15,24-23 32,-24-35-17,-24 0-15</inkml:trace>
  <inkml:trace contextRef="#ctx0" brushRef="#br1" timeOffset="234138.4794">4178 6173 0,'0'0'0,"-12"12"0,1 0 0,34-24 16,59-23 0,106-36-1,47 1 1,-36 0 15,-152 58-31,82-35 16,-117 35-16,0 12 15,-36 0-15</inkml:trace>
  <inkml:trace contextRef="#ctx0" brushRef="#br1" timeOffset="234638.7915">4683 6525 0,'0'-11'0,"0"22"0,0-34 0,0 11 0,0-23 16,-12 0 15,0 35-31,-11-12 15,11 12-15,-35 23 16,35-11-16,-58 47 16,58-47-16,-11 35 15,11 0 1,36-12 0,11-12-1,35-46 1,12-48-1,-46-23 1,-48-11 0,-59-13-1,1 36 1,11 71 0,36 22 15,23 13-31,47 23 15,-24-36-15,1 1 0</inkml:trace>
  <inkml:trace contextRef="#ctx0" brushRef="#br1" timeOffset="235188.2949">4847 6396 0,'0'0'0,"-12"0"0,1 0 15,-1 0-15,0-11 0,0 11 0,-11-12 32,176-47-1,34 83 0,-187 69 0,-58-46-15,22-11 0,1-13 15,47-23-16,23-23 1,59-13 0,0-11-1,-35 1-15</inkml:trace>
  <inkml:trace contextRef="#ctx0" brushRef="#br1" timeOffset="235354.6755">5410 5821 0,'0'0'0,"-11"-12"0,-1 12 0,-23-11 16,23 11-16,24-12 31,35 12-31</inkml:trace>
  <inkml:trace contextRef="#ctx0" brushRef="#br1" timeOffset="235786.401">5833 5657 0,'0'0'0,"0"-12"0,0 0 0,-12-11 16,-23-12-1,23 35-15,-46 0 16,46 0-16,-59 23 16,1 12-1,11 12 1,36 12 0,46-12 15,-23-35-31,59-1 15,-24-11-15,36-23 16,11-24 0,-47-47-1,-47-11 1,-46-1 0,46 82-16,-35-23 15,23 36-15,1-1 16,11 24-1,59 58 1,0-23 0</inkml:trace>
  <inkml:trace contextRef="#ctx0" brushRef="#br1" timeOffset="236169.126">5986 5481 0,'-12'0'0,"24"0"0,-36-12 0,12 12 16,1-23-1,58-1 1,35 12 0,12 24-1,-48 12 1,-57 11-1,-1-23-15,-47 35 16,48-36-16,-25 13 16,25 11-1,11-23 1,58-12 0,60-12-1,23-12 1,-36 1 15,-81 11-31,-1 1 16</inkml:trace>
  <inkml:trace contextRef="#ctx0" brushRef="#br1" timeOffset="236385.7185">5669 6021 0,'0'0'0,"-24"23"0,-11-11 0,-12 11 16,70-11-1,118-24 1,94-46 0,94-13-1,-153 36 1,-118 0-1</inkml:trace>
  <inkml:trace contextRef="#ctx0" brushRef="#br1" timeOffset="236801.3562">6185 6126 0,'0'0'16,"-12"12"-16,1-12 0,-1 0 0,-23 12 16,11 23-1,24 0 1,-12 0 0,12 12-1,24-23 16,23-24-15,-35-12-16,46-35 16,-46 35-16,23-35 15,-23-23 1,-71 0 0,-11 46-1,11 12 1,36 24-1,34 23 1,60 1 0,-36-13-1</inkml:trace>
  <inkml:trace contextRef="#ctx0" brushRef="#br1" timeOffset="237319.2634">6525 6009 0,'-11'0'16,"-1"0"-1,12 12-15,0-1 0,0 13 16,35 11-1,-23 12 1,11-12 0,-11-23-1,0 0-15,11-24 16,-11 12 0,0-35-16,-1 0 15,1-1 1,-12 48 15,0 0-15,24 35-1,23-35 1,11-24 0,13-23-1,-24-24 1,-59-11-1,-12 58-15,-46-47 16,47 47-16,-36 1 16,-12 22-1,25 36 1</inkml:trace>
  <inkml:trace contextRef="#ctx0" brushRef="#br1" timeOffset="238800.6521">2958 7277 0,'0'0'0,"-12"0"0,0 0 16,24 0 15,11 0-31,-11 0 0,0 0 0,140 23 31,177 12 0,187-82 1,83-47-1,-517 94-16,211-35 1,-222 23-16,152-23 16,70-12-1,1 0 1,-13-11 0,-22-1-1,-201 47-15,142-58 16,-165 58-16,82-35 15,36-47 1,-36-11 0,-23-13-1,-82 83-15,47-71 16,-48 83-16,48-106 16,-12 0-1,-24 0 1,-23-12-1,-47 12 17,-35 23-17,47 83-15,-82-60 16,82 72-16,-71-48 16,-58 0-1,-12 12 1,-12 12-1,-35 12 1,-82 11 0,35 0-1,11 0 1,1 12 0,-12 0-1,24 0 1,-1 24-1,177-12 1,-153 11 0,176-11-16,-106 11 15,-58 24 1,23 12 0,12 0-1,0 11 1,129-46-16,-105 58 15,117-71-15,-59 60 16,-24 46 0,13 24-1,-1 0 1,24 23 0,59-35-1,11 12 1,24-12-1,11 0 17,12 0-17,12 1 1,-23-95-16,81 59 16,-81-83-16,81 48 15,60-24 1,58-11-1,47-48 1,129-93 0,-129 11-1</inkml:trace>
  <inkml:trace contextRef="#ctx0" brushRef="#br1" timeOffset="246559.8243">4648 5305 0,'0'0'0,"0"-12"16,-12 0 93,12 1-109,-12 11 0,12-12 16,-70-47-1,58 47-15,-164-58 32,152 70-17,-187 59 1,-12 164 31,153-71-32,70-105-15,-12 153 16,24-153-16,35 117 16,47 35-1,11-11 1,13-12-1,11-47 1,-94-105-16,59 58 16,-36-47-16,13 12 15,11-12 1,0-46 0,12-60-1,12 13 1,-83 46-1,48-35 1,-48 23-16,1 13 0,34-48 16,48-35-1,-24-35 1,-35-35 0,-59-24-1,0 141-15,-70-153 16,47 154-16,-71-107 15,-70 0 1,-35 13 0,23 22-1,1 36 1,140 59-16,-71-24 16,83 35-16,-71-23 15,83 23 1,-36 0-16,-11 12 31,-1 59-15,1 35-1,23 94 1,35-1 0,59 13-1,12 11 1,23-11-1,0-1 1,-58-152-16,58 94 16,-59-106-16,1 12 0,46 23 15,-34-34-15,93 93 16,-106-106-16,71 48 16,0-13-1,-12-46 1,0-35-1,36-48 17,-36 1-17,0 11 1,0 0 0,0-34-1,-70 69-15,35-82 16,-35 59-16,-1-105 15,1 93-15,-35-175 16,23 175-16,-59-117 16,-47-24-1,-58 36 1,-36 23 0,-34 47-1,46 94 1,24 94 15,46 70-15,60 48-1,46 22-15</inkml:trace>
  <inkml:trace contextRef="#ctx0" brushRef="#br1" timeOffset="248510.07">5117 6690 0,'0'-12'453</inkml:trace>
  <inkml:trace contextRef="#ctx0" brushRef="#br1" timeOffset="250316.7099">5117 6795 0,'0'-11'297,"0"-1"-250,0 0 422,0 0-454,0 1 63,-12 11 344</inkml:trace>
  <inkml:trace contextRef="#ctx0" brushRef="#br1" timeOffset="250980.6731">8391 7699 0,'0'0'16</inkml:trace>
  <inkml:trace contextRef="#ctx0" brushRef="#br1" timeOffset="257631.9554">10563 6044 0,'11'0'16,"-11"12"15,12-12 156,-24 0 235,12 12-406,0-1-1,0-22 173,-11 11 1593,11-12-1218,0 24-407,0-1-78,11-11-62,1 0 15,-12 12 16,12-12-32,0-12 157,-1 12-156,-11-11 31,-11 11 547,-1 0-594,0 0 15,0 0 1,1 0-16,-1 11 15,0-11 17,0 0-17,1 0-15,-1 0 16,-82 0 15,-23 0 0,46-11-15,-11 11 0,-35 0 15,23 11-15,12 1-1,-12 12 1,0-13-1,-12 1 1,71 0-16,-94 0 16,94-1-16,-71 1 15,-35 11 1,1 13 0,-1-1-1,0 0 1,117-23-16,-81 35 15,81-35 1,-46 23-16,-12 0 16,0 12 15,11-24-15,24 13-1,35-25-15,-46 13 16,46-12-16,-23-1 15,0 13 1,-1-1 0,25-11-1,-13 0 1,24-1 0,0-22 30,0-13-46,0-11 16,12-24 0,-12 24 15,12 23-31,-1 1 16,-11 22-1,-11 13 1,-1 11-1,-23 35 1,11-23 0,13-35-16,11 23 15,0-23 1,11-12-16,36 12 16,71-36-1,58-23 1,-36 24-1</inkml:trace>
  <inkml:trace contextRef="#ctx0" brushRef="#br1" timeOffset="258897.3326">6713 7934 0,'-12'-12'0,"24"24"0,-35-24 15,11 0-15,12 1 16,-12 11-16,24 0 47,0 0-32,-1 0-15,1 0 0,117 0 32,270-12-1,71 12 0,-24 12 0,-235-1 1,-164-11-32,152 0 15,-152 0-15,94 0 16,59-11-1,-1 11 1,1 0 0,11-12-1,-164 12-15,141 0 16,-141 0-16,82 0 16,23 0-1,1 0 1,-36 0-1,12 0 1,-93 0-16,93 12 16,-106-12-1,71 11-15,12-11 16,-1 0 15,-11 0-15,12-11-1,-83 11-15,36 0 16,-24 0-16,12 0 16,-12 0-1,-23 0 1,-12-12 46,-12 12-62,12-12 0,-58-11 16</inkml:trace>
  <inkml:trace contextRef="#ctx0" brushRef="#br1" timeOffset="287653.4767">3685 8415 0,'-12'0'16,"24"0"-16,-35 0 0,11 0 0,-11 0 0,11 0 16,0 0-16,0 0 0,-11 0 0,11 0 15,0 0-15,-11 0 0,11 0 0,0 0 16,1 0-16,-1 0 0,0 0 0,0 0 16,1 0-16,-1 0 0,0 0 0,-11 23 46,70-11-14,211-12-1,-211-12-31,575-46 31,-247 34-15,13 1-1,-13 11 1,-11-11 0,47-1-1,-141 12 1,-82 12 0,-106 0-1,-106 0 1,-58 12 15,47-12-31,-71 12 0</inkml:trace>
  <inkml:trace contextRef="#ctx0" brushRef="#br1" timeOffset="288218.2837">5258 8497 0,'0'-12'0,"0"24"0,0-35 0,0 11 15,0 0-15,0 0 16,-12 12-1,12 12-15,-12-12 0,12 24 16,-11-13-16,11 1 0,-12 0 0,12 11 16,-12 1-16,-11 128 31,34-58 0</inkml:trace>
  <inkml:trace contextRef="#ctx0" brushRef="#br1" timeOffset="288451.7814">5246 8485 0,'0'0'0,"0"-11"0,0-1 16,12 12-16,0 23 15,23 13 1,0 10 15,-12 37-15,1-13-1,-12-11 1,-1-36-16</inkml:trace>
  <inkml:trace contextRef="#ctx0" brushRef="#br1" timeOffset="288667.9367">5199 8826 0,'0'0'0,"-23"0"0,11 11 0,-23-11 16,11 12 0,36-12-1,47-12 1,-48 12-1,60-23 1,-59 11-16,58-11 16,0-12-16</inkml:trace>
  <inkml:trace contextRef="#ctx0" brushRef="#br1" timeOffset="289134.3384">5563 8579 0,'0'-12'0,"0"24"0,0-35 15,-12 11-15,1 12 16,11 12 0,11 23-1,1 12 1,23 0 0,-11-12-1,-1-11 1,-11-24 15,-12-24-15,12 1-1,-1 23 1,1 0 0,23 23-1,-11-23-15,46 12 16,-46-12-16,23 0 15,0-35 1,-36-12 0,-34-12-1,-24 12 1,12 35 0,23 47-1,12 1 1,23-13-1</inkml:trace>
  <inkml:trace contextRef="#ctx0" brushRef="#br1" timeOffset="289366.9916">6220 8708 0,'-12'0'16,"12"12"-1,-11-12-15,11 12 0,-12 11 16,24 24 0,23-12-1,-23-11 1</inkml:trace>
  <inkml:trace contextRef="#ctx0" brushRef="#br1" timeOffset="289733.248">6748 8614 0,'0'0'0,"12"-11"0,-12-1 0,35-23 16,-23 0-1,0 23 1,-36 12-1,-11 35 17,-12 35-17,0 1 1,47-59-16,-12 35 16,12-24-16,0 0 15,12-11 1</inkml:trace>
  <inkml:trace contextRef="#ctx0" brushRef="#br1" timeOffset="289934.1504">6772 8532 0,'-24'0'16,"48"0"-16,-59-11 0,23 11 15,12 35 1,12 12-1,-1-36 1,36 60 0,-35-59-16,23 35 15,0 11 1</inkml:trace>
  <inkml:trace contextRef="#ctx0" brushRef="#br1" timeOffset="290550.3537">6737 8814 0,'0'0'0,"-12"0"0,-12 0 0,-11 0 16,-35 12-1,58-1 1,47-11 0,-23 0-16,58-11 15,-46 11-15,11-24 16,71-11-16,46-35 15,-46-36 1,-71 24 15,-35 23-15,-12 47-16,1-11 16,-1 11-16,0 12 15,0 12 1,12 47-1,12 11 1,23 12 0,1 0-1,-36-70-15,23 35 16,-23-35-16,0 11 16,-12-35 15,1 1-16,-1-13-15,12-34 16,35-1 15,0 35-15,12 13 0,0 34-1,-12 1 1,-35-13-16,0 25 15,-23-25-15,-59 36 16,-59 0 0,47-23-16</inkml:trace>
  <inkml:trace contextRef="#ctx0" brushRef="#br1" timeOffset="290915.7444">6760 9002 0,'0'0'0,"59"-12"15,-1 0-15,-11 1 0,83-48 31,-177 35 1</inkml:trace>
  <inkml:trace contextRef="#ctx0" brushRef="#br1" timeOffset="291249.2101">6748 9002 0,'0'0'0,"83"-12"0,-13 0 0,0 12 0,106-35 16,-129 23 0,-35-11 15,-12 11-15,0 0-1,0 1 1,0-1-16,-12 0 0</inkml:trace>
  <inkml:trace contextRef="#ctx0" brushRef="#br1" timeOffset="292165.1374">10551 8180 0,'0'0'0,"0"-12"0,0 1 0,0-1 0,0 0 16,0 1-16,-12 22 31,12 1-15,-12 0-16,1 11 0,-36 118 31,23-24 0,24-105-31,0 0 16</inkml:trace>
  <inkml:trace contextRef="#ctx0" brushRef="#br1" timeOffset="292364.7603">10563 8110 0,'0'0'0,"0"-12"15,0 36 1,0-13 0,23 48-1,12 0 1,-11 11 0,-1 12-1,-11-35 1</inkml:trace>
  <inkml:trace contextRef="#ctx0" brushRef="#br1" timeOffset="292597.7285">10492 8462 0,'-23'0'0,"46"0"0,-70 0 0,24 0 16,-71 0-1,47 12 1,59-12 0,58-12-1,-46 0-15,81-11 16,-81 11-16,70-12 16,-1 13-1</inkml:trace>
  <inkml:trace contextRef="#ctx0" brushRef="#br1" timeOffset="293097.9313">10915 8192 0,'0'0'0,"0"-12"0,0 0 0,0 1 0,-24-24 31,13 23-15,11 24-1,-12 46 1,12-11 0,12 0-1,11-23 1,0-13 0,13-22-1,-25-13 1,1 12-16,-12-11 15,12 11 1,0 24 15,-1 0-31,13 11 16,-12-11 0,46-12-1,-46 0-15,35-12 16,-24-23-1,-23-12 1,-11-12 0,-25 12-1,36 36-15,-23 11 16,11 0-16,12 35 16,12 12-1</inkml:trace>
  <inkml:trace contextRef="#ctx0" brushRef="#br1" timeOffset="293330.1128">11419 8274 0,'-11'0'15,"-1"0"-15,12 12 16,0 0 0,0-1-16,0 1 15,23 23 1,-23-23-16</inkml:trace>
  <inkml:trace contextRef="#ctx0" brushRef="#br1" timeOffset="293813.9794">11771 7910 0,'0'0'0,"12"-11"0,-12-1 15,12 12-15,-12-12 0,12 0 16,-12 24 0,-24 94 30,-23 58-14,47-141-32,0 24 15,0-35-15,0 0 16</inkml:trace>
  <inkml:trace contextRef="#ctx0" brushRef="#br1" timeOffset="294046.3719">11842 7863 0,'-12'0'0,"12"12"16,0 0 0,12 0-16,0-1 15,11 36 1,12 24-1,-35-48-15,24 59 16,-24-70-16,12 35 16,-1-24-16</inkml:trace>
  <inkml:trace contextRef="#ctx0" brushRef="#br1" timeOffset="294245.4125">11807 8215 0,'0'0'0,"-24"0"0,1 0 16,-12 0-16,-36 0 16,59 0-1,36 0 1,-12 0-16,81-23 16,-69 23-1,70-35 1,-24 11-16</inkml:trace>
  <inkml:trace contextRef="#ctx0" brushRef="#br1" timeOffset="294711.9565">12253 7746 0,'0'0'16,"-24"-12"-16,12 12 0,1-12 15,-1 24 1,12 59-1,12 34 1,-12-11 0,11 0-1,1-24 1,0-46 0,-12-12 15,0-36-16,-12-46 1,12 11 0,24 24-1,11 23 1,12 12 0,0 12-1,-47 0-15,23 11 16,-23-11-16,-23 11 15,-24 13 1,-24-13 0,13 0-1,46-11 1</inkml:trace>
  <inkml:trace contextRef="#ctx0" brushRef="#br1" timeOffset="294911.9589">12652 7910 0,'0'0'0,"-12"0"0,0-11 16,-11 11 0,11 35-1,12 12 1,0 35-1,23 0 1,-23-70-16</inkml:trace>
  <inkml:trace contextRef="#ctx0" brushRef="#br1" timeOffset="295461.5893">10997 8626 0,'0'0'0,"0"-12"0,12 1 16,-12-1-16,0 0 31,-59 83 0,47 46 0,12-105-31,0 35 16</inkml:trace>
  <inkml:trace contextRef="#ctx0" brushRef="#br1" timeOffset="295661.2479">11079 8591 0,'0'-12'0,"-12"12"0,12-12 16,-11 12 0,11 12-1,0 35 1,11 12-1,1-36-15,0 36 16,-12-47-16,12 23 16</inkml:trace>
  <inkml:trace contextRef="#ctx0" brushRef="#br1" timeOffset="295877.9354">10973 8849 0,'0'0'0,"-11"0"0,-13-12 16,12 12-16,-23 0 15,24 0 1,22 0 0,13 0-16,46 0 15,-46 0-15,46 0 16,24-35-1</inkml:trace>
  <inkml:trace contextRef="#ctx0" brushRef="#br1" timeOffset="296311.0707">11314 8685 0,'0'0'0,"0"-12"0,-12 0 16,0 1-16,12 22 31,0 1-16,0 0 1,24 23 0,-24-23-16,47 11 15,-47-11-15,35 0 16,-12-1 0,-11-11-1,-12-11 1,-12 11-1,12-12 1,12 12 0,47 12-1,-1-24 1,1-11 0,-59-13-1,-23 1 16,11 23-31,-35-11 16,35 11-16,1 12 16,22 12-1,13 0-15</inkml:trace>
  <inkml:trace contextRef="#ctx0" brushRef="#br1" timeOffset="296609.9631">11783 8779 0,'0'0'0,"-12"-12"15,1 12-15,11-12 16,35 12 0,12 35-1,-24 1 1,-23-1 15,-11-12-15,-13-11-1,36-12 1,58-47 0,24 12-1,0 11 1</inkml:trace>
  <inkml:trace contextRef="#ctx0" brushRef="#br1" timeOffset="296844.5482">12722 8427 0,'0'0'15,"0"-12"-15,-12 12 0,1 0 31,-13 35-15,1 0 0,-1 24-1,1 0 1,11-1 0,12-34-1</inkml:trace>
  <inkml:trace contextRef="#ctx0" brushRef="#br1" timeOffset="297043.3067">12710 8391 0,'0'0'0,"0"-11"0,-11 11 0,11 11 31,0 1-31,23 35 16,1 0 15,-1 12-15,-23-1-16</inkml:trace>
  <inkml:trace contextRef="#ctx0" brushRef="#br1" timeOffset="297658.8193">12675 8661 0,'0'0'0,"-23"-11"0,-1 11 0,-11-24 16,12 24-16,-13-12 16,25 1-16,34 11 15,24-12 1,47-12 0,12 1-1,-1-12 1,-23-36 15,-70 48-31,23-47 16,-23 58-16,-12-47 15,-12 36 1,-11 11 0,11 24-1,0 46 1,12-34-16,0 46 15,0-46-15,12 23 16,0 11 0,0-23-1,-12-11 1,0-36 15,-12 0-31,12 1 0,0-24 16,12 23-1,11-12-15,24 1 32,-12 23-17,12 23 1,-35-11 0,-36 12-1,-34-1 1,11 0-1,12-11 1,23 0 0</inkml:trace>
  <inkml:trace contextRef="#ctx0" brushRef="#br1" timeOffset="297991.5058">13332 8450 0,'0'0'0,"12"0"16,-12-12 0,35 12-1,1 24 1,-13-1 0,-23 1-1,-47-12 1,-12 23-1,48-35-15,-13 11 16,36-11 0,35 0-1,35-23 1,0-12 0,-35 11-1,-35 24-15,0-11 16</inkml:trace>
  <inkml:trace contextRef="#ctx0" brushRef="#br1" timeOffset="311728.3371">9307 1150 0,'0'0'0,"12"-12"0,-12 1 16,0-1-16,0 0 16,0 0-16,11 12 0,-11-11 15,12 11 1,0 0-16,-12 11 15,12 1-15,11 70 16,0 200 15,-11 11 1,-12-269-17,35 70-15</inkml:trace>
  <inkml:trace contextRef="#ctx0" brushRef="#br1" timeOffset="312062.7716">10281 927 0,'0'0'0,"12"0"0,-12-12 0,0 1 16,0 22 15,0 36-16,0 106 1,-12-94-16,-11 199 16,23-176-16,-24 141 15,24-59-15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50:30.0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5176 2242 0,'-12'0'328,"24"0"125,-12 11 2266</inkml:trace>
  <inkml:trace contextRef="#ctx0" brushRef="#br0" timeOffset="1448.3066">6385 2605 0,'11'0'16,"-11"12"0,-11-12 15,-1 0-15,0 12-16,0-12 15,1 0-15,-1 12 16,0-12 15,153-12 16,94-23-31,-1 0-1,-11 11 1,-58 1-1,-24-1 1,-59 12 0,-35 1-1,-36 11-15,-22 0 32,-1 0-32,-70 0 15</inkml:trace>
  <inkml:trace contextRef="#ctx0" brushRef="#br0" timeOffset="1832.3381">6338 2711 0,'0'0'0,"-24"12"0,-11-12 16,11 0-16,-34 12 15,46-12-15,0 0 16,24 0-16,47 0 16,117-36-1,94-11 1,23 0 0,-23 1-1,-211 46-15,128-36 16,-151 36-1,58-23-15,-36 11 16,-46 0 15,0 12-15,-12-11 0,-12 11-1,-58-12 1</inkml:trace>
  <inkml:trace contextRef="#ctx0" brushRef="#br0" timeOffset="2513.4359">6443 2699 0,'0'0'0,"-12"0"16,-11-11-16,0 11 15,11 0-15,0 0 16,0 0-16,1 0 15,22 0 32,13 0-47,105-12 32,70-23-17,-140 23-15,211-35 16,-200 35-16,106-11 15,24-1 1,-59 13 0,-71-1-1,-35 0 1,-11 0 0,-12 12-1,-24 0 16,-23 0-15,11 0 0</inkml:trace>
  <inkml:trace contextRef="#ctx0" brushRef="#br0" timeOffset="3512.0546">2253 1549 0,'0'0'0,"0"-12"16,0 1-16,-11 11 15,11-12-15,-12 12 0,12-12 16,-12 12 0,0 0-1,12 12-15,-11 11 16,11-11-16,-12 0 0,0 70 31,59 59 0,-35-129-31,140 35 32,-128-47-32,93-118 31,-105 24-15,-35 71-16,-24-36 15,-59 24 1,36 47-1,11 58 1,24 47 0</inkml:trace>
  <inkml:trace contextRef="#ctx0" brushRef="#br0" timeOffset="4163.3676">2289 2535 0,'0'0'16,"0"-12"-16,-12 1 0,-12-1 15,13 12 1,-48 94 15,59-71-31,0 118 31,117-71 1,-11-105-17,0-23 1,-36-60 15,-93 13-15,-60 34-1,-22 48 1,11 46 0,47 36-1,94 0 1</inkml:trace>
  <inkml:trace contextRef="#ctx0" brushRef="#br0" timeOffset="5827.0298">6525 2605 0,'0'0'0,"-11"0"0,-1 0 16,0 0-16,12-11 15,12 22 17,0 1-32,11-12 0,-11 12 15,23 0-15,-11-1 0,11-11 0,258 47 31,270-47 1,-105-117-1,-129-176 16,-224 93-32,-93 47 1,-82-23 0,-59 12-1,-59 47 1,-23 23 0,152 70-16,-117-11 15,117 23-15,-164 1 16,176 11-16,-129 35 15,-82 59 1,-24 47 0,12 58-1,59 12 1,164-152 0,-58 129-1,93-141-15,-12 82 16,71 24-1,82-36 1,-82-94-16,118 60 16,-107-60-16,13 0 0,58 13 15,-59-25-15,235 25 16,-35-60 0,-70-35-1,-71 13 1,-59 22-1,-46-11 1,-24 23 0,0 0-1,-12 1 1,0 11 140,1 0-93,-1 0-32,0 0-31,12-12 16,-23 0-16,11 0 15,0-11-15</inkml:trace>
  <inkml:trace contextRef="#ctx0" brushRef="#br0" timeOffset="11524.176">6044 2547 0,'0'12'0,"0"-1"438,12-11-376,-12 12-46,-12-12 93,12-12-109,-12 12 16,-34-35-1,-13 12 1,-35-13 0,-47 1-1,0 23 1,12 1 0,12 11-1,-1 35 16,1 0-15,-12 24 0,106-47-16,-95 46 15,95-34-15,-48 11 16,-11 24 0,12-12-1,23-12 1,23-12-1,13-11-15,-1 0 16,0-1-16,0 1 31,12-24 79,0 1-110,0-1 15,0 0-15,12-23 16,12-35 0,-13-24-1,1 82-15,0-58 16,-12 58-16,11 0 15,-11 0 1,0 24 15,0 12-31,0 11 16,0-12-16,-23 59 16,23-70-1,-23 47-15,-1-1 16,1 1 15,23-35-15,0-13-1,0-22 63,11 11 141,-11 11 937,12-11-1077,-12 12-79,12-12 31,-12 12 0,12-12-15,-1 0-1,24 12 17,12-12-17,12 0 1,12 0-1,11 11 17,12-11-17,-59 0 1,-12 0 0,-23-11 2046,0-1-2046,0 0-1,-11 0-15</inkml:trace>
  <inkml:trace contextRef="#ctx0" brushRef="#br0" timeOffset="11837.4441">4906 2828 0,'0'12'0,"-12"-12"16,0 0-16,1 0 15</inkml:trace>
  <inkml:trace contextRef="#ctx0" brushRef="#br0" timeOffset="12853.273">1268 2617 0,'0'-12'15,"0"1"-15,0-1 16,-12 12-16,12-12 0,-12 1 15,0 11 1,12 11 15,-11 1-31,11 0 16,-12 35-16,12-36 16,35 95 15,-23-106-31,93 12 31,-46-59-15,-47 35-16,11-35 15,-23 24-15,0 11 0,-47-47 16,-35 24 0,-12 35-1,12 70 1,47 24-1</inkml:trace>
  <inkml:trace contextRef="#ctx0" brushRef="#br0" timeOffset="13303.1077">1197 3357 0,'0'0'0,"-12"11"16,12 1-16,-23 23 15,23 24 1,12 11 0,35-23-1,-36-35 1,36 0-16,-35-12 16,0 0-16,35-12 15,-12-58 1,-35-13-1,-59 13 1,-11 47 0,11 11-1,24 82 1,23-58-16,12 11 0</inkml:trace>
  <inkml:trace contextRef="#ctx0" brushRef="#br0" timeOffset="13868.9003">1209 4448 0,'0'0'0,"-12"0"16,0 0-16,-35 82 31,130 94 31,81-234-30,-58-130-1,-106 164-31,-153-58 31,118 94-31,-59 47 16,12 34-1,58-57 1</inkml:trace>
  <inkml:trace contextRef="#ctx0" brushRef="#br0" timeOffset="16533.3473">11384 2911 0,'0'0'0,"0"-12"0,0-12 0,0 13 15,0-1-15,0 0 0,0 0 0,0 1 16,-12 11-16,1 0 16,-1 11-1,12 1-15,-12 0 0,1 0 16,11 11-16,-12-11 0,0 11 0,-11 118 31,140-70 0,24-154 1,-200-81-1,0 152-16,1 59 17,46 35-17,12-58-15</inkml:trace>
  <inkml:trace contextRef="#ctx0" brushRef="#br0" timeOffset="16982.746">11361 3568 0,'0'0'16,"0"-12"-16,-24 12 0,13 0 16,-13 0-1,12 0-15,-23 59 16,35-36-16,-12 24 16,1 24-1,22-24 1,60-12-1,11-35 1,-59-24-16,60-23 16,-72 36-16,24-48 15,-58-23 1,-59 47 0,-12 58-1,71-11-15,-24 23 16,47-23-1,0 23-15</inkml:trace>
  <inkml:trace contextRef="#ctx0" brushRef="#br0" timeOffset="17532.7062">11372 4436 0,'0'0'0,"-11"0"0,-1 0 0,0 0 16,-58 12 0,35 35-1,23 12 1,47 11-1,24-23 1,-36-47-16,59 12 16,-58-12-16,46-47 15,12-35 1,-35-12 0,-70 12-1,-59 46 1,-47 48-1,105-12 1,-34 24 0,58-13-16,35 1 15,-12-12-15</inkml:trace>
  <inkml:trace contextRef="#ctx0" brushRef="#br0" timeOffset="18231.5729">13027 3263 0,'0'0'0,"0"-12"0,0 0 0,-23 0 16,11 12 0,-11 0-16,23 12 15,-12-12-15,0 24 0,0-24 0,12 11 16,-11 1-16,-1 12 0,0 58 31,59 12 0,-35-83-31,105-46 32,-105 23-32,-12-117 31,-35 94-15,-12 35-1,35 12-15,-35 58 16,47-46-1,-23 70-15</inkml:trace>
  <inkml:trace contextRef="#ctx0" brushRef="#br0" timeOffset="18715.083">13086 4237 0,'0'0'0,"0"-12"0,0 0 15,-12-11-15,-11 11 0,-1 0 16,13 12 0,-13 24-1,12-12-15,-11 35 16,-1-1 0,13 13-1,46-24 1,35-23-1,-46-12-15,58-23 16,-70 11-16,35-35 16,-36-23-1,-58-13 1,-58 36 0,81 36-16,-58-1 15,59 0-15,-36 0 16</inkml:trace>
  <inkml:trace contextRef="#ctx0" brushRef="#br0" timeOffset="19347.8038">11584 3004 0,'0'0'15,"0"-11"-15,0-1 0,0-11 32,0 34-1,70 95 0,212 35 0,-224-130-31,189 60 16,11-12 0,-58-24 15,-95-23-15,-93-12-1,-71-24 1,-70-11-1</inkml:trace>
  <inkml:trace contextRef="#ctx0" brushRef="#br0" timeOffset="19815.6576">11513 3004 0,'0'-11'0,"0"-1"16,12 12-1,-12 23 1,59 13-1,-1 46 1,-46-59-16,47 59 16,-36-58-16,1 11 0,70 71 15,70 58 1,71-11 0,46-1-1,13 1 1,-60-36-1,-198-93-15,69 34 16,-81-46 0,-1-12-16,-23-12 31,-47-23-15,36 12-16</inkml:trace>
  <inkml:trace contextRef="#ctx0" brushRef="#br0" timeOffset="20262.4266">11525 3779 0,'-12'0'0,"1"0"0,-1 0 16,-12 0 0,13 0-1,11-12 1,35-11-1,59-24 1,70-35 0,129-47-1,-46 47 1,-36 23 0,-47 35-1,-81 13 1,-72-1-1,-34 35 1,11-23-16,-70 24 16</inkml:trace>
  <inkml:trace contextRef="#ctx0" brushRef="#br0" timeOffset="20679.3233">11595 3756 0,'0'0'0,"0"-12"0,-11 12 16,11-12-1,11 12 1,13 24-16,58-1 16,47 12-1,129 12 17,-11 0-17,11 0 1,-12-12-1,-58-11 1,-70-12 0,-83-12-1,-59 0 1,-46-12 0</inkml:trace>
  <inkml:trace contextRef="#ctx0" brushRef="#br0" timeOffset="21145.3258">11396 4542 0,'-12'0'0,"24"-12"32,152-82-1,-129 71-31,576-552 47,-201 234-16,-187 201 16,-187 140-16,-95 70-15,36-47-16</inkml:trace>
  <inkml:trace contextRef="#ctx0" brushRef="#br0" timeOffset="21561.9154">11466 4577 0,'0'0'15,"0"12"-15,12-12 31,0-12-31,35 0 16,23-23 0,-46 23-16,116-34 15,-93 34-15,118-47 16,93-35 0,0 12-1,-23 23 1,-188 36-16,82-12 15,-106 23-15,13-12 16,-25 13 0,-11-1-1,-47-11 1,36 11 0</inkml:trace>
  <inkml:trace contextRef="#ctx0" brushRef="#br0" timeOffset="22328.2892">10786 2535 0,'0'0'0,"11"-23"0,-11 11 16,0 0-16,0 0 0,0 1 0,12-36 31,0 94 16,-12 164-16,-12-105 1,24-83-17,0-35 1,-1-11 0,1-12-1,-12 23-15,24-12 16,-13 24-1,1 0-15,11 12 16,1 0 0,23 11-1,-12-11 1,-23-12 0,47 0-1,-48-12-15,60 1 0</inkml:trace>
  <inkml:trace contextRef="#ctx0" brushRef="#br0" timeOffset="22877.3107">12734 2864 0,'0'0'0,"-24"0"0,13-12 16,-1 12-16,0 0 0,0 0 15,12 23-15,-11-11 0,11 0 16,-12 0-16,12-1 0,0 1 0,0 0 15,0 0-15,0-1 0,23 1 0,-23 0 16,94 23 0,71-94 15,-236-117 16,-58 188-16,106 47-31</inkml:trace>
  <inkml:trace contextRef="#ctx0" brushRef="#br0" timeOffset="24308.6232">13062 3239 0,'0'0'16,"0"-12"-16,0 1 0,0-1 0,0 0 15,-11 1-15,-1 11 16,0 0-16,1 0 16,-1 11-16,0 1 15,0 0-15,1-1 0,-1 1 0,0 0 16,-23 70 0,58 47 30,71-70-14,47-118-1,-94-23-15,-35-12-1,-24 12 1,-35 23-1,0 48 1,-12 11 0,-11 35-1,58-23-15,-35 46 16,36-46 0,-13 35-16,12 12 15,24 11 1,23-23 15,24-24-15,-35-23-16,46 0 15,-47-11-15,24-13 16,12-34 0,-24-13-1,-35-23 1,0 71-16,-35-24 15,23 23-15,1 13 0,-48-1 16,-12 24 0,25 46-1,34 13 1,12-48-16</inkml:trace>
  <inkml:trace contextRef="#ctx0" brushRef="#br0" timeOffset="25475.0941">13062 4155 0,'0'0'0,"12"-12"0,-12 0 0,12 12 0,-12-12 16,0 1-16,-12-25 31,-105 83 0,105-35-31,-94 152 31,95-140-31,22 117 32,36-106-17,36-12 1,-60-23-1,71-23 1,-71 23-16,36-35 16,23-36-1,-47-34 1,-35-1 0,-46 12-1,22 82-15,-46-23 16,46 35-16,-46 12 15,-24 35 1,35 35 0,24 0-1,35 0 1,12-70-16,23 35 16,-23-35-16,46 23 15,-34-23 1,23 0-16,11-12 31,1-36-15,-12-22-1,-35 46-15,-12-47 16,0 36-16,0-1 0,-12-46 16,-47-1-1,-23 36 1,0 59-1,12 46 1,58-46-16,-23 34 16,35-34-16,0-1 0,0 36 15,47 0 1,11-12 0,13-36-1,11-22 1,-70-1-1,35-35 1,-24 35-16,1-70 16,-48-12-1,-58 35 1,-12 36 0,24 58-1,46 24 1,24-36-16,35 36 15</inkml:trace>
  <inkml:trace contextRef="#ctx0" brushRef="#br0" timeOffset="27648.9683">13579 4401 0,'23'0'250,"-11"0"-235</inkml:trace>
  <inkml:trace contextRef="#ctx0" brushRef="#br0" timeOffset="29487.2955">13027 4554 0,'-11'-12'32,"-1"12"-17,12-12 79,0 0-78,-12 24 62,12 0-63,-23 0-15,23-1 0,-36 25 16,1 22 0,0-11-1,0 0 1,11 12-1,-23-12 1,36-35-16,-25 23 16,25-12-1,-1-11-15,-35 23 16,-23 0 0,-1 12-1,-23-11 1,-11 10-1,69-46-15,-81 36 16,94-36-16,-71 11 16,-35-11-1,11 0 1,24-11 0,0-25-1,24 13 1,47 11-16,-36-11 15,47 23 1,-11-24-16,-1 13 16,24-1-1,-12-12 17,12 13-17,0-1 1,0 0-1,0 0 1,12 1 0,-12-13-1,12-11 1,-12 23-16,12-11 16,-12 11-16,11 0 0,-11-11 15,0-1 1,-11 24 31,11 24-47,-47 35 15,47-48 1,-47 60 0,47-48-16,-24 12 15,1 24 1,11-24-1,12-23 1,-12-12-16,12 12 16,0-36-1,0 13 1,0-48 0,0-12-1,12 1 1,0 11-1,0 59-15,-1-23 16,1 23 0,0 0-16,35 35 15,23 24 17,12 11-17,36-35 1,58-23-1,-129-12-15,0-12 0</inkml:trace>
  <inkml:trace contextRef="#ctx0" brushRef="#br0" timeOffset="37296.2307">3122 5434 0,'0'0'0,"-24"-12"16,13 12-16,-1-12 0,0 12 0,-11 0 15,11 0-15,-12 0 0,13 0 0,-1 12 16,0-12-16,1 24 0,-1-13 0,0 1 16,12 0-16,-12 11 0,12 59 31,82-23 0,48-82 0,-107 11-31,24-117 32,-47 105-32,-47-58 15,-23-12 1,-1 36-1,59 58-15,-23 11 16,24-11 0,11 47-16,46 12 31,-22-36-31</inkml:trace>
  <inkml:trace contextRef="#ctx0" brushRef="#br0" timeOffset="38045.109">3321 5246 0,'0'0'0,"-11"0"0,-1 0 0,0 0 15,0 0-15,-11 0 16,82-23 15,58-48 16,-94 48-16,-34 34-15,11 25 0,-12 22-1,24 1 1,23-12 0,12 0-1,-47-35-15,23 23 16,-34 0-1,-36 0 1,-12 1 0,0-13-1,48-11 1</inkml:trace>
  <inkml:trace contextRef="#ctx0" brushRef="#br0" timeOffset="38345.7294">2805 5880 0,'0'0'0,"-12"12"0,0-12 15,-11 11-15,46-11 16,71-58-1,94-13 1,-129 48-16,164-71 16,-176 70-1,105-34-15,1-1 16,-94 47 15,-106 24-15,-35 35-16</inkml:trace>
  <inkml:trace contextRef="#ctx0" brushRef="#br0" timeOffset="38794.4878">3321 6103 0,'-11'0'0,"-1"0"16,0 0-16,0 0 16,-11 23-1,11 1 1,0 11-1,24-12 1,47-11 0,0-24-1,11-46 1,-47 23 0,-23 11-16,-35-35 15,24 48-15,-60-48 16,-23 24-1,36 23 1,46 36 0,47-1-1,-23-23 1,23 12-16</inkml:trace>
  <inkml:trace contextRef="#ctx0" brushRef="#br0" timeOffset="39261.1489">3497 5950 0,'-11'12'0,"22"-24"0,-22 12 15,46-11 1,-12-13-16,48-11 15,-48 23-15,95-35 16,-60 35 0,-46 12-1,-47 47 1,-24 24 15,36-59-31,-48 70 16,60-71-16,-13 25 15,24-25-15,-12 13 16,36-24-16,23-12 16,70-35-1,-11-11 1,-24 11 0,-70 35-16,-1 0 15,-22 12 1,-25 12-1,-22 23 1,34-23 0</inkml:trace>
  <inkml:trace contextRef="#ctx0" brushRef="#br0" timeOffset="41574.7027">3310 5258 0,'-12'0'0,"0"0"31,0 0-31,1 0 16,-1 0-1,0 0 1,24 0 15,58-35 0,-46 23-31,164-82 32,-165 82-32,36-11 15,-36 11 1,-11 12-1,-35 0 1,-24 0 0,11 0-1,1 24 1,12-13 0,11 1-1,12 0 1,0-1-1,0 25 1,0-25-16,12 25 16,-1 11-1,1 23 1,0-23 0,-12-35-16,0 35 15,0-36-15,0 1 16,-12 0-1,0 11 1,-23-23 0,0 0-1,12-11 1,11 11-16,0-12 16,12 0-1,0 0-15</inkml:trace>
  <inkml:trace contextRef="#ctx0" brushRef="#br0" timeOffset="50684.7929">3462 5164 0,'0'-12'0,"0"0"31,-12 12 63,12-11 390</inkml:trace>
  <inkml:trace contextRef="#ctx0" brushRef="#br0" timeOffset="51180.0957">3849 6068 0,'0'0'0,"-11"0"0,-1 0 15,0 0 1,12 11 15,0-22 1</inkml:trace>
  <inkml:trace contextRef="#ctx0" brushRef="#br0" timeOffset="51897.7466">3920 5399 0,'-12'0'16,"0"0"-16,1 0 15,-1 0-15,12 11 16,-12-11 0,0 12 15,118-47 0,-35-12-15,-13 24-1,-34-1 1,-13 1 0,-11 11-1,-11 12 16,-1 0-31,0 23 16,0-11 15,12 12-15,24-1 0,11-11-1,-11-1 1,-13 25-1,-22-13 1,-25 24 0,13-23-1</inkml:trace>
  <inkml:trace contextRef="#ctx0" brushRef="#br0" timeOffset="52564.2202">4601 4918 0,'0'0'0,"0"-12"0,0 0 0,0 0 16,-12 12-16,-12-35 31,-34 35 0,-24 82 0,58 24 1,59-83-17,-35-11-15,59-12 16,-47 0-16,23-12 16,0-35-1,-23-23 1,-59-12-1,35 58 1,-35-46 0,24 35-16,-1 0 15,13 23 1,22 59 0,25-12-16</inkml:trace>
  <inkml:trace contextRef="#ctx0" brushRef="#br0" timeOffset="53081.4767">4741 4624 0,'0'0'0,"0"-12"0,-11 12 15,11 12 17,0 0-32,0 11 15,0-11-15,0 23 16,0-23-16,0 0 0,23 23 16,12 12-1,-11 0 1,-12-12-1,-12-11 1,0-13 15,0 1-31,-12 0 16,-12-12-16,1 0 16,-12-12-1</inkml:trace>
  <inkml:trace contextRef="#ctx0" brushRef="#br0" timeOffset="53315.3114">4589 4718 0,'0'0'0,"0"-12"0,-12 12 0,12-11 16,0-1-1,35-12-15,36-23 16,11-11 0,-12 11 15,-34 35-15,-48 24-1</inkml:trace>
  <inkml:trace contextRef="#ctx0" brushRef="#br0" timeOffset="53647.2601">4366 5340 0,'0'0'0,"-12"0"0,24-12 16,11 1-1,36-36 1,47-24 0,35-23-1,11 12 1,-46 23-1,-59 36 1,-106 35 0,-11 23-1</inkml:trace>
  <inkml:trace contextRef="#ctx0" brushRef="#br0" timeOffset="54213.3745">4648 5504 0,'0'0'0,"0"-11"0,0-1 16,0 0-16,0-11 15,-12-1 1,0 24 0,-11 35-1,-13 1 1,25 22-1,11-11 1,11-23 0,25-13 15,22-22-15,-11-36-1,-23 12 1,-24-24-1,-47-23 1,-24 0 0,48 46-1,11 36 1,12 36 0,24 10-1,-1-34-15</inkml:trace>
  <inkml:trace contextRef="#ctx0" brushRef="#br0" timeOffset="54846.2424">4765 5258 0,'0'0'16,"0"-12"-16,0 0 0,-12 12 0,0-11 16,12 22 15,12 25-15,0 34-1,11 0 1,1-11-1,-12-12 1,-1-23 0,1-24-1,-12-12 1,0-23 0,-12-12-1,24 0 1,35 23-1,-12 12 1,-11 24 0,-1 12-1,-11-1 17,0 1-17,-1-13 1</inkml:trace>
  <inkml:trace contextRef="#ctx0" brushRef="#br0" timeOffset="55062.2012">5023 4976 0,'0'-12'47,"12"12"-47</inkml:trace>
  <inkml:trace contextRef="#ctx0" brushRef="#br0" timeOffset="55972.6321">9624 2817 0,'0'0'0,"11"0"0,-11-12 15,0 0 17,0 36 61</inkml:trace>
  <inkml:trace contextRef="#ctx0" brushRef="#br0" timeOffset="58919.4956">9495 3920 0,'0'0'0,"-12"0"16,0 0-16,0 0 0,1 0 15,11-12-15,-12 12 0,24 0 219,-1 0-16,-11 12-171,12-12 374,-12 12-391,12-12 1,-12 11 47,0-22 280,-12 11-343,0 0 47,1 0-16,11 11-15,-12-11 0,12 12-1,0-24 48,0 1-32,0-1 16,-12 12-16,12-12 688</inkml:trace>
  <inkml:trace contextRef="#ctx0" brushRef="#br0" timeOffset="59379.8739">9882 3673 0,'0'0'16,"-12"0"15,12 12-16,-12-12 1,12 12 0</inkml:trace>
  <inkml:trace contextRef="#ctx0" brushRef="#br0" timeOffset="62305.449">8990 2723 0,'0'-12'15,"-12"12"126,12-12-125,0 1-1,-11 11 1,11-12-1,-12 12-15,0-12 32,0 12-17,12-12-15,-11 12 16,-13-11 0,-11-1-1,-12 0 1,-12 12-1,1-12 1,-13 12 15,12-11-15,36 11-16,-36 0 16,36 0-16,-24 0 15,-24 0 1,-11 23-1,12 12 1,-36 12 0,48 0-1,-1 0 1,12 24 0,12 11-1,11 12 1,13-71-16,-13 71 15,24-70 1,-12 46-16,1 24 31,-1 0-15,12 0 0,0 0-1,23-24 1,13 12-1,22-23 1,13-1 0,23-22-1,23-13 1,0 1 0,1-13-1,-95 1-15,83-12 16,-83 0-1,59 0-15,36 0 16,11 0 15,0-12-15,-12 12 0,-93-11-16,81-1 15,-81 0-15,46 0 16,48-11-1,-1-1 1,-23 1 0,-12-12-1,-58 23-15,58-35 16,-71 35-16,48-35 16,23-23-1,-11-12 1,-24 0-1,0 0 1,-36 58-16,1-46 16,0 46-1,-12 1-15,0-59 16,-47-48 0,-35-22-1,-47-1 1,-36 59-1,118 71-15,-199-47 16,-24 46 0,23 48-1,71 69 1,118 13 0</inkml:trace>
  <inkml:trace contextRef="#ctx0" brushRef="#br0" timeOffset="63148.6797">13098 3415 0,'0'0'16,"0"-11"-1</inkml:trace>
  <inkml:trace contextRef="#ctx0" brushRef="#br0" timeOffset="63804.2137">13215 3075 0,'0'0'0,"12"-12"31,0 12-15,-1-12-16,1 1 0,0-1 15,-1 0-15,1-11 0,0 11 0,0-11 16,-12-1-16,11 1 0,1-13 0,0 13 16,0-153-1,-12 117 32,-47 212-16,35 58 1,59-129-17,-12-47 1,-11-35-16</inkml:trace>
  <inkml:trace contextRef="#ctx0" brushRef="#br0" timeOffset="64019.8289">13673 2793 0,'0'0'0,"-12"0"0,0 0 16,12-11 0,0 22-1,0 13 1,0-13-16,0 36 15,0-35-15,12 59 16,0-13 0,0-23-1</inkml:trace>
  <inkml:trace contextRef="#ctx0" brushRef="#br0" timeOffset="64204.0425">13661 2981 0,'0'0'0,"-12"0"0,1-12 16,-13 1-16,1-13 16,34 24 15,13 0-15,11 0-1,24-12 1</inkml:trace>
  <inkml:trace contextRef="#ctx0" brushRef="#br0" timeOffset="64389.8731">13896 2711 0,'0'0'0,"0"-12"0,0 1 16,-12-1-16,0 12 16,1 12-1,-1 35 1,0 46-1,12 37 1,0-107-16,12 71 16,-12-71-16</inkml:trace>
  <inkml:trace contextRef="#ctx0" brushRef="#br0" timeOffset="65285.7137">11478 2699 0,'0'0'15,"-12"-11"-15,1 11 0,-1 0 16,12-12 15,12 12 16,-1 0-31,1-12-1,23-35 1,12 0 0,-23-35-1,-1-12 1,-11 12-1,-12 70-15,0-46 16,-24 46-16,24 0 16,-11 12-1,-1 12 1,-12 47 0,24-48-1,-11 83 1,11-70-16,0 34 15,11 25 1,25-13 0,22-11-1,13-36-15</inkml:trace>
  <inkml:trace contextRef="#ctx0" brushRef="#br0" timeOffset="68663.0289">13532 3169 0,'0'0'0,"-24"-12"187,13 12-171,11-12-16</inkml:trace>
  <inkml:trace contextRef="#ctx0" brushRef="#br0" timeOffset="69656.7293">11396 2782 0,'0'0'16,"-12"0"452,0 0-452,1 0-16,-1-12 16,0 12-16,1 0 15,-1 0-15</inkml:trace>
  <inkml:trace contextRef="#ctx0" brushRef="#br0" timeOffset="69985.1296">11455 2758 0,'0'0'0,"11"0"78</inkml:trace>
  <inkml:trace contextRef="#ctx0" brushRef="#br0" timeOffset="72528.2834">13356 3122 0,'-12'0'78,"12"12"63,12-1-141,-12 1 15,12 0-15,11 11 16,12 1 0,24-1-1,0-11 17,23 0-17,0-12 1,0 0-1,35-36 1,-23 1 0,-23-12-1,-13-11 1,-22-1 0,-25 47-16,13-35 15,-12 36-15,-1-36 16,1 35-16,0-47 15,-12 36-15,0-12 16,-12-12 0,-23-12-1,-24 12 17,-11-12-17,46 48-15,-58-36 16,70 35-16,-58-23 15,-12-1 1,11 25 0,1-1-1,-47 35 1,11 13 0,12-1-1,12 24 1,12-1-1,11 13 1,35-1 0,13-46-16,11 58 15,11-59 1,25 48 0,34-1-1,24-23 1,12-12-1,-83-35-15,24 12 16,-24-12-16,-11 0 0,0 0 16,0 0-1,-12-12 1,-12 0 15,0 12 0,0 0 16</inkml:trace>
  <inkml:trace contextRef="#ctx0" brushRef="#br0" timeOffset="75858.4903">13098 3227 0,'0'0'0,"0"-11"0,0-1 16,0 0-1,11 1-15,-11-1 16,0 0-16,0 0 16,0 1-1,-11-1 1,-1 12-1,-23 12 1,-94 70 15,58 35 1,71-105-17,12 117 16,-12-117-31,35 23 16,12-12 0,24-11-1,-48-12-15,36-23 16,-48 11-16,36-35 16,-11-35-1,-13-12 1,-23 0-1,-23 24 1,23 58-16,-47-23 16,35 35-1,-12-12-15,-11 35 16,-23 24 0,-13 24 15,12-1-16,48-46-15,-13 58 16,12-70-16,1 58 16,11 0-1,35-34 1,24-13 0,11-23-1,0-12 1,-58 1-16,35-48 15,-35 35-15,11-46 16,1-36 0,-36 12-1,-23 36 1,0 11 0,23 47-16,-35-12 31,35 12-31,-35 35 15,-11 24 1,-1 11 0,12 13-1,47-60-15,-35 59 16,35-58-16,0 23 16,12 0-1,11-12 1,0-23-1,1-12 1,-12 0 0,-1 0-1,-11-12 1,0 0 15,0 0 0,0 24 876,0 0-829,0-24 141,0 0-204,-11 1-15,-1-1 16,12 0-16</inkml:trace>
  <inkml:trace contextRef="#ctx0" brushRef="#br0" timeOffset="76859.4889">13074 3603 0,'0'0'0,"0"12"0,-12-12 16,12-12 15,0 0 282,-11 1-298,-1 11-15,12-12 16</inkml:trace>
  <inkml:trace contextRef="#ctx0" brushRef="#br0" timeOffset="77522.7838">12863 3251 0,'12'0'62,"-12"-12"-46,0 0-1,0 1 1,-12 11-16,-23-47 31</inkml:trace>
  <inkml:trace contextRef="#ctx0" brushRef="#br0" timeOffset="79575.7972">12875 3204 0,'-12'0'16,"12"12"-16,-12-24 62,12 0-46,-12 12-1,1 0-15,-24-23 16,23 23-16,-106-82 47,107 70-47,-142-105 31,1-13 0,69 95-15,60 35-16,-71-11 16,71 11-16,-36 0 15,-35 0 1,0 23 0,71-23-16,-48 23 15,48-23 1,-24 24-16,0-12 15,35 11 1,0-23 0,1 12 15,-1-12 31,12-12-15,-12 12-47</inkml:trace>
  <inkml:trace contextRef="#ctx0" brushRef="#br0" timeOffset="81620.2321">11431 2899 0,'0'-12'31,"0"0"16,12 12-31,-12-11-16,0-1 15,0 0 1,0 0 0,-12-23 15,-23 35 0,23 12-15,0 0-16,-11 35 15,11-36-15,-11 36 16,11 12 0,0 0-1,1-1 1,11-34-1,0-12-15,11 23 16,1-23 0,0-1-16,0 1 15,-1 0 17,24-12-17,1-12 1,-25 12-16,36-35 15,-35 23-15,12-11 16,11-24 0,-12 0-1,-23 11 1,0 25-16,0-24 16,0 23-16,-12 0 0,1-23 15,-1 0 1,-11-1-1,11 25 1,0-1 0,0 12-16,1-12 15,-1 12 1,0 0 0,-11 12-1,-13 23 1,1 12-1,0 0 1,35-35-16,-23 23 16,23-23-16,-24 46 15,24-46-15,0 23 16,0 1 0,12 11-1,0-24 1,23 0-1,0 1 1,0-24 0,0 0-1,-11-12 17,11-11-17,0-24 1,-35 35-16,24-23 15,-24 23-15,11 0 0,1-35 16,-12-11 0,0 11-1,0-12 1,0 12 0,-12 35-16,1-11 15,11 11-15,0 1 0,-24-1 16,13 0-1,-13 0 1,1 12 0,-13 24-1,-11 11 1,47-23 0,-35 46-1,24-46-15,-1 35 16,0 12-1,12-12 1,-12 0 0,12 0-1,12-47-15,0 35 16,0-23-16,-1-1 16,24 1-1,-11 0 1,11-12-1,0-12 1,-23 12-16,23-23 16,-23 11-1,11-23-15,1-12 16,-12-24 15,-12 1-15,0 11-1,0 36-15,-12-36 16,0 47-16,-11-11 16,-12-1-1,11 13 1,-23 11 0,0 47-1,35-24-15,-34 36 16,34-12-16,-23 23 15,11 24 1</inkml:trace>
  <inkml:trace contextRef="#ctx0" brushRef="#br0" timeOffset="86202.6957">11513 2828 0,'0'-11'16,"0"22"77,0 1-77,-11-12-16,-1-12 78,12 1-78,0-1 16,-12 0-16,12 1 15,-12-1-15,1 12 32,-1-12-17,0 12-15,-11 0 16,11 0-16,0 12 16,-23 11-1,0 24 1,0 24-1,11-13 1,24-34-16,-12 34 16,1-46-16,11 23 15,-12 12 1,12-11 0,35-13-1,-11 0 1,11-11 15,0-12-15,0 0-1,0-12 1,1 1 0,-1-24-1,0 11 1,-23-11-1,11 0 1,-23-12 0,12-12-1,-12 0 1,0 36-16,0-24 16,0 35-1,0-11-15,-12-1 16,12 1-1,-12 11 17,1 0-17,-13 12 1,1 12 0,-12 12-1,-12 11 1,0 23-1,12 1 1,11 0 0,12-36-16,1 24 15,11-35-15,-12 23 16,12 12 0,23-12-1,1-11 1,23-13-1,-47 1 1,47-12 0,-36 0-16,25 0 15,11-12 1,-12-23 0,0 0-1,0-35 1,-35 46-16,12-58 15,-12 47-15,0 0 0,-24-48 16,-23 13 0,-23 47-1,-24 46 1,-11 59 0,81-47-16,-23 59 15,35-59-15,1 1 16</inkml:trace>
  <inkml:trace contextRef="#ctx0" brushRef="#br0" timeOffset="96006.3103">5551 3885 0,'0'0'0,"-11"0"0,-1 0 16,12 11 15,-12-11-31,24 0 63,-12 12-63,70 0 31,12-12-15,36 0-1,-83 0-15,94-12 16,-94 12-16,59-12 16,59 12-1,-1-23 1,1 11-1,11 1 1,-117-1-16,164 0 16,-152 12-16,82-12 15,23 12 1,-11 0 0,-12 0-1,-12 0 16,-94 0-31,106 0 16,-94 0-16,58 12 16,36-12-1,-12 0 1,-23 0 0,-1-12-1,-69 12-15,58 0 16,-24-11-16,36-1 15,34 12 1,-10-12 0,-13 12-1,0-23 1,-82 23-16,106-12 16,-117 0-1,58 12-15,12-23 16,-24 11 15,-23 0-15,-23 12-1,-13 0-15,-22 0 32,-1 0-17,-47 0 1,-58 0-1,-36 12 1,-34 0 0,151-1-16,-128 1 15,117-12-15,-70 0 16,-59 12 0,-36 0-1,-11-1 1,-11 1 15,187-12-31,-153 12 16,153-12-16,-70 12 15,-47-1 1,-1 1 0,1 12-1,117-24-15,-82 11 16,94 1-16,-12-12 0,-71 12 15,-22 11 1,22-11 0,13 0-1,-13-1 1,1 13 0,11-12-1,83-1-15,-83 1 16,83-12-1,-59 12-15,-12-12 32,-12 12-17,24-12 1,70 0-16,-58 0 16,58 0-16,-23 0 15,11 0 1,13 0-1,11 11 48,0-22 140,11 11-203,1 0 16,0 0-1,0 0-15,34-12 16,25 0 0,23-11-1,-82 23-15,81-12 16,1 0-1,0 0 17,24 12-17,11-11 1,-94 11-16,94 0 16,-94 0-16,12 0 0,70-12 15,36 12 1,0 0-1,-13-12 1,-10 12 0,10-12-1,-93 12-15,106-11 16,-118 11-16,71-12 16,23 12-1,-24-12 1,25 12-1,-1-11 1,-94 11 0,70-12-1,-34 12-15,23-12 16,23 12 0,-11-12-1,11 1 1,1 11-1,-95 0-15,59-12 16,36 0 0,-36 0-1,-12 12 1,12-11 0,12-1-1,-12 12 1,-70-12-16,70 12 15,-58 0 1,34-12 0,24 12-1,-11 0 1,-1-11 0,-58 11-16,35 0 15,-35 0-15,-1 0 0,13-12 16,-1 12-1,-11 0 1,-24 0 15,-23 0-15,-59 0 0,-23 0-1,0 0 1,-13 0-1,-10 0 17,104 0-32,-104 12 15,104-12-15,-81 0 16,-47 11 0,-12 1-1,11-12 1,25 12-1,-1-12 1,105 0-16,-128 12 16,117-12-16,-70 11 15,-36 1 1,24 0 0,12 0-1,-12 11 1,94-23-16,-83 12 15,83 0 1,-47-12-16,-24 11 31,1 1-15,11-12 0,-12 12-1,83-12-15,-60 0 16,60 11-16,-36-11 15,-23 12 1,12 0 0,-1-12-1,13 12 1,-1-12 0,35 11-16,-46-11 15,0 12 1,11 12-1,0-13 1,12-11 15,12 0-15,12 0 0,11 0-1,24 0 32,-1 0-31,1 0-16,47 0 15,23 0 1,47 0 0,35-11-1,1-1 1,-118 12-16,93-24 15,-93 24-15,0 0 16,118-11 0,46 11-16,0 0 31,0 0-15,12-12-1,-164 12-15,117 0 16,-117-12-16,187 0 15,-23 1 1,-12-1 0,-23 0-1,-35 12 1,-1-11 0,-105 11-16,106-12 15,-1 0 1,-22 0-1,-37 1 1,-46 11 0,0-12 15,-23 12-15,-12 0-1,-12-12 16,-12 12-31,-12-12 16,-34-35 0</inkml:trace>
  <inkml:trace contextRef="#ctx0" brushRef="#br0" timeOffset="97554.1248">8532 2782 0,'12'0'15,"-12"-12"1,0 0-16,0 0 15,12 12-15,-12-11 0,11 11 0,-11-12 16,0 0-16,0 0 0,0 1 16,-11-25-1,-48 1 17,-11 35-1,-13 47-16,1 0 1,-12 24 0,12 22-1,12 25 17,23-1-17,47-93-15,-35 69 16,35-69-16,0 35 15,-12 23 1,0 0 0,12 0-1,12-11 1,0-13 0,11-46-16,1 35 15,-13-35-15,13 23 16,23 12-1,23-24 1,-11 1 15,-36-13-31,48 1 0,-59-12 16,34 12 0,1-12-1,12 0 1,0-12-1,-1 0 1,1-11 0,-47 23-16,47-35 15,-48 35-15,25-24 16,10-23 0,-10-11-1,-13-24 1,-11-24-1,-12 71-15,0-71 16,0 83 0,-12-48-16,0-23 15,1-11 17,-13-24-17,-23-1 1,-23 13-1,-12 47 1,-24 46 0,-23 24-1,23 59 1,59-12 0</inkml:trace>
  <inkml:trace contextRef="#ctx0" brushRef="#br0" timeOffset="114104.0609">5047 7957 0,'0'0'0,"-12"0"0,0 0 16,0 0 0,12 12 15,12-12-15,12 0-16,-13 0 15,60 0 1,269-59 15,141 24 0,-199 23-15,23 1 0,-223 11-16,200 0 15,-212 0 1,130 0-16,35 0 15,-12 0 1,0-12 15,35 0-15,-47 0 0,-35 12-1,-35-11 1,11-1-1,13 12 1,-1-12 0,-129 12-16,118 0 15,-1 0 1,-11 0 0,-23 12-1,11-12 1,0 0-1,35 0 1,-35 0 15,-23 0-15,-1 0 0,25 0-1,10 0 1,25 0-1,-48 0 1,-23 0 0,-12-12-1,0 0 1,12 1 0,-70 11-16,46-12 15,-46 12-15,-13-12 16,48 12-16,-12-12 15,-24 12 1,-11 0 15,-12-11 32,-12-13-48,12 13 1,-11-1-16,11 0 0,0-23 16,-12 11-16,0-81 15,12 70-15,0-71 16,0-23 0,24-24-1,-24 24 1,0 94-16,0-35 15,0 58-15,0-12 16,-12 1-16,-12-1 16,-23 24-1,-11 12 17,-13 12-17,1-13 1,-24 25-1,71-36-15,-83 23 16,71-23-16,-71 12 16,-46-12-1,-36 0 1,-12 0 0,-23 0-1,165 0-15,-177-12 16,176 12-16,-129 0 15,-70 0 1,-23 0 0,-1 0-1,12 0 17,200 0-32,-189-12 15,201 1-15,-130 11 16,-59-24-1,-23 12 1,24-11 0,0 11-1,175 12-15,-164 0 16,177-12-16,-118 12 16,-59 0-1,24 24 1,11-1-1,12 1 1,153-12-16,-129 23 16,129-24-1,-71 25 1,-23-1 0,0 0-1,-12-11 1,35-24-1,24 11 1,35-11 0,24 0-1,11 0 1,0 0 0,1 12-1,-1 12 1,0-24-16,0 70 15,12-58 1,0 70-16,12 35 16,0 59-1,11-11 17,1-48-17,-24-94-15,12 60 16,-12-72-16,0 36 15,0 0 1,0-23 0,11-13-1,1-11-15,35 12 16,-24-12-16,95 0 16,140-35-1,94-12 1,-164 12-1</inkml:trace>
  <inkml:trace contextRef="#ctx0" brushRef="#br0" timeOffset="115719.7941">11443 2840 0,'0'0'0,"0"-12"0,0 1 15,12-1-15,-12 0 16,0 1-16,0-1 16,-12 12 15,0 0-31,0 0 15,1 0-15,-25 12 16,-69 81 15,34 36 16,71-70-31,0-47-16,0 35 15,0-35-15,0-1 0,0 13 16,12-12-16,12 23 16,-13-35-16,25 11 15,22 1 1,13-12 0,-24-23-1,11-24 1,-23-12-1,-23-35 1,-24 0 0,-34 12-1,-37 35 1,72 47 0,-48 0-1,24 35-15,0 12 16,35 0-16</inkml:trace>
  <inkml:trace contextRef="#ctx0" brushRef="#br0" timeOffset="116602.6137">11337 3650 0,'0'0'15,"12"-12"-15,-12 1 0,12 11 0,-12-12 16,0 0-16,0 0 16,0 1-1,-71 22 17,60 13-32,-83 105 31,82-59-16,12 1 1,23-24 0,36-12-1,23-23 1,0-24 0,-11-47 15,-36 1-16,-23-36 1,-12 70-16,-12-46 16,-11 46-16,-36-34 15,-12 46 1,1 47 0,23 47-1,35 0 1,24-35-16</inkml:trace>
  <inkml:trace contextRef="#ctx0" brushRef="#br0" timeOffset="117518.8132">11537 4354 0,'0'0'0,"0"-12"0,0 1 16,-12 11-16,12-12 16,-12 12-16,-23 0 15,-35 47 17,-12 82 14,70-106-46,-35 142 32,47-107-17,35-22 1,12-13 0,23-23-1,-46 0-15,46-35 16,-46 23-16,23-35 15,11-58 1,-22-13 0,-36 13-1,0 81-15,-47-23 16,35 35-16,-70-11 16,-12 35-1,0 58 16,47 24-15,35 12 0,12-48-16</inkml:trace>
  <inkml:trace contextRef="#ctx0" brushRef="#br0" timeOffset="125876.5471">11642 3075 0,'-11'0'94,"22"12"46,-11-1-124,12-11-16,-12 12 0,12-12 0,0 12 16,-1 0-16,1-12 15,0 11-15,0-11 0,-1 0 0,1 12 16,11-12-16,-11 12 0,0-12 0,11 12 15,-11-12-15,152 35 32,24 0-1,-12-23 0,-47-1 0,-117-11-31,70 12 16,-70-12-16,35 0 16,0 0-1,-12 12 1,-11-12 0,-1 0-1,-46-12 32,-48-11-31</inkml:trace>
  <inkml:trace contextRef="#ctx0" brushRef="#br0" timeOffset="126724.6639">11654 3098 0,'0'-11'32,"12"11"30,-12 11-46,23-11-16,-11 0 15,0 12-15,82 23 32,164 24-1,35 0 0,-269-48-31,175 36 31,-175-47-31,46 12 16,1 0 0,-1 0-1,0-1 1,-58-11-16,23 12 16,-23-12-1,0 0-15,0 0 31,-1 0-15,1 0 15,-12-12 1,-12 12-1,12-11-31,-11 11 0</inkml:trace>
  <inkml:trace contextRef="#ctx0" brushRef="#br0" timeOffset="131671.7775">9518 7852 0,'0'0'0,"0"-12"16,-12 0-16,1 0 15,-1 12 1,12-11-16,-12 11 0,0 0 16,1 0-16,11-12 15,-12 12 1,59 35 15,164 24 0,130-24 1,-142-35-1,-23 12-15,-129-12-16,117 0 15,-128 0-15,93-12 16,23-11-1,-11-1 1,-12-11 0,-23 0-1,-83 23-15,71-47 16,-70 47-16,34-46 16,-11-24-1,-35-12 1,-36-12-1,-46 12 1,-12 24 0,58 46-1,-69-34 1,69 46-16,-58-23 16,-12-12-1,-23 12 1,-1 11-1,83 24-15,-59-23 16,36 23-16,-36-12 16,-24 12-1,1 12 1,11 11 0,1 1-1,69-13-15,-34 13 16,47-24-16,-1 12 15,-46 11-15,-12 24 16,11-12 0,1 0-1,-1 12 17,24-11-17,36-25-15,-36 36 16,35-35-16,-23 23 15,-1 12 1,13 12 0,11-1-1,1-11 1,11-35-16,0 23 16,0-23-16,0 0 0,0 11 15,11 24 1,13-12-1,-1 12 1,12-11 0,-23-36-1,23 35-15,-11-23 16,23 11 0,23 12-1,24-11 1,0-1-1,12-11 1,-1-12 0,-81 0-16,93-12 15,0 0 1,1-11 0,-13-1-1,1 13 1,11-1-1,-34-23 1,10 11 0,1-23-1,-23 24 17,-24-12-17,-36 23-15,25-23 16,-25 23-16,25-11 15,-1-24 1,12-12 0,-24-35-1,1 0 1,-13 12 0,-11 70-16,-46-70 15,34 59-15,-59-36 16,-58-11-1,-47-1 1,-47 48 0,12 34-1,152 1 1,-128 82 0</inkml:trace>
  <inkml:trace contextRef="#ctx0" brushRef="#br0" timeOffset="138880.323">6514 7969 0,'0'0'0,"-12"0"0,0 0 16,0 0-16,12-12 15,12 12 1,12 0-1,-13 0-15,1 0 0,12 0 0,11 12 16,-12-12-16,12 0 0,376-24 31,293-46 1,141 0-1,47 34 0,-586 25-15,-83-1 15,-83 12-15,-81-12-1,-47 12-15,-24 0 16,-11 0-1,-107-12 1,72 12-16</inkml:trace>
  <inkml:trace contextRef="#ctx0" brushRef="#br0" timeOffset="139479.9529">6361 8004 0,'0'0'0,"-23"0"0,-1 0 0,1 0 15,-48-12 1,59 1-1,24 11 1,23 0 0,-23 0-16,94 0 15,58 0 1,71-24 0,70 1-1,82-12 1,59-12-1,-328 47-15,386-12 16,-375 12 0,259 0-16,116 35 15,-46 0 17,-94-11-17,-82-13 1,-224-11-16,83 12 15,12-12 1,-83 0 0,-46 0-1,-13 0 1,1 0 0,-35 0-1,-24-12 1,0 12-1</inkml:trace>
  <inkml:trace contextRef="#ctx0" brushRef="#br0" timeOffset="151401.5385">11032 7312 0,'0'0'15,"0"-12"-15,12 12 16,-12-12-16,0 1 31,0-1 0,-12 12 1,24 0 61,0 0-93,-12 12 16,11 11-16,1 0 16,12 13-1,-13-1 1,13 0-1,-13-11 1,13-24 0,23-47-1,23-12 1,48-23 0,-1-12-1,-94 59 1,107-71-1,-107 83-15,59-71 16,24 0 0,-1 12-1,-11 35 1,-35 0 0,-47 35-16,11 0 15,1 1 1,-48 11 31,1 11-47,-71 24 15</inkml:trace>
  <inkml:trace contextRef="#ctx0" brushRef="#br0" timeOffset="152600.1904">11020 7253 0,'0'0'0,"0"-12"15,-11 12 1,11-11-16,0 22 63,23 13-48,1-1 1,11-11 15,-12 11-15,-11 1-1,11-12 1,-23-1-16,12 1 16,-12 0-16,12-12 15,-12 12 1,12-1-1,-12 1 1,11-12 0,1 0-1,23-12 1,1-11 0,22-12-1,1-12 1,23-12 15,-12 0-15,1 1-1,-24 11 1,12-12 0,-1-11-1,13-24 1,-48 70-16,36-34 15,-36 46-15,-11 0 0,35-35 16,23 12 0,-11 0-1,0 0 1,11 11 0,-23 1-1,-35 23-15,11-12 31,-11 12-31,-24 0 79,12 12-64,-11-12-15,-1 0 16,0 11-16,-23 1 15</inkml:trace>
  <inkml:trace contextRef="#ctx0" brushRef="#br0" timeOffset="162937.6366">13109 3145 0,'0'-11'110,"0"-1"-110,-11 0 15,11 0-15,0 1 16,0-1 0,-24 0 15,-58 36 0,12 34-15,11 1-1,24 0 1,11-1 0,13-11-1,22 12 1,24-24 0,-23-23-16,35 23 15,-23-35 1,11 12-16,35-12 31,-23-12-15,12-23-1,-24-24 1,0-11 0,-23-12-1,-12 0 1,-23 23-1,-13 0 1,13 47 0,-1 1-1,-11 11 1,-12 35 0,-23 24-1,23-1 1,35-46-1,-23 58 1,35-46-16,-24 23 16,13 12-1,11-1 1,23-11 0,12-12-1,-23-23-15,23 12 16,-23-24-16,0 0 0,35 11 15,0-11 1,0-11 0,-12-13-1,12-23 1,-35 24-16,23-36 16,-35 36-16,12-13 15,-1-34-15,-11-12 16,-47 11 15,0 24-15,0 24-1,36 23-15,-13 0 16,12 0-16,-11 0 16,-12 12-1,11-1 1,1 13-1,11-12 1,0-1 0,12 1 296,0 0-234,0 0 32,-11-12-48,11 11 79,0 1-63,-12-12-16,12 12-15,12-12 235</inkml:trace>
  <inkml:trace contextRef="#ctx0" brushRef="#br0" timeOffset="164205.2156">13403 4976 0,'12'0'0,"-12"-12"15,11 12-15,-11-11 16,12 11-16,-12-12 0,12 12 16,-12-12-16,12 12 0,-12-11 0,11-1 15,-11 0-15,0 0 0,0 1 16,12 11-16,-47-47 31,-59 47 0,47 117 1,153 59-1,-59-117-15,-47-24-1,-24-23 1,-46-12-1,11-36 1,47 25-16,-35-48 31,36 47-31,11-35 0,82-11 32,23-1-17,-11 12 1</inkml:trace>
  <inkml:trace contextRef="#ctx0" brushRef="#br0" timeOffset="164588.6762">13649 4706 0,'0'-11'0,"0"-1"0,0 0 16,12 0-16,0-35 16,11-23 15,-11 46-31,-12-34 16,12 34-16,-12-34 15,0 46-15,0-12 16,-12 24-1,0 47 1,-23 12 0,23 11-1,12-46-15,0 58 16,0-70-16,24 35 16,-1-12-1,1-23 1</inkml:trace>
  <inkml:trace contextRef="#ctx0" brushRef="#br0" timeOffset="164821.3638">14001 4436 0,'0'0'0,"0"-11"16,-11 11-16,-1 11 31,12 1-31,0 23 16,-24 24-1,13 0 1,-1 11 0,0-46-16</inkml:trace>
  <inkml:trace contextRef="#ctx0" brushRef="#br0" timeOffset="165038.447">13907 4612 0,'0'0'16,"-11"-11"-16,11-1 0,-24 0 15,13 0 1,22 12-1,36 0 1,12 0 0,23-11-1,-35-13 1</inkml:trace>
  <inkml:trace contextRef="#ctx0" brushRef="#br0" timeOffset="165204.6332">14201 4460 0,'0'0'15,"12"-24"-15,-12 13 0,11-13 16,-11 12-16,0 1 15,-11 11 1,-1 35 0,12-23-16,-24 70 31,24-59-31,-11 48 16,-1 34-1,12-34-15</inkml:trace>
  <inkml:trace contextRef="#ctx0" brushRef="#br0" timeOffset="169678.4864">12722 4225 0,'12'0'31,"0"0"-15,-1 0-16,1 0 16,-12-12-16,24 12 31,11-11 0,-24 11 0,-11-12-15,-11 12 15,-1 0-31,-35 23 16,-12 1-1,-11-1 1,-24 12 0,12-11-1,0-1 1,58-11 0,-23 0-1,12 0-15,-12 11 16,-23-11-1,-1 11 1,13-11 0,-24 12-1,70-24-15,-47 11 16,24 1-16,-12 0 16,-12-1-1,1 13 1,11-12-1,0-1 1,23 1 0,12-12-16,1 12 15,22-12 32,1-12-31,0 12-1,35-23 1,-24 11-16,48-12 16,-59 13-16,46-1 15,36-23 1,0 11 0,12-11-1,-12 12 1,-59 11-16,59-12 15,-71 13-15,48-1 16,11-12 0,-12 1-1,12 11 1,-58 12 0,23-11-1,-36 11-15,36-12 16,-11 12-1,-25 0 1,-22 0 31,-1 0-47,-12 12 16,13-12-16,-72 11 15,72-11-15,-71 12 16,-36 11-1,-11 1 1,-12 11 0,-23 0-1,47 1 1,34-13 15,25 1-15,11-1-1,12-11 1,11-1 0,12-11-16,1 12 15,22-12 48,1 0-63,0-12 15,0 12-15,-1 0 0,48-23 16,-36 23-16,24-12 16,47-11-1,0-1 1,0 1 15,-59 11-31,36-11 16,-48 11-16,1 12 0,58-24 15,0 1 1,0-1 0,0 13-1,-11-13 1,-1 13 0,-58 11-16,35-12 15,-35 12 1,-1 0-16,1 0 15,0-12 1,-24 12 62,0 0-62,1 0-16,-1 12 15,-47 0 1,-35-1 0,71 1-16,-95 11 15,83-23-15,-47 24 16,-35 11 0,-1 0-1,13-11 1,23-1-1,58-11-15,-46 12 16,58-24-16,-23 11 16,-1 1-1,13 0 1,0-12 0,23 11-1,11-11 63,-11-11-78,12 11 16,0 0-16,11-12 16,-11 12-16,23-23 15,-11 23-15,70-36 16,11 13-1,13-1 1,-13-11 0,-11 12-1,23-1 1,-11 1 0,-12 11-1,-12 0 16,-23 1-15,-12-1 0,-36 12-16,13 0 15,-12-12-15,11 12 16,-11 0-16,0 0 16,11 0-1,-23-12 1,-12 12 31,-11 0-32,-12 12 1,-36 12 0,-34-1-1,-107 24 16,72 0-15,81-35-16,-164 35 16,23 0-1,95-24 1,58 0 0,35-11-1,24-12 63,-12-12-78,11 12 16,-11-11 0,12 11-16,-12 11 203,0 1-110,0-24 48,0 1 172</inkml:trace>
  <inkml:trace contextRef="#ctx0" brushRef="#br0" timeOffset="170659.3767">11748 4530 0,'0'-12'15,"0"1"423</inkml:trace>
  <inkml:trace contextRef="#ctx0" brushRef="#br0" timeOffset="171864.4773">11255 4683 0,'-12'0'15,"12"12"64,0-1-48,0 1-31,0 0 15,0-1 1,36 13 15,46-12 1,-35-24-17,11 0 1,-11-11-1,-35 23 1,35-24 0,-35 13-16,11-25 15,12-11 1,-11-23 0,-12 23-1,-1-12 1,-11 48-16,0-13 15,0 1-15,-11-13 16,-1 1 0,-12 0-1,13 12 1,-13 11 0,1 12-1,11 0-15,-35 0 16,35 12-1,-23-12-15,-12 35 16,0 0 15,12 0-15,35-23-16,-23 35 16,11-35-16,12-1 0,-12 25 15,0-1 1,12 0-1,-11-12 1</inkml:trace>
  <inkml:trace contextRef="#ctx0" brushRef="#br0" timeOffset="173845.6306">12992 7124 0,'0'0'16,"12"-12"-16,-12 0 0,0 1 15,0-1-15,-12 24 63,0-12-63,1 11 15,11 1-15,-24 59 32,36 11-1,58-24 0,36-34 0,-94-24-31,46-24 16,-46 1-16,23-12 16,0-24-1,-11-11 1,-24-1-1,-12 60-15,-23-25 16,23 25-16,1 11 16,-60-12-16,1 35 15,11 24 17,24 12-17,23 0 1,12-48-16,24 25 15</inkml:trace>
  <inkml:trace contextRef="#ctx0" brushRef="#br0" timeOffset="174428.2471">13121 7194 0,'0'-11'0,"-12"11"78,12 11-62,0 1-16,12-12 31,0 0-31,11 0 32,-11-12-17,0 1 1,-12-1-1,-35 12 1,23 0 0,0 12-1,0-1 1,12 13 0</inkml:trace>
  <inkml:trace contextRef="#ctx0" brushRef="#br0" timeOffset="188931.3676">11584 4354 0,'-12'0'125,"12"-12"-110,0 1 1,-12-1 0,12 0-16,0 0 15,-12 12-15,12-11 16,-11 11-16,-1-12 16,0 12-16,1 0 0,-36 0 31,-12 35 0,-35 36 0,0 34 1,82-58-17,12 0 1,0 0-1,0 0 17,12-12-17,-12-23-15,47 11 16,-47-11-16,35 0 16,12-12-1,0 0 1,12-24-1,-12 1 1,0-24 0,-36 35-16,36-46 15,-47 34-15,24-23 16,-1-11 0,-11-13-1,-24 24 1,-11 0-1,11 35 1,-11-23 0,11 35-16,-12-23 15,-11 23 1,-12 0 0,-11 23-1,-13 24 1,24 12-1,12-12 1,12 12 0,11-1-1,12 1 1,0-12 0,12-35-16,-1 35 15,1-47 1,0 23-16,35 0 15,0-11 1,11-12 15,-11-12-15,-35 12-16,47-35 16,-48 24-16,25-25 15,-1-34 1,-12-1-1,1 1 1,-12 11 0,-12 48-16,0-25 15,0 25-15,-24-1 0,24-23 16,-35 0 0,11 11-1,-11 12 1,-12 12-1,36 0 1,-48 12 0,47-12-16,-23 35 15,-24 0 1,24 12 0,0 12-1,11-12 1,24-35-16,-11 35 15,11-36-15,-12 48 16,12-47-16,0 23 16,12 12-1,23-12 1,-12 0 0,-11-35-16,23 12 15,-23 0 1,11-12-16,36 0 15,-12 0 17,12-12-17,-12-35 1,-36 36-16,25-48 16,-25 47-16,1-58 15,-12-24 1,-35 0-1,-24 35 1,-11 36 0,-24 58-1,35 35 1,36-23 0</inkml:trace>
  <inkml:trace contextRef="#ctx0" brushRef="#br0" timeOffset="208816.3673">11431 7359 0,'0'0'0,"0"-12"16,-12 0-1,1 12 1,-1-12-16,0 12 15,0 0-15,1 0 0,-1 0 16,0 0-16,1 0 0,-1 0 16,-12 0-1,13 0 32,-25 0-16,-22-11 1,22 11-17,25-12 1,-1 12 0,0 0-16,12-12 93,0 1-77,0-1 0,0 0-1,-11 0 1,11 24 46,11-12-46,-11 12-16,0 0 16,12 11-16,23 12 15,-11 0 1,-13 1-1,1-1 1,12-12 0,-13-23-1,1 0 17,0-11-17,23-13 1,-23 12-16,35-23 15,-36 23-15,36-23 16,-35 23-16,47-46 16,-36 46-16,36-35 15,23-35 1,0 12 0,0-13-1,12 13 1,-70 46-16,70-34 15,-71 46 1,36-35-16,0 0 16,-13 12-1,-22 11 17,-1 13-17,-11-1 1,-24 12 203</inkml:trace>
  <inkml:trace contextRef="#ctx0" brushRef="#br0" timeOffset="211942.2547">13379 5305 0,'-11'0'63,"-1"0"234,0 0-297,0-12 0,1 0 15</inkml:trace>
  <inkml:trace contextRef="#ctx0" brushRef="#br0" timeOffset="214996.6095">12734 4272 0,'0'0'15,"12"0"-15,-12-12 16,-12 12 15,-12 0-15,13 12-16,-1-12 0,0 12 16,-152 46-1,-71 36 32,-35-12-16,-35-11 1,235-48-17,34-23 1,36 12-1,12-12 1,23-23 0,-23 23-16,47-24 15,-36 12-15,95-23 16,34-12 0,-11 12-1,0-12 1,-24 12 15,-82 23-31,71-23 16,-82 23-16,46-11 15,0 11 1,-46 0 0,-12 1-1,-24 11 1,-47 11-1,36 1-15,-95 11 16,95-11-16,-83 23 16,-35 12-1,-11-11 1,-1 11 0,24-12-1,59-12 1,23 1-1,23-1 17,13-11-17,-1-12 1,12-12 171,12 12 876,-12 12-1001,11-12-62,-11 12 125,0-24 250,0 0-375,0 0 16,0 1-16</inkml:trace>
  <inkml:trace contextRef="#ctx0" brushRef="#br0" timeOffset="216438.1974">11736 4507 0,'0'0'0,"-11"11"0,-1-11 15,0 0-15,0 12 16,1-12 0,58-12 15,211-34 0,-82 10-15,-12 1-1,-11 0 1,-118 35-16,82-24 31,-93 13-31,23-1 16,0 0 0,-12 0-1,-47 12 16,0 12-15,1-12-16,-72 24 16,60-13-16,-59 1 15,-59 12 1,0 11 0,-47 0-1,83 0 1,81-35-16,-81 35 15,81-23 1,-46 12-16,-1 11 16,13-23 15,22-1-15,25-11-16,-1 12 15,24-12 1,58-23-1,59-13 1,47 1 0,47-12-1,-176 36-15,106-13 16,-106 12-16,94-11 16,-48-1-1,-46 1 1,-11 23-1,-13-12 1,-11 12 0,-12 12 62,0 0 0,-12-12-16,0 0 1,1-12-63,-1 12 0,0 0 16,0-12-16</inkml:trace>
  <inkml:trace contextRef="#ctx0" brushRef="#br0" timeOffset="217087.3511">13767 4824 0,'-12'0'47,"12"-12"0,0 0-31</inkml:trace>
  <inkml:trace contextRef="#ctx0" brushRef="#br0" timeOffset="217994.7553">13180 4260 0,'0'0'0,"0"12"15,0 0 48,0-1 30,-12-11 282,0 0-359,1 0-16</inkml:trace>
  <inkml:trace contextRef="#ctx0" brushRef="#br0" timeOffset="218236.5951">13180 4260 0,'0'0'0,"0"12"0,-12-12 16,0-12-1,1 1 1</inkml:trace>
  <inkml:trace contextRef="#ctx0" brushRef="#br0" timeOffset="221591.6875">13145 4612 0,'0'0'0,"-12"0"0,-12 0 16,13 0 0,22 0 15</inkml:trace>
  <inkml:trace contextRef="#ctx0" brushRef="#br0" timeOffset="224112.4061">10211 7711 0,'11'0'16</inkml:trace>
  <inkml:trace contextRef="#ctx0" brushRef="#br0" timeOffset="228984.9084">13262 5504 0,'-12'0'15,"1"-11"1,-1 11-1,0 0 1,0 0 31,1 0-31,-1 0 46,0 0 172,0 0-171,1 0-32,-1 0-15,24 0 812,-12 11-828,11-11 16,1 0-16,0 0 0,0 0 0,11 12 15,-11-12-15,11 0 0,1 0 0,-1 0 16,1 0-16,-1 0 0,1 0 15,11 0-15,-12 0 0,1 0 0,-1 0 16,1 0-16,11-12 0,118-11 31,81-59 1,-199 58-32,212-140 31,-224 140-31,153-163 31,-93 69-15,-60 95-16,36-95 15,-48 83 1,1-59-16,0-23 16,-24 11 15,-35 12-16,36 71-15,-48-36 16,47 48-16,-47-25 16,-23 13-1,-23 23 1,-24 12 0,-24 23-1,-11 24 1,117-48-16,-82 48 15,46-24-15,-34 12 16,-35 47 0,22 35-1,37 24 1,34-12 0,24-12-1,23 58 16,12-34-15,12-36 0,11-23-1,24-12 1,23-23 0,-58-47-16,82 23 15,-70-23-15,58-12 16,23-12-1,-11-23 1,-23-12 0,-13 23-1,-46 13-15,12-1 16,-13 0 0,1 12-16,-24 0 406,12-12-406,0 1 15,-11-1-15,-1 0 16</inkml:trace>
  <inkml:trace contextRef="#ctx0" brushRef="#br0" timeOffset="229225.007">13731 5540 0,'0'0'0,"-11"0"15,11-12 1</inkml:trace>
  <inkml:trace contextRef="#ctx0" brushRef="#br0" timeOffset="232342.7257">11525 4319 0,'0'12'62,"-12"-12"-30,12 11-17,0-22 17,0-1-17,0 0 1,0-23-1,-11 0 1,-1 11 0,0 13-1,-11-1 1,-1 12 0,-11 0-1,23 0-15,-23 12 16,23-12-16,12 11 15,-35 1-15,-12 23 16,12 0 15,11 12-15,1 12 0,11-47-16,0 35 15,1-24-15,-1 36 16,12 0-1,0 11 1,0-23 0,12 0-1,11-12 1,1 0 0,-1-23-1,12 0 1,24 0-1,0-12 1,-1-24 15,-22 1-15,-1 11 0,0-12-1,-12 1 1,1 11-1,-24-11 1,12 23 0,-12-12-1,0 0 235,0 1-187,0 22 656,0 1-438</inkml:trace>
  <inkml:trace contextRef="#ctx0" brushRef="#br0" timeOffset="233651.3092">13767 4929 0</inkml:trace>
  <inkml:trace contextRef="#ctx0" brushRef="#br0" timeOffset="234620.1349">12135 4683 0,'0'0'0,"12"-12"0,-12 0 0,0 1 16,-12 34 15,12-11-31,-11 0 0,11-1 16,0 1-16,-12 0 0,12-1 16,0 1-16,0 0 0,0 0 15,12 11 1,46-11 15,-11-47 0,-23 35 16,-13 11-31,13-11-1,11-11 1,-11-13 0,-24-11-1,0-12 1,-12 12 0,12 23-1,0 24 1,-12 11-1,12-11 1</inkml:trace>
  <inkml:trace contextRef="#ctx0" brushRef="#br0" timeOffset="235968.2431">13884 4929 0,'0'0'0,"12"0"0,-1 0 16,1 0-16,-24 12 62,12 0-62,-11-1 16,-1 1-16,-11 23 16,-1 12 15</inkml:trace>
  <inkml:trace contextRef="#ctx0" brushRef="#br0" timeOffset="236184.907">13825 4953 0,'0'0'16,"-11"0"-16,-1-12 15,24 12 1,35 23 0,11 13-1,-11-1 1,-23-23 0</inkml:trace>
  <inkml:trace contextRef="#ctx0" brushRef="#br0" timeOffset="236684.2318">14213 4964 0,'0'0'0,"0"-11"0,0-1 0,-12 0 16,0 1-1,12 22 16,0 1-31,12 11 16,0 1 0,11-1-1,-23-11-15,24-12 16,-24 12 0,23-12-16,1-24 15,-13 13 16,-11-1-15,0 24 15,12-12-31,23 23 16,12-11 0,12-12-1,-24-12 1,-35-35-1,-35 12 1,0 0 0,23 23-16,-23 0 15,23 12 1,12 12-16,0 0 16</inkml:trace>
  <inkml:trace contextRef="#ctx0" brushRef="#br0" timeOffset="237799.6584">15069 4882 0,'0'-11'0,"-11"11"16,-1 0 0,0 0-16,0 11 15,1 1-15,-1 0 16,0 0-16,12-1 31,47 13 0,47-36 1,-94 0-32,12-23 15,-12 23-15,-12 1 16,-35 11-1,12 0 1,23 0-16,0 11 16,12 1-16,0 0 15,12 0 1,35-12 0,-23 0-1,-24-12 1,-36 0 15,25 12-31,-25 0 16,25 0-16,11 12 15,23-12 1,1 12-16</inkml:trace>
  <inkml:trace contextRef="#ctx0" brushRef="#br0" timeOffset="238350.0592">15140 4730 0,'0'0'16,"0"-12"-16,12 0 16,-24 1-1,-47 11 1,-23 11 0,58 13-16,-69 23 15,69-24-15,-23 36 16,12 23-1,47 0 1,82-11 0,35-13-1,23-23 1,-117-35-16,95-23 16,-48-47-1,-47-48 1,-47-23 15,-70 12-15,47 106-16,-106-24 15,106 47-15,-71 23 16,12 36 0,47 35-1,47-12 1,36-47-16</inkml:trace>
  <inkml:trace contextRef="#ctx0" brushRef="#br0" timeOffset="243523.0217">11431 4824 0</inkml:trace>
  <inkml:trace contextRef="#ctx0" brushRef="#br0" timeOffset="247079.5184">11255 4812 0,'12'0'15,"-24"0"1,12 12 2000,0-24-1391,0 0-610,12 0-15</inkml:trace>
  <inkml:trace contextRef="#ctx0" brushRef="#br0" timeOffset="247437.7295">11443 4765 0,'12'12'0,"-12"-24"47</inkml:trace>
  <inkml:trace contextRef="#ctx0" brushRef="#br0" timeOffset="248115.388">15574 5047 0,'0'0'0,"0"11"0,12-11 15</inkml:trace>
  <inkml:trace contextRef="#ctx0" brushRef="#br0" timeOffset="253401.7648">11478 4307 0,'-12'0'16,"12"-12"-16,-11 12 0,11-11 15,-12 11-15,0 0 16,0-12-16,1 12 16,-1 0-1,0-12-15,-23 12 16,-24 0 31,-23 35-16,82-23-31,-59 70 31,48-70-31,-1 23 16,0 24 0,1-12-1,-1 23 1,12-11-1,0 0 1,12-12 0,11-12-1,0-12 1,1 1 0,35-24 15,-12 0-16,11-12 1,-11 0 0,-12-11-1,12-1 1,-35 24-16,12-35 16,-13 23-16,24-34 15,-11-13 1,-12-12-1,-12 1 1,0 11 0,0 48-16,-12-25 15,12 25-15,0-1 16,-12-23-16,-11-1 16,-1 1 15,1 12-16,-1 11 1,1 0 0,11 12-16,-11 0 15,11 0-15,-35 24 16,-12 11 0,1 0-1,11 12 1,23 0-1,12-35-15,-11 47 16,23-48-16,-12 48 16,12 11-1,0 13 1,24-13 0,11 0 15,-23-58-31,58 23 15,12-23 1,12-24 0,23-58-1,-23-24 1,-23-47 0,-59 106-16,-24-118 15,0 130-15,-47-59 16,-70 35-1,-23 47 1,23 70 0,82-35-1</inkml:trace>
  <inkml:trace contextRef="#ctx0" brushRef="#br0" timeOffset="255292.6575">11138 4824 0,'0'0'0,"11"0"15,-11-12 1,-11 12 78,-1 0-79,0-12 1,1 0-16,-83-11 31,11-1-15,-22 13 15,-71-1-15,23 12-1,24 12 1,-12 11 0,0 24-1,-11-12 1,-1 12-1,118-35-15,-106 35 16,118-35-16,-48 11 16,24 1-1,24-1 1,11-11 0,12 0-1,0-24 329,0 0-344</inkml:trace>
  <inkml:trace contextRef="#ctx0" brushRef="#br0" timeOffset="255916.0143">9272 4941 0,'0'0'0,"0"-12"0,-12 12 31,0 0-16,-35 12 1,-11 35 0,-13 35-1,59-58-15,-35 46 16,47-47-16,-11 1 16,11 35-16,11-1 15,60-23 1,35-35-1,-1-23 17,1-47-17,-36-60 1,-70 1 0,-70 0-1,-12 59 1,-12 46-1,12 48 1,70-1-16,-23 60 16,35-60-16,35 47 15,24-11 1</inkml:trace>
  <inkml:trace contextRef="#ctx0" brushRef="#br0" timeOffset="256498.3759">9283 4847 0,'0'0'0,"12"-12"16,-12 1-16,0-13 16,-12 12-16,-23 12 15,23 0 1,-34 36-16,-37 22 15,13 36 17,0 12-17,58-71-15,-12 59 16,24-59-16,0 36 16,24-48-16,23 47 15,-36-70-15,60 24 16,35-36-1,-1-47 1,-11-34 0,-82 57-16,-12-93 15,-12 94-15,-47-47 16,-46 12 0,23 70-1,35 35 1,70 35-1,48-35 1</inkml:trace>
  <inkml:trace contextRef="#ctx0" brushRef="#br0" timeOffset="257031.1712">11326 4765 0,'0'0'0,"-24"0"110,12 0-110,1 0 0</inkml:trace>
  <inkml:trace contextRef="#ctx0" brushRef="#br0" timeOffset="257447.3632">9166 5399 0,'0'0'0,"12"0"15,0 0-15,-12-24 32,0 12-1</inkml:trace>
  <inkml:trace contextRef="#ctx0" brushRef="#br0" timeOffset="346500.0501">14130 2922 0,'0'0'0,"0"-11"31,-11 11-31,11-12 15,-12 12 1,12 12 93</inkml:trace>
  <inkml:trace contextRef="#ctx0" brushRef="#br0" timeOffset="347242.991">12910 4295 0,'-12'0'16,"0"0"-16,1 0 15,-1 0 32</inkml:trace>
  <inkml:trace contextRef="#ctx0" brushRef="#br0" timeOffset="348458.8957">11408 4354 0,'0'12'32,"0"-24"15,0 0-32,0 1 1,0-1-16,0 0 15,0 0-15,0 1 16,-12 11-16,12-12 0,-24 0 31,-58 24 1,-47 70-1,12 71 0,82-48-15,23-11-1,24 12 1,23-47 0,0-24-1,35-23 16,1-12-15,-1-24 0,-58 12-16,58-35 15,-46 36-15,11-48 16,24-23 0,-24-12-1,-12 0 1,-23 0-1,-23 12 1,23 70-16,-47-58 16,35 58-16,-23-11 15,-12-1 1,-11 24 0,-13 24-1,1 23 1,58-24-1,-23 24 1,23-35-16,0 23 16,1-12-1,11-11 1,0-24 15,11 12-31</inkml:trace>
  <inkml:trace contextRef="#ctx0" brushRef="#br0" timeOffset="349841.4648">11255 4941 0,'0'-12'31,"0"1"16,-12 11 0,1 11-32,-1-11-15,-35 71 16,-12-1 15,48-46-31,-36 34 16,35-34-16,-23 34 15,23-46-15,0 23 16,0-23 0,12-24-1,0 1 1,24-48-1,-12 35-15,23-81 16,-23 81-16,-1-46 16,1 23-1,0 35 1,-36 47 0,-23 48-1,-23 46 1,35-47-1,11-35 1,13-24 15,22-23-15,36-58 0,24-60-1,-24 48 1,-36 46-1,-22 48 1,-60 46 0,12 24-1,48-82-15,-36 70 16,47-70-16,-12 23 16,59-23-1,-24-12 1</inkml:trace>
  <inkml:trace contextRef="#ctx0" brushRef="#br0" timeOffset="350473.3395">11889 4554 0,'0'0'0,"-12"0"0,0 0 15,1 0-15,-1 0 0,0 0 16,0 11 0,36-22 15,305-83 0,-106 35-15,23 12-1,-23 24 1,-94-1 15,-105 24-31,34-12 16,-46 12-16,0 0 16,-36 0-1,-34 0 1,-36 24-1</inkml:trace>
  <inkml:trace contextRef="#ctx0" brushRef="#br0" timeOffset="350855.6998">11877 4577 0,'0'0'0,"-23"12"0,-1-12 0,1 0 0,-36 0 15,71 0 17,35-12-17,117-35 1,59-11 0,-153 46-16,189-47 15,-201 47-15,130-23 16,-24 12-1,-81-1 1,-48 12 0,-47 12 31,0 0-32,1 0-15,-36 0 16,23 0-1</inkml:trace>
  <inkml:trace contextRef="#ctx0" brushRef="#br0" timeOffset="351705.9182">11830 4565 0,'0'0'0,"-12"0"15,1 0 1,-1 0-16,12 12 16,-12-12-16,12 12 15,-12-12-15,24 0 47,12-12-31,257-70 15,13 0 0,-189 47-15,-11 11-1,-35 1 1,-47 23-16,11 0 16,-11 0-1,-12-12 1,-12 12 0,-35 0-1,-11 23-15</inkml:trace>
  <inkml:trace contextRef="#ctx0" brushRef="#br0" timeOffset="352121.1659">11736 4589 0,'0'0'0,"-23"0"0,11 12 0,0-12 0,-11 0 15,46 0 17,24-12-32,71-23 31,105-36-15,-71 36-1,-105 23-15,129-35 16,-141 36-16,71-13 15,-12 1 1,-35 11 0,-24 0-1,-35 0-15,12 12 16,-1 0-16,-11-11 62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55:25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1796 4072 0,'0'0'16,"-12"0"-16,0 0 0,12-11 0,-12 11 0,1 0 15,-1 0-15,0 0 0,0 0 16,12-12-16,-11 12 0,-1 0 16,0 0-1,12 12 63,12-12-62,-12 11-16,70 1 16,24 0-1,59-12 1,-106 0 0,188-12-1,-165 12-15,176-12 16,130 1-1,23-1 1,59 12 0,-224 12-1,-163-1-15,140-11 16,-164 12-16,47-12 16,-24 12-1,-46-12 1,-48 0-1,-81-12 1</inkml:trace>
  <inkml:trace contextRef="#ctx0" brushRef="#br0" timeOffset="582.8708">1526 4178 0,'-12'0'0,"12"-12"0,-12 1 16,24 11 62,11 11-78,-11-11 0,0 0 16,47 12-1,70 12 1,70-24 0,-140 11-16,152-11 15,-129 0-15,282 0 16,59 0 0,-1 0-1,-35-11 1,-105 11-1,-118-12 1,-140 12-16,35-12 16,-48 12-1,-11-12-15,-11 1 16,-72-1 0,60 12-1</inkml:trace>
  <inkml:trace contextRef="#ctx0" brushRef="#br0" timeOffset="5361.2619">5270 7758 0,'0'0'0,"0"-12"0,11 12 15,-11-12-15,0 0 0,0 1 16,-11 22 31,11 1-47,-12 0 15,0 47 1,36 23 15,58-59 1,-35-46-1,-47-12-16,0 23-15,11 12 16,1-12 31,0 12-31,35 12-1,0-12 1,0-12-1,-36-11 1,-22-13 0,-36-11-1,12 12 1,11 24 0,24 22-1,12 36 1,-12-35-1</inkml:trace>
  <inkml:trace contextRef="#ctx0" brushRef="#br0" timeOffset="7275.7287">6032 7734 0,'0'-12'32,"0"1"-17,24 11-15,-12 0 16,-1-12-16,1 12 0,35 0 31,0 0-15</inkml:trace>
  <inkml:trace contextRef="#ctx0" brushRef="#br0" timeOffset="7393.2448">6173 7781 0,'0'0'0,"-70"35"31,82-35-16,23 0 1,-12 0-16,71-23 16</inkml:trace>
  <inkml:trace contextRef="#ctx0" brushRef="#br0" timeOffset="8092.8665">6772 7546 0,'0'0'0,"-12"0"16,12-11-16,-12 11 16,1 0-1,-1 11 1,12 1-1,-12 0 1,12 0 0,0-1-1,12 1 1,0-12 15,-12 12-31,0 0 16,0-1-1,11 13 1,1 11 0,0-23-1,0-1-15,23-11 16,-23 0-16,34-11 16,-10-13-1,-25-11 1,1-24-1,-12 48-15,0-13 16,0 12-16,12 12 16,0 36-1,11 11 1,12-12 15,12 0-15,24-35-1,-36-35 1,-35 23-16,12-47 16,-12 48-16,-36-48 15,13 12 1,-1 47 0,24 35-1,0-11-15,0-1 16</inkml:trace>
  <inkml:trace contextRef="#ctx0" brushRef="#br0" timeOffset="8424.7004">7394 7687 0,'0'12'0,"0"-24"0,-12 24 15,0 23 1,12-11 0,12-1-1,-12-11-15,35-12 16,12-12 0,-23-11-1,-24-13 1,-35 13-1,-12 23 1,23 12 0,12 11-1</inkml:trace>
  <inkml:trace contextRef="#ctx0" brushRef="#br0" timeOffset="8626.2661">7523 7523 0,'0'0'0,"-12"-12"0,0 12 16,1 0 0,11 35-1,23 24 1,12 12-1,-23-48-15,23 59 16</inkml:trace>
  <inkml:trace contextRef="#ctx0" brushRef="#br0" timeOffset="9074.871">7852 7746 0,'0'0'0,"0"-12"0,-12 0 0,0 1 16,-11-1 0,-1 12-1,1 35 1,-13 24 0,13-12-1,23-12 1,35-23-1,12-12 1,0-24 0,-35 13-16,11-25 15,-23 25-15,12-72 16,-24-10 0,-11 10 15,11 48-16,0 47 1,12 58 0,0-46-16,24 58 15,-24-59-15,35 48 16,24-1 0,-48-58-16</inkml:trace>
  <inkml:trace contextRef="#ctx0" brushRef="#br0" timeOffset="9541.1609">8274 7617 0,'0'0'0,"0"12"0,-12-12 15,24 0 1,-12-12-1,106-12 17,-83 24-32,36-35 15</inkml:trace>
  <inkml:trace contextRef="#ctx0" brushRef="#br0" timeOffset="9823.2566">8708 7429 0,'0'0'0,"0"-12"0,0 1 16,-11 11 0,-1 11-1,12 1 1,-12 23-1,12-11-15,0-13 0,0 36 16,12 36 0,0-25-1,23-11 1,-23-23 0</inkml:trace>
  <inkml:trace contextRef="#ctx0" brushRef="#br0" timeOffset="10124.1489">8661 7499 0,'0'0'0,"0"-11"0,-11-13 15,11-11-15,0 12 0,0-13 16,11 25 0,13 11-16,-12-12 0,70 12 15,-59 23 1,36 24-1,-12 59 1,-35 23 0,-36 12-1,24-106-15,-12 71 16,12-83-16,36 36 16,22-24-1,24-35 1,12-47-1,-82 24-15,12 11 0</inkml:trace>
  <inkml:trace contextRef="#ctx0" brushRef="#br0" timeOffset="12304.2405">9307 7347 0,'0'0'0,"12"-12"0,-12 0 0,11 1 15,1-1-15,-12 0 16,-12 12 15,12 12-31,-11 0 0,11-1 16,-12 1-16,-23 94 15,-1 46 32,48-128-31</inkml:trace>
  <inkml:trace contextRef="#ctx0" brushRef="#br0" timeOffset="12491.0284">9330 7323 0,'0'-23'0,"0"46"0,0-58 0,0 24 16,0-1-16,24 24 31,-12-1-31,23 36 16,12 24-1,-24 11 1,1-12-1,-24-58 1</inkml:trace>
  <inkml:trace contextRef="#ctx0" brushRef="#br0" timeOffset="13154.1952">9283 7629 0,'0'0'0,"-11"0"0,-13 0 0,1 0 16,-12 0 0,46 0-1,71-12 1,36-23 0,-95 23-16,106-47 15,-105 47 1,46-34-16,-23-13 15,-23 24 17,-24 11-17,0 1 1,0 34 0,0 1-1,11 23 1,1 1-1,12 11 1,11-12 0,-12-24-1,1-34 1,-13 0 0,-11-13-1,12 25 1,0 11-1,0 0 1,11 11 0,-11 1-16,23 0 15,47-12 1,0-47 0,-23 12-1,-82-12 1,-24 0-1,23 35-15,-23 0 16,24 1-16,23 22 16,23 1-1</inkml:trace>
  <inkml:trace contextRef="#ctx0" brushRef="#br0" timeOffset="14902.5007">10011 4565 0,'0'0'16,"-23"0"-16,-13 0 0,13 0 0,-1 0 16,-11 12-16,12-12 0,-12 0 0,11 0 15,12 0-15,-11 12 0,11-12 0,0 0 16,1 0-16,34 0 15,1 0-15,-1-12 0,12 12 16,411-59 0,364 13 31,-24 34-16,-715 12-31,222-12 31,-281 12-31,-47 0 16,-47-12-1</inkml:trace>
  <inkml:trace contextRef="#ctx0" brushRef="#br0" timeOffset="15269.4189">9530 4765 0,'0'0'0,"-35"0"0,11 12 0,1-12 16,-13 0-1,119-36 1,116-22-1,130-13 1,105 1 0,-317 46-16,388-22 15,-376 46-15,235-24 16,35 12 0,-153 1-1,-128-1 1,-83 0-1,-47 0 1,12 1-16,-35-1 16</inkml:trace>
  <inkml:trace contextRef="#ctx0" brushRef="#br0" timeOffset="15434.419">12558 4389 0,'0'0'0,"12"0"0,-1 12 0,1-12 16,0 0-1,-12-12 1</inkml:trace>
  <inkml:trace contextRef="#ctx0" brushRef="#br0" timeOffset="23043.5054">9143 7241 0,'0'0'0,"0"-11"0,0-1 16,0 0-16,-12 0 0,0 12 16,0 0-1,1 12-15,11 12 16,0-13-16,-12 1 15,12 0-15,0 11 0,0-11 0,0 117 32,35-23-17</inkml:trace>
  <inkml:trace contextRef="#ctx0" brushRef="#br0" timeOffset="23277.4803">9025 7629 0,'0'0'0,"-12"0"0,1 0 16,-1 0-1,24-12 1,70-23-1,-12 11 1,36-11 0,-71 23-16</inkml:trace>
  <inkml:trace contextRef="#ctx0" brushRef="#br0" timeOffset="23560.3363">9190 7746 0,'-12'0'31,"0"12"-31,12 11 15,0-11-15,-12 23 16,12 24 0,-11 11-1,11-46-15,0 34 16,0-46-16,0 0 0</inkml:trace>
  <inkml:trace contextRef="#ctx0" brushRef="#br0" timeOffset="23943.1345">9213 7887 0,'0'0'0,"-23"0"0,23-12 16,-36-11-1,25 23 1,22 0-1,48 0 1,-36 0-16,24 11 16,-35-11-16,12 12 15,-24 12 1,-12-1 0,0-11-1,0-1 1,12 1 15,0 0 0,-35 0-31,-23 23 32,11-23-32</inkml:trace>
  <inkml:trace contextRef="#ctx0" brushRef="#br0" timeOffset="26224.9276">9835 4072 0,'-12'0'0,"1"0"16,-1 0 0,0 0-16,12 12 31,12-12-31,-12 12 0,12-12 15,-1 12-15,1-1 0,0 1 0,-1-12 16,1 12-16,12-12 0,128 47 31,-117-35-31,259 35 32,11-24-1,0-35 0,-152-23-15,-36 0-1,0 0 1,-11-24 15,-12-11-15,-12-1-1,-58 48-15,34-24 16,-46 35-16,35-58 16,-24 11-1,-11 0 1,-35-11 0,-24-1-1,0-11 1,35 70-16,-70-70 15,70 71-15,-70-25 16,-24-11 0,-23 12-1,0 0 1,0 12 15,106 23-31,-118-24 16,106 24-16,-59 0 15,-35 0 1,23 12 0,12 11-1,0 1 1,82-13-16,-81 25 16,69-25-16,-46 25 15,-36-1 1,12 12-1,12 11 1,0 1 0,58-47-16,-23 47 15,12-1 1,35 24 15,0-11-15,12 11-1,0 0 1,-12-70-16,35 82 16,-35-71-16,23 36 15,24 11 1,12 1 0,11-24-1,71 0 1,0-24-1,0-23 1,23 0 0,12-12-1,-11-23 1,-1-12 0,-129 35-1,106-34 1,-106 22-16,71-11 15,23-36 1,-24-11 0,-11-12-1,-23 12 1,-59 71-16,34-48 16,-34 24-16,0-24 15,-12-35 1,-47 0-1,-12-11 1,-35 22 0,71 72-16,-106-48 15,94 47 1,-71-35-16,-35 0 16,-11 24 15,-1-1-16,-11 13 1,-12 22 0,58 25-1,-22 22 1,10 24 0,-10 12-1,34 12 1,24 0-1,58-83-15,-34 83 16,46-83-16,0 59 16,36 12-1,70-12 1,93-23 0,95-24 15,-188-35-31,-12 0 0</inkml:trace>
  <inkml:trace contextRef="#ctx0" brushRef="#br0" timeOffset="27805.3805">11572 3861 0,'0'0'0,"0"-11"16,-12 11-16</inkml:trace>
  <inkml:trace contextRef="#ctx0" brushRef="#br0" timeOffset="28579.0689">11525 3803 0,'0'0'0,"0"11"15,0 1 110,12-12-93,-24 12 218,0-12-250,1 0 15,-1 0-15</inkml:trace>
  <inkml:trace contextRef="#ctx0" brushRef="#br0" timeOffset="29553.0223">10281 3896 0,'12'0'0</inkml:trace>
  <inkml:trace contextRef="#ctx0" brushRef="#br0" timeOffset="42142.1937">4612 3169 0,'0'-12'0,"0"0"15,0 1 17,24 11-17,-12 11 1,-1 1-1,1 35 1,-12-35-16,12 70 31,58-70 16,247-177-16,-94 36-15,-176 94-16,153-94 16,-154 94-16,60-24 15,-47 12 1,-36 12 0,-11 23-1,-35 12 1,-13 35-1,-81 36 1,47-24 0</inkml:trace>
  <inkml:trace contextRef="#ctx0" brushRef="#br0" timeOffset="42708.8712">4483 3110 0,'0'-12'0,"0"24"0,0-35 0,0 11 0,-11-12 15,11 1 1,-12 11 0,12 24 15,0 23-31,23 24 16,12 11 15,1-23-16,34-23 1,-58-13-16,93-34 16,-69 23-16,93-59 15,70-35 1,13-35 0,-13 0-1,-70 47 1,-58 47-1,-60 23 1,-11 24 47,0 0-48,0-1-15</inkml:trace>
  <inkml:trace contextRef="#ctx0" brushRef="#br0" timeOffset="58506.8952">2993 4002 0,'0'0'0,"-35"0"16,-1 0-16,13 0 0,-1 0 0,1 0 16</inkml:trace>
  <inkml:trace contextRef="#ctx0" brushRef="#br0" timeOffset="59258.1539">1760 3098 0,'0'0'0,"0"-11"0,0-1 0,0 0 16,-11 0-16,22 12 31,13 0 0,23 71 0,0 23 1,-35-59-17,11-12 1,47-34 0,95-71-1,152-95 1,-223 119-16,293-130 15,-47 82 1,-93 48 0,-107 23-1,-81 23 1,-47 12 0,0 0-1,-1 0 16,1 12-15,0-1-16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5:57:52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 2465 0,'0'0'0,"-12"-12"15,0 12 1,12-12 0,12 12 30,0 0-14,-1 0-17,1 12 1,12 23 0,-13-11-1,13-1 1,-13-23-1,1 0 1,47-47 0,-36 24-16,60-36 15,-60 35-15,12-11 0,24-12 16,-36 24-16,83-36 16,-47 24-1,-36 35 1,-23-12 15,12 12 32,-12 12-63,0 0 15</inkml:trace>
  <inkml:trace contextRef="#ctx0" brushRef="#br0" timeOffset="8157.33">11490 2770 0,'0'0'0,"12"-12"16,-12 0-1,0 1-15,0-1 16,11 12-1,-11-12-15,0 0 32,12 12-32,-12-11 15,0-1 1,12-23 15,-24 35 0,0 11-15,1 13-16,-36 35 16,35-36-16,-23 36 15,11 11 1,12-11 0,36-24-1,35-23 1,-36-12-1,71-24 1,-71 13-16,60-36 16,-13-47-1,-47 0 1,-34 47 0,-36 35-1,23 12-15,-23 35 16,36-23-16,-13 23 0,-11 59 15,35 0 1</inkml:trace>
  <inkml:trace contextRef="#ctx0" brushRef="#br0" timeOffset="8740.9267">11678 3756 0,'0'0'0,"-24"0"16,12 0-16,1 0 0,-1 0 0,0 0 15,0 0-15,1 11 0,-1 1 16,12 12-16,-47 105 31,70 0 1,107-141-1,-119-11-31,71-165 31,-82 164-31,-35-23 16,-47 24-1,0 46 1,35 36 0,47-47-16,0 46 15</inkml:trace>
  <inkml:trace contextRef="#ctx0" brushRef="#br0" timeOffset="9761.7089">11595 2711 0,'0'-12'31,"12"12"0,-12-11-31,0-1 16,0 0-1,-12 12 1,1-12 15,-1 1 0,0 11-15,0 0 0,12 11 15,0 1 16,0 0-32</inkml:trace>
  <inkml:trace contextRef="#ctx0" brushRef="#br0" timeOffset="10590.2138">11771 2782 0,'-11'0'0,"-13"0"16,13 11-16,-1-11 0,-59 94 31,60-70-31,-83 175 31,94-187-31,47 70 32,94-129-1,-83-70-16,-46 81-15,11-140 32,-23 141-32,-11-59 15,-25 47 1,-10 71 0,-37 93-1,-11 118 1,71-36-1,58-11 1,36-35 0,23-71-1,-24-59 1,-58-34-16,11-71 16,-23 58-1,0-70-15,-35 36 16,-35 104-1,-13 48 1,36 24 0,71-24 15,-12-71-31,82 36 16</inkml:trace>
  <inkml:trace contextRef="#ctx0" brushRef="#br0" timeOffset="12986.6395">3990 3274 0,'0'0'0,"-11"0"0,-13 0 0,12 0 16,1 0-16,-1 0 0,0 0 0,12 12 15,-12-12-15,24 12 16,12-12 0,-1 0-16,1 0 0,-1 12 0,12-12 15,0 0-15,1 0 0,11 0 16,0 0-16,305-36 31,-47 13 0,-164-1 1,-130 24-32,13-11 31,-48 11-15,1 0-16,-1 0 0</inkml:trace>
  <inkml:trace contextRef="#ctx0" brushRef="#br0" timeOffset="13286.6673">4037 3345 0,'0'0'0,"-11"0"0,-13 12 0,12-12 15,36 0 1,81-24-1,-69 24-15,163-35 16,-140 35-16,105-12 16,24 0-1,-82 1 1,-59 11 0,-36 0-1,-58-12 1,-11 12-1,-1-12 1</inkml:trace>
  <inkml:trace contextRef="#ctx0" brushRef="#br0" timeOffset="15434.6311">9800 1350 0,'0'0'0,"0"-12"16,0 0-16,0 0 15,0 1-15,-12 11 0,12-12 16,-12 12 0,12 23-1,0-11-15,0 0 16,0 0-16,-11 70 16,22 0 30,36-59-14,-23-69-1,-13 22-15,1 12-1,0 12 1,23 0-1,12 0 1,24 12 0,-60-12-16,36 0 15,-47-12 1,12 1-16,-12-13 16,-35-23 15,0 12-16,23 23-15,0 0 16,24 24 0</inkml:trace>
  <inkml:trace contextRef="#ctx0" brushRef="#br0" timeOffset="16150.2456">10328 1467 0,'0'0'0,"-12"0"0,12-12 0,0 24 47,0 0-31,0 0 0,0 11-16,0 12 15,12 0 16,-12-23-15,0 0-16,0-24 31,0 0-15,0-11 0,0-24-1,0 35-15,0 1 16,12-1-16,-1 0 15,1 12-15,0 0 16,0 12 0,-1 0-1,13 11 1,-12 0 0,-1 1-1,-11-12 1</inkml:trace>
  <inkml:trace contextRef="#ctx0" brushRef="#br0" timeOffset="17031.7853">10527 1537 0,'0'0'0,"12"0"47,-12-11-32,12 11-15,0-12 16,11-11 0,-11-1-1,-12 12 1,0 1 15,-12 11-15,-11 0-1,11 11 1,0 13 0,12-1-1,0 12 1,0 1-1,24-25 1,-1 1 0,1-12-1,-1-23 1,1-13 0,-13 1-1,-11 24-15,12-1 16,-12-12-1,0 36 32,0 0-31,0 0 0,0-1-16,12 1 15,-1-12-15,1 12 16,12-1-1,-1-11 1,-11 0 0,0-11-1,-1 11 17,1 11-1,0-11-31,23 0 15,0-23 17,0 0-17,-35-13 1,-23 13 0,0 11-1,-13 12 1,13 24-1,11-13-15,0 13 16</inkml:trace>
  <inkml:trace contextRef="#ctx0" brushRef="#br0" timeOffset="18647.5003">11208 1385 0,'0'0'0,"-12"0"16,1 0-16,-1 0 0,0 0 0,0 0 16,1 0-16,-1 0 0,12 12 31,12-12-31,11 0 16,-11 0-16,0 0 0,11 0 15,165-24 1,-82-11 15,-106-12 16,0 12-16,-12 35-15,0-12-1,12 24 1,24 23 0,-24-23-16,35 23 15,-24-35-15,1 35 16,-12 0 0,-12 1-1,-46-1 1,11-12-1</inkml:trace>
  <inkml:trace contextRef="#ctx0" brushRef="#br0" timeOffset="19313.1258">12053 1209 0,'0'0'0,"0"-12"0,0 0 15,-12-11 1,1 23 0,11 12-1,-12 11 1,12 24-1,-12-23 1,36-1 0,-1-23-1,-11 0-15,11 0 16,1-12 0,-12 1-16,-1-1 15,1 12 16,0 0-31,0 0 16,11 12 15,-11-12-31,23 0 16,-35-12-16,12 12 16,-1-35-1,-11-1 1,-23 13-1,23 35 1,0-1 0,12 13-1</inkml:trace>
  <inkml:trace contextRef="#ctx0" brushRef="#br0" timeOffset="19663.1384">12429 1326 0,'0'0'0,"-12"0"0,0 0 16,1 12 0,-1 11-1,12-11-15,0 12 16,0-13-16,35 1 15,0 0 1,12-24 0,-12-11-1,-35-1 1,0 12-16,-35-11 16,23 23-16,-23-12 15,12 12 1,-1 12-1,13-12 1</inkml:trace>
  <inkml:trace contextRef="#ctx0" brushRef="#br0" timeOffset="19879.0336">12570 1185 0,'0'0'0,"-12"0"0,12-11 0,-24 11 16,13 0-16,-1 0 16,12 11-16,0 13 15,0 23 1,23 11 0,13 1-1,-36-47-15</inkml:trace>
  <inkml:trace contextRef="#ctx0" brushRef="#br0" timeOffset="20314.2829">12804 1385 0,'0'0'16,"0"-12"-16,-11 12 15,-1-12 1,0 12-16,-11 12 15,11-12-15,0 24 16,-11-1 0,-1 1-1,24-1 1,0-11-16,35-12 16,-23 0-16,0 0 0,23 0 15,12-12 1,-24-23-1,-11-24 1,-12-23 0,0 59-1,-12-24 1,1 35-16,11 0 0,-12 0 16,0 24-1,12 23 1,-11 36-1,11 11 1,11-59-16,1 13 16,0-25-16,-12 1 0</inkml:trace>
  <inkml:trace contextRef="#ctx0" brushRef="#br0" timeOffset="20611.7572">13027 1138 0,'0'0'0,"-11"12"0,11 0 31,11-12-15,36 0 0,12 0-1,-24-24 1,-11 1 0,-24 11-16</inkml:trace>
  <inkml:trace contextRef="#ctx0" brushRef="#br0" timeOffset="20894.944">13473 962 0,'0'0'0,"12"0"0,-12 12 47,0 0-32,0 0-15,0 35 16,0-1 0,0 1-1,0-11 1,0-25-16</inkml:trace>
  <inkml:trace contextRef="#ctx0" brushRef="#br0" timeOffset="21245.8907">13450 974 0,'0'0'0,"-12"0"0,12-12 15,-12 12-15,1-23 16,34 23 0,24-12-1,35 24 1,-11 11 0,-24 24-1,-36 35 1,-11 1-1,-11 11 1,11-36 0,35-11-1,23-23 1,-34-24 0,46 0-1,-23-24-15,0 1 0</inkml:trace>
  <inkml:trace contextRef="#ctx0" brushRef="#br0" timeOffset="22027.9159">13051 1127 0,'-12'0'0,"0"0"16,1 0-16,-1 0 16,0 11-1,0 1-15,1 0 47,104 0-16,-10-24-15,-13-12 0,-46 24-1,-36 0 1,-12 0 0,13 0-16,-60 12 15,1 12 1,23-13-1,23 1 1,48-12 0,11 0-1,-23 0-15,58-12 16,-58 12 0,11-11-1,-11-1 1,-35 0-1,11 0-15</inkml:trace>
  <inkml:trace contextRef="#ctx0" brushRef="#br0" timeOffset="57981.858">6748 6831 0,'0'0'0,"-11"0"15,11 11-15,11-22 78,1-1-78,0 12 16,0-12-16,93-70 16,106-141 15,95-129 16,-25 23-16,-163 188-15,-1 12-1,-58 59 1,-48 46-16,48-46 16,-47 58-16,23-35 15,0 12 1,-23 12-1,0 11 1,-24 12 62,12 12-62,-12-12-16,12 11 15,-47 25 1,36-13-16,-60 59 16,48-58-16,-36 70 15,-47 46 1,12 25 0,-11-24-1,11-24 1,-12 0-1,36-35 1,11-23 0,1 0-1,-13-1 1,59-46-16,-35 23 16,36-23-1,-48 35 1,12 0-1,12-12 1,0-11 0,11-1-1,12 1 1,1-24-16,-1 11 16,0 1-1,1 0-15,-1-12 16,0 12-1,0-1 1,12 1 62,0 0 63,0 0-110,0-1 16,0 1-31,0 0-16</inkml:trace>
  <inkml:trace contextRef="#ctx0" brushRef="#br0" timeOffset="60872.116">7159 6549 0,'12'0'62,"-12"-12"-30,12 12-32,-12-12 15,0 1-15,11-1 32,1 12-17,0 0 1,0 35-1,-1 24 1,-11-36 0,0 59-1,-11-46-15,-1 46 16,-47 35 0,0 1-1,-11-13 1,-12-11-1,-12-12 1,71-70-16,-48 70 16,48-70-16,-24 35 15,0 11 1,0-22 0,23-1-1,13-23 1,11-1-16,-12-11 15,12 12 1,-12-12 0,12 12 31,0-24-32</inkml:trace>
  <inkml:trace contextRef="#ctx0" brushRef="#br0" timeOffset="62990.6005">7230 6326 0,'0'-12'16,"0"0"625,0 24-548,11-12-77,-11 12-16,12 0 0,0-1 16,11 60-1,12 58 16,-23 12 1,-59-12 15,0-35-32,-11-12 1,-13 12-1,59-83-15,-70 72 16,71-72-16,-48 36 16,-23 24-1,0-24 1,11 11 0,1-11-1,46-35-15,-23 23 16,36-23-1,-25 11-15,13 13 16,-1-13 0,1 1-1,11-13 17,12 1-17,12-12 126,0 0-126,-1 0 32,-11-12-31,12 12-16,0 0 31,-12-11-15,12 11-1,-1 0 1,1 0 0,-12-12-1,12 12 17,-12-12-32,0-35 15,0 35-15</inkml:trace>
  <inkml:trace contextRef="#ctx0" brushRef="#br0" timeOffset="64219.1545">13004 1174 0,'0'0'16,"-12"0"-16,12-12 31,12 12-31,0 0 16,-1 0-16,13-12 0,-13 12 15,13-12-15,-1 12 0,1-11 0,-1 11 16,71-24 0,-94 24 31,-82 0-16,23 12 0,71-12 0,-12-12-31,47-11 16,-23 23-16</inkml:trace>
  <inkml:trace contextRef="#ctx0" brushRef="#br0" timeOffset="66433.7348">13954 868 0,'0'0'0,"0"-11"0,0-1 15,0 0 1,0 24 15,0 0-15,12-1-16,-12 1 0,24 59 31,23 34 0</inkml:trace>
  <inkml:trace contextRef="#ctx0" brushRef="#br0" timeOffset="66698.9611">13861 1174 0,'0'0'0,"-12"11"16,0-11-16,24 0 31,35-11-31,47-13 31,11 1-15,-11 11 0,-82 12-16,23 0 15,-35 12 1</inkml:trace>
  <inkml:trace contextRef="#ctx0" brushRef="#br0" timeOffset="66983.1404">14072 1444 0,'0'0'0,"0"-12"0,12 12 62,-12 12-62,0-1 0,0 1 16,11 35-1,-11 12 1,-11-1 0,11-22-1</inkml:trace>
  <inkml:trace contextRef="#ctx0" brushRef="#br0" timeOffset="67433.6545">14154 1526 0,'0'0'16,"-12"0"-16,0-12 0,12 0 0,-11 12 0,-24-23 15,23 23 1,35 0 15,-11 12-15,35-1-1,-35 13 1,-1-24-16,-11 23 16,0-11-1,-11-12-15,-1 0 16,24 0 15,11 0-15,-11 0-16,35 0 15,-35 0-15,11 12 16,-11-1 0,-12 1-1,-12 12 1,-58 11 15,-24-12-15,82-23-16,-35 0 0</inkml:trace>
  <inkml:trace contextRef="#ctx0" brushRef="#br0" timeOffset="68016.1177">14588 904 0,'0'0'0,"12"-12"16,-24 24 46,12-1-62,0 1 0,-23 47 32,-12 0-17,35-48-15,-12 24 16,0-35-16</inkml:trace>
  <inkml:trace contextRef="#ctx0" brushRef="#br0" timeOffset="68249.6418">14647 868 0,'0'0'0,"0"-11"0,0-1 16,-12 12-16,12 12 31,0 23-15,24 12-1,-13 23 1,1-11 0,-12 0-1,12-36-15</inkml:trace>
  <inkml:trace contextRef="#ctx0" brushRef="#br0" timeOffset="68898.7076">14553 1150 0,'0'0'0,"-12"0"16,-46-12-16,-13 12 15,48 0 1,46 0-1,48 0 17,-48 0-32,59-23 15,71-12 1,-59 0 0,-47-1-1,-36 13 1,-11-1-1,0 13 1,0 22 15,0 1-31,0 12 16,24 11 0,-1-12-1,12-11 1,1 0 15,-13-12-15,-11 0 46,-12 11-62,12-11 0,11 12 16,48-12-1,11-23 1,-24-12 0,-46-12-1,-12 23-15,-12-11 16,-11 23-16,11 12 16,0-12-16,1 12 0,-48 12 15,36 0 1,-24 35-16,23-12 15</inkml:trace>
  <inkml:trace contextRef="#ctx0" brushRef="#br0" timeOffset="69747.1651">14811 1420 0,'0'0'0,"0"-23"0,12 11 16,-12-35 0,0 35-16,0 24 31,0 11-16,0-11-15,0 12 0,-47 210 32,-47 130-1,35-117 0,36-200 0,-1-94-15,-22-36 15,-1-10-15,35 69-16,-12-11 16,13 23-16,-1-11 15,12 34 16,12-11-31,35 71 16,11-1 0,-46-46-16,35 23 15,-35-36-15,35 36 16,-36-47-16,13 24 16,-1-24-1,1-59 1,-1-11-1,-11 46-15,11-34 16,-23 46 0,12 0-16,0-11 15,11-1 1,36-11 0,58-24-1,-81 36-15</inkml:trace>
  <inkml:trace contextRef="#ctx0" brushRef="#br0" timeOffset="70813.5838">13497 2629 0,'0'0'16,"0"-12"-16,0 0 16,-12 12-16,12-11 0,0-1 15,0 0 1,-12 1-16,12-1 16,-11 12-16,-1 0 15,0 0 1,-35 12-1,-35 70 17,105 70-1,107 36 0,-84-118-15,-34-11-1,-24-12 1,-23-23 0,24-24-1,-60 11 1,59-11-16,-46-11 16,11-48-1,35-23 1,59-36-1,35 13 1,0 23 0</inkml:trace>
  <inkml:trace contextRef="#ctx0" brushRef="#br0" timeOffset="71605.3768">13673 2887 0,'0'0'0,"-12"-12"0,12 1 16,0-1-16,0 0 15,12 12 1,35 0 15,-71 24 16,-11-1-31,23-23-1,1 0-15,11-12 16,23 12 0,1-11-1,-1-1 1</inkml:trace>
  <inkml:trace contextRef="#ctx0" brushRef="#br0" timeOffset="72428.2262">13990 2605 0,'0'0'16,"0"-23"-16,0 11 0,0 1 0,0-1 0,0 0 15,0-11-15,0 11 0,0 0 16,0 0-16,0 24 31,0 12-15,0-13-16,0 13 0,11 152 31,-11-94-15,0-12-1,12-34 17,0-25-17,-12-22 1,12-60-1,23-11 1,0 23 0,0 36-1,-23 23 1,0 12-16,-1 35 16,-11-36-16,0 25 15,24-1 1,11-24-1,12-22 1,-12-36 0</inkml:trace>
  <inkml:trace contextRef="#ctx0" brushRef="#br0" timeOffset="72794.1659">14189 2488 0,'12'0'16,"0"-12"-16,-1 1 16,1-1-16,0-12 15,11-34 1,-23 46-16,0-58 15,12 58 1,-12-23-16,0 11 16,-12 24-1,12 24 1,0 34 15,0-46-31,0 70 16,12-58-16,-12 23 15,24 11 1,-13-22-16</inkml:trace>
  <inkml:trace contextRef="#ctx0" brushRef="#br0" timeOffset="72994.4975">14471 2476 0,'-12'0'0,"12"-11"0,0-1 47,12 12-47,0 0 16,11-12-16,47-23 31,-34 23-31</inkml:trace>
  <inkml:trace contextRef="#ctx0" brushRef="#br0" timeOffset="73161.2795">14717 2312 0,'0'0'0,"0"-12"16,-11 12-1,-1 0-15,12 12 16,-12 35 0,0 12-1,12 11 1,0-58-16,24 35 15,-1-35 1</inkml:trace>
  <inkml:trace contextRef="#ctx0" brushRef="#br0" timeOffset="73377.1983">14858 2230 0,'0'0'0,"0"12"16,24 35-1,23 58 1,-36-81-16,13 81 16,-24-81-16,0 11 0,-47 59 15,-24-12 1</inkml:trace>
  <inkml:trace contextRef="#ctx0" brushRef="#br0" timeOffset="73677.8528">13837 2336 0,'0'0'15,"-12"0"-15,-46 23 16,-13 47 0,1 36-1,46 35 1,48 11-1,70-22 1,-59-107-16,141 24 16</inkml:trace>
  <inkml:trace contextRef="#ctx0" brushRef="#br0" timeOffset="74725.9165">13978 3169 0,'0'0'0,"-12"0"15,0 0-15,12 12 0,-11-12 0,-1 0 16,0 0-16,24 0 31,11-12-31,-11 12 0,12-12 16,-1 12-16,1-12 0,257-82 31,130-46 0,-165 57 1,-292 72-1,10 11-15</inkml:trace>
  <inkml:trace contextRef="#ctx0" brushRef="#br0" timeOffset="75242.5319">13931 3239 0,'0'0'0,"-24"0"15,1 12-15,11-12 0,-11 12 16,11-12-1,94-12 1,59-35 0,59-12-1,34-23 1,13 0 0,-48 23-1,-164 48 1,59-25-1,-82 36-15,23-23 16,-11 23 0,-12 0 15,-12 12 16,0-1-32,-12-11-15,12 12 32,-12-12-17,12 12 1,-12-12 0,1 12-16,-13-12 15</inkml:trace>
  <inkml:trace contextRef="#ctx0" brushRef="#br0" timeOffset="76990.7435">13356 3392 0,'0'0'15,"-12"0"-15,0 0 16,-11-12-16,11 12 15,0-12-15,12 1 16,12 11 812,0 0-797,0 0 32,-1-12-47,1 12-16,12-24 15</inkml:trace>
  <inkml:trace contextRef="#ctx0" brushRef="#br0" timeOffset="77595.5249">14659 3028 0,'0'12'0,"-12"-12"0,0 0 15,0 0 1,12 11 31,0 1 109,-11-12-156,11-12 125,-12 1-109,12-1-16</inkml:trace>
  <inkml:trace contextRef="#ctx0" brushRef="#br0" timeOffset="82134.7263">13379 3544 0,'-11'0'31,"22"0"1,1 0-32,-12-11 0,12 11 15,0 0-15,11-12 16</inkml:trace>
  <inkml:trace contextRef="#ctx0" brushRef="#br0" timeOffset="82385.2499">13743 3509 0,'0'0'15,"-12"0"-15,1 0 0,-24-23 16,23 11 0,12 0 15,0 0-31,23-11 0</inkml:trace>
  <inkml:trace contextRef="#ctx0" brushRef="#br0" timeOffset="85316.068">14471 1256 0,'0'-12'15,"-12"12"-15,12-12 32,0 24-1,0 0-15,12-12-16,35 35 31,-47-23-31,70 11 15,-58-11-15,58 0 16,36-1 0,11-11-1,-11-11 1,11-25 0,12-22-1,-105 46 1,82-82-16,-48 0 31,-23-11-15,-46-1-1,-36 0 1,-35 1 0,58 81-16,-82-58 15,71 59-15,-35-13 16,-48 1-1,1 24 1,-24 34 0,-35 24-1,129-35-15,-94 70 16,118-59 0,-47 48-16,-1 34 15,48 1 1,11-12 15,59 0-15,-35-59-16,82 59 15,-71-82-15,83 46 16,34 1 0,-10-36-1,-1-11 1,-12-35-1,-94 23-15,71-36 16,-35 1-16,11-23 16,24-36-1,-35-12 1,-24-11 0,-35 11-1,-23 12 1,11 71-1,-47-83 1,36 83-16,-36-36 16,-46 12-1,-25 12 1,-10 35 0,-25 12-1,130 11-15,-117 24 16,116-24-16,-34 36 15,23 35 1,24-12 0,46-35-1</inkml:trace>
  <inkml:trace contextRef="#ctx0" brushRef="#br0" timeOffset="86366.487">14400 540 0,'0'0'0,"12"0"0,-12 12 16,12-12-1,-12-12 32,0 0-47,0 0 16,-24-23-1,-11-12 1,-35 0 0,-48 0-1,-58 12 1,129 35-16,-117-12 16,105 1-16,13 11 15,-119 0-15,-46 35 16,47 0-1,58 0 17,36 1-17,11 10 1,47-46-16,-23 47 16,23-35-16,-11 12 15,11-1 1,0-11-1,1-12 1,11-12 15,0 0-15,23-46 0,0-13-1,13 1 1,-25 46-1,-11 13 1,-11 22 15,11 1-15,-36 35 0,-10 12-1,10 23 1,36-35-1,0-12 1,24-12 0,34-11-1,36-24 1,12-11 0,-83 23-16,71 0 15</inkml:trace>
  <inkml:trace contextRef="#ctx0" brushRef="#br0" timeOffset="92577.6813">13368 4871 0,'0'0'0,"0"-12"47,11 12-32</inkml:trace>
  <inkml:trace contextRef="#ctx0" brushRef="#br0" timeOffset="94073.6485">13790 4648 0,'0'0'15,"0"-12"-15,12 0 16,-12 0-1,0 24 48,-12 0-47,12 0-16,-12-1 0,-46 95 31,-83 47 0,117-130-31,-140 71 31,-47-47 1,93-47-17,13-12 1,23-23-1,70 35 1,-23-24 0,35 13-16,-12-1 15,12 0 1,0 0 0,0 1 15,-12 11 31,1 0-30,11-12-32,-12 12 15,12-12-15,0 1 16,-12-1-16,12-12 15,0 1 17,-12 23 15,1 12-47,-25 23 15,-11 0 1,12 0-1,12 0 1,23-23 0,0 0-1,47-24 1,35-23 0,0-12-1,-12 12 1,-46 11-1,-24 48 17,-24 23-17,-11 0-15</inkml:trace>
  <inkml:trace contextRef="#ctx0" brushRef="#br0" timeOffset="94956.2064">12523 4976 0,'0'0'0,"11"-12"0,1-11 15,-12 11-15,12 1 16,-12-1-16,-24 12 16,13 23-1,-60 48 1,1 23-1,-12 35 1,-1-24 0,25-34-1,-1-36 1,47-35-16,-46 0 16,34 0-16,-23-35 15,-47-24 1,12-23-1,24 23 17,22 24-17,25 23 1,11 0 46,0 1-62,0-1 16,0 0-16,0-11 16,0-1-1,0 1 1,-24 35 15,12 11-31,-35 36 16,24-48-16,-24 60 15,24-12 1,11-24 15,12-23-15,12-12 0,34-36-1,-34 25-15,47-36 16,-47 35-16,23 0 15,0 12 1,-11 24 0,-24 23-1,0-36-15,0 1 0</inkml:trace>
  <inkml:trace contextRef="#ctx0" brushRef="#br0" timeOffset="95557.8443">11196 5246 0,'0'0'0,"12"-12"0,-12 1 0,24-36 15,-24 23 1,-24 24 0,-23 59-1,-23 35 1,-12 23-1,58-93-15,-46 81 16,46-81 0,-11 23-1,-12 0 1,12-24 0,0-35-1,23 12-15,-35-58 16,35 46-16,-35-35 15,0-23 1,0 23 0,12 11-1,23 25 1,12 22 46,-11-11-46,11 12-16,-12-12 16</inkml:trace>
  <inkml:trace contextRef="#ctx0" brushRef="#br0" timeOffset="96920.826">9424 4835 0,'0'0'0,"0"-11"0,12-1 16,-12 0-1,0 24 16,0 58-15,-12 59 15,0 59-15,1 12 0,11-153-16,0 93 15,11-116-15,1 58 16,0-23-1,0-24 1,-1-23 0,-11-47-1,0 23-15,-35-70 16,35 58-16,-12-70 16,-23-58-1,12-60 1,-1-11-1,13 24 1,11 93 15,23 24-15,1 47 0,11 0-1,0 35 1,35-12-1,-58 12-15,94-23 16,-83 11-16,71-12 16,12-11-1,-48 12 1,-34-13 0,-12 25-1,-12 22 16,0 1-15,0 35-16,0 47 31,23 47-15,24 23 0,-35-117-16,35 117 15,-36-128-15,13 93 16,11 12-1,0-48 1,1-34 0,-25-24-1,-11-23-15,12 0 16,-12 0 0,-12-12-1,-46 11 1,-60 24-1,-58 24 1,129-47-16,-94 35 16,94-35-1,-93 58 1,69-35 0,36-11-1,47-24 1,-12-12-1,47-23 1,-36 23-16,25-23 16</inkml:trace>
  <inkml:trace contextRef="#ctx0" brushRef="#br0" timeOffset="97469.683">8861 3920 0,'0'0'0,"12"-12"15,-12 0-15,0 1 0,-12-1 16,12 0-16,-82-23 31,11 152 0,24 153 1,47-246-32,24 105 31,-24-117-31</inkml:trace>
  <inkml:trace contextRef="#ctx0" brushRef="#br0" timeOffset="97687.0808">8837 3861 0,'0'0'0,"0"-11"0,0-1 15,0-12-15,0 36 32,0 0-17,12 0-15,0 46 16,-12-34-16,0 11 0,23 59 15,1 47 1,-1-36 0,1-34-1</inkml:trace>
  <inkml:trace contextRef="#ctx0" brushRef="#br0" timeOffset="98336.6877">8638 4378 0,'0'0'0,"-24"0"0,1 11 0,-36-11 15,59-11 17,71-25-17,58-11 1,0-23-1,-35-12 1,-71 58-16,12-58 16,-35 71-16,0-25 15,0 25 1,-11 11 0,11 35-1,0 12 1,23-12-1,12 0 1,-11-35-16,23 0 16,-35 0-1,23-12-15,0-35 16,-35 12 15,0 12-15,0 35-1,12-1 1,-1 24 0,13-23-1,23-12 1,0-35 0,-35 23-16,-1-23 15,-11 23-15,-11-46 16,-25 11-1,1 23 1,12 24 0,23 35-1,11 12 1</inkml:trace>
  <inkml:trace contextRef="#ctx0" brushRef="#br0" timeOffset="98535.3548">9823 3967 0,'0'0'0,"0"-12"0,-23 12 0,11 0 15,-35 0 1,47 12-1,0 0 1</inkml:trace>
  <inkml:trace contextRef="#ctx0" brushRef="#br0" timeOffset="100186.6312">9776 4765 0,'-11'-12'32,"-1"12"-17</inkml:trace>
  <inkml:trace contextRef="#ctx0" brushRef="#br0" timeOffset="100451.1548">9143 5422 0,'11'0'0,"1"0"16,-12-12 0,12 12-16,0 0 15</inkml:trace>
  <inkml:trace contextRef="#ctx0" brushRef="#br0" timeOffset="100738.3199">9412 6162 0,'0'-12'16,"0"0"31,0 0-32</inkml:trace>
  <inkml:trace contextRef="#ctx0" brushRef="#br0" timeOffset="101599.5917">8685 4495 0,'0'0'0,"-12"0"0,0 0 0,1 0 15,-1 0-15,0 0 0,0 0 0,1 59 31,140-12 1,-94-47-32,270-71 31,-258 59-15,258-199-1,-187 23 1,-60-46 15,-128-24-15,-106 117-1,-82 105 1,-48 95 0,13 82-1,82 47 1,93 35-1,95-176-15,35 152 16,11-164-16,48 59 16,81-12-1,48-58 1,11-48 0</inkml:trace>
  <inkml:trace contextRef="#ctx0" brushRef="#br0" timeOffset="102199.5217">9894 3803 0,'0'0'16,"0"-12"-16,-12 12 0,-12-12 0,13 12 15,-1 0-15,12 12 16,-12 0-16,12 93 47,12-93-47,0 11 0</inkml:trace>
  <inkml:trace contextRef="#ctx0" brushRef="#br0" timeOffset="102434.3131">10070 3392 0,'0'0'0,"0"-12"16,0 0-16,0 1 16,-12 11-16,12 23 15,0 47 1,0 24-1,0 0 17,0-70-32,12 23 15,-1-24-15</inkml:trace>
  <inkml:trace contextRef="#ctx0" brushRef="#br0" timeOffset="102666.8222">10140 3368 0,'0'0'0,"-23"-11"0,23-1 15,-12 0-15,0 0 16,36 24 0,46 47-1,-11 35 1,-24 11 15,-23-81-31,-1 70 16</inkml:trace>
  <inkml:trace contextRef="#ctx0" brushRef="#br0" timeOffset="103298.4394">10046 3779 0,'0'0'0,"-23"0"0,11 0 0,-23 0 16,11-12-1,71-11 1,82-24 0,-93 35-16,104-70 15,-104 59 1,46-83-16,-24-35 15,-46 35 17,-24 48-17,-11 34 1,0 13 0,11 58-1,12 23 1,23 24-1,12 11 1,1-11 0,-25-70-16,13 35 15,-24-36 1,0-35 15,0 1-31,-24-36 16,24-24-1,0 48-15,12-36 32,12 47-32,11 1 15,24-1 1,11 47 0,-35 0-1,-23-23-15,-12 47 16,-12-36-16,-47 24 15,-46 23 1,70-46-16</inkml:trace>
  <inkml:trace contextRef="#ctx0" brushRef="#br0" timeOffset="103614.5219">9905 4049 0,'-11'0'16,"22"0"-16,-34 0 0,11-12 15,12 1-15,35-25 16,-11 25-16,11-1 0,106-35 16,94-12-1,-1 1 1,-11 22-1,-82 13 1,-82 11 0,-59 0-16,-12 12 15,-11 12 1,-59 12 0,58-13-16</inkml:trace>
  <inkml:trace contextRef="#ctx0" brushRef="#br0" timeOffset="121979.5727">399 3040 0,'0'0'0,"0"-12"0,0 0 16,-12 12-1,24 0 173,0 0-173,-12 12-15,12 0 16,-1-1 0,13 25 15,-1-13 0,1 12 16,-24-23-31,11-12-1,1 0 1,0 0-1,35-23 1,-35 11-16,93-47 16,-70 24-16,177-106 15,34 24 1,-35 46 0,-93 24-1,-60 24 1,-34 11-1,-12 0-15,-1 12 16,1 0 0,-12-11 15,35-1-15,12-11-16</inkml:trace>
  <inkml:trace contextRef="#ctx0" brushRef="#br0" timeOffset="126192.765">493 3873 0,'0'-12'62,"12"12"-30,-12-11-32,0-1 15,11-12 17,-11 13 14,-11 11-14,11 11-17,-12 25 1,0-25 0,0 1-1,12 0 1,-11-12-1,11-12 17,35 0-17</inkml:trace>
  <inkml:trace contextRef="#ctx0" brushRef="#br0" timeOffset="127126.0375">1185 3157 0,'-11'0'15,"-1"0"-15,-12 0 16,13 0-16,-1 0 0,0 0 15,0 0-15,1 0 0,-1 0 0,0 0 16,1 0-16,-1 0 0,0 0 0,0 0 16,12 12-1,12-12 1,0 0-16,269 12 31,177-48 16,-176 13-16,-247 23-15,-23-12 0,-47 12-1,11 0-15,12 0 0</inkml:trace>
  <inkml:trace contextRef="#ctx0" brushRef="#br0" timeOffset="127340.8932">1045 3251 0,'0'0'0,"-47"12"0,11-1 16,-58 1-16,36 0 15,81 0 16,106-36-15,106-11 0,82-35-1,-235 58-15,247-47 16,-259 47-16,1 1 0</inkml:trace>
  <inkml:trace contextRef="#ctx0" brushRef="#br0" timeOffset="131537.0634">2089 4389 0,'-12'0'16,"12"-11"109,0-1-94,-11 12-31,-1-12 32,12 0-1,0 24 63,12 0-63,-1-12-31,1 12 0,0-12 15,35 11 1,11 13 0,-11-12-1,12-12 1,-12 11 0,12-11-1,-48 0-15,36 0 16,-35 0-1,35 0-15,0-11 16,-12-1 0,12 0 15,0-11-15,-35 23-16,23-36 15,-23 25-15,11-36 16,12-12-1,1-11 1,-13-13 0,-11 13-1,-12 58-15,0-35 16,0 36-16,0-1 0,-12-23 16,-11-24-1,-13 12 1,13 12-1,-12 11 1,23 13-16,-11-1 16,11 0-1,-23 0-15,23 1 16,-23 11 0,-24-12-1,0 0 1,-11 12-1,58 0-15,-35 0 16,35 0-16,1 0 0,-36 12 16,-12 11-1,12 1 1,-12 11 0,13 12-1,10-12 1,36-23-16,-35 47 15,35-48 1,-23 36-16,-1 24 16,12 11 15,12-12-15,0 1-1,12-24 1,-12-36-16,24 25 15,-13-25-15,13 25 16,11-1 0,12 0-1,0-23 1,-24 0-16,24-12 16,-35 11-16,70-11 15,12-23 1,0-12-1,-12-1 1,-58 25-16,46-36 16,-58 35-1,70-70 1,-23 0 0,-1-12-1,-11 0 1,-12 12-1,-23 0 1,-12 58-16,-12-70 16,-11 71-16,-12-48 15,-36 1 1,-23 35 0,-35 23-1,-47 71 1,129-36-16,-117 83 15,117-59-15,0 0 16</inkml:trace>
  <inkml:trace contextRef="#ctx0" brushRef="#br0" timeOffset="134444.9607">3004 4061 0,'0'-12'16,"0"0"15,0 1-16,12 11 17,-12-12-17</inkml:trace>
  <inkml:trace contextRef="#ctx0" brushRef="#br0" timeOffset="135305.8792">3063 4014 0,'0'-12'344,"12"12"-172,0 0-157,-1 0-15,1 0 0,0 0 16,0 0-16,11 0 0,-11 0 0,0 0 16,-1 0-16,1 12 0</inkml:trace>
  <inkml:trace contextRef="#ctx0" brushRef="#br0" timeOffset="136698.6269">2159 4518 0,'0'-11'0,"-11"11"31,11-12-31,-12 12 16,0 0-1,1 0 1,-1 0-16,0 0 0,-11 12 0,-142 58 31,-69 71 1,81 59-1,141-177-16,-46 165 17,58-106-17,11 0 1,13-23 0,-24-48-16,23 25 15,-11-25-15,0 13 16,23-1-1,-23 1 1,-1-24 0,-11 12-1,12-12 1,-12-12 0,-12-12-1,-11-11 1,-12 0 15,11 11-15,1 1-1,11 11 1,24 24 15,0 11-15,23 13-1,0 11 1,-23-36-16,11 25 16,-23-25-16,12 1 15,0 12 1,-12-13 0,-12 1-1,-12-12 1,13 12-1,-36 11 1,35-23-16,-35 35 16,0 1-1,35-25-15</inkml:trace>
  <inkml:trace contextRef="#ctx0" brushRef="#br0" timeOffset="160292.3516">8978 6748 0,'0'0'0,"0"-11"0,0-1 0,0 0 16,0 0-16,-11 1 0,11-1 0,-12 0 16,12 0-16,-12 12 0,12-11 0,-12-1 15,1 12-15,11-12 0,0 36 32,0-13-32,23 177 31,12 258 0,-35-399-31,35 282 31,-35-306-31,0 95 32,0-107-17,0 1-15,12-12 31,0 0-31,58-23 16,36-1 0,23 24-1,12 0 1,-59 24 0,-70-13-1,11 1 1,-11-12-16,-12 12 15,-12-12 1,1 0 0,11-12-1,0 0-15,-24-58 16,12 46-16,-11-81 16,-12-106-1,-1-36 1,13-35-1,11 36 1,12 58 0,0 153-16,0-82 15,0 105 1,0-35-16,0 23 16,12 24 15,-24 0 16,-11 12-47,-1-12 15,-46 12 1,-24 11 0,-12 1-1,1 11 1,81-35-16,-34 24 15,46-24-15,0 11 16,0-11 0,12 12-1,12-12 17,-12-12-32,12 12 31,0-11-31,-1 11 15,1 0-15,0 11 16,-12 13 0,23 58-1,-11 59 1,-12-106-16,12 165 16,-12-154-16,0 131 15,23 46 1,1-36-1,11-22 1,-12-48 0,-23-94-16,12 36 15,-12-47-15,12 0 16,-12-1-16,0 1 16,12-24 15,-12 1-16,0-13 1,11 1-16</inkml:trace>
  <inkml:trace contextRef="#ctx0" brushRef="#br0" timeOffset="161171.358">9178 6842 0,'0'0'15,"12"0"-15,-12-11 0,0-1 16,0 0 0,0 0-1,0 1 48,-12 11-48,0 0 79,0 0-78</inkml:trace>
  <inkml:trace contextRef="#ctx0" brushRef="#br0" timeOffset="162190.4118">8861 5915 0,'0'0'16,"0"-12"-16,0 1 0,0-1 16,0 0-16,0 24 31,0 11-16,0-11-15,0 0 0,0 11 0,0-11 16,12 12-16,-12-13 0,0 13 0,0 70 31,11-83-31,-11 48 32,0-71-1,24-70 16,-24 70-47,12-11 15,-1 11-15,1 12 16,12 12 0,11 23-1,-12 0 1,-11 1-1,0-36-15,11 23 16,1-23 0,-1-23-1</inkml:trace>
  <inkml:trace contextRef="#ctx0" brushRef="#br0" timeOffset="162423.5163">9131 5633 0,'-12'0'15,"12"24"-15,0-1 16,0-11-16,0 35 16,0-23-16,0 93 15,12-94-15,-12 60 16,12-1-1,11-12 1,-11-35 0</inkml:trace>
  <inkml:trace contextRef="#ctx0" brushRef="#br0" timeOffset="162773.6296">9236 6079 0,'0'0'16,"-23"0"-16,35 0 31,-1-11-15,25-25-1,-13-34 1,-23-24-1,0 71-15,0-71 16,0 82-16,0-11 16,0 46-1,-12 47 1,12 24 0,0 0-1,0-70-15,47 70 16,-35-83-1,35 25-15</inkml:trace>
  <inkml:trace contextRef="#ctx0" brushRef="#br0" timeOffset="168562.8308">11290 6654 0,'0'12'78,"12"-12"3516,-12-12-3376,12 12-202,0 0 0,-24 0 62,12-11-63,-12 11-15</inkml:trace>
  <inkml:trace contextRef="#ctx0" brushRef="#br0" timeOffset="169050.1514">11302 6443 0,'0'0'0,"0"-12"0,-12 1 15,12-1-15,0 0 16,-23 1-1,11 11 1,-23 46 0,0 13-1,23 12 1,12-13 0,23-23-1,24-11 16,-35-24-31,47 0 16,-47 0-16,58-24 16,-47 13-16,1-24 15,-1-36 1,-46 1 0,-1 46-16,-23 1 15,36 23-15,-13 0 0,-11 11 16,23 1-16,-58 59 15,58-48-15,0 59 16,12 0 0</inkml:trace>
  <inkml:trace contextRef="#ctx0" brushRef="#br0" timeOffset="169466.6743">11466 7065 0,'0'0'0,"-23"-11"0,-1 11 16,-34-12-1,23 47 1,-1 12-1,36 23 1,0-58-16,12 23 16,-12-23-16,24-12 0,11 24 15,47-24 1,0-47 0,-23-12-1,-59-23 1,-47 0 15,23 70-31,-81-12 16,69 24-16,-34 12 15,11 12 1,59-13-16</inkml:trace>
  <inkml:trace contextRef="#ctx0" brushRef="#br0" timeOffset="170070.721">11220 6338 0,'-12'0'0,"0"0"16,12 11-16,-11-11 0,11 12 16,-12-12-16,12 12 0,-12 0 15,0-1-15,1 1 0</inkml:trace>
  <inkml:trace contextRef="#ctx0" brushRef="#br0" timeOffset="171023.2299">11208 6373 0,'-12'0'16,"12"-12"0,12 12 218,-12 12-125,0 0-109</inkml:trace>
  <inkml:trace contextRef="#ctx0" brushRef="#br0" timeOffset="171981.9697">11279 7159 0,'0'12'94,"-12"-12"-78,12 12-16,-12-12 15,-35 11 17,35 1-32,-58 0 15,47 0-15,-60 11 16,-57 1 0,-25 22-1,-11-10 1,129-25-16,-94 25 15,94-25-15,-11 1 0,-83 23 16,-59 12 0,36-23-1,23 11 1,36-23 0,58-12-1,35 0-15,24 0 78,-1 0-62,1 0-16,12-24 16,23-11-16</inkml:trace>
  <inkml:trace contextRef="#ctx0" brushRef="#br0" timeOffset="172714.1893">11208 7171 0,'-12'0'0,"12"-12"16,-11 12-16,11-12 15,-12 12-15,-12-11 16,-69-1 31,81 12-47,-258-24 31,223 13-31,-364-36 31,141-12-15,-11 0 0,210 36-16,-128-12 15,128 23-15,-105-11 16,129 23-16,0-12 0,-58 0 16,34 0-1,60 12 1,22 0-1,13 0 1,23 24 0,0-1 15,0-23-31</inkml:trace>
  <inkml:trace contextRef="#ctx0" brushRef="#br0" timeOffset="173878.6733">10351 6854 0,'0'0'15,"-11"0"-15,-1 0 16,12-12 0,0 1 15,-12 11-15,12-12-16,-23-12 31,11 13-16,-11-13 1,11 1 0,-12 11 15,13 12-15,-1 0-1,0 23 1,0 13-1,12 11 1,24-1 0,-1-10-1,1-13 1,-1-23 0,12-12-1,-35 1-15,12-36 16,-12 35-1,0-23-15,12 11 16,0 24 15,-1 12-15,1 0 0,12 11-1,11-11 1,-12-12-1,-11-12 1,0-35 0,-36 24-1,13-1 1,-1 1 0,0 23-1,12 23 1</inkml:trace>
  <inkml:trace contextRef="#ctx0" brushRef="#br0" timeOffset="174102.0749">10750 6889 0,'-11'0'16,"-1"0"-16,0 0 0,12-12 47</inkml:trace>
  <inkml:trace contextRef="#ctx0" brushRef="#br0" timeOffset="175177.5877">10140 6208 0,'0'0'16,"0"-11"-16,0-1 0,-12 12 15,-11 0-15,11 0 16,0 0-16,1 0 15,-1 0-15,12 12 0,0-1 16,0 1 0,12-12-16,-1 0 15,25 0 1,-25-12 15,-46 12 0,23 0-15</inkml:trace>
  <inkml:trace contextRef="#ctx0" brushRef="#br0" timeOffset="175594.5158">10117 6044 0,'0'0'0,"0"-12"0,-24 12 0,1-11 16,-24 11-1,-12 23 1,47-11-16,-23 35 16,35-35-16,-12 35 15,1 35 1,34-12-1,36-11 1,35-24 0,-71-35-16,59 0 15,-58-12-15,-1 1 16,13-13 0,-13 12-16,0-82 15,-23 71-15,-11-47 16,-36-24-1,-47 47 1,70 47-16,-34 11 16,34 1-16,-34 47 15,58 35 1,35-24 0</inkml:trace>
  <inkml:trace contextRef="#ctx0" brushRef="#br0" timeOffset="178473.9528">9765 6279 0,'0'-12'31</inkml:trace>
  <inkml:trace contextRef="#ctx0" brushRef="#br0" timeOffset="179174.3956">11842 5610 0,'0'0'0,"0"-12"0,0 0 15,-12 12-15,0 0 47,12 12-31,0 0-1,0 0 1,47-1 15,-23-22-15,-12-13 0,-24-11-1,-12 12 1,1 23-1,11 11 1,24 24 0</inkml:trace>
  <inkml:trace contextRef="#ctx0" brushRef="#br0" timeOffset="179574.2852">13086 5375 0,'-12'0'0,"24"0"0,-36 0 0,13 0 16,11 12 15,0 0-31,11-12 16,1 11-1,0-11-15,11 12 16,-11-12 0,-12-12-16,0 1 15,-23-36 1,-24 35-1,0 35 17,47-11-32,-35 47 15,23-36-15,12-11 0</inkml:trace>
  <inkml:trace contextRef="#ctx0" brushRef="#br0" timeOffset="182813.4424">11877 5563 0,'-12'0'15,"1"0"1,11-12 125,11 12-141,-11-11 15</inkml:trace>
  <inkml:trace contextRef="#ctx0" brushRef="#br0" timeOffset="183386.548">14072 5293 0,'0'0'0,"-12"0"188,0 0-173,1 0-15,-1 0 0,-12 0 16</inkml:trace>
  <inkml:trace contextRef="#ctx0" brushRef="#br0" timeOffset="183870.6739">12969 5387 0,'-12'12'31,"12"-24"79,12 0-110,-12 0 15,11-11 1</inkml:trace>
  <inkml:trace contextRef="#ctx0" brushRef="#br0" timeOffset="184571.236">14882 5246 0,'0'0'0,"0"12"187,0-24-30,0 0-142</inkml:trace>
  <inkml:trace contextRef="#ctx0" brushRef="#br0" timeOffset="191270.653">10117 6091 0,'0'0'16,"-12"0"-16,24 0 312,-12-12-312</inkml:trace>
  <inkml:trace contextRef="#ctx0" brushRef="#br0" timeOffset="196013.4787">9236 6431 0,'0'0'0,"0"-11"204,0 22 1358,-11-11-1343,22 0 1437,-11-11-1187,0-1-454</inkml:trace>
  <inkml:trace contextRef="#ctx0" brushRef="#br0" timeOffset="196790.083">9002 6326 0,'0'-12'15,"-12"0"16,12 24 1,-12-12-32,1 47 15,-1 129 17,70 106-1,-46-247-31,-12 12 15</inkml:trace>
  <inkml:trace contextRef="#ctx0" brushRef="#br0" timeOffset="202550.6564">14084 3943 0,'0'-11'0,"0"-1"16,11 0-16,-11 0 0,0 1 15,12-1-15,-12 0 0,0 1 16,0-1-16,0 0 0,0 0 0,0 1 16,0-1-16,0 0 0,0 0 15,-35-23 1,-59 47 15,82 0-31,-70 105 31,94 0 1,46-70-1,-46-47-31,70 12 15,-58-12-15,46-35 16,-11-36 0,-24-34-1,-70-24 1,-24 11 0,36 95-16,-59-24 15,70 47-15,-23-12 16,11 59-1,36 35 1,47-23 0</inkml:trace>
  <inkml:trace contextRef="#ctx0" brushRef="#br0" timeOffset="203582.8088">14353 3697 0,'12'0'16,"-12"-12"-16,0 0 15,0 1 1,0 22 31,0 13-32,-12-12-15,12-1 0,-11 83 32,34 24-1,83-83 0,82-94 0,-165 59-31,36-35 16,-59 23-16,12 1 16,-36-1-1,-11 12 1</inkml:trace>
  <inkml:trace contextRef="#ctx0" brushRef="#br0" timeOffset="203920.6209">13555 4366 0,'0'0'0,"-35"0"0,12 0 16,-1 0-16,-23-12 15,94-23 1,106 0 0,-94 23-16,222-23 15,-210 23 1,175-35-16,59 0 16,-47 0-1,-117 12 1,-106 23 15,-35 1-31,-58 11 16,34 0-16</inkml:trace>
  <inkml:trace contextRef="#ctx0" brushRef="#br0" timeOffset="204465.7392">14001 4718 0,'0'0'0,"12"-12"0,-12 1 0,12-13 0,-12-46 31,0 11-15,-35 35-1,-24 36 1,-23 47 0,58-36-16,-23 36 15,36-47-15,-1 11 0,-12 24 16,24 0-1,59-12 1,47-35 0,11-35-1,-11-47 1,-95 59-16,13-95 16,-24 83-1,-35-47-15,-47 0 16,-12 58-1,35 36 17,47 35-17,12-35-15,82 58 16,-58-58-16,11-1 0</inkml:trace>
  <inkml:trace contextRef="#ctx0" brushRef="#br0" timeOffset="204949.5203">14424 4483 0,'0'0'0,"-12"0"0,0 0 0,-11 0 0,-1-11 16,13 11-1,11-12 1,11 12-16,25-12 16,69 0-1,1 1 1,-36 11 0,-46 11-1,-24 1-15,0 12 16,-12-24-16,-35 35 15,-23 23 1,-1 1 0,36-12-1,47-23 1,11-24-16,71 0 16,-59 0-1,59-12-15,12 0 16,-47 0-1,-59-11 17,-47 23-17,35 0-15,-70 0 0</inkml:trace>
  <inkml:trace contextRef="#ctx0" brushRef="#br0" timeOffset="205831.5554">14095 4953 0,'-11'0'0,"-1"0"0,0 0 15,0 0-15,1 23 16,11 12-1,11-23 1,48 23 0,-36-23-16,60 0 15,69-12 1,48-35 0,11-24-1,-164 47-15,82-82 16,-82 59-16,82-141 15,-59-23 1,-93-1 0,-106 36-1,-106 70 1,-82 59 0,223 35-16,-293 70 15,293-35 1,-164 71-16,0 93 15,129 60 17,129 22-17,23-222-15,83 117 16,-59-129-16,0-12 0,105 59 16,71-71-1,0-81 1,24-48-1,-1-35 1,-23 12 0,-164 106-16,93-118 15,-116 106-15,46-106 16,-24-70 0,-69-48-1,-95 1 1,-105 47-1,129 176 1,-165-59 0,142 70-16,11 1 0,-211-1 15,-94 83 1,82 94 0,94 105-1,117 59 1,106-235-16,24 153 15,34-83-15,83 48 16,94-12 0,35-118-1,-200-70-15</inkml:trace>
  <inkml:trace contextRef="#ctx0" brushRef="#br0" timeOffset="209574.281">927 5375 0,'0'-12'16,"0"24"46,0 0-46,0 0 31,0-1 171,0 1-202</inkml:trace>
  <inkml:trace contextRef="#ctx0" brushRef="#br0" timeOffset="213754.3056">2066 5504 0,'-12'-11'16,"0"11"-1,0 0 17</inkml:trace>
  <inkml:trace contextRef="#ctx0" brushRef="#br0" timeOffset="215123.9803">4953 6889 0,'0'-12'0,"0"1"16,0-1 0,11 12-1,-11-12-15,12 12 32,0 0-17,-24 0 235,12-11-250,-12-1 16</inkml:trace>
  <inkml:trace contextRef="#ctx0" brushRef="#br0" timeOffset="215425.98">5105 6525 0,'0'0'0,"-11"0"15,-1 0 48</inkml:trace>
  <inkml:trace contextRef="#ctx0" brushRef="#br0" timeOffset="217197.3263">3568 6784 0</inkml:trace>
  <inkml:trace contextRef="#ctx0" brushRef="#br0" timeOffset="218801.5622">1596 7018 0,'-12'0'125,"12"12"-109,0 0-16,0 0 15,12-12-15,0 23 31,58 36 1,36-24-1,-59-35-15,12 0-1,-1-12 1,-46 12-16,47-23 15,-48 11-15,36 0 16,0-11 0,12-1-1,-12-11 1,0 0 0,-35 23-1,35-35 1,-47 35-16,35-23 15,0-23 1,0-1 0,-11-12-1,-24 60-15,11-36 16,-11 12-16,0-12 16,-23-12-1,-24 0 1,0 1-1,-12 11 1,-11 23 0,-12 1-1,11 23 1,-11 11 0,-12 36 15,12 12-16,0 11 1,58-46-16,-34 46 16,46-46-16,-11 34 15,-1 13 1,24-12 0,12-12-1,35 11 1,-35-46-16,58 11 15,-23 1-15,47-12 16,-71-1-16</inkml:trace>
  <inkml:trace contextRef="#ctx0" brushRef="#br0" timeOffset="219901.7902">1608 7476 0,'0'-12'16,"-12"12"-16,12-11 16,-12 11-16,1-12 31,11 24 16,0-1-47,35 36 31,70 24 0,-11-48-15,0-23 0,-59 0-16,36-12 15,-48 1-15,1 11 0,46-36 16,12 1-1,-35-12 1,0 0 0,-23 0-1,-12 36-15,-1-36 16,-11 35-16,0-58 16,-35-13-1,-12 1 16,0 12-15,-23 11 0,-24 12-1,70 47-15,-70-12 16,-11 24 0,-13 23-1,13 48 1,11-1-1,82-59-15,-23 59 16,23-58-16,12-1 0,-11 59 16,34 1-1,47-1 1,36-35 0,35-24-1,47-58 16,-130 11-31,71-22 0</inkml:trace>
  <inkml:trace contextRef="#ctx0" brushRef="#br0" timeOffset="221303.6616">1408 6678 0,'0'12'0,"-11"-12"109,-1 0-109,0 11 16,12 1-16</inkml:trace>
  <inkml:trace contextRef="#ctx0" brushRef="#br0" timeOffset="222158.7839">1279 7476 0,'-11'0'16,"11"-12"280,-12 1-280,12-1-16</inkml:trace>
  <inkml:trace contextRef="#ctx0" brushRef="#br0" timeOffset="222514.6354">1467 6666 0,'0'0'0,"0"12"63,0 0-63,0-1 0</inkml:trace>
  <inkml:trace contextRef="#ctx0" brushRef="#br0" timeOffset="222814.4909">1397 7453 0,'0'-12'0,"-12"12"31,12-12-31,0 0 16,12 12 0,-1-11-1</inkml:trace>
  <inkml:trace contextRef="#ctx0" brushRef="#br0" timeOffset="225478.9526">2148 8204 0,'0'0'16,"0"-12"-16,-12 12 0,0 0 15,12-12 1,12 12-16,11 0 15,1 0-15,-1-12 0,1 12 16,11-11-16,0 11 0,12-12 0,12 12 16,-12-12-16,12 1 0,340-25 31,-329 25-31,576-1 31,-564 12-31,364-12 31,-247 24 1,-187-12-32,-47 0 15,11-12 1,-46 12 0,46 0-16</inkml:trace>
  <inkml:trace contextRef="#ctx0" brushRef="#br0" timeOffset="225878.1239">2500 8239 0,'0'0'0,"-47"12"0,0-12 0,-59 11 15,36 1 1,58-12-16,24 0 15,0 0 1,82 12-16,117-12 16,82-24-1,59 1 17,129-1-17,-128 24 1,-84 0-1,-104 0 1,-95 0 0,-58 0-1,-24 0 32,-23 12-31,12-12-16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01:47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904 2958 0,'-12'0'0,"24"0"0,-36 0 0,12 0 15,1 0-15,-1 0 0,0 0 16,12 11-16,-11-11 0,-1 0 16,0 0-1,12 12-15,0 0 16,12-12-1,23 11 1,305 25 15,224-60 1,-330 12-17,-175 1-15,82-1 16,-118 12-16,13 0 15,-36 12 48,0-1-47</inkml:trace>
  <inkml:trace contextRef="#ctx0" brushRef="#br0" timeOffset="4082.3709">8931 3803 0,'0'0'0,"-11"0"0,-1 11 16,-12-11-16,13 12 0,-13-12 16,1 0-16,-1 12 0,1-12 0,-1 0 15,13 12-15,-13-12 0,1 11 0,11-11 16,0 0-16,-11 12 0,11-12 16,0 0-16,12 12 0,-12-12 15,24 0 1,59 11-1,504-69 17,281-13-1,-762 71-31,247-23 16,-271 23-1,106-12-15,-35 0 16,-94 1-1,-35 11 17,-177 11-17</inkml:trace>
  <inkml:trace contextRef="#ctx0" brushRef="#br0" timeOffset="4878.8306">1678 4906 0,'0'0'0,"-11"0"0,-1 0 0,0 0 0,0 0 15,1 0-15,-1 0 16,24 0 15,-1 0-31,13-12 0,11 12 16,0-12-16,317-46 31,-246 58-31</inkml:trace>
  <inkml:trace contextRef="#ctx0" brushRef="#br0" timeOffset="5677.4549">9190 5786 0,'0'0'15,"-47"0"-15,0 0 0,0 0 0,0-12 0,0 12 16,12 0-16,-1 0 0,1 0 0,12 0 16,-1 0-16,12 0 0,1 0 0,46 12 15,-23-12 1,23 0-16,164-12 16,682-70 15,-741 70-31,964-11 31,-999 23-15,165 0-1,-47-12 1,-105 0 0,-71-11-1,-83 23 1,-105 0-1,12 12-15</inkml:trace>
  <inkml:trace contextRef="#ctx0" brushRef="#br0" timeOffset="6326.9902">1056 7253 0,'0'0'0,"-11"0"16,11-12-16,11 12 16,13-11-1,-1-1-15,1 0 0,11 12 0,0-12 16,12 1-16,0-1 0,12 0 0,-1 0 15,25 1-15,-1-1 0,0-12 0,12 13 16</inkml:trace>
  <inkml:trace contextRef="#ctx0" brushRef="#br0" timeOffset="7393.0707">5410 7711 0,'0'0'0,"-11"0"16,11-12-16,-12 12 0,0 0 15,0 0-15,12-12 16,-11 12-16,11-11 0,-12 11 0,0 0 15,12 11 189,0 1-204,0 0 15,35-1-15</inkml:trace>
  <inkml:trace contextRef="#ctx0" brushRef="#br0" timeOffset="11354.0347">7910 7722 0,'-11'0'16,"-1"0"-1,0 0-15,0 0 16,12-11-16,-11 11 0,-1 0 16,0-12-16,0 12 15,1 0-15,-25-12 16,1 12 31,35 12 422,12-12-469,0 0 15,-1 0-15,-11 12 0,12-12 16,0 11-16,11-11 0,-11 12 0,0-12 15,11 0-15,1 12 0,-1-12 0,1 0 16,-1 12-16,12-12 0,1 0 0,-1 0 16,0 11-16,0-11 0,200 0 31,141 0 0,199-35 0,-153-12 1,-293 0-17,-23-11 1,-12-36 0,-83 70-1,48-81 1,-47 81-16,-12-46 15,-59-24 1,-46-23 0,-48-13-1,-11 25 1,105 81-16,-164-46 16,176 58-16,-141-23 15,-46 11 1,-13 24-1,36 36 1,11 34 0,153-46-16,-82 69 15,82-57-15,12 11 16,-59 70-16,-11 47 16,22-11 15,13-12-16,47-47 1,23-71-16,11 24 16,-11-35-16,24 11 15,-1-23 1,-11 12 0,0-12-1,-1 0 1,-11-12-1,12 12-15,-12-12 282,12 12-235,0 0 15,-1 0 360,-11-23-422</inkml:trace>
  <inkml:trace contextRef="#ctx0" brushRef="#br0" timeOffset="15068.0546">11783 6784 0,'0'0'0,"0"11"62,0 1-62,-12 0 16,12 0-16,-11 23 15,-13-12 17,24-35 15,71-70-16,58-23-16,-71 69-15,201-151 16,-177 140-16,0-12 0</inkml:trace>
  <inkml:trace contextRef="#ctx0" brushRef="#br0" timeOffset="16001.1169">10422 6842 0,'12'0'0,"-12"-11"47,0 22-31,0 1-1,0 0-15,0-1 16,0 1-16,-12-12 15,24-47 17,199-223 15,-82 118-47</inkml:trace>
  <inkml:trace contextRef="#ctx0" brushRef="#br0" timeOffset="17257.793">11830 7992 0,'0'0'0,"0"-11"47,0-1 375,0 0-422,0 0 0,0 1 15,0-1-15</inkml:trace>
  <inkml:trace contextRef="#ctx0" brushRef="#br0" timeOffset="18199.2984">10187 8086 0,'0'12'16,"-12"-12"77,12-12-77,0 1 62,12 11-62,0-12-16,82-82 15,187-94 1,-175 118-16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03:06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5997 2934 0,'0'-12'16,"-11"12"0,11-11-1,-12 11-15,0 0 31,12-12-31,-12 12 16,1 0 0,11 12 31,0-1-16,0 1 0,0 0 0,11-12-15,-11 12 15,12-12-31,0 0 16,-12 11-1,23-11 1,-11 0 0,11 0-1,1 0 1,-12 0-16,-1 0 16,13 0-1,-12 0 1,23-11-1,0-1 1,12 12 0,-24-12-1,24-11 1,-11-1 0,-1 1-1,0-1 1,-12 1-1,1-1 1,-24 13-16,23-25 16,-23 25-1,12-25-15,0-11 16,-12-11 0,0-1-1,-12 0 16,0-11-15,12 23 0,0-12-1,-11 1 1,-1-1 0,-12 12-1,1 12 1,11 23-16,-23-23 15,23 23 1,-11 0-16,-12 1 16,-12-1-1,0 0 1,-24 12 0,1 0-1,23 0 16,0 24-15,0 11 0,-12 12-1,12 11 1,36-46-16,-36 82 16,35-70-16,-23 69 15,0 13 1,11 0-1,24-12 1,12-24 0,-12-46-16,47 34 15,-35-46 1,35 23-16,23 0 16,24-23-1,0-35 16,-71 11-31</inkml:trace>
  <inkml:trace contextRef="#ctx0" brushRef="#br0" timeOffset="3846.6203">10246 1526 0,'0'0'0,"-12"0"16,0-12-16,1 12 16,-1-12-1,0 12 1,0 0-16,1 0 15,-1 0-15,-12 0 16,-23 0 31,59 12-16,0-12-15,58 12-1,71 11 1,70-11 0,71 0-1,35 23 1,-235-35-16,176 23 16,-176-11-16,1-12 0,140 24 15,35 11 1,-59-12-1,-58-11 1,-47 0 15,-59-12-15,-35 11-16,-11-11 16,-36 0-1,-12 0-15</inkml:trace>
  <inkml:trace contextRef="#ctx0" brushRef="#br0" timeOffset="4412.8179">10258 2089 0,'-12'0'15,"0"0"-15,0 0 16,24 0 31,12 0-31,-13 0-16,13 0 15,70 0-15,105-12 16,83 1-1,46-1 1,1 0 0,-47 12 15,-71-12-15,-164 12-16,82-11 15,-106 11-15,24-12 16,-11 12-1,-36-12 1,-36 12 0,-11 0-16</inkml:trace>
  <inkml:trace contextRef="#ctx0" brushRef="#br0" timeOffset="4945.1245">10023 2664 0,'-12'12'0,"24"-24"0,-36 24 0,13-12 16,34 0-1,-11 0-15,11 0 0,1 0 16,-1-12-16,1 12 0,11 0 0,12-12 16,0 12-16,0-11 0,0-1 0,23 12 15,-11-12-15,11 0 0,12 1 16,540-71-1,118-1 17,-283 48 15,-257 12-16,-177 23-16,1 0 1,-24 11 0,-12 1-1,-47 12 1,48-24-16,-24 0 16</inkml:trace>
  <inkml:trace contextRef="#ctx0" brushRef="#br0" timeOffset="29055.0624">822 5422 0,'0'0'15,"-12"0"-15,0 0 0,0 0 0,-11 0 16,11-12-16,0 12 0,1 0 16,-25-11-1,72 22 17,140 13-1,246-48 0,-340 13-15,247-13-1,-247 12-15,212 1 16,93 11 0,-23 23-1,-94-11 1,-106-12-1,-152 0-15,23-12 16,-35 0-16,-47 1 16,-59-24-1,71 23-15</inkml:trace>
  <inkml:trace contextRef="#ctx0" brushRef="#br0" timeOffset="29506.813">763 5481 0,'-24'0'0,"48"0"0,-59 0 0,-1 0 15,25-12 1,34 0 0,48 1-1,69-1 1,-93 0-16,188-11 16,-153 11-16,165-23 15,128-12 1,48 0-1,-36 12 1,36-12 15,-189 11-15,-116 13 0,-83 11-1,-35 1 1,-24-1-1,13 12-15,-48 0 16,36 12-16</inkml:trace>
  <inkml:trace contextRef="#ctx0" brushRef="#br0" timeOffset="36546.1658">13978 5504 0,'0'-11'94,"0"-1"-47,0 0 15,-12 12-31</inkml:trace>
  <inkml:trace contextRef="#ctx0" brushRef="#br0" timeOffset="38196.5564">13966 5493 0,'12'11'15,"-12"-22"110,12-1-109,-12 0 0,0 0-16,0 1 15,11-13 1,-11 1 15,0 11 0,0 24-15,-23 35 0,-1 0-1,1 11 1,23-23-1,0-23-15,12 12 16,11-13 0,24 1-1,24-12 1,11-12 0,-24-23-1,-46-23 1,-47-25-1,-36 48 1,-11 35 0,24 35-1,34 48 1,24-37-16</inkml:trace>
  <inkml:trace contextRef="#ctx0" brushRef="#br0" timeOffset="39511.4351">13907 4859 0,'0'0'0,"0"-12"16,0 0-1,-11 1 1,-1 11 0,0 0-1,1 0 1,-1 11-16,-12-11 16,-23 83 15,47-72-31,59 71 31,-35-70-15,34 12-16,36 11 15,-23 12 17,-60-36-32,24 25 15,-35-25-15,0 1 0,0 0 16,-23 11-1,-36 1 1,12-24 0,-11-24-1,46 13-15,-12-36 16,24 23-16,0-11 16,0 12-16,59-60 15,-47 60-15,35-36 16,0 1-1,-12 11 1</inkml:trace>
  <inkml:trace contextRef="#ctx0" brushRef="#br0" timeOffset="40061.0209">14177 4718 0,'0'0'15,"0"-23"1,12 11 0,-12 0-1,24-35 1,-24 24-16,23-60 15,-23 72-15,12-60 16,-12-23 0,-24 47-1,24 36 1,-23 22 0,11 13-16,-11 46 15,11-46-15,12 35 16,12 11-1,11-23 1,12 0 0,12-35-1,-35-12 1</inkml:trace>
  <inkml:trace contextRef="#ctx0" brushRef="#br0" timeOffset="40277.0987">14483 4389 0,'0'0'0,"-12"0"0,0-11 15,0 11 1,12 11 0,12 25-1,12 11 1,-13 11-1,1 13 1,-12-60-16,0 25 16</inkml:trace>
  <inkml:trace contextRef="#ctx0" brushRef="#br0" timeOffset="40493.729">14483 4589 0,'0'0'0,"-12"-12"16,0 12-16,-35-23 16,24 11-1,46 12 1,48 0 0,-48 0-16,59-12 15,-58 12-15,23-23 16,-12 11-1</inkml:trace>
  <inkml:trace contextRef="#ctx0" brushRef="#br0" timeOffset="40677.7811">14753 4331 0,'0'-12'0,"0"24"0,-12-48 16,0 36 15,12 12-15,0 59-1,12-1 1,11 12 0,12 36-1,-35-107-15</inkml:trace>
  <inkml:trace contextRef="#ctx0" brushRef="#br0" timeOffset="42841.5541">13567 4824 0,'-12'0'16,"1"0"-16,11 11 16,-24-11-16,24 24 0,-12-24 0,12 12 15,-11-12-15,11 11 0,0 1 16,0 0-16,0 0 16,0-1-16,0 1 31,0-24-16,0-23 1,-82-118 15,-24 48-15,71 81-16,-106-58 16,94 70-1,-82-11 1,-82 35-1,11 58 1,24 36 0,141-71-16,-36 59 15,24-35-15,12 34 16,12 13 0,23 0-1,0-12 1,12-83-16,-1 48 15,-11-47-15,12 35 16,0-36 0,-12 1-1,0-35 1,-12-36 0,-11-11 15,23 58-31,-12-47 15,12 36-15,-12-1 16,12 12 0,0 24-1,24 35 1,11 12 0,-12-47-16,24 35 15,-23-47-15,-13 11 0,48 13 16,23-13-1,-11-46 1,-1-12 0,-47 0-1,-11 36-15,-12-13 16,0 12 0,-12 12-16,-11 12 15</inkml:trace>
  <inkml:trace contextRef="#ctx0" brushRef="#br0" timeOffset="43324.6802">11795 6220 0,'0'0'0,"12"0"32,-1 0-17,1 0 1,47-23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04:21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5704 5610 0,'0'0'0,"-24"0"0,1 0 0,11 0 16,-11 12-16,-1-12 0,1 0 0,-1 0 15,13 0-15,-13 11 0,12-11 16,1 0-16,-13 12 0,12-12 15,1 0-15,11 12 16,23-12 0,-11 12-16,187-12 15,341-59 32,387-11-16,-23 58 1,-517 24-17,-58-1 1,-83 1 0,-69-12-1,-131 0 1,-69-12-1,-36 1 1,-93-13 0</inkml:trace>
  <inkml:trace contextRef="#ctx0" brushRef="#br0" timeOffset="517.1463">5422 5704 0,'-23'0'0,"46"0"0,-70 0 0,0 0 15,24-12 1,81 0 0,-22 12-16,151-23 15,-116 23 1,175-35-16,212-24 31,82 0-15,35 12-1,-47 12 1,-410 35-16,281-12 16,-317 12-16,117-11 15,-46-1 1,-95 0 0,-22 0-1,-36 24 16,0 0-15,-47 11 0,12-11-1</inkml:trace>
  <inkml:trace contextRef="#ctx0" brushRef="#br0" timeOffset="7092.934">12124 1303 0,'0'0'0,"0"-12"15,0 0-15,0 1 16,-12 22 31,12 1-47,-12 0 0,12-1 15,-12 13-15,-23 70 32,35-82-32,47 46 31,-23-46-31,128-59 31,-58-82 0,-94 105-31,-35-34 16,23 46-16,-23 0 16,-12 48-1,-12 34 1,48-47-16</inkml:trace>
  <inkml:trace contextRef="#ctx0" brushRef="#br0" timeOffset="7560.227">12382 2159 0,'0'0'15,"0"-11"-15,0-1 0,-35 0 16,11 12-1,-23 47 1,24 12 0,11 0-1,24-24 17,-1-23-32,36-1 15,-23-11-15,-1 0 0,71-11 16,35-36-1,-58-24 1,-71 12 0,-71 13-1,48 34-15,-71 12 16,70 0-16,-34 12 16,11-1-1</inkml:trace>
  <inkml:trace contextRef="#ctx0" brushRef="#br0" timeOffset="8275.6455">11865 1408 0,'0'0'0,"0"-11"31,-11-1-31,-1-12 16,-188-46 15,-363 0 0,481 58-31,-270-23 32,281 35-32,-163-24 15,-1 1 1,94 11-1,94 12 1,82 0 0,-11 0-16,93 12 15,-82-1-15,12-11 0</inkml:trace>
  <inkml:trace contextRef="#ctx0" brushRef="#br0" timeOffset="9190.5103">11948 1444 0,'0'0'16,"11"0"-16,1 0 15,-12-12-15,12 12 32,-36 0-1,1 0-15,11 0-16,-141 12 15,107-1-15,-506 83 31,165-12 1,304-58-17,72-12-15,-13-1 16,24 1 0,24 0-1,11-12-15</inkml:trace>
  <inkml:trace contextRef="#ctx0" brushRef="#br0" timeOffset="10406.703">11243 1526 0,'0'0'0,"-11"-12"16,-1 12-1,12-12 1,-12 12 0,0 0-1,1 0-15,11 12 16,-12 0-16,-82 70 31,71-70-15,-48 81-1,48-69-15,-59 58 16,-24 47 0,-11-11-1,11-13 1,0 36 0,36-35-1,23-36 1,23-35-1,13-11 1,11-36 15,0 0-31,0 1 0,0-36 16</inkml:trace>
  <inkml:trace contextRef="#ctx0" brushRef="#br0" timeOffset="11055.7623">9917 1056 0,'-12'-11'0,"1"-1"0,-1 0 16,0 12-16,0-12 15,-23 12 1,-47 118 15,82 11 0,0-117-31,129 34 32,-117-46-17,35-35-15,-12-23 31,-47-25-15,-35 1 0,-23 47-1,23 70 1,-12 59 0,36-35-16</inkml:trace>
  <inkml:trace contextRef="#ctx0" brushRef="#br0" timeOffset="11621.1034">9765 1737 0,'0'0'0,"0"-12"15,0 0 1,-12 12-16,0 0 16,12 12-1,0 12 1,-12-13-16,36 83 31,-12-94-15,23 24-16,23-1 31,-46-23-31,35 0 16,-35-11-16,0 11 0,-1-12 15,-11-12-15,0-23 16,-11 36-16,-1-48 16,-23 0-1,11 48 1,1 22-1,-12 60 1,35-48-16,-12 59 16</inkml:trace>
  <inkml:trace contextRef="#ctx0" brushRef="#br0" timeOffset="12270.6277">9964 2382 0,'0'0'16,"0"-11"-16,0-1 0,0 0 0,0 1 15,-12 11 1,1 11 0,-13 95 15,24-94-31,-23 152 31,23-152-31,11 35 16,60-24-1,23-11 1,11-59 0,-11-24-1,-82 48-15,35-83 16,-47 71-16,-12-59 16,-35-11-1,-35 69 1,-24 48-1,1 35 17,93-23-32,-35 34 15,47-46-15,0 11 0</inkml:trace>
  <inkml:trace contextRef="#ctx0" brushRef="#br0" timeOffset="13771.5815">10093 1174 0,'0'0'0,"-12"0"16,12-12-16,-11 12 0,-1-12 15,0 0 1,24 24 47,0-12-48,-1 12-15,48 23 16,211 118 31,117 11-16,12 0 0,-176-70-15,-58-35-1,-13 11 1,-11-11 0,-12-12-1,-11 0 1,-13-24 0,-81-11-16,58 0 15,-70 0 1,35-12-16,-12 11 15,-12-11 17,-23-11-17,-47-25 1,24 25-16</inkml:trace>
  <inkml:trace contextRef="#ctx0" brushRef="#br0" timeOffset="14519.1332">10164 1772 0,'0'0'0,"-12"0"0,0 12 16,0-12-16,1 0 16,-83 12-1,82-1-15,-117 25 31,82-25 16,35-11-15,24 0-32,35 0 15,-35 0-15,70-35 16,82-12-1,47-12 1,36 1 0,11 23-1,-188 23-15,177-35 16,-188 35-16,105-35 16,24 12-1,-47 0 1,-36 11-1,-46 1 1,-71 23 15,-11 0-31</inkml:trace>
  <inkml:trace contextRef="#ctx0" brushRef="#br0" timeOffset="15151.4959">10093 1831 0,'0'0'0,"-12"-12"0,1 12 16,-1-23-1,-11 11 1,34 12 46,1 0-62,11 0 0,13 12 16,-25-12-16,119 11 16,57 25-1,60-13 1,46 1-1,-11-1 1,-212-11-16,188-1 31,-199-11-31,94 12 16,34-12 0,-34 0-1,-47 0 1,-12 0-1,-83 0-15,25 0 16,-25 0-16,-34 0 16,-12 0-1,-36 0-15</inkml:trace>
  <inkml:trace contextRef="#ctx0" brushRef="#br0" timeOffset="15867.8206">10258 2523 0,'0'0'16,"-12"12"-16,24-12 47,-1-12-47,1 1 16,0-1-16,-1 0 0,48-58 31,117-118 0,-141 153-31,188-153 31,-187 164-31,163-152 32,-58 59-17,-106 94-15,94-48 16,-82 48-16,82-24 15,-94 23-15,95-23 16,-95 36 0,35-13-16,24-11 15,0 0 17,0 11-17,-35 1 1,-48 23-1,-69 11 1,-71 60 0</inkml:trace>
  <inkml:trace contextRef="#ctx0" brushRef="#br0" timeOffset="16483.9947">10258 2512 0,'0'0'16,"-12"0"-16,0 0 0,-35 11 16,35-11-16,-23 0 15,23 0-15,36 0 32,35 0-17,58-23 1,59-24-1,70-12 1,-175 47-16,211-58 16,-1 0-1,-23 23 1,-35-12 15,0 12-15,-176 35-16,82-11 15,-82 11-15,-11 12 0,69-23 16,24 11 0,-47 0-1,-23 12 1,-35 0 0,-13 0-1,-11-12 1,-47 1-1,-58-25 1</inkml:trace>
  <inkml:trace contextRef="#ctx0" brushRef="#br0" timeOffset="17482.9166">12217 1197 0,'0'0'0,"0"-12"0,0 1 16,-11-1-1,-1 12 1,0 0-1,1 12 1,11-1-16,-12 1 16,-47 129-1,47 12 32,118-60-16,105-128 1,-164-47-17,-35-35 1,-71 11 0,-11 47-1,-12 59 1,-12 47-1,70-11 1</inkml:trace>
  <inkml:trace contextRef="#ctx0" brushRef="#br0" timeOffset="18947.5352">12135 786 0,'0'0'0,"0"12"0,12-12 32,-12 12-32,-12-12 187,1 0-156,11-12-15,-12 12-16,0-12 0,0 12 16,1 0-16,-1-11 0,0 11 0,-11-12 15,11 0-15,-129-47 31,-82-46 1,-94-1-1,12 48 0,153 58-15,-13 0-1,13 23 1,105-23-16,-94 35 16,106-23-16,-59 35 15,-24 23 1,25 12 0,10 1-1,72-60 1,-25 36-1,13-36-15,-1 24 16,13 0 0,-1-23-1,0-13 1,12-22 31,0-13-47,-11-23 15,-1 0 1,0 12 0,12 47 46,0 11-62,12-23 0,11 35 31,12 1-15,12-13 0,0-23-1,-35 0-15,23 0 16,-23 0-16,12-12 16,22-11-1,25-1 1</inkml:trace>
  <inkml:trace contextRef="#ctx0" brushRef="#br0" timeOffset="21279.0919">10915 857 0,'-12'0'78,"0"0"-31,1 0-31,-1 0-1,12 11-15,-12-11 0,-11 24 31,23-12-31,-24 23 16,1 24 0,11 11-1,-12 36 1,1 11 0,23-82-16,0 83 15,0-83-15,0 59 16,23 46-1,13 13 1,-1-12 0,0 35-1,0-35 1,0 0 0,1-24-1,-1-23 1,0-12-1,0-23 17,-11-36-32,23 24 15,-36-47-15,36 12 16,24 0 0,11-48-1,0-11 1,-70 36-16,47-24 15,-48 23-15,48-59 16,-12-23 0,12-23-1,-24-35 1,-12-1 0,-23 118-16,0-71 15,0 71-15,-11-82 16,-1 70-1,-35-118 1,23 118-16,-11-58 16,-24-24-1,1 23 1,11 0 0,-12 1-1,1 34 1,11 1-1,-12 11 1,12 12 0,12 24-1,-12-1 1,35 13-16,-47-1 16,48 0-1,-25 12-15,-11 0 16,1 24 15,-25 23-15,59-24-16,-58 59 15,46-47-15,-22 48 16,-13 57 0,24 25-1,23-24 1,12 11-1,12 1 1,-12-118-16,35 117 16,-23-116-16,23 69 15,12 24 1,23 0 0,1-11-1,-13-13 1,24-11 15,-23-35-15,12 0-1,-1-24 1,0-23 0,13-12-1,-60-12-15,47-12 16,-58 13-16,47-13 15,-1-23 1,13-23 0,-24-24-1,12-35 1,-48 105-16,24-116 16,-35 104-1,24-58-15,-12-35 16,-36-35-1,-11-24 1,35 130 0,-47-83-1,35 106-15,-11-12 0,-12-47 16,23 59-16,-70-118 16,58 118-16,-46-36 15,-24 1 1,12 35-1,23 11 1,-11 36 0,11 23-1,36-11 1</inkml:trace>
  <inkml:trace contextRef="#ctx0" brushRef="#br0" timeOffset="22061.6596">11795 798 0,'0'0'0,"0"-12"0,-12 12 0,0 0 15,12 12 32,12 0-47,-12 0 16,12-1-16,-12 1 0,12 0 0,-1-1 16,-11 1-16,24 12 0,-12-13 0,-1 1 15,1 12-15,12-1 0,105 83 31,-12-1 1,-93-81-1,-36-130 0,0 12-15,-11 24-1,11 35 17,12 23-32,-12 0 15,12 24 1,0 11 0,0 13-1,24 34 1,-13-46-1,1-13-15,0 13 16,-12-13-16,0 1 16,-12-12-1,-47 12 1,-23 23 0,70-23-16,-11 0 15</inkml:trace>
  <inkml:trace contextRef="#ctx0" brushRef="#br0" timeOffset="22677.7848">12253 1831 0,'-12'0'0,"24"0"0,-24-12 15,0 12-15,12-12 16,12 12 15,-12 24-31,35-1 16,83 95 15,-72-83-15,-10 0-1,-25-23 1,1-12 0,-12-12-1,-12 0 1,12 1-16,-47-1 15,36 12 1,-36-12-16,-24 12 31,36 12-15,12-12 0</inkml:trace>
  <inkml:trace contextRef="#ctx0" brushRef="#br0" timeOffset="23265.382">12006 833 0,'0'0'0,"12"0"31,0 0 0,-12 12-15,11-12-16,-11 12 0,0-1 15</inkml:trace>
  <inkml:trace contextRef="#ctx0" brushRef="#br0" timeOffset="23807.6603">12476 1983 0,'0'0'0,"-12"0"0,-12 0 172</inkml:trace>
  <inkml:trace contextRef="#ctx0" brushRef="#br0" timeOffset="24759.8153">12523 2253 0,'0'0'0</inkml:trace>
  <inkml:trace contextRef="#ctx0" brushRef="#br0" timeOffset="25662.8238">10093 2723 0,'0'0'0,"-12"0"0,1 0 15,-1 0-15,12-12 16,-23 12 0,23-12 15,11 12 141</inkml:trace>
  <inkml:trace contextRef="#ctx0" brushRef="#br0" timeOffset="27175.7409">10023 2676 0,'-12'0'16,"12"-12"-1,-12 12-15,12-12 219,0 24 0,0 0-188,-11-12-31,11 12 16,0-1-16,-12-11 15,12 12-15,0 0 0,-12 0 16,12-1-16,-12-11 15,-11 47 1,-12 24 15,-36-13 1,60-46-17,-107 35 16,95-35-31,-48-12 16,-34 0 0,-36-12-1,-59-35 1,36-12 0,23 1-1,24 23 1,35 11-1,58 12 1,12 12 0,12 12 46,12-12 16</inkml:trace>
  <inkml:trace contextRef="#ctx0" brushRef="#br0" timeOffset="29754.5364">4953 4777 0,'0'0'0,"-12"11"0,0 1 15,1-12-15,-1 0 0,0 0 0,0 12 16,1-12-16,-1 0 0,12 12 0,-12-12 15,24 0 17,0 0-17,93-36 1,-70 25-16,247-142 31,-106 24 0,-141 70 1</inkml:trace>
  <inkml:trace contextRef="#ctx0" brushRef="#br0" timeOffset="30328.7788">4964 5540 0,'0'0'15,"-11"0"-15,-1 0 0,0 0 0,-11 11 16,11-11 0,47-11-1,59-48 1,-59 47-16,153-94 16,23 13-1,1-1 1,-36 35-1,-71 24 1,-93 23 0,12 12-1,-24-12 48</inkml:trace>
  <inkml:trace contextRef="#ctx0" brushRef="#br0" timeOffset="34769.1356">8438 5317 0,'12'0'0,"-24"0"297,1 0-297</inkml:trace>
  <inkml:trace contextRef="#ctx0" brushRef="#br0" timeOffset="35743.6761">8497 5305 0,'0'0'0,"-12"0"16,1 0-16,-1 0 15,0 0 1,12 12 15,0-24 125</inkml:trace>
  <inkml:trace contextRef="#ctx0" brushRef="#br0" timeOffset="36646.4864">8614 5211 0,'0'0'0,"-11"0"0,-1 0 15,0 0-15,12 12 16,-12-12-16,1 0 47,11 11-47,0 1 16,0 0-1,0 0 32,0-24 0</inkml:trace>
  <inkml:trace contextRef="#ctx0" brushRef="#br0" timeOffset="37082.7277">8626 5070 0,'-12'0'0,"1"0"31</inkml:trace>
  <inkml:trace contextRef="#ctx0" brushRef="#br0" timeOffset="38028.7433">7159 5223 0,'0'0'0,"12"0"0,0 0 0,-24 0 141</inkml:trace>
  <inkml:trace contextRef="#ctx0" brushRef="#br0" timeOffset="38910.6522">7100 5340 0,'0'0'0,"-11"0"0,-1 0 16,12 12-16,-12-12 0,1 0 16,22 0-1,1 0-15,11-12 0,13 0 16,-1-11-16,24-1 0,11-11 0,12-12 16</inkml:trace>
  <inkml:trace contextRef="#ctx0" brushRef="#br0" timeOffset="40507.0335">5551 4542 0,'-11'0'16,"-1"0"0,12 12 62</inkml:trace>
  <inkml:trace contextRef="#ctx0" brushRef="#br0" timeOffset="42824.8767">9976 4448 0,'-12'0'16,"0"0"-1,12-12-15,-11 12 16,11-11 15,0-1 297,0 0-328,-12 0 16,12 1-16</inkml:trace>
  <inkml:trace contextRef="#ctx0" brushRef="#br0" timeOffset="43856.0628">9823 4061 0,'0'0'0,"-11"0"15,-1 0 32,12 11-47,-12 1 16,12 0-1,-12-12 17,12-24-1,-11-11-16,-25-23 1,25 34-16,-48-35 16,47 36-1,-46-12-15,-25-12 16,-22 35 0,-1 24 15,12 23-16,71-35-15,-48 59 16,48-48-16,-24 25 16,-12 11-1,24-12 1,12 0 0,11-23-1,12-24 32,0 0-47,-24-23 16,1-12-1,-1 0 1,1 24 0,23 34 30,12 25-30,11 11 0,1 0-1,-13-36-15,25 24 16,-25-35-16,36 0 16,24-35-1,11-23 1,-35-1-1,-47 24 1</inkml:trace>
  <inkml:trace contextRef="#ctx0" brushRef="#br0" timeOffset="44673.4339">8521 4612 0,'-12'0'16,"0"0"-16,0 0 0,1 0 15,-25 0 1,1 0 15,23 0-31,-11 24 32,23-12-1,12-12-16,35 0 1,-36 0-16,72-12 16,-60 0-16,59 12 15,59-35 1,23 11 0,1 1-1,-25-1 1,-46 24-1,-82-11-15,35 11 16,-59 0 15,-23 0-31,-47 0 16,58 0-16</inkml:trace>
  <inkml:trace contextRef="#ctx0" brushRef="#br0" timeOffset="45088.4029">8485 4601 0,'-11'0'16,"22"0"-16,-34 0 0,11 0 0,0 11 0,-11-11 15,-1 12 1,13-12 0,22 0 15,36 0-15,47-12-1,59-11 16,11-1-15,0 1 0,-117 23-16,47-24 15,-35 24-15,-12-11 16,-24-1 0,-34 12-1,-13 0 1,-11 0-1</inkml:trace>
  <inkml:trace contextRef="#ctx0" brushRef="#br0" timeOffset="45638.2835">8544 4612 0,'-12'0'16,"24"0"-16,-35 0 0,11 0 15,0 0-15,0 12 16,12 0-1,0 0 1,24-12 0,34 11-1,-34-11-15,93-23 16,-81 23 0,93-35-16,23 11 15,1 12 1,-48 1 15,-34-1-15,-36 0-1,-23 12 17,-24 0 14,12 12-46,-12 0 16,1-1 0,-1-11-1</inkml:trace>
  <inkml:trace contextRef="#ctx0" brushRef="#br0" timeOffset="53498.6804">8180 4284 0,'0'-12'157,"0"0"-157,0 1 15,0-1 1,0 0 0,0 0-1,-12 12 1,1 0-1,11-11-15,-12 11 16,-11 11 15,11-22 204</inkml:trace>
  <inkml:trace contextRef="#ctx0" brushRef="#br0" timeOffset="54696.3107">8227 4237 0,'0'-12'31,"0"0"0,-12 12-15,12-11-16,-11 11 16,-1-12-1,-23 12 16,-12 23 16,-12 48-15,47-24-17,1 0 1,11 0-1,11 0 1,1-36-16,0 24 16,-12-23-16,12 23 15,11 1 1,-11-1 0,11-12-1,1-11 16,-1-12-15,12 0 0,1-12-1,-1 1 1,0-13 0,-35 12-16,35-23 15,-23 23-15,0-23 16,-1-12-1,1-11 1,-12-1 0,-12 0-1,1 47-15,-13-46 16,24 46 0,-12-11-16,-11-13 15,-12 13 1,11 11 15,1 12-15,11 0-16,-23 24 15,35-13-15,-12-11 0,-23 36 16,-12-1 0,35 0-1</inkml:trace>
  <inkml:trace contextRef="#ctx0" brushRef="#br0" timeOffset="56400.8046">7288 4037 0,'0'0'0,"12"0"31,-12 12 16,0 0-32,0-1 1</inkml:trace>
  <inkml:trace contextRef="#ctx0" brushRef="#br0" timeOffset="57010.5438">7382 4565 0,'0'12'31,"-12"-12"-31,12 12 16,-11-12-16,11 12 0,0-1 15,-12 13 1,35-12 15,48-48 16,-83-11-16,-23 47-15,0 12-1,23-12 1,24 0 0</inkml:trace>
  <inkml:trace contextRef="#ctx0" brushRef="#br0" timeOffset="57226.3156">7523 4460 0,'-24'0'0,"48"0"0,-48-12 16,24 24 15,0 0-15,12 11 0,-12 12-1,12-23-15,-12 23 16,0-23-16,12 23 15</inkml:trace>
  <inkml:trace contextRef="#ctx0" brushRef="#br0" timeOffset="57643.8925">7652 4589 0,'0'-12'0,"-12"12"15,1 0 1,-1 0-16,0 12 16,0 0-1,1-1 1,11 1 0,0 0-1,11 0 1,13-12-1,11-36 1,-35 25-16,24-36 16,-24 35-16,0-35 15,0 0 1,-12 24 0,12 34 15,0 1-31,-12 35 15,47 23 1,-11-11 0,-13-35-1</inkml:trace>
  <inkml:trace contextRef="#ctx0" brushRef="#br0" timeOffset="58842.8074">6079 4518 0,'0'0'0,"12"0"15,-12 12 1,0 0 0,0 0-1,12-1-15,-12 1 0,0 0 16,0 0 0,0-24 30,0 0-46,0-11 16,0-1 0,0 12-1,12 12 17,-1 0-17,1 24 1,0-12-1,0-1 1,-1 1 0,1-12-1,0 0-15,11-12 16,-11 12 0,0-11-16,-1-13 15,-11 12 1,-11 12 15,11 12-31,-12 12 16,0-13-1,24 1 17,35-12-17,-12 0 1,0-12-1,-23 1-15,0 11 16,-12 11 0,0 1-1,12 0 1,-1-12 0,24 0-1,12-12 1,-35 0-1</inkml:trace>
  <inkml:trace contextRef="#ctx0" brushRef="#br0" timeOffset="60123.7363">8321 4131 0,'0'0'0,"0"-12"47,0 24 0,0 12-47,0-13 0,0 48 31,12-35-31,11 152 32,-23-153-32,24 118 31,-13-24 0,-11-105-31,0 11 16,0-34 15,0-1-15,0-23-16</inkml:trace>
  <inkml:trace contextRef="#ctx0" brushRef="#br0" timeOffset="61074.1047">8391 4131 0,'0'-12'0,"-11"12"0,-1 0 16,12-11 0,12-1 15,-1 12-16,60-24 1,58 1 0,82-24-1,71 12 1,23 11 0,0 13-1,-47-1 1,-187 12-16,128-12 15,-163 12-15,46-12 16,-24 1 0,-34 11-1,-24 11 79,0 1-94,0 0 16,0 0-16,0 46 15,-12 60 1,12-83-16,-23 94 16,11-106-16,0 48 15,-11-1 1,-1-23-1,-23-12 1,36-35-16,-36 24 16,23-24-16,1 0 15,-71 12-15,-71-1 16,-46 1 0,-59 12 15,-58 23-16,11 11 1,235-46-16,-165 47 16,200-48-16,-47 13 15,59-12 1,94-24 0,70-23-1,-82 11-15</inkml:trace>
  <inkml:trace contextRef="#ctx0" brushRef="#br0" timeOffset="61473.416">10844 4213 0,'0'0'0,"0"-11"0,0-1 16,0 0-1,-11 24 17,11 11-32,-24 1 15,12-12-15,-23 46 16,35-34 0,-23 11-16,23 12 15,0-12 16,11-35-31</inkml:trace>
  <inkml:trace contextRef="#ctx0" brushRef="#br0" timeOffset="61693.775">10903 4143 0,'0'-12'0,"0"24"0,0-36 16,-12 24-16,12-11 15,0 22 1,24 36 0,23 24-1,-24-1 1,-11 1 0,-12-48-1,12 12-15,-12-23 16,0 0-16</inkml:trace>
  <inkml:trace contextRef="#ctx0" brushRef="#br0" timeOffset="61922.747">10833 4472 0,'0'0'0,"-24"0"0,1 0 0,-24-12 15,-12 12 1,47 0-1,36-12 1,58 0 0,24 1-1,-1-25 1,-81 25-16,-1 11 16</inkml:trace>
  <inkml:trace contextRef="#ctx0" brushRef="#br0" timeOffset="62408.0115">11232 4272 0,'0'-12'16,"0"24"-16,-12-35 16,0 23-16,0 0 15,1 11 1,11 24 0,0 1-1,35-1 1,24-12-1,-1-11 1,-34-12-16,23-12 16,-36 1-16,1-25 15,12-11 1,-24 24 0,0 11-1,-12 12 16,12 12-31,0 11 16,0-11-16,12 0 16,35 11-1,35-11 1,0-12 0,-12-47-1,-46-11 1,-48-13-1,-23 24 1,0 24 0,36 23-1,11 47 1,11-36-16</inkml:trace>
  <inkml:trace contextRef="#ctx0" brushRef="#br0" timeOffset="72029.6131">5833 7523 0,'0'0'0,"0"-12"0,0 0 16,0 1-16,0-1 0,-12 0 0,12 1 15,0-1-15,0 0 0,0 0 0,-12 1 16,12-1-16,0 0 0,0 0 16,0 1-1,0 34 1,0-11 0,12 93 15,12-46-16,-24-47-15,23 11 16,-11-11-16,11-12 16,1-12-1,-1-23 1,-11-12 0,0 12-1,0 23 1,23 24 15,0 11-15,0 1-1,0-24 1,-23 0-16,12-12 16,-13 0-16,1 1 15,-12-1-15,0-35 16,0 35-16,-23-23 15,-1-12 1,12 35 0,12 24-1,12 0 1</inkml:trace>
  <inkml:trace contextRef="#ctx0" brushRef="#br0" timeOffset="72745.409">6596 7429 0,'0'0'0,"-12"0"16,0 0-16,1 0 0,-1 0 16,0 0-16,0 0 15,1 0-15,22 0 31,13 0-15,11-12 0,235-35 15,-223 36-31,117-13 16,-129 24-16,71-23 15,0-1 1,-59 13-1,-47-13 1,0 12-16</inkml:trace>
  <inkml:trace contextRef="#ctx0" brushRef="#br0" timeOffset="73028.4185">7323 7159 0,'-23'-12'0,"46"24"0,-81-35 16,46 23-16,-11 0 15,11 0 1,12 23-1,23-11 17,-11-12-32,47 23 15,11-11 1,-11 0 0,-24 0-1,-23-1 1,-36 13-1,1-12-15,-36 34 16,47-34-16,-35 23 16,0 12-1,36-23 1</inkml:trace>
  <inkml:trace contextRef="#ctx0" brushRef="#br0" timeOffset="74427.2514">6126 7230 0,'0'0'0,"-11"0"0,-1 0 15,12-12 63,12 0-62,-1 0-16,-11 1 0,12-1 16,12-70-1,-24-83 17,0 154-32,-24-25 31,12 154 0,12-59-15,36 11 15,10-35-15,-10-23-16</inkml:trace>
  <inkml:trace contextRef="#ctx0" brushRef="#br0" timeOffset="75410.2654">7852 7300 0,'0'0'0,"0"-12"0,11 1 0,-11-1 16,0 0-16,0 0 0,0-35 31,12 71 1,12 58-1,11-23 0,-24-59-15,1 0 15,-12-12-15,12-35-1,0 12 1,-1 23-16,-11 0 15,12 12-15,0 0 16,0 0-16,11 24 16,24 11-1,-12-23 1,-11-1 0,-1-11-1,-23-11-15,0-24 16,0 23-1,0-12-15,-23-23 16,11 24 0,12 11-1</inkml:trace>
  <inkml:trace contextRef="#ctx0" brushRef="#br0" timeOffset="75859.563">8274 7065 0,'0'0'0,"-12"12"15,1-12 1,11 12 0,11-12-1,1-12 17,0-23-17,0-12 1,-1-12-1,-34-46 1,-1 58 0,1 35-1,23 24 1,-12 35 0,12 35-1,24 12 1,-1-83-16,12 60 15,-23-48-15,35 1 16</inkml:trace>
  <inkml:trace contextRef="#ctx0" brushRef="#br0" timeOffset="76957.3541">8943 7277 0,'0'0'0,"-23"0"0,11 0 15,0 0-15,0 11 0,1-11 0,-13 0 16,12 0-16,1 0 0,-1 12 0,0-12 16,0 0-16,1 0 0,11 12 0,11-12 31,1 0-31,12 0 0,-1 0 0,130-47 31,-130 35-31,142-35 31,-165 35 16,-24 24-47</inkml:trace>
  <inkml:trace contextRef="#ctx0" brushRef="#br0" timeOffset="77290.5159">9542 7171 0,'-12'-12'15,"0"0"-15,12 1 16,-12-1-16,12 24 47,0 11-32,12 12 1,0 12 0,0-35-16,-1 23 15,1-23-15,0 23 16,0-23 0</inkml:trace>
  <inkml:trace contextRef="#ctx0" brushRef="#br0" timeOffset="77574.0929">9542 7206 0,'0'0'0,"0"-12"0,-12 12 0,-12-35 16,36 12 0,47 11 15,23 12-16,-59 12-15,48 23 16,-71-23-16,23 23 16,-23 35-1,-35 12 1,35-23 0,0-12-1,24-47-15,11 12 16</inkml:trace>
  <inkml:trace contextRef="#ctx0" brushRef="#br0" timeOffset="78540.003">10128 6995 0,'0'-12'0,"0"24"0,0-36 0,-11 13 0,11-1 15,0 0-15,-12 0 0,0 1 16,12-1-16,12 24 31,0-1-15,-12 1-16,11 12 0,36 81 31,24 71 0,-36-105 0,-23-60 1,-1-46-17,-11-23 1,24-13 0,-1 24-1,1 35 16,-1 36-15,-23-12-16,24 35 16,-24-36-16,35 36 15,-35-35-15,23 12 16,1-13 0</inkml:trace>
  <inkml:trace contextRef="#ctx0" brushRef="#br0" timeOffset="79188.8529">10586 6971 0,'12'0'31,"0"0"-15,-12-11-16,11 11 0,-11-12 15,12 0-15,-12 0 0,12 12 0,-12-11 16,0-13-16,12-81 31,-24-71 0,0 164-31,-23-47 32,23 71-17,-11 35 1,23 11-1,0-46-15,11 35 16,1-23-16,-12-13 0,35 36 16,-11 0-1,11 0 1,-12-23 0,1-24-1</inkml:trace>
  <inkml:trace contextRef="#ctx0" brushRef="#br0" timeOffset="79422.1296">10833 6748 0,'-12'0'0,"24"0"0,-36 0 0,24-11 16,-12 11-1,24-12 1,47 0 0,-12 0-1,-24 1 1,-11 11-16,0-12 16</inkml:trace>
  <inkml:trace contextRef="#ctx0" brushRef="#br0" timeOffset="79638.3981">11009 6596 0,'0'0'0,"0"-12"16,0 0-16,0-11 15,11 35 17,1-1-17,0 36 1,0 0-1,-1 12 1,1-47-16,0 23 16,11-12-1</inkml:trace>
  <inkml:trace contextRef="#ctx0" brushRef="#br0" timeOffset="79871.7133">11114 6431 0,'0'0'0,"-11"0"0,-1-11 16,12 34 0,35 12-1,-23-23-15,46 70 16,-46-58-16,23 46 15,-11 12 1,-24-70-16,-24 23 16</inkml:trace>
  <inkml:trace contextRef="#ctx0" brushRef="#br0" timeOffset="80288.301">10293 6608 0,'0'0'16,"11"-12"-16,-11 24 31,0 11-31,0-11 0,0 58 16,0 141 31,141-105-16,-47-106-31</inkml:trace>
  <inkml:trace contextRef="#ctx0" brushRef="#br0" timeOffset="82668.858">11396 6408 0,'0'0'0,"0"-12"0,0 1 0,-12-1 15,12 0-15,-12 12 0,12-12 16,-11 12-16,11 12 31,11-12-15,-11 12-16,24 11 15,-24-11-15,47 94 32,-47-95-32,12 60 31,-12-59-31</inkml:trace>
  <inkml:trace contextRef="#ctx0" brushRef="#br0" timeOffset="82918.9029">11349 6467 0,'0'0'0,"-12"-12"0,1 0 16,-25-23-1,25 0 1,22 11-1,48 1 1,11-1 0,1 24-1,-48 0-15,24 24 16,-35-12-16</inkml:trace>
  <inkml:trace contextRef="#ctx0" brushRef="#br0" timeOffset="83568.233">12006 6772 0,'0'0'16,"0"-12"-16,0 0 0,0 1 15,12-13 1,-12 12-16,0-11 15,12 11 1,-12-11-16,-24-1 16,1 24 15,-24 12-15,35-12-16,-35 47 15,35 12 1,36-1-1,35 13 1,23-1 0,-12-11-1,1 11 1,-60-23 0,-11-12-1,-47-11 1,-11-12-1,11-12 1,35-12-16,-23-12 16,23 13-1,0-48 1,47-47 0,24-23-1,12 24 1</inkml:trace>
  <inkml:trace contextRef="#ctx0" brushRef="#br0" timeOffset="84001.2559">12253 6525 0,'0'0'0,"0"-23"32,11 11-32,13-23 15,-1-47 17,-11-24-17,-12-11 1,0 93-16,-23-46 15,11 46-15,0 13 16,-23-1 0,11 47-1,24 24 1,12 23 0,-12-59-16,59 83 15,-59-82-15,47 46 16,0 0-1,11-23 1,-34-23 0</inkml:trace>
  <inkml:trace contextRef="#ctx0" brushRef="#br0" timeOffset="86200.4925">10410 7476 0,'0'0'0,"-12"0"16,1 0-16,-1 0 15,0 0 1,12 12-16,-12-1 0,1-11 31,11 12-31,23-12 16,-11 0-1,23-12-15,212-93 47,-212 93-47,129-35 16,-129 35-16,71-11 15,11-12 1,-46 23 0,-48 0-1,-35 12 1,1 0 0,-48 12-1,-23 23 1</inkml:trace>
  <inkml:trace contextRef="#ctx0" brushRef="#br0" timeOffset="86548.469">10398 7558 0,'0'0'0,"-11"12"0,-1-12 15,-12 12 1,13-1-1,22-11 1,72-35 0,-60 23-16,118-35 15,-94 24-15,94-24 16,58-12 0,-46 24-1,-24 0 1,-47 12-1,-70 23-15,-1 0 16,-22 0 15,-36 11-15,12 1 0</inkml:trace>
  <inkml:trace contextRef="#ctx0" brushRef="#br0" timeOffset="93308.0557">13462 2066 0,'0'0'0,"0"-12"15,0 0-15,-12 12 0,12-12 16,-12 12-16,12-11 16,-12 11-1,1 0 1,11 11-16,-12 1 0,0 12 15,0 46 17,12-58-32,71 23 31,-24-35 0,11-24-15,-22-34-1,-36-1 1,0 36-16,-24-13 16,24 25-16,-23-1 0,11 12 15,-23 12 1,0 58 0,35-23-16</inkml:trace>
  <inkml:trace contextRef="#ctx0" brushRef="#br0" timeOffset="94007.9756">13579 2993 0,'0'0'0,"0"-12"16,0 0-16,0 1 0,-12-1 16,0 0-16,1 12 15,-25 12 1,-22 117 15,70-23 0,140-83 1,-70-70-17,-23-23 1,-47-24 15,-24 12-15,-47 35-1,1 94 1,34 58 0,12 24-1</inkml:trace>
  <inkml:trace contextRef="#ctx0" brushRef="#br0" timeOffset="94591.5508">13555 4213 0,'0'0'0,"0"-11"0,0-13 0,0 12 16,0 1-16,-11-1 0,-25 0 31,1 118 0,82-24 1,106-82 14,-24-59-30,-82-23 0,-59-24-1,-58 24 1,-12 35 0,11 47-1,24 24 1,35-12-16</inkml:trace>
  <inkml:trace contextRef="#ctx0" brushRef="#br0" timeOffset="95806.0634">10222 1103 0,'0'0'16,"-11"0"-16,11-12 16,-12 12-16,0 0 0,0 0 15,24 0 63,-12 12-62,12-12-16,47 12 16,163 35 30,107-12-14,-282-35-32,282 24 31,-294-24-31,71 11 16,23-11-1,11 12 1,-22-12-1,-83 0-15,59 12 16,-71-12-16,24 0 16,0 0-1,-23 0 1,-13 0 0,-22 0 46,-1 0-46,0 0-16,-11 0 15,-48 0 1,-34-12 0,70 12-16,-1-12 0</inkml:trace>
  <inkml:trace contextRef="#ctx0" brushRef="#br0" timeOffset="96688.4132">10187 1150 0,'0'0'15,"-12"0"-15,-23 0 16,23-12 0,1 12-16,-13-11 15,12 11 16,1 0-15,22 0 31,1 0-47,0 0 16,0 0-16,23 11 15,-12 1-15,48 0 16,58 0-1,12 11 1,23-11 0,0-12-1,-128 12-15,116-12 16,-117 0 0,71 11-16,23-11 15,-12 0 1,-23 12 15,-23-12-15,-24 0-1,-36 0-15,25 12 16,-25-12-16,1 0 16,0 0-1,0 0 1,-1 0-1,-22 0 32,-1 0-31,-12-12-16,-81 0 16,-13 1-1</inkml:trace>
  <inkml:trace contextRef="#ctx0" brushRef="#br0" timeOffset="97526.7126">10997 1185 0,'0'12'0,"0"0"16,0 0-1,-12-12 1,12 11-16,0-22 62,12 11-62,58-106 32,12 24-17,24 0 1,-71 70-1,83-35 1,-83 35-16,12 0 0,47-11 16,-47 23-16,164-35 15,-152 35-15,128-12 16,36 12 0,-11 12-1,-13 23 1,24 0-1,-176-23-15,164 35 16,-152-35-16,70 23 16,-12 0-1,-58-23 1,-35 0 0,-1-1-1,1-11 1,-13 12-1,-22-12 48,-13-12-63</inkml:trace>
  <inkml:trace contextRef="#ctx0" brushRef="#br0" timeOffset="98519.6005">14025 1138 0,'0'0'0,"12"-23"16,-12 11-16,0 0 0,0 1 16,0-1-16,-12 12 46,12 12-46,0-1 16,0 25 0,23 69 15,36-58 0,-12-35-15,-24-35-1,1-1 1,-12 12 0,-1-23-1,-11 23-15,12 1 0,-12-1 16,12 12 0,-12 12-1,12-1 1,-12 1-16,23 12 15,-11-13-15,11 13 16,-11-24-16,35 23 16,-47-11-16,35-12 15,0-23 1,-11-36 0,-48-12-1,-11 1 1,23 58-16,-11-11 15,23 11 1,-12 12 0,12 35-1,0 0-15</inkml:trace>
  <inkml:trace contextRef="#ctx0" brushRef="#br0" timeOffset="100418.5494">14647 1268 0,'0'-12'0,"0"24"0,0-36 0,0 12 16,-12 12-16,12 12 47,0 0-47,0 0 0,0 34 31,12 37 0,0-25 0,-12-46-31</inkml:trace>
  <inkml:trace contextRef="#ctx0" brushRef="#br0" timeOffset="100751.2657">14835 1268 0,'0'0'0,"0"-12"0,0 0 16,0 0-1,0 1 1,0 22 0,0 1-1,11 58 1,-11 36-1,0-12 1,12-71 0</inkml:trace>
  <inkml:trace contextRef="#ctx0" brushRef="#br0" timeOffset="104697.6777">8192 1209 0,'0'-12'16,"-12"12"-16,0 0 15,12-12-15,-11 12 16,-1 0-16,0-11 15,1 11 1,-1-12 0,0 12-1,0-12 17,1 12-17,-13 0 1</inkml:trace>
  <inkml:trace contextRef="#ctx0" brushRef="#br0" timeOffset="105247.3239">8004 1091 0,'0'0'16,"0"-11"-16,0-1 0,0 0 0,0-11 15,0-1 1,-12 13 15,12-1-15,0 24-1,0 11 1,0 12 0,0-23-16,24 35 15,-24-35-15,12 11 16,11 1-1,-11-24 1,-12-12 0,12 0-1,-12-23 1,11 23 0,13 0-1,11 12 1,24-11 15,-12 11-15,-36-12-16,13 0 15,-24 1-15,0-1 16,-24-12 0,1 1-1,11 11 1,12 24-1,24 35 1,-24-35-16</inkml:trace>
  <inkml:trace contextRef="#ctx0" brushRef="#br0" timeOffset="105496.358">8391 1103 0,'0'0'15,"0"-12"-15,0 1 0,0-1 16,12 12 15,0 47-15,0 35-1,11-11 1,-11-48-16</inkml:trace>
  <inkml:trace contextRef="#ctx0" brushRef="#br0" timeOffset="107145.5761">14576 1338 0,'0'-12'125,"0"0"-109,0 1-16,12 11 16,0-12-1,58 12 16,-46 23 1,-12 1-17,-12 23 1,-24-12 0,1 0-1,-1-11 1,12-12-16,1-1 15,22-11 32,13 0-31,-12 0-16,46 0 16,-46-11-16,47 11 15,-48 0 1,13 0-16,-12 0 15,-12-12 1,-12-12 15,-35 1-31</inkml:trace>
  <inkml:trace contextRef="#ctx0" brushRef="#br0" timeOffset="107727.2573">14494 1361 0,'-11'-11'0,"11"-1"31,0 0-15,11 12 0,25-12-1,10 12 1,13 0 0,-24 12-1,-11 12 1,-24-1-1,0-11-15,-47 35 16,35-35-16,-11 11 16,-13 1-1,13-13 1,23 1 0,12-12-1,11 0 1,-11 0-16,58 0 15,-46 0 1,23-12-16,11 12 31,-34-11-15,-36 11 46,0 0-46</inkml:trace>
  <inkml:trace contextRef="#ctx0" brushRef="#br0" timeOffset="115786.9185">12358 1279 0,'0'-11'32,"0"-1"30,-11 12-31,11-12-15,0 0 0,-12 12-1,12-11 1,0-1-16,-12 0 16,0 12-1,12-12-15,-23 1 16,-1-1-1,-11 0 17,0 12-17,23 0-15,-23 12 16,23 0-16,-11 11 16,-24 12-1,12 12 1,11 0-1,1 0 1,11 0 0,0-12-1,12 1 1,0-1 0,12 0-1,0-12 1,-1-23-16,13 12 31,-12 0-31,-1-12 16,25 12-1,11-12 1,-12-12 0,-23 12-16,46-35 15,-46 23-15,35-12 16,-12-11-1,0 0 1,-23-12 0,0-12-1,-12 1 1,0 34-16,-24-34 16,24 46-1,-35-23-15,-12-1 16,-12 25-1,-34 34 1,-37 71 15,60 12-15,47-59-16</inkml:trace>
  <inkml:trace contextRef="#ctx0" brushRef="#br0" timeOffset="119466.6902">10328 1150 0,'0'0'16,"-12"-12"-16,12 1 15,-12 11-15,12-12 16,-11 12-16,11-12 16,-12 12-1,0 0 1,24 0 31,0 0-47,23 12 15,71 23 1,46-11 0,24-13-1,-117-11-15,140 24 16,-152-24-16,106 12 15,46-1 1,-23 1 0,-35 0-1,-23 11 1,-95-23 0,59 12-1,-70-12-15,35 0 16,-12 0-1,-11 0 1,-13 0 0,1 0 15,-24 0 250,1 0-281,-1 0 16,0-12-16,-11 12 0,-1-11 0</inkml:trace>
  <inkml:trace contextRef="#ctx0" brushRef="#br0" timeOffset="120933.7346">9858 1033 0,'0'-12'156,"0"0"-156,0 1 16,0-1-16,0 0 15,-11 0-15,-1 1 16,0 11-1,1 0 1,-1 0 0,0 0-1,-23 11 1,35 1 0,-24 12-16,1 11 31,11 0-16,0 24 1,1-1 0,11-46-16,0 35 15,0-35-15,11 23 16,1-12 0,23 1-1,-11-1 1,23-23-1,-12 0 1,0-11 0,0-13-1,1 1 1,-1-24 0,0-12 15,-35 47-31,24-58 15,-24 58-15,11-35 16,-11 0 0,-35 12-1,0 0 1,-12 11 0,0 24-1,12 0 1,-12 12-1,23 23 1,1-23 0,11 12-1,12-1 1,0-11 0</inkml:trace>
  <inkml:trace contextRef="#ctx0" brushRef="#br0" timeOffset="121498.2807">9800 915 0,'0'-11'0,"0"22"0,0-34 15,0 11-15,-12 0 0,12 1 16,-12-13-16,12 13 0,0-1 16,0 0-16,0-11 0,0 11 0,0 0 15,0-11-15,0 11 0,0-12 0,59-69 31,23 22-15</inkml:trace>
  <inkml:trace contextRef="#ctx0" brushRef="#br0" timeOffset="121946.4708">10387 1033 0</inkml:trace>
  <inkml:trace contextRef="#ctx0" brushRef="#br0" timeOffset="125154.1677">9765 951 0,'0'11'0,"11"-11"282,-11-11-267,0-1 626,0 0-610,0 0-15,-11 12-1,11-11 1,0-1 46,0 0-30,0 0-17,0 1 1,0-1 0,0-23-1,11 11 1,13 1-1,-12 11 17,-1 0-32,13 1 15,-13-1-15,1 0 16,35 0 0,12 1-1,23-1 1,0 0-1,24 36 1,-24 23 0,-12 11-1,-23 1 1,0 0 0,-12-24-1,-23-12 1,0-11-16,-12 0 15,0 0 1,0-1 0,12-11 15,-12-11 469</inkml:trace>
  <inkml:trace contextRef="#ctx0" brushRef="#br0" timeOffset="126036.0708">11044 927 0,'0'0'0,"-12"0"16,12 12-16</inkml:trace>
  <inkml:trace contextRef="#ctx0" brushRef="#br0" timeOffset="126841.7914">11994 4859 0,'0'0'0,"0"12"0,0-24 47,12 12 0,-12-12-47,12 0 16,-12 1-16</inkml:trace>
  <inkml:trace contextRef="#ctx0" brushRef="#br0" timeOffset="127976.3998">12264 1303 0,'12'-12'0,"-12"0"0,0 1 16,0-1-16,0 0 15,0 0-15,0 1 0,-12-1 16,12 0-16,-11 0 15,-1 1-15,0 11 16,12-12-16,-47 12 16,-82 82 31,35 82-16,118-23 0,23-94-15,-24-35-16,59 11 15,-58-23-15,58 0 16,24-23 0,-13-24-1,-34-12 1,-24-35-1,-35 59-15,12-70 16,-24 69 0,-23-34-16,-47 11 15,-35 36 1,-12 46 15,105-11-31,-70 47 16,71-36-16,-48 106 15,83 0 1</inkml:trace>
  <inkml:trace contextRef="#ctx0" brushRef="#br0" timeOffset="135151.3753">12382 1221 0,'0'0'15,"0"-12"1,-12 12 46,12-12 1,0 0-47,0 1-16,0-1 15,-23-12 1,-1 1-1,12-1 1,-11 24 0,-1 0-1,1 12 1,-1 12 0,-22 34-1,-13 25 1,0-1-1,12-12 1,35-58-16,-11 47 31,23-48-31,-12 13 16,12 11 0,35 0-1,24-11 1,-47-24-16,47 11 15,-36-11-15,59 0 16,12-23 0,-23-1-1,-25-23 1,-10-11 0,-25-24-1,-11 58-15,-11-46 16,11 46-16,-12 1 15,0-36-15,-35 0 16,12 24 0,12 35-1,-13 12 17,-46 47-17,12 11 1,23 0-1,0 1 1,23-12 0,13-12-1,11-36-15,0 36 16,23-35-16,-11 23 16,35-11-1,12-1 1,-1-11-1,1-12 1,-47 0-16,58-35 31,-58 23-31,23-23 16,12-47 0,-35-24-1,-12-11 1,-47 11-1,-12 47 1,47 47-16,-58-11 16,58 23-16,-35 0 15,0 35 1,0 0 0,24 1-1,11-1 1,12-12-1,0-11 17,12-12 108</inkml:trace>
  <inkml:trace contextRef="#ctx0" brushRef="#br0" timeOffset="136232.8552">11948 1314 0,'0'0'0,"-12"0"0,0 0 15,12-11-15,-12 11 16,12-12-16,-11 12 15,-1 0-15,0-12 16,0 12-16,1 0 0,-1 0 16,0 0-16,0 0 0,-140 0 31,-165-11 0,-23-13 0,-1 1 1,200 23-17,24-12 17,-12 12-17,-12-12 1,0 12-1,59 0 1,47 0 0,11 0-1,13 0 1,22 0 93,1 0-109,0 0 16,0 0-16,-1 0 16,72 0-1,81 12 1,59 0-1,23-1 1,24 13 0,-199-12-16,175 11 15,-199-23-15,47 12 16,-59-12-16,71 0 16,-106 11-16,23-11 15,-23-11 16,0-1-31,-23-11 16</inkml:trace>
  <inkml:trace contextRef="#ctx0" brushRef="#br0" timeOffset="141363.7467">10891 4683 0,'0'0'0,"-11"0"0,-1 12 0,-12-12 0,13 0 16,-1 0-16,0 11 0,0-11 0,-11 0 15,11 12-15,0-12 0,1 12 0,-1-12 16,0 0-16,0 11 0,1-11 0,-1 12 16,0-12-16,1 0 0,11 12 15,23-12 1,24 0-1,340-106 17,188-46-1,-293 70 0,-270 58-15,-83 12-1,48 12 1,-71 24-16,47-24 16</inkml:trace>
  <inkml:trace contextRef="#ctx0" brushRef="#br0" timeOffset="141760.6207">10762 4812 0,'0'0'0,"-12"12"0,-11-12 0,-36 11 16,12 1-1,71 0 1,81-36 0,83-34-1,-129 34-15,152-34 16,-70 22-1,82-22-15,35-1 16,-58 24 0,-95 11 15,-69 13-15,-25 11-16,-11-12 15,-11 24 16,-1-1-31,-23 1 16,-12 11 0,23-11-16</inkml:trace>
  <inkml:trace contextRef="#ctx0" brushRef="#br0" timeOffset="153916.3525">10668 4730 0,'0'0'0,"-23"0"0,11 0 0,0 11 15,-11-11-15,11 0 0,0 12 0,1-12 16,-1 0-16,0 12 0,36-12 31,-13 0-31,13 0 0,140-24 16,306-69 31,-13-25-16,-421 106-31,81-34 16,-94 34-16,1-12 15,-12-11 1,-71 23 0</inkml:trace>
  <inkml:trace contextRef="#ctx0" brushRef="#br0" timeOffset="154215.5245">10574 4788 0,'0'0'0,"-47"12"0,24-12 0,-1 12 16,1-12-1,105-24 1,165-23-1,70 1 1,23-1 0,-47 0-1,-81 0 1,-177 35-16,59-12 16,-83 13-16,1 11 0,12-24 15,-60 13 1,-34 11-1</inkml:trace>
  <inkml:trace contextRef="#ctx0" brushRef="#br0" timeOffset="154482.1275">10985 4859 0,'-23'0'0,"46"0"0,-58 0 16,11 0-16,13 0 15,58-24 1,117-11 0,-117 35-16,211-23 15,-199 23-15,129-12 16,-12 12 0,-82-12-1,-71-11 1,-58-12-1,-36-12 1</inkml:trace>
  <inkml:trace contextRef="#ctx0" brushRef="#br0" timeOffset="155897.4974">10293 1127 0,'0'0'0,"-12"0"0,0-12 0,1 12 15,-1 0-15,0 0 0,0 0 16,1 0-16,-1 0 0,0 0 15,12 12 1,12-1 0,0-11-1,-1 12-15,25-12 16,233 12 15,-210-12-31,105 0 16,-117 0-16,188 12 15,-176-1-15,105-11 16,47 24 0,-35-12-1,-70-1 1,-47-11 0,-48 0-16,1 0 15,-12 12 16,-23-12 1,-1-12-32,1 1 15,-36-13-15</inkml:trace>
  <inkml:trace contextRef="#ctx0" brushRef="#br0" timeOffset="157776.0069">10727 1221 0,'12'0'32,"-1"0"-17,1 0-15,0 0 16,0 0-1,-1 11-15,1-11 0,35 12 32,70 23-1,59-11 0,-93-13 0,-72-11-15,1 0 0,0 0-1,-12-11 798,-12 11-376,0 0-437,1-12 0,-1 12 16,-12-12-16</inkml:trace>
  <inkml:trace contextRef="#ctx0" brushRef="#br0" timeOffset="160128.0359">10070 1150 0,'11'0'47,"1"0"640,0 0-687,0 0 16,-1-12 31,1 12 875,12-11-922</inkml:trace>
  <inkml:trace contextRef="#ctx0" brushRef="#br0" timeOffset="163223.644">10046 1115 0,'12'0'0,"0"0"31,-1 0-15,1 0-16,0 0 0,0 0 0,-1 0 15,13 0-15,-1 0 0,1 0 0,-1 0 16,13 12-16,210-1 31</inkml:trace>
  <inkml:trace contextRef="#ctx0" brushRef="#br0" timeOffset="166667.3009">11830 1150 0,'0'12'1094,"0"0"-1001,-12-12 1970,12-12-2047,-23 12-16</inkml:trace>
  <inkml:trace contextRef="#ctx0" brushRef="#br0" timeOffset="169416.9973">10093 1115 0,'0'0'0,"-12"0"0,1 0 16,-1 0-16,0-12 0,1 12 0,-1-12 16,0 1-16,24 11 46,0 0-46,-1 0 16,1 11-16,0-11 0,105 36 31,188 11 1,153 0-1,117 11 0,-387-34-15,-71-1-1,-58-23 17,-12 12-17,-24-12 1,-11 0-1,-24 0 17,-23-12-17,-82-35 1,81 36-16</inkml:trace>
  <inkml:trace contextRef="#ctx0" brushRef="#br0" timeOffset="169884.0326">10070 1138 0,'0'12'0,"-12"-12"0,35 0 15,1 0 1,46 12-16,95 0 16,58 11-1,23-11 17,-11 11-17,-59-11 1,-82-12-1,-106-12 1,-94-23 0,13 12-16</inkml:trace>
  <inkml:trace contextRef="#ctx0" brushRef="#br0" timeOffset="171202.7515">9882 1033 0,'12'0'16,"-1"0"0,-11-12-1,12 12-15,-12-12 31,0 1-31,0-13 16,0 12-16,-12 1 16,1-1-1,-1 0-15,-23 12 16,0 0 15,-24 47-15,12 12-1,12 46 1,23-11 0,35-23-1,1-13 1,35-22 0,-1-25-1,1-11 1,-36 0-16,24-47 15,-35 36-15,35-60 16,-12-46 0,-35-12-1,-47 35 1,36 70 0,-25-11-1,25 23-15,-1 1 0,-12 11 16,-23 11-1,-23 48 1,-12 35 0,23 12-1,47-71-15,-11 71 16,23-83-16,0 47 16,47-11-1,12-24 1,23-23-1,12-35 1,0-24 0,-71 23-16,47-70 15,-58 59 1,12-59-16,-36-23 31,-47 46-15,-23 36-1,12 23 1,-1 24 0,48 0-16,-24 23 15,35-23-15,-11 11 16,11 1 0,0-1-1,12-11 1,12-12 187,0 0-172,-12 12-31</inkml:trace>
  <inkml:trace contextRef="#ctx0" brushRef="#br0" timeOffset="172646.9849">9882 951 0,'0'-12'0,"12"12"0,-12-12 15,11 0-15,-11 1 16,0-1-16,0 0 16,0 0-1,-11 12-15,-1 0 16,0 0-16,-11 0 16,11 12-16,-105 94 46,93-83-46,-23 118 32,35-59-17,48-35 1,-25-35-16,36 23 16,-23-35-16,35 12 15,34-12 1,1-47-1,-23-23 1,-60 58-16,1-94 16,-12 71-16,-23-35 15,-48-13 1,1 48 0,11 23-1,-23 48 16,70-25-31,-35 25 16,36-25-16,-1 1 0,-12 35 16,13 12-1,11-24-15</inkml:trace>
  <inkml:trace contextRef="#ctx0" brushRef="#br0" timeOffset="175794.9005">9905 845 0,'12'12'16,"-12"-24"109,0 0-109,0 1-16,0-1 15,12-59 1,-12 60-16,117-189 31,36 106 0,23 83 1,-153 11-32,71 0 15,-70 0 1,46 23-16,-11-11 15,-36-1 17,-11-11-17,-12 12-15,0 0 1157</inkml:trace>
  <inkml:trace contextRef="#ctx0" brushRef="#br0" timeOffset="176793.7554">6091 1702 0,'0'0'0,"0"-24"0,0 13 15,0-13-15,0 12 0,0-11 0,0 11 16,0 0-16,0 1 0,0-1 16,0 0-16,0 0 15,0 24 16,0 0-31,0 11 16,0 1-16,35 222 31,-23-210-31,12 34 16,11 12 0,-12-35-1,-11-23 1,-12-36 15,-12-12-31,0-46 16,12-24 15,36 12-15,-1 47-1,0 23 1,-23 12-16,11 59 15,-11-48-15,12 48 16,-1-12 0,0-24-1,1-23 1,-1-58 0</inkml:trace>
  <inkml:trace contextRef="#ctx0" brushRef="#br0" timeOffset="177209.6443">6396 1549 0,'0'0'0,"12"0"16,-12-12-1,23-23 1,1-47 0,-24 59-16,0-83 15,-12 36-15,0-24 16,-23 23 0,24 71-1,-1 12 1,12 58-1,0-46-15,0 46 16,0-58-16,12 12 16,11 34-16,24 13 31,12-36-15,-1-12-1,13-23 1,-48-11-16</inkml:trace>
  <inkml:trace contextRef="#ctx0" brushRef="#br0" timeOffset="177376.4546">6748 1303 0,'0'0'0,"-11"0"0,11-12 0,-12 12 16,-12-12-1,36-11 1,47-24-1,23-12 1,-23 12 0</inkml:trace>
  <inkml:trace contextRef="#ctx0" brushRef="#br0" timeOffset="177542.1823">7065 904 0,'0'0'15,"0"-12"-15,0 0 0,-11 0 16,-13 1-1,24 22 1,0 13 0,47 58-1,-35-58-15,46 128 16,-46-105-16,12 35 16</inkml:trace>
  <inkml:trace contextRef="#ctx0" brushRef="#br0" timeOffset="177891.7909">6103 2347 0,'0'0'0,"-24"12"0,-11 0 0,12-1 15,-1 1-15,-23 23 16,71-35 0,-12 0-16,58-23 15,82-59 1,83-47 0,47-24-1,-200 118-15,141-71 16,-153 71-16,-11 0 0,70-36 15,-70 24 1,-94 36 0,-12 22-1</inkml:trace>
  <inkml:trace contextRef="#ctx0" brushRef="#br0" timeOffset="178175.6614">6079 2570 0,'-23'24'0,"46"-48"0,-70 59 0,36-35 16,69-46-1,130-60 1,94-47 0,35 24-1,-47 35 1,-153 47-1,-94 36 1,-46-1 0,0 12 15,-13 12-15,25-12-16</inkml:trace>
  <inkml:trace contextRef="#ctx0" brushRef="#br0" timeOffset="183719.7729">11396 5493 0,'0'0'16,"0"-12"-16,0-12 0,0 13 0,0-1 16,0-12-16,0 13 0,0-1 0,0 0 15,0 0-15,0 1 0,12 11 0,-12-12 16,0 24 15,0 11-31,0-11 0,-12 23 16,-12 106 15,24-129-31,0 46 16,12-22-1,-12-13 1</inkml:trace>
  <inkml:trace contextRef="#ctx0" brushRef="#br0" timeOffset="183936.6192">11443 5328 0,'0'0'0,"0"-11"0,0-1 0,12 12 15,-12-12 1,0 24-1,23 23 1,1 24 0,11 23-1,12-12 1,-12-11 0,-23-36-1</inkml:trace>
  <inkml:trace contextRef="#ctx0" brushRef="#br0" timeOffset="184136.0049">11372 5692 0,'0'0'0,"-23"-12"0,0 12 0,-1 0 16,-58 0-1,94 0 1,70-11-1,35-25 1,0 1 0,-93 23-16</inkml:trace>
  <inkml:trace contextRef="#ctx0" brushRef="#br0" timeOffset="184585.596">11736 5399 0,'0'-24'0,"0"48"0,-23-71 16,11 35-1,0 12 1,12 23 0,0 1-1,24 35 1,11-24 0,12-12-1,-12-11 1,0-12-1,-23-35 1,-12 23-16,12-23 16,-12 23-16,12 0 15,-12 1-15,11 11 16,25 23 0,10 1-1,13-13 1,0-11-1,-36-23-15,13-12 16,-36 23 0,0-23-1,-36-36 1,-22 24 0,-13 24-1,1 82 1,46-1-1</inkml:trace>
  <inkml:trace contextRef="#ctx0" brushRef="#br0" timeOffset="184902.5242">11302 5880 0,'0'0'0,"-35"12"0,-12-1 0,12-11 0,-47 24 16,93-24 15,118-35-15,83-24-1,22-23 1,13 0-1,11-1 1,-70 13 0,-118 23-1,-93 47-15</inkml:trace>
  <inkml:trace contextRef="#ctx0" brushRef="#br0" timeOffset="185168.4331">11502 5974 0,'0'0'0,"-24"12"0,1-12 0,-1 11 16,130-69 15,93-13-15,59 1-1,-11 35 1,-59 11-1,-153 24-15,47-12 16,-70 12-16,0 0 16,-36 0-1,1-11 1,-24-13 0</inkml:trace>
  <inkml:trace contextRef="#ctx0" brushRef="#br0" timeOffset="200952.6448">12182 7417 0,'-11'0'0,"-1"0"15,0 0 1,0 0-16,1 0 31,34 0 0,-23-11-15,12 11-16,93-36 31,60-22 1,-60 11-1,-152 59 0,-70 23-15,-12 0-1,12 0 1,93-35-16,-23 24 16,47-13 15,12-11-31,70 0 15,12-23 1,23-12 15,-58 11-15,-47 24-16,11 0 16,-35 0-1,-34 12 1,-25 11-1,12-11 1,48-12-16,11 12 16,11-12-1,13 0-15,35 0 16,58-47 0,0-23-1,-70 11 1</inkml:trace>
  <inkml:trace contextRef="#ctx0" brushRef="#br0" timeOffset="203546.4546">12030 2242 0,'0'0'0,"0"-12"0,0 0 0,0 0 0</inkml:trace>
  <inkml:trace contextRef="#ctx0" brushRef="#br0" timeOffset="205187.7095">12358 1174 0,'-11'0'32,"11"-12"30,11 0-62,-11 0 16,0 1-16,0-1 15,0-23 1,-47-12 15,-47 47 1,24 58-17,-24 48 1,24 23-1,58-11 1,12-83-16,12 35 16,11-46-16,-11-1 15,47 36-15,35-12 32,11-24-17,-11-46 1,-12-48-1,-70 48-15,47-71 16,-59 59-16,23-71 16,-23-46-1,-35 34 1,-24 48 0,1 46-1,-25 24 1,72 12-16,-83 35 15,70-24-15,-34 60 16,-1 34 0,24-11-1,23-24 1,35-24 15,-23-34-31,47 11 16,-35-23-16,23 0 15,1-1 1,-13-11 0,-23-11-1,12-1 1,-12 0-16,0 0 31,-24 12 469,13 0-500,-13-11 0</inkml:trace>
  <inkml:trace contextRef="#ctx0" brushRef="#br0" timeOffset="208233.7651">12276 1291 0,'12'0'15,"0"0"17,-12 12 874,11-12-890</inkml:trace>
  <inkml:trace contextRef="#ctx0" brushRef="#br0" timeOffset="208766.9199">12088 1373 0,'0'0'16,"0"12"-16</inkml:trace>
  <inkml:trace contextRef="#ctx0" brushRef="#br0" timeOffset="209661.239">12405 1138 0,'0'-11'94,"0"-1"-79,0 0-15,-11 0 16,11-11 0,-12 11-1,-12-11 1,1 23-1,-24 0 1,0 23 0,23-23-16,-34 35 15,46-23-15,-23 35 16,-24 35 0,24 0-1,11-11 1,24-12-1,0-48 1,12 25 0,12-25-16,-24 1 0,35 11 15,12 13 1,0-25 0,-12 1-1,0-12 1,-23 0-16,23-12 15,-23 12-15,35-23 16,-35 11-16,35-23 16,-1-12-1,1-23 1,-23-1 0,-24 1-1,0 58-15,-24-47 16,1 48-1,-12-25-15,-24 1 16,-23 35 15,0 12-15,70 0-16</inkml:trace>
  <inkml:trace contextRef="#ctx0" brushRef="#br0" timeOffset="210659.9222">12558 1397 0,'-12'0'0,"0"0"0,1 0 15,11-12-15,11 12 47,1 0-47,0 0 16,0 0-16,164 12 15,129 11 17,-117-11 15,-188-12-16,-47-12-16,-24 0 1,-34 1 0,-1-1-1,-11 0 1,93 12-16,-58 0 16,70-12-16,-11 12 15,11 0 1,24 0 15,-1 0-31,48 12 31,-35-12-31,81 12 16,-70-12-16,59 12 16,12-1-1,-24 1 1,-58-12-1,-36 0 1,-47-12 0,-23 1-1,-12-1 1,12 0 0,23 12-1,24 0 1,47 0 15,35 12-15,35 0 15,-12-12-31</inkml:trace>
  <inkml:trace contextRef="#ctx0" brushRef="#br0" timeOffset="211159.4685">13438 1420 0,'0'0'15,"0"-12"-15,0 1 0,12-1 16,-12 0-16,0 0 15,0 24 32,0 0-31,0 0-16,12 35 16,11 0-1,0-1 1,13-22-1,-36-12-15,58-1 16,-46 1 0,35-12-16,35-23 31,-35-24-15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08:34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8943 2371 0,'0'0'0,"12"-12"0,-12 0 0,0 1 16,0-1-16,0 0 0,0 0 0,0 1 16,0-1-16,0 0 15,0 0-15,0 24 31,12 12-15,-12-13-16,11 95 31,-11 47 1,24-71-1</inkml:trace>
  <inkml:trace contextRef="#ctx0" brushRef="#br0" timeOffset="316.4162">9225 2242 0,'0'0'0,"-12"0"15,0 11-15,-23 48 16,12 23-1,11 12 1,24-23 0,46-25 15,13-34-15,-48-12-16,59-58 15,-58 46-15,11-59 16,-47-46-1,-58 23 1,-36 71 0,12 58-1,83-12-15,-25 59 16,36-58-16,0-1 16</inkml:trace>
  <inkml:trace contextRef="#ctx0" brushRef="#br0" timeOffset="832.0323">9236 1972 0,'0'0'0,"-23"0"0,0-12 15,-1 12-15,-46-12 16,46 12-16,-81 47 16,69-23-16,-46 58 15,-35 82 1,35 59 0,82 35-1,58-140 1,-34-83-16,105 59 15,-94-71 1,82-11-16,48-24 16,-13-70 15,-11-59-15,-106 94-16,48-94 15,-72 83-15,13-1 0,-1-117 16,-70 0-1,-70 94 1,-83 105 0,-34 83-1,187-71-15,-82 71 16,93-59-16,-11 105 16,59-93-1</inkml:trace>
  <inkml:trace contextRef="#ctx0" brushRef="#br0" timeOffset="4794.5021">8122 3251 0,'0'0'0,"0"-12"16,0 0-1,-12 1-15,12-1 16,-12 12-16,12 12 47,12-12-47,-12 11 0,12 25 16,-12-25-16,11 95 46,1-94-46,11 70 32,-11-70-17</inkml:trace>
  <inkml:trace contextRef="#ctx0" brushRef="#br0" timeOffset="5128.427">8298 3181 0,'0'0'0,"0"11"0,-24 13 15,12 34 1,1 1 0,34-12-1,12-12 1,24-23 15,-47-12-31,46-23 16,-46 11-16,0 0 0,11-23 15,-34-24 1,-48 24 0,-23 23-1,23 24 1,36 35-1,34-35 1</inkml:trace>
  <inkml:trace contextRef="#ctx0" brushRef="#br0" timeOffset="5577.9387">8239 2946 0,'0'0'0,"-35"0"16,-12 0-16,-71 35 15,1 47 1,58 36 0,48-83-16,-1 141 15,12-129-15,47 82 16,47 12-1,35-71 1,23-58 0,-11-59-1,-106 23-15,59-81 16,-35-48 0,-71-23-1,-58 35 1,-48 71 15,-46 82-15,129-1-16,-106 72 15,106-60-15,-12 59 16,70 36 0,24-72-16</inkml:trace>
  <inkml:trace contextRef="#ctx0" brushRef="#br0" timeOffset="6959.9617">8614 3427 0,'0'0'0,"0"-12"31,-11 12-31,-1 0 16,0 0 0,24 0 46,0-11-62,-1 11 16,25-24-16,128-35 15,47-11 17,59-12-17,35 0 1,12 11 0,-246 59-16,152-23 15,-153 24-15,-11-1 0,70 0 16,-71 0-16,165 1 15,-187 11-15,81-12 16,-23 12 0,-47 0-1,-24 12 1,-11-1 0,0-11-1,0 12 1,-1-12-1,-11 12 17,0 0 46,0-1 125,-11-11-78,-1 0-109,0 0-1</inkml:trace>
  <inkml:trace contextRef="#ctx0" brushRef="#br0" timeOffset="16696.316">11279 2347 0,'-12'0'485,"0"0"-485,0-11 0</inkml:trace>
  <inkml:trace contextRef="#ctx0" brushRef="#br0" timeOffset="17353.1213">11196 2077 0,'0'-11'0,"0"-1"16,0 0 15</inkml:trace>
  <inkml:trace contextRef="#ctx0" brushRef="#br0" timeOffset="17965.6545">11302 2089 0,'0'-12'0,"0"1"16,0-1-16,-12 12 16,1 23 15,-1-23-31,0 12 0,12 0 0,-12 0 15,1 11-15,-1-11 0,-12 93 32,83 13-1,82-71 0,23-188 0,-129 23-15,-23 36 0,-35 47-1,-36 59 17,-23 46-17,23 24-15</inkml:trace>
  <inkml:trace contextRef="#ctx0" brushRef="#br0" timeOffset="18581.8298">11372 3004 0,'0'0'0,"-11"-11"0,-1 11 15,0 0-15,1 0 16,-1 11-16,0 25 15,-23 81 17,94-11 15,-36-106-47,47 23 15,-46-23-15,35-12 16,-1-46-1,-34-13 1,-36-23 0,-47 47-1,36 36-15,-59 22 16,58-11-16,-11 59 16,23 35-1</inkml:trace>
  <inkml:trace contextRef="#ctx0" brushRef="#br0" timeOffset="19148.2805">11455 3885 0,'0'0'0,"0"-12"0,-24 12 16,1 0-16,11 0 0,0 0 15,0 0-15,-70 70 16,47 95 31,129-83-16,94-141 0,-94-23-15,-83 47-16,25-83 16,-36 83-16,-47-23 15,-71 34 1,-23 36-1,48 47 1,104-1 0,1-46-16</inkml:trace>
  <inkml:trace contextRef="#ctx0" brushRef="#br0" timeOffset="20246.2497">12605 1995 0,'0'0'0,"0"-12"16,0 1-16,-12 11 15,0-12-15,1 12 16,-1 12 0,0-12-16,12 23 0,-12-23 0,12 12 15,-11 0-15,11-1 0,-12 60 32,24-59-32,93 46 31,-81-58-31,128-23 31,-117-95 0,-46 95-31,-36-24 16,35 35 0,-11 12-16,-24 47 31,11 47-16,36-70-15</inkml:trace>
  <inkml:trace contextRef="#ctx0" brushRef="#br0" timeOffset="20779.5116">12710 2911 0,'0'0'16,"0"-24"-16,-23 12 0,11-11 15,-23 23 1,0 23 0,35-11-16,-35 47 15,23-36-15,12 24 16,12 24-1,46-24 1,24-12 0,12-35-1,-82-12-15,47-47 16,-48 48 0,-11-60-16,-11-11 15,-48 47 16,0 58-15,12 71 0,24 12-16</inkml:trace>
  <inkml:trace contextRef="#ctx0" brushRef="#br0" timeOffset="21262.3388">12839 3709 0,'0'0'0,"0"-12"0,-11 12 0,11-12 16,-35 12-1,-1 47 1,13 0 0,11-12-1,12-23-15,12 23 16,11-23-1,1-12-15,34 0 16,25-47 0,-13-23-1,-58-24 1,-12 70-16,-59-34 31,36 58-31,-36-12 0,-11 12 31,58 12-15,70-12-16</inkml:trace>
  <inkml:trace contextRef="#ctx0" brushRef="#br0" timeOffset="21844.3805">14576 2265 0,'0'0'0,"0"-12"0,0 1 16,0-1-16,0 0 0,-11 0 15,-1 12 1,0 0-16,-11 0 15,-59 83 17,58 34-1,83-70-15,-47-35-16,58-1 15,-47-11 1,24-35-1,0-35 1,-47-24 0,-23 35-1,-36 47 1,1 83 0,-13 58-1,48-94-15</inkml:trace>
  <inkml:trace contextRef="#ctx0" brushRef="#br0" timeOffset="22428.4268">14635 3051 0,'0'0'16,"0"-11"-16,0-1 0,0 0 16,-12 12-16,-23 0 15,-94 106 32,94 11-16,141-58 1,-83-59-32,59-24 15,-58 13-15,23-36 16,-24-35-1,-82-1 1,-58 36 0,-83 47-1,95 0 1</inkml:trace>
  <inkml:trace contextRef="#ctx0" brushRef="#br0" timeOffset="23094.1419">11560 2124 0,'-12'0'16,"1"0"-16,-1 0 15,0 0-15,1 0 16,22-11 15,13 11-31,-13 0 16,13 0-16,199-24 31,211 1 0,-223 23 1,-281-12-17</inkml:trace>
  <inkml:trace contextRef="#ctx0" brushRef="#br0" timeOffset="23545.2981">11595 2148 0,'0'0'0,"0"-12"16,0 0-1,12 24 16,0 11-15,23 48 0,47 70-1,36 11 1,116 24 0,-34-47-1,-48-11 1,-34-24 15,-60-47-15,-34-24-1,-12-23-15,-12-12 16,-24 12-16</inkml:trace>
  <inkml:trace contextRef="#ctx0" brushRef="#br0" timeOffset="24026.8323">11560 2206 0,'0'0'0,"-12"-11"16,1-1 0,-1 12-1,12 12 1,12 46 0,23 71-1,71 94 1,34-35-1,36 23 1,1-11 0,-13-12-1,-23 0 1,-36-36 0,-81-128-16,34 58 15,-46-70 1,0-1-16,0-11 15,-24-70 17,12 46-32</inkml:trace>
  <inkml:trace contextRef="#ctx0" brushRef="#br0" timeOffset="24508.7118">11584 3098 0,'0'0'0,"-12"0"16,0 0-16,0 0 16,1 0-1,11-11 1,11-1 0,36-59-1,47-34 1,-70 70-16,93-83 15,-82 71-15,153-117 16,-24 0 0,-46 35-1,-36 70 1,-47 24 0,-35 23-1,-12 35 1,-46 48-1,34-48 1</inkml:trace>
  <inkml:trace contextRef="#ctx0" brushRef="#br0" timeOffset="24891.9307">11548 3181 0,'0'0'0,"-11"0"0,-13 0 16,1 0-1,35-12 1,46 0-1,-23 12 1,59-35-16,-58 23 16,10 12-16,95-47 15,71 0 1,-25 0 0,-22 0-1,-60 0 1,-58 24-1,-70 23 1,-36 12 0</inkml:trace>
  <inkml:trace contextRef="#ctx0" brushRef="#br0" timeOffset="25275.1318">11631 3145 0,'0'0'0,"-12"0"0,35 0 31,13 36-15,69 22-1,60 13 1,22 23 0,1 23-1,-141-94-15,141 71 16,-153-82-16,82 47 16,-11-12-1,-71-36 1,-23 1-1,-24-12 1,-35-23 0</inkml:trace>
  <inkml:trace contextRef="#ctx0" brushRef="#br0" timeOffset="25758.2792">11548 4026 0,'0'-12'31,"12"12"-31,0-24 0,35-34 31,35-36-15,24-59 0,23-46-1,-94 140-15,106-176 16,-118 165-16,83-118 15,35-35 1,-24 47 0,-23 59-1,-35 35 1,-48 70-16,13-12 16,-24 36 15,-12 12-31,-70 69 15,-12 13 1</inkml:trace>
  <inkml:trace contextRef="#ctx0" brushRef="#br0" timeOffset="26190.5962">11736 3979 0,'0'-12'15,"0"0"-15,0 0 16,12-11-16,47-59 15,-48 58-15,83-81 32,-58 69-32,57-69 0,48-24 31,-12 11-15,-23 36-1,-24 0 1,-11 12-1,-36 34 1,-24 25 0,-34 34-1,-36 36 1,-58 46 0</inkml:trace>
  <inkml:trace contextRef="#ctx0" brushRef="#br0" timeOffset="26557.3672">11678 4096 0,'0'0'0,"-12"0"0,24 0 31,23-24-15,-12 13-16,83-24 15,-71 23-15,12-12 0,106-23 16,70-23 0,0 0-1,-36 23 1,-46-12-1,-70 24 1,-60 23-16,1-23 16,-12 23-1,0-23 1,-23 23-16</inkml:trace>
  <inkml:trace contextRef="#ctx0" brushRef="#br0" timeOffset="27172.9409">12828 1913 0,'0'0'0,"-12"0"0,0-12 0,1 12 16,-1-11-16,0 11 0,0 0 16,1 0-16,-1 0 15,12 11 17,47 36-17,176 35 16,246 36 1,-234-71-17,0 23 1,-12-11 15,-176-47-31,58 34 16,-23-10-1,-70-36-15,23 11 16,-35 1-16,-11-12 31,11-12-31,-24 12 0</inkml:trace>
  <inkml:trace contextRef="#ctx0" brushRef="#br0" timeOffset="27757.6071">12957 1983 0,'0'0'15,"-12"-11"-15,0 11 0,1-12 16,22 24 15,1-1-15,0 1-16,164 129 31,35 12-15,0-1-1,1 12 1,-25-23 15,-34 12-15,-47-36-1,11 1 1,-58-71 0,-36-36-16,36 36 15,-47-47-15,35 24 16,-24-13 0,0 1-1,-34-24 16,-13 1-31,-11-25 16</inkml:trace>
  <inkml:trace contextRef="#ctx0" brushRef="#br0" timeOffset="28339.0545">12969 3122 0,'-12'0'0,"0"0"16,0 0-1,12-24 1,12 1-1,35-12 1,-23 23-16,58-47 16,-47 24-16,0 12 0,47-36 15,165-82 1,-48 47 0,-11 24-1,-35 23 1,-24 0-1,-94 47-15,59-35 16,-71 23 0,12 0-16,1 0 15,-36 1 1,-24 11 0,-46 11-1</inkml:trace>
  <inkml:trace contextRef="#ctx0" brushRef="#br0" timeOffset="28854.9208">12839 3040 0,'0'0'0,"-11"-12"16,-1 12-1,24 0 17,11 0-32,36 12 15,70-1 1,59 13 0,47-1-1,-1-11 1,13 12-1,-36-13 1,-35 1 0,-94-12-1,-58-12 1,-13 1 0,-81-1 15,23 12-31</inkml:trace>
  <inkml:trace contextRef="#ctx0" brushRef="#br0" timeOffset="29321.7765">12804 3709 0,'0'0'0,"12"0"16,0 0-16,-12-12 0,58-23 31,-34 23-31,58-47 15,59-58 1,35-36 0,47-58-1,12-24 1,-177 165-16,165-153 16,-164 164-16,70-70 15,0 24 1,-70 46-1,-36 47 1,-11 0 0,-47 36-1,-47 46 1,11-11 0</inkml:trace>
  <inkml:trace contextRef="#ctx0" brushRef="#br0" timeOffset="29837.0217">12816 3627 0,'0'0'0,"-12"0"0,12 11 16,-23-11-16,35 0 31,23 0-16,82-11 1,59-36 0,59-47-1,47-12 1,-212 83-16,141-36 16,-93 35-16,34-11 15,-23 12 1,-58 11-1,-48 0 1,-35 24 47,1-12-48,-1 0-15</inkml:trace>
  <inkml:trace contextRef="#ctx0" brushRef="#br0" timeOffset="32636.1469">11807 1819 0,'0'12'31,"0"0"47,0-1-62</inkml:trace>
  <inkml:trace contextRef="#ctx0" brushRef="#br0" timeOffset="33133.035">11924 2371 0,'0'0'0,"-12"0"16,24 0 31,0 0-32,0 11-15</inkml:trace>
  <inkml:trace contextRef="#ctx0" brushRef="#br0" timeOffset="34116.6597">11056 4788 0,'0'0'0,"-12"0"0,12-11 0,-12 11 16,12-12-16,-12 12 0,12 12 31,12-12-31,-12 11 16,0 1-16,12 0 0,-12 0 0,23 105 31,24 24 0,-47-129-31</inkml:trace>
  <inkml:trace contextRef="#ctx0" brushRef="#br0" timeOffset="34382.9735">11302 4765 0,'0'-12'0,"-12"12"16,12-12-16,-11 12 16,11 47-1,0-35-15,0 47 16,0-47-16,0 46 16,11 13-1,1-24 1,-12-12-1</inkml:trace>
  <inkml:trace contextRef="#ctx0" brushRef="#br0" timeOffset="34699.0335">11290 4953 0,'12'0'31,"-12"-12"-15,12 12-16,0 0 0,46-23 16,36 11-1,-47-12 17,-24 13-32</inkml:trace>
  <inkml:trace contextRef="#ctx0" brushRef="#br0" timeOffset="34849.9352">11267 4824 0,'0'0'0,"-12"0"0,12-12 0,-12 0 16,59-11-1,35-1 1</inkml:trace>
  <inkml:trace contextRef="#ctx0" brushRef="#br0" timeOffset="35082.1424">11595 4683 0,'0'0'0,"0"-12"0,12 12 16,-12 12 15,0 0-31,-12 11 15,12 0-15,-11 24 16,11-23-16,0-1 0,0 36 16,0 23-1,0-11 1,0-36 0</inkml:trace>
  <inkml:trace contextRef="#ctx0" brushRef="#br0" timeOffset="35332.3893">11607 4894 0,'0'-12'0,"0"24"0,0-47 15,-12-12-15,1 12 32,11-1-17,35 25 1,12 11-1,0 11 1,-12 25 0,-35-1-1,-47 12 1,12-24 0,23-11-1</inkml:trace>
  <inkml:trace contextRef="#ctx0" brushRef="#br0" timeOffset="35581.3583">12065 4753 0,'0'0'0,"0"-12"15,0 1 1,0 22-1,0 1 1,12 12 0,-12-13-16,23 36 15,-11-23-15,0 11 16,11 12 0,-23-35-16</inkml:trace>
  <inkml:trace contextRef="#ctx0" brushRef="#br0" timeOffset="35781.1305">11983 4918 0,'0'0'0,"-12"0"0,-11 0 0,11-12 15,-12 12 1,36-12-1,70 0 1,36 1 0,-13-13-1</inkml:trace>
  <inkml:trace contextRef="#ctx0" brushRef="#br0" timeOffset="36030.9148">12652 4612 0,'0'0'0,"0"-11"15,0 22 1,0 1 0,11 35-1,1 12 1,0-1-1,0 13 1,-1-24 0,1-35-16</inkml:trace>
  <inkml:trace contextRef="#ctx0" brushRef="#br0" timeOffset="36264.0245">12945 4612 0,'0'0'0,"0"-11"0,0-1 16,0 0-16,0 24 31,0 0-31,24 35 31,-13 23-15,1 12-1,-12-58-15,12 34 16,-12-46-16,0 0 0</inkml:trace>
  <inkml:trace contextRef="#ctx0" brushRef="#br0" timeOffset="36713.5178">13039 4565 0,'0'0'0,"0"-11"0,0-1 0,-12 0 0,12 0 16,12 1-1,23 11 1,-23 11 0,11 1-1,-23 12-15,12-1 16,-24 36-1,-35-24 1,12-11 0,24-13-1,22 1 1,48-12 0,-12 0-1,-12 0 1,-23 23-1,-12 24 1,-35-11 0,23-25-16,-47 13 15,47-12 1,-34-1-16,-1 1 31,23-12-31</inkml:trace>
  <inkml:trace contextRef="#ctx0" brushRef="#br0" timeOffset="36963.2909">13391 4565 0,'0'0'0,"12"0"0,-12-11 0,0 22 31,-12-11-31,12 24 0,-23 35 16,11-48-16,-12 48 16,1 35-1,11-24 1,12-11 0,0-47-1,0 11-15</inkml:trace>
  <inkml:trace contextRef="#ctx0" brushRef="#br0" timeOffset="37264.5691">13403 4612 0,'0'0'0,"0"-23"0,-12 11 0,-11-35 16,23 35-1,11 12 1,60 12 0,-1 47-1,-23-24 1,-35 0 15,-47-11-15,-59-1-1,-24 1 1,-11-1 0</inkml:trace>
  <inkml:trace contextRef="#ctx0" brushRef="#br0" timeOffset="37614.2984">11009 5540 0,'0'0'16,"-12"0"-16,-12 0 0,13-24 0,105-23 31,164 0-16,94 0 1,70-11 0,60 11-1,-25 0 1,-351 35-16,152-12 16,-187 13-16,-13 11 0,48-24 15,-83-11 1,-93 23-1</inkml:trace>
  <inkml:trace contextRef="#ctx0" brushRef="#br0" timeOffset="37946.2354">10973 5809 0,'-23'0'0,"46"0"0,-70 12 0,24-12 16,70-47-1,152-11 1,142-1 0,23 12-1,-24 35 1,-58 0-1,-224 12-15,83-11 16,-82-1-16,0 0 16,-24-11-1,-59-12 1,-11-1 0</inkml:trace>
  <inkml:trace contextRef="#ctx0" brushRef="#br0" timeOffset="38296.5043">10797 4777 0,'0'0'0,"-11"0"16,11 11-16,0 1 0,0 82 16,11-70-1,25 81-15,11 48 31,-1-1-15,-10-34 0,-25-107-16,1 48 15,0-59-15,-12 12 0,12-12 16</inkml:trace>
  <inkml:trace contextRef="#ctx0" brushRef="#br0" timeOffset="39145.3241">10739 4577 0,'0'0'0,"-12"-12"0,0 1 0,-11-25 15,58 25 16,-23 11-31,93 0 16,-69-12-16,198 0 16,71-11-1,94-1 1,36 1 0,22-12-1,-11 11 1,-352 24-16,211 0 15,-258-12-15,94 12 16,-35 0 0,-24-11-1,-59 11 1,-23 11 15,0 1-31,-23 47 31,-1 35-15,-11 58 0,0 36-1,-24-12 1,48-141-16,-25 118 16,13-59-1,-12-36 1,-36-22-1,-58-13 1,-59-23 0,118 0-16,-235-12 15,-82 1 1,-24 11 0,35 23 15,71 12-31,106 1 31,152-36-31,-35 23 16,58-11-1,24 0 1,12-12 0,0 0 30,-1-24-30,1 1 0</inkml:trace>
  <inkml:trace contextRef="#ctx0" brushRef="#br0" timeOffset="39312.4995">11760 5317 0,'0'0'0,"11"0"0,-11-24 16,-23 24-16</inkml:trace>
  <inkml:trace contextRef="#ctx0" brushRef="#br0" timeOffset="40309.9626">10680 1925 0,'0'-12'0,"0"0"0,12 1 0,-12-1 0,0 0 16,0 0-16,0 1 0,0-1 15,0 24 16,0-1-15,0 1-16,11 12 0,-11-1 0,12 306 31,35 328 1,59 106-1,-94-669-31,70 457 47,-82-504-47,0 35 15,0-46 1,0-60-16</inkml:trace>
  <inkml:trace contextRef="#ctx0" brushRef="#br0" timeOffset="41936.2749">10750 1749 0,'0'0'0,"-11"0"0,-1-12 0,12 0 16,-12 0-1,36 12 1,46-23-1,83-12 1,187-24 0,36 0-1,58 1 1,47 23 0,24 11-1,-12 12 1,93 12 15,-187 12-15,-93 23-1,-95-23 1,-35 12 0,-35-13-1,-36 1 1,-81-12-16,46 0 15,-58 0-15,0 12 16,-1-12 0,-11 11-1,12 13 1,12 46 0,-1 36-1,-23 47 1,-12 23-1,-23 35 17,0 35-17,23 24 1,12-70 0,12-36-1,-12-58 1,-12-36-1,1-35 1,-1-23-16,12 0 16,-12-12-16,12 12 15,-23-12 1,-1 0 0,1 11-1,-13-11 1,-11 12-1,36-12 1,-24 23 0,-24 1-1,0-1 1,-35 13 0,-47-1-1,-46-23 1,140-1-16,-188 1 15,176-12-15,-117 12 16,-58 11 0,11 1-1,-12 11 1,-23-12 0,187-11-16,-128 12 15,58-13 1,-47 1-16,-35 12 15,47-1 17,35 12-17,-11 0 1,116-35-16,-69 24 16,70-24-16,-1 12 0,-58 11 15,-11 1 1,23 11-1,0-12 1,-1 12 0,72-35-16,-48 24 15,47-12-15,-11-12 0,-1 11 16,1 1-16,-36 12 16,47-24-16,-23 23 15,-12-11 1,12 0-1,23-12 1,-11 11-16,23 1 16,-12-12-16,0 12 15,1-12 1,11 12 0,11-12 46,1 0-62,0 0 16,-12 11 15</inkml:trace>
  <inkml:trace contextRef="#ctx0" brushRef="#br0" timeOffset="62872.7679">14506 2183 0,'12'0'0,"-24"0"0,36 0 16,-13 0-1,1 12-15,0-12 16,-1 0 15,-22 0 126,-1 0-157,0 11 0,-46 25 31,-1 11-16,24 0 1,11-12 0,24 0-1,0-23-15,12 23 16,0-35-16,35 23 16,35-11-1,0-12 1,0-35-1,-23-24 1,-47 36-16,11-59 16,-23 58-1,0-35-15,-47 24 16,-35 23 15,-12 48-15,59-25-16,-24 48 15,36-35-15,-1 34 0</inkml:trace>
  <inkml:trace contextRef="#ctx0" brushRef="#br0" timeOffset="63504.0958">14541 3040 0,'0'0'0,"0"-12"16,0 0-1,-11 12 1,-1 24-16,0-13 16,-47 60-1,59-36 1,0 12 0,24-12 15,23 0-16,-35-35-15,34 12 16,-34-12-16,0 0 0,35-23 16,-12-36-1,-23-23 1,-59-12 0,-24 35-1,36 48 1,35 22-1,0 1-15</inkml:trace>
  <inkml:trace contextRef="#ctx0" brushRef="#br0" timeOffset="64371.1255">14799 2664 0,'0'12'15,"-11"-12"-15,-1 0 47,12 12-47,12-12 47,-1 0-31,1 0-16,23 0 15,177-24 17,-118 1-17,-1 11 1,-46 12 0,-35-12-1,0 12 16,-71 0-31</inkml:trace>
  <inkml:trace contextRef="#ctx0" brushRef="#br0" timeOffset="64620.5069">14835 2770 0,'0'0'0,"-12"0"15,0 0-15,24 0 32,11 0-32,24 0 15,59 0 1,23 0 0,0-12-1,-35-11 16,-70 23-31,-13-12 0</inkml:trace>
  <inkml:trace contextRef="#ctx0" brushRef="#br0" timeOffset="65037.2836">15187 2559 0,'0'0'0,"-12"-12"0,0 12 16,12-12-16,-11 12 16,34 12 31,0 23-47,36 24 15,23-12 16,12-12-15,-23-12 0,-13-11-1,-46-12-15,0 0 16,-12-12 0,-12 12 15,-35 59-16,-94 47 1,94-71-16,-129 106 16,141-106-16,-47 47 15</inkml:trace>
  <inkml:trace contextRef="#ctx0" brushRef="#br0" timeOffset="86232.625">2594 2512 0,'-12'0'0,"0"0"0,1 0 0,-1-12 16,0 12-16,12-12 0,-12 12 0,1-12 15,-1 12-15,0 0 16,12-11-16,-12 11 0,1 0 16,-1-12-1,0 12 1,24 0 15,23 12-15,59 23-1,70-12 1,48 1 0,46-1-1,12 1 1,35-1-1,-94-11 1,-70 0 0,-47-1-1,-36-11 17,-46 0-17,-47-11 1,12 11-16,-1-12 0</inkml:trace>
  <inkml:trace contextRef="#ctx0" brushRef="#br0" timeOffset="87284.1095">2465 2535 0,'0'0'0,"-24"0"0,12 0 0,1 0 0,-25 0 16,25-12-1,46 12 17,59 0-17,94 0 1,117-11-1,70 11 1,-269-12-16,258 12 16,-282 0-16,129 0 15,-35 0 1,-58 12 0,-60-12-1,-34 0 1,-13 0-1,1 0-15,0 0 32,0 0-1,-1 0-15,1 0 15,0 0-16,0 0 32,-12 11-15,0-22 389,11 11-405,-11-12-16,0 0 31,-23 12-31</inkml:trace>
  <inkml:trace contextRef="#ctx0" brushRef="#br0" timeOffset="87932.8451">3274 4671 0,'12'0'0,"0"0"188,0 0-188,-1 0 16</inkml:trace>
  <inkml:trace contextRef="#ctx0" brushRef="#br0" timeOffset="88813.6771">5798 4741 0,'0'-11'0,"-12"11"15,12-12-15,0 0 16,-12 12-16,12 12 47,0 0-31,0-1-16,12 25 15,11 22 16,60-34 1,11-59-17,-71 23-15,118-70 16,-94 58 0,82-58-16,35-35 15,-70 46 16,-35 24-15,-48 36 0,1 11-16,-12-12 15,-12 12-15,-11 35 16,-59 36 0</inkml:trace>
  <inkml:trace contextRef="#ctx0" brushRef="#br0" timeOffset="89479.5056">5657 5633 0,'0'0'0,"-12"0"16,12 12-16,-12-12 0,1 0 0,-1 0 15,24 0 32,-1 0-31,83 0 15,153-117 0,-212 93-31,153-70 16,-141 71-16,117-59 16,12-12-1,-59 23 1,-34 25-1,-72 46-15,25-24 16,-25 24 0,-22 0 46,-1 0-62,-12 0 16</inkml:trace>
  <inkml:trace contextRef="#ctx0" brushRef="#br0" timeOffset="92895.9982">6924 5622 0,'12'0'46,"-12"-12"-14,12 12 30,0 0-46,-1 0-16,72 12 15,34-12 17,-82 0-32,129 0 15,-117 11-15,106-11 16,82 0 0,23 0-1,12 0 1,-200 12-16,118 0 15,-71 11-15,36-11 16,-12 12 0,-59-13-1,-23-11 1,-24 0 0,-23 0-16,-1 0 15,1 0 141,-35 0 110,11 0-250</inkml:trace>
  <inkml:trace contextRef="#ctx0" brushRef="#br0" timeOffset="94108.2655">3427 6220 0,'12'0'15,"-1"0"173,1 12-173,0-12-15,0 0 0,70 35 32,176 0-1,129-23 0,106-47 0,-434 35-31,129 0 16,-141 0 0,47-12-16,-36 12 15,-46 0 17,-24 0-17,-46 24 1,22-24-16,-34 0 0</inkml:trace>
  <inkml:trace contextRef="#ctx0" brushRef="#br0" timeOffset="94662.3952">3392 6361 0,'0'0'0,"-12"0"0,0 0 16,12-12 0,-11 12-16,34 0 15,1 0 1,46 0-1,24 12 1,58-12 0,48 0-1,-141 0-15,187 0 16,-176-12-16,142 12 16,58-11-1,-24 11 1,-58-12-1,-82 12 1,-83 0-16,24 0 16,-24 0 15,-11 0-15,0 0-1,0 0 1,-12-24 46</inkml:trace>
  <inkml:trace contextRef="#ctx0" brushRef="#br0" timeOffset="95589.1756">14975 2664 0,'0'-12'0,"-11"12"16,-1-11 0,0 11-1,12-12-15,-11 12 0,11-12 16,-12 12-16,12-12 0,-12 12 16</inkml:trace>
  <inkml:trace contextRef="#ctx0" brushRef="#br0" timeOffset="96801.6745">15034 2394 0,'0'0'16,"0"12"-16,-12-12 31</inkml:trace>
  <inkml:trace contextRef="#ctx0" brushRef="#br0" timeOffset="100468.6058">14541 2312 0,'0'-12'32,"12"12"-1,0-11 0,-12-1 0,11 12-31,-11-12 16,0-11 0,0-1-1,0 12 1,-11 1 0,-1 11-1,-23 0 1,11 11-1,13-11 1,-13 24 0,12-1-16,-11 24 15,-1 12 1,24 0 0,0-12-1,36 0 1,11-24-1,-36-11-15,60 0 16,-60-12-16,48 11 16,23-34-1,0-24 1,-35-24 0,-11-22-1,-36 69-15,0-46 16,0 34-1,-36 1-15,1 12 32,-23 11-17,-48 47 1,-23 47 0,35 36-1,82-83-15,-23 82 16</inkml:trace>
  <inkml:trace contextRef="#ctx0" brushRef="#br0" timeOffset="107877.5252">2289 4800 0,'0'12'0,"11"-12"78,1 0-63,0-12-15,11 12 0,165-47 32,-153 35-32,259-70 31,-271 82-31,48-11 31</inkml:trace>
  <inkml:trace contextRef="#ctx0" brushRef="#br0" timeOffset="108077.9752">2441 4918 0,'0'0'16,"-23"11"-16,-1-11 0,-11 12 0,0-12 15,70-12 17,-12 12-32,60-23 15,-1-1-15,47-23 16,35-11 0,-82-1-1</inkml:trace>
  <inkml:trace contextRef="#ctx0" brushRef="#br0" timeOffset="108293.5606">2793 4530 0,'0'0'0,"-12"0"0,1-12 0,-24 1 15,46 11 1,36 11 0,47 13-1,35 11 1,-105-11-1,46 46 1,-58-46-16,-36 58 16,-58 12-1,35-59-15</inkml:trace>
  <inkml:trace contextRef="#ctx0" brushRef="#br0" timeOffset="109176.5542">6115 1103 0,'-12'0'0,"24"0"0,-36 0 0,12 0 16,1 0-16,-1-12 0,0 12 0,0 0 16,12-11-16,-11 11 0,-1 0 15,24 0 16,11 11-31,1-11 0,116 24 16,459-12 31,328-24-16,-551 12-15,-95 0-1,-128-12 1,-83 0 0,-58 12-16,-24-11 15,1 11-15,-83-12 16</inkml:trace>
  <inkml:trace contextRef="#ctx0" brushRef="#br0" timeOffset="109525.6847">6443 1162 0,'-58'12'0,"116"-24"0,-163 24 0,58-12 16,-71 0 0,118 0-1,129 0 1,-70 0-16,164-12 15,-23-12-15,128 1 16,153-12 0,-58 23-1,-130 12 1,-140 0 0,-130 0-16,13 0 15,-25 0 1,-11-12-1,-11 12 1,-13 0-16,12 0 16</inkml:trace>
  <inkml:trace contextRef="#ctx0" brushRef="#br0" timeOffset="122379.6553">10469 528 0,'11'12'62,"-11"0"844,0-1-843,12-11 968,-12-11-1031,12 11 16,0 0-16,-1 0 0,-11-12 15,12 12-15,0 0 0,0-12 0,-1 12 16,1-12-16,0 12 0,0-11 16,-1 11-16,1 0 0,0 0 0,0-12 15,-1 12-15,13 0 31,-13 0 1,25 70-1,-13 48 0,-23-71-15,12-36-16,-12 36 15,0-35 1</inkml:trace>
  <inkml:trace contextRef="#ctx0" brushRef="#br0" timeOffset="122930.2195">10551 739 0,'0'0'0,"-12"0"0,0 0 16,1-11 0,22 11-1,13-12 1,70-23 0,11-12-1,-11 0 1,-35 12-1,-24 11 1,-35 12 0,0 24 31,0 12-47,-12 23 31,1-1-16,11 1 1,23-23 0,24-12-1,-12-24 1,1-23 0,-36-24-1,-12-11 1,0 23-1,0 47-15,-11-12 16,11 24 0,-11-1-16,-13 48 15,25-47 1</inkml:trace>
  <inkml:trace contextRef="#ctx0" brushRef="#br0" timeOffset="123561.6909">11584 423 0,'0'0'0,"0"-12"16,0 24 30,11-1-46,-11 1 0,0 0 16,12-1-16,0 83 31,0-12-15</inkml:trace>
  <inkml:trace contextRef="#ctx0" brushRef="#br0" timeOffset="123745.8992">11525 423 0,'0'0'0,"-12"-12"0,12 0 16,-11 0-16,11 1 0,-12-1 16,35 12-1,1 0-15,46 12 31,1 11-15</inkml:trace>
  <inkml:trace contextRef="#ctx0" brushRef="#br0" timeOffset="124378.5571">11807 505 0,'0'0'0,"-12"0"0,12-12 0,-12 12 0,12-12 15,-12 12 1,36 0-16,23 0 16,-35 12-16,35 0 15,-12-1 1,-23 1 0,-12 0-1,-12-12 16,0-12-15,0-11 0,36-13-1,23 13 1,47 11 0,-12 1-1,-59 11-15,12-12 16,-23 12-16,0 0 0,-12-12 15,0 0 1,-24 12 0,-11-11-1,0 34 1,35-11 0,12 0-1,35-1 1,-24-11 15,-11 0-15,-12 12-1,0 0 1,12-1 0,11-11-1,36 0 1,23-23-1,-59 0-15</inkml:trace>
  <inkml:trace contextRef="#ctx0" brushRef="#br0" timeOffset="125561.2451">10903 986 0,'12'-12'15,"-12"24"48,0 0-48,0-1-15,0 1 16,0 0-16,11 46 31,36 25 1</inkml:trace>
  <inkml:trace contextRef="#ctx0" brushRef="#br0" timeOffset="125926.5877">11103 998 0,'0'-12'0,"0"24"0,0-36 15,-12 24 1,12 12 0,0 11-1,0-11 1,0 0-16,12 11 15,-1-23 1,24 24 0,1-13-1,-13 1 1,1-12 0,-24 12-1,0 0 1,-24-1-1,1 13 1,-24-12 0,12-12-1,11-12 1</inkml:trace>
  <inkml:trace contextRef="#ctx0" brushRef="#br0" timeOffset="126092.9317">11126 939 0,'0'0'0,"0"-12"16,12 12 15,11 0-15,12 12-1</inkml:trace>
  <inkml:trace contextRef="#ctx0" brushRef="#br0" timeOffset="127107.9233">11830 892 0,'0'-12'15,"12"12"-15,-12-12 31,0 24-15,0 0 0,12-12-16,-1 59 31,36 11 0,-35-46-15</inkml:trace>
  <inkml:trace contextRef="#ctx0" brushRef="#br0" timeOffset="127658.5879">11854 904 0,'11'11'47,"1"1"-32,12 0-15,46 70 31,-47-70 1,-23-24-1,12-35-15,-12-47-1,0 24 1,0 35-1,0 23 1,24 47 0,-24-23-16</inkml:trace>
  <inkml:trace contextRef="#ctx0" brushRef="#br0" timeOffset="128157.6005">12311 904 0,'0'0'0,"0"-12"0,-11 12 16,-1-12 0,-12 12-1,-11 12 1,0 11-1,12 13 1,11-25 0,12 1-1,23-12 1,24 0 0,-12-23-1,-11-1 1,-12 12-1,-1 12-15,-11-11 16,0 22 31,0 1-31,12 0-1,0-12 1,0 12-1,-1-12 1,1-24 0,-12 1-16</inkml:trace>
  <inkml:trace contextRef="#ctx0" brushRef="#br0" timeOffset="128507.1468">12370 739 0,'0'0'15,"0"-47"-15,0 36 0,-12-13 16,1 24-1,11 12 1,0 11-16,11 36 16,1 0-1,0-47 1,0 46 0,-1-46-16,1 0 15,11 11 1,-11-23-1,12-12 1,-1-35 0,12 36-1,-23-1-15,0 12 16,0 0 0,-12 12-16,23-1 15,-11 25 1,-12-25-1</inkml:trace>
  <inkml:trace contextRef="#ctx0" brushRef="#br0" timeOffset="128641.252">12616 692 0,'0'0'0,"-11"0"16,-1 0-1,0 12-15,12 0 16,-11 0-16</inkml:trace>
  <inkml:trace contextRef="#ctx0" brushRef="#br0" timeOffset="129056.6043">11196 1444 0,'0'0'0,"12"-12"0,-12 24 46,0 11-30,0-11-16,0 70 31,12-70-15</inkml:trace>
  <inkml:trace contextRef="#ctx0" brushRef="#br0" timeOffset="129307.0486">11384 1479 0,'0'0'0,"12"-12"16,-12 24 31,12-12-47,-1 12 15,1-1-15,12 1 16,-13 0-1,1 11-15,0 1 16,-12-13 0,-24 13-1,-11-12 1</inkml:trace>
  <inkml:trace contextRef="#ctx0" brushRef="#br0" timeOffset="129473.4297">11396 1455 0,'0'0'0,"0"-11"0,0-1 31,12 12-31,35-12 16,23 0-1,12 1 1</inkml:trace>
  <inkml:trace contextRef="#ctx0" brushRef="#br0" timeOffset="129706.8123">12241 1279 0,'0'0'0,"-24"0"16,24-11-16,-11 11 15,-1 0 1,12 11-16,-12 24 16,12-23-16,0 35 15,12 12 1,11 0 0,-11-36-1</inkml:trace>
  <inkml:trace contextRef="#ctx0" brushRef="#br0" timeOffset="129889.6304">12147 1385 0,'-12'-12'0,"24"24"0,-35-47 16,-13-1-16,13-10 31,35 34-15,46 0-1,13 12 1,-36 24-16</inkml:trace>
  <inkml:trace contextRef="#ctx0" brushRef="#br0" timeOffset="130455.9028">12358 1479 0,'0'0'0,"-11"0"0,-1 0 15,12-12-15,23 0 16,24-35 0,-35 36-16,35-13 15,-35 12-15,-1 1 16,13 11-16,-24-12 31,-12 24-15,-11 11-1,11-11 1,12 0-16,0-1 16,0 1-16,0 0 15,35-12 1,12 12 0,-12-24-1,0-23 1,-23 23-16,0-12 15,-12 13-15,12 11 0,-12-24 16,11 36 47,1 0-48,0-1-15,11 1 16,-11-12-16,12 24 15,-24-13 1,-12-11 0,-12 12-1,-23 0 1,24-12 0,11-12-1</inkml:trace>
  <inkml:trace contextRef="#ctx0" brushRef="#br0" timeOffset="130656.0465">12875 1115 0,'0'0'0,"-12"0"32,12 23-17,0 24 1,0 12-1,12-12 1,11 0 0,-23-35-16,12-1 0</inkml:trace>
  <inkml:trace contextRef="#ctx0" brushRef="#br0" timeOffset="130804.8848">12851 1338 0,'0'0'0,"-23"-12"0,11 12 0,-23-12 16,35 1 0,82-13-1,-23-11 1</inkml:trace>
  <inkml:trace contextRef="#ctx0" brushRef="#br0" timeOffset="132137.3327">10492 915 0,'-12'0'16,"24"0"77,12 0-93,-13 0 0,1 0 16,141 0 0,-118 0-16,317-35 46,-305 23-46,305-23 32,-23-35-1,-130 11-15,-46 0-1,-48 1 1,-11 11-1,-23 0 1,-13 0 0,-46 35-16,12-23 15,-13 12 1,-11-13-16,-35-11 16,-35 0-1,-59-11 16,93 46-31,-163-35 16,152 35-16,-129-11 16,-35 11-1,-1 12 1,1 35 0,23 24-1,12 11 1,141-58-16,-94 47 15,94-36-15,0 1 0,-59 35 16,0 58 0,23 0-1,24-23 1,47-12 0,0-70-1,36 23 1,-13-23-16,83 23 15,-59-35-15,105 0 16,130-59 0</inkml:trace>
  <inkml:trace contextRef="#ctx0" brushRef="#br0" timeOffset="132952.8875">12452 434 0,'0'0'15,"-12"0"-15,24 0 47,0 0-31,0 0-16,11 0 0,1 0 16,163 0-1,-151 0-15,210 0 47,-222 0-47,81 0 31,-46 0 1,-36-11-17,-11-13 1,-12 1-1,-35-1 1,11 12 0,13 12-1,-1 12 1,35 35 0,1 0-1,23 0 1,-12 0 15,-35-12-15,-35 0-1,-36 0 1,-11-11 0,70-24-16</inkml:trace>
  <inkml:trace contextRef="#ctx0" brushRef="#br0" timeOffset="137482.203">13520 411 0,'0'-12'78,"12"0"-47,-12 1-31,0-1 32,12 0-32,-12 0 15,0 1 16,0 22 16,0 1-47,0 35 32,23-23-17,1-1 1,-13-11-1,1-1 1,0-11 15,-12-11-15,12-13 0,-1 1-1,1 11-15,0 0 16,0 12-1,-1 0 1,-11 12 0,24 12-1,-13-1 1,1-11 0,0-12-1,0 0 1,-1-12-1,13-11 1,-12-13 0,-12 25-1,0-13 1,0 12-16,-12 12 16,0 0-1,0 36 1,12-13-16</inkml:trace>
  <inkml:trace contextRef="#ctx0" brushRef="#br0" timeOffset="137698.4106">14048 446 0,'0'0'0,"0"-12"0,-11 12 31,11 12 1,0 0-32,0 11 15,11 1 17,13-13-32</inkml:trace>
  <inkml:trace contextRef="#ctx0" brushRef="#br0" timeOffset="138197.6251">14213 270 0,'0'0'0,"0"-12"0,-12 0 16,12 1-16,-12-13 15,12 36 16,12 11-15,11 36 0,-11-12-1,-12-23 1,12 23 0,-12-36-16,12 24 15,-1-11 1,-11-12-1,0-24 17,-11 0-32,11-11 15,0-24 1,11 23 0,25 13-1,-1-1 1,0 24-1,-23 23 1,-24-12 0,-35 1-1,-35 11 17,-12-23-32</inkml:trace>
  <inkml:trace contextRef="#ctx0" brushRef="#br0" timeOffset="163656.7494">13626 587 0,'-12'0'172,"12"12"-172,-12-12 16,24 0 328,0 0-126,0 0-186,-1 0-17,1 0 1,0 0 15,0 0-15,-1 0-1,1 0 17,0 0-17,-1 0 1,1 0 0,23 0-1,-11 0 1,-1 11-1,1-11 1,11 0 0,0 0-1,12 0 17,0 0-17,0 0 1,-12 0-1,0 0 1,1 0 0,11 0-1,-36 0-15,25 0 16,-25 0-16,25 0 16,-1 0-1,0 0 1,0 0-1,12-11 1,-12 11 0,-23 0-16,12 0 15,-13 0 17,-22 0 30,-1 0-62,-12-12 16,1 0-16</inkml:trace>
  <inkml:trace contextRef="#ctx0" brushRef="#br0" timeOffset="166903.4551">11009 1291 0,'-12'0'16,"24"0"93,-1 0-93,1 0 0,0 0-16,70-12 15,-47 12 1,235-35 15,-235 35-31,224-35 31,22 11 1,-246 13-32,83-1 15,-83 0-15,47 0 16,0 1-1,0 11 1,-35-12 0,0 12-1,-11-12 1,-25 12-16,1 0 16,-24 0 46,-11 0-62,11 0 16,-11 0-16</inkml:trace>
  <inkml:trace contextRef="#ctx0" brushRef="#br0" timeOffset="169417.8904">12910 880 0,'0'0'0,"-12"0"47,0 0 15,24 0-15,0 0-31,0 0-16,-1 0 0,13 12 15,58 0 1,24-1 0,-1 1-1,13 12 1,-60-24 0,-22 11-1,-1-11 1,-24 0-1,1 0 1,-12-11 15,0-1-15,0 0 0,-12-11-1,-23-1 1,12 12-1,11 12 1,24 12 31,-12 0-47,35 23 16,-12-11-1,1-1 1,-24 1-1,-35-1 1,-12-23 15,0 12-15</inkml:trace>
  <inkml:trace contextRef="#ctx0" brushRef="#br0" timeOffset="170216.9635">13861 868 0,'0'12'93,"0"0"-93,0 0 16,11-1-16,-11 36 31,24 12 1,-24-47-32</inkml:trace>
  <inkml:trace contextRef="#ctx0" brushRef="#br0" timeOffset="170616.0998">13884 810 0,'0'-12'0,"12"12"32,-1 0-17,1 0 1,0 0-16,0 12 16,11-12-1,1 35 1,-13-12-1,1-11-15,-12 35 16,0-35-16,12 11 16,0 13-1,-1-13 1,25 1 0,10-13-1,25-34 1,-59 11-1</inkml:trace>
  <inkml:trace contextRef="#ctx0" brushRef="#br0" timeOffset="171798.0847">14342 986 0,'0'0'16,"11"-12"-16,-11 24 78,0 0-78,0-1 15,0 1-15,0 0 16,12 11 0,-12-11-1</inkml:trace>
  <inkml:trace contextRef="#ctx0" brushRef="#br0" timeOffset="172465.4438">14518 751 0,'0'0'16,"0"-12"-16,0 1 15,0 22 32,0 13-47,0-1 16,0 24-1,0 0 1,0-35-16,12 35 16,-12-35-1,0-1-15,0 1 32,0-24-1,0 1-16,0-13 1,0 1 0,0-1-1,11 1 1,24 11 0,-11 12-1,-12 0-15,11 12 16,-23-1-16,12-11 15,0 36 1,-12-25 0,-12 1-1,-23 0 17,23-12-32,-23 0 15,11 0 1</inkml:trace>
  <inkml:trace contextRef="#ctx0" brushRef="#br0" timeOffset="172714.9131">14858 939 0,'0'-12'16,"0"24"31,0 0-31,0 11-16,-12-11 15,1 11-15</inkml:trace>
  <inkml:trace contextRef="#ctx0" brushRef="#br0" timeOffset="175061.714">14975 775 0,'0'-12'16,"0"0"-1,0 24 79,0 0-78,0-1-16,12 1 15,0 35 17,0-35-17,-12-1 1,0-22 15,11-13-15,1-11-1,12 12 1,-1 11 0,-11 12-1,-12 12 1,12-1 0,-1 13-1,1-1 16,0 1-15,0-24 0,-1 0-1,1 0 1,0-12 0,-1-11-1,1 11 1,-12 24 15,0-1-31,0 1 16,0 11-1,24-11 1,11 0 0,-12-12-1,-11-24 16,-12-11-15,-23 12 0,11 11-1,-12 12 1,24 12-16</inkml:trace>
  <inkml:trace contextRef="#ctx0" brushRef="#br0" timeOffset="175196.7158">15386 868 0,'-11'-11'16,"-1"11"-16,12-12 16</inkml:trace>
  <inkml:trace contextRef="#ctx0" brushRef="#br0" timeOffset="176011.0591">15574 716 0,'0'0'16,"-12"0"-1,12 12 1,-11-1-16,-1 25 16,0-1-1,12 0 1,12-12 0,11-11-1,1-12 16,-12-35-15,-1-24 0,-11 12-1,-11 0 1,-13 24 0,1 11-1,11 12 1,12 12-1,0 11 1,23-11 0,24 0-1,-23-12 1,-1-12 0,-11 12-16,0 0 15,-1 0 1,-11 12-1,0 0 1,0 35 0,-11 11-1,-1 1 1,12-47-16,0 35 16,0-36-16,0 48 15,12-24 1,-12-23-1,11-12 1,-11-12 0,-11 1-1,-1-1-15,-12-23 16,24 23 0,-11 0-16,11 0 15,11 12 1,36-11 15,12 11-31</inkml:trace>
  <inkml:trace contextRef="#ctx0" brushRef="#br0" timeOffset="176760.2622">15011 1115 0,'0'-12'16,"-12"12"15,0 0-31,12 12 0,-23 0 16,11 11-1,0 1 1,12-1 0,24-11-1,-24 0-15,35-12 16,-23 0 0,11-12-16,1-35 15,-1-12 1,-23 24 15,-12 35-15,12 12-1,-11-12 1,-1 47 0,12-12-1,35-12 1,-11 1-1,-13-24 1,1 0 0,-12 12 15,12-1-15,0-11-1,11 0 1,12 0 15,-23-23-31</inkml:trace>
  <inkml:trace contextRef="#ctx0" brushRef="#br0" timeOffset="176926.094">15140 1080 0,'0'0'15,"-12"-12"-15,24 12 32,11 0-17,1 0 1</inkml:trace>
  <inkml:trace contextRef="#ctx0" brushRef="#br0" timeOffset="177542.8558">15292 1150 0,'-11'0'16,"-1"0"0,12 12-1,0 0 1,0-1-1,0 1 1,12 0 0,11-12-1,1-24 1,-13-23 0,13-11-1,-12 11 1,-12 12-1,0 46 17,-12-11-17,0 36 1,0 10 0,12 13-1,0 0 1,12-47-16,0 23 15,-12-23-15,12-12 16,11 0 0,-11-12-1,-1-12 1,1-11 0,-12 23-16,0 1 15,0 22 16,0 1-15,0 0-16,0 11 31,0-11-31</inkml:trace>
  <inkml:trace contextRef="#ctx0" brushRef="#br0" timeOffset="178009.5071">15621 1256 0,'0'-12'15,"12"12"1,-12 12 31,0 0-47,0-1 15,-12 1-15,12 0 0,-47 46 16</inkml:trace>
  <inkml:trace contextRef="#ctx0" brushRef="#br0" timeOffset="181229.5892">14224 1491 0,'12'11'32,"0"-11"30,0 0-46</inkml:trace>
  <inkml:trace contextRef="#ctx0" brushRef="#br0" timeOffset="181538.6239">14670 1549 0,'-11'0'0,"-1"0"16,0-12 78,0 12-79,1 0-15</inkml:trace>
  <inkml:trace contextRef="#ctx0" brushRef="#br0" timeOffset="182654.4549">14119 1514 0,'0'0'16,"11"0"-16,1 0 0,-12 12 16,12-12-16,0 0 0,-1 0 15,-11 11-15,12-11 0,0 0 0,0 12 16,-1-12-16,1 0 0,59 24 31,58-1 0,35 1 1,35-24 14,-175-12-46,46 12 16,-46 0-16,70-12 16,0-11-1,11 11 1,13 12 0,-25-12-1,-57 0-15,22 1 16,-34 11-16,58-35 15,0-1 1,-23 1 0,0-24-1,-13-11 1,1-24 0,0-35 15,-11 47-16,-25 0 1,1 0 0</inkml:trace>
  <inkml:trace contextRef="#ctx0" brushRef="#br0" timeOffset="185185.6226">11020 1256 0,'0'0'0,"-11"0"16,22 0 15,13 0-15,-12 0-16,-1 0 0,13 0 15,-1 0-15,1 0 0,-1 0 16,12 0-16,1-12 0,280-11 31,130-13 0,-117 1 1,-106 12-1,-164 11-15,-36 12-1,-11 0 1,-24 0 62,12-12-78,-12 12 0,1-12 16</inkml:trace>
  <inkml:trace contextRef="#ctx0" brushRef="#br0" timeOffset="189725.958">11114 1819 0,'-11'0'15,"11"-12"1,11 12 140,1 0-156,0 0 16,46 0-1,248-11 17,128-1-1,-223 24-15,12-12-1,-59 0 1,-11 0-1,-47 11 1,-83-11 0,12 0-16,-23 0 0,23 0 15,-11 0 17,-13 0-17,1 0 704,0-11-688,0 11-31,-12-12 16,11 0-16,1 0 0</inkml:trace>
  <inkml:trace contextRef="#ctx0" brushRef="#br0" timeOffset="192047.6592">11173 1221 0,'-12'0'234,"0"0"-62,1 0-141,-1 0 782,12 11-813,-12-11 15,1 0-15,-1 0 16</inkml:trace>
  <inkml:trace contextRef="#ctx0" brushRef="#br0" timeOffset="201094.1146">10715 6525 0,'0'0'0,"-12"0"16,1 0-16,-1-11 16,0 11-1,36 0 16,-1 0-31,-11 0 0,11-12 16,224-12 0,398-46 15,353 23 16,-270 35-16,-494 24-15,-105-12-1,-70 12 1,-47-12-16,11 0 16,-11 0-16,0 0 46,-12 12-46,0-1 16,12 24 0,-1-23-16,1 23 15,-12-11-15,0-1 16,0 36-16,-12 58 16,-11 36-1,-1 0 16,24-24-15,-11-59 0,-13-23-1,1-35 1,-24 0 0,-47-12-1,-70-24 1,117 12-16,-223 1 15,187 11-15,-186-12 16,-130 12 0,11 35-1,83 0 1,82 12 0,176-35-1,-94 11 1,106-11-16,-24 0 15,1 11 1,11-23 0,12-23-1,11-24 1,-11-12 0,35 36-16,-35-83 15,35 83-15,-24-83 16,1-47-1,-1 48 1,13 46 0,11 36-1,-12-1 1,24 24 109,-12-12-109,11 12-1,1 0 610,0 12-625,-1-12 16,13 12-16</inkml:trace>
  <inkml:trace contextRef="#ctx0" brushRef="#br0" timeOffset="202335.8074">10868 6150 0,'-12'0'16,"0"0"-1,12-12-15,12 12 78,0 0-46,0 0-17,-1 0 1,1 12 0,11 23-1,1-12 1,-1 1-1,-11-1 17,0-11-17,0-12 1,-12 12 0,11-12-1,13-47 1,23-12-1,-35 48-15,46-72 16,-34 72-16,34-60 16,1-11-1,-35 47 1,-24 23 0,-24 12-1</inkml:trace>
  <inkml:trace contextRef="#ctx0" brushRef="#br0" timeOffset="202884.5756">11408 6032 0,'11'0'15,"-11"-11"1,12 11-16,0 0 31,0 0-15,-1 11-1,-11 1-15,12-12 0,0 35 32,11 1-17,1-25 1,-13 1 0,-11 0-1,24-12 1,-1-24-1,36-23 1,35-35 0,-24-12-1,1 12 1,-12 24 0,-13 22-1,-46 25 1,-35 58-1,12-24 1</inkml:trace>
  <inkml:trace contextRef="#ctx0" brushRef="#br0" timeOffset="204433.3653">12253 5997 0,'0'0'0,"0"-11"16,0-1 15,11 12-15,1-12-1,0 12 32,-12 12-47,12-12 16,-1 23 0,13 1-1,-1-1 1,-11-11-1,0-12 1,11 0 0,12-35-1,-11 23-15,35-58 16,-36 46-16,36-46 16,23-36-1,-12 36 1,-23 23-1,-12 23 1,-23 24 15,-35 24-15,-1-1-16</inkml:trace>
  <inkml:trace contextRef="#ctx0" brushRef="#br0" timeOffset="208001.7776">12804 6021 0,'0'-12'110,"12"12"327,-24 0 1829,1 0-2204,-1 0-46,0 0-16</inkml:trace>
  <inkml:trace contextRef="#ctx0" brushRef="#br0" timeOffset="209820.5362">12781 6009 0,'0'0'0,"0"-12"0,-12 12 16,12-11 0,-12 11-16,12-12 15,0 0 1,12 12 31,0 12-32,-12 0-15,12-1 16,11 13 0,-11 11-1,11-23 1,-11 11-1,0-23 1,-1 0 0,25-23-1,11-24 1,11-24 0,1-34-1,-47 81-15,46-81 16,-46 81-1,23-23 1,12 12 0,0 11-1,-23 13 1,-13 11-16,13 0 16</inkml:trace>
  <inkml:trace contextRef="#ctx0" brushRef="#br0" timeOffset="213341.5963">13403 6021 0,'12'0'375,"-1"11"219,1-11-579,-12 12-15,12-12 16,-12 12-16,12-12 0,-12 12 16,11-12-16,-11 11 0,12-11 31,-12 12-31,0 0 15,12-12-15,-12 12 32,11-12-1,83-47 0,0-12-15,-12-23-1,-11 0 1,-24 35 0,-47 35-1,11 0 1,-11 1-16,0 22 16,-11-11-1,-1 47 1</inkml:trace>
  <inkml:trace contextRef="#ctx0" brushRef="#br0" timeOffset="213902.093">13954 6009 0,'0'0'0,"0"12"16,-11-12-16,11 11 15,11-11 32,1 0-31,23-11-1,-23-1-15,59-23 16,-60 23-16,48-35 16,0-12-1,-12-11 1,-12 23 0,0 24-1,-35 11 1,-12 12 156,12 12-172</inkml:trace>
  <inkml:trace contextRef="#ctx0" brushRef="#br0" timeOffset="216221.86">10938 6537 0,'0'-12'15,"12"12"-15,-12-11 16,12 11 0,-1 0-1,-11-12-15,12 12 16,0 0-1,0 0-15,11 35 16,36 71 15,-83 140 16,24-211-47,-47 106 16,36-106-16,-13 48 15,1-13 1,23-11 0,0-24-1,11-23 1,1-12 46,-12-12-62,0 0 32,0 0-32,12 1 15,-12-1 1,12 12 109,-1 0-125,1 0 16,-12 12-16,24-12 15,-1 0 1,1 0-1,-1 0 1,12 0 0,0 0-1,36 0 1,58-24 15,47 13-15,-129 11-16,176-12 15,-164 12-15,128 0 16,48 0 0,-24 0-1,-11 0 1,-153 0-16,82 12 16,-35-12-16,23 0 15,24 11 1,-24-11-1,-34 0 1,-25-11 0,-34-1-1,-13 12 1,-11-12 62,0 0-62,0 1-16,12-1 15,-12-35 1,24-47 0,-1-47-1,1-11 1,-1-13-1,1 36 1,-24 94-16,23-71 16,-23 95-1,0-36-15,12 11 16,-12 13 15,0 11-15,0 24 46,0 0-46,0-1-16,-12 1 16,0-12-16,-23 24 15,23-13-15,-105 13 16,82-12-16,-130-1 15,-128 1 1,-71 0 0,0 0-1,36-1 1,46 1 15,153 11-15,35 1-1,35-12 1,36-1 0,11 1-16,0-12 15,1 12 1,-1-12 0,0 12-1,-11-1 1</inkml:trace>
  <inkml:trace contextRef="#ctx0" brushRef="#br0" timeOffset="217997.2722">9589 6737 0,'11'0'93,"1"0"-77,0 0-16,-1 0 0,13 11 0,-1-11 16,1 12-16,234 12 31,129-13 0,-93-11 0,-282 0-31,58-11 32,-70-1-32,0 0 15,-12-23 1,12 23-16,-23-23 16,11 23-1,0 0-15,-11-11 0,11 11 16,-35-23-1,35 23-15,-11 1 16,11 11 0,12 11-1,0 1 1,35 12 0,24 11-1,23-12 1,-11 1-1,-13-13 1,-46 1 0,0-12-1,-36 0 32,13 12-47,-36 11 31,35-11-31,-47 35 16,47-23-16,-11-1 0,-47 47 16,-13 36-1,13-24 1,35-35 0,11-12-1,24-23 1</inkml:trace>
  <inkml:trace contextRef="#ctx0" brushRef="#br0" timeOffset="220472.2111">11138 7312 0,'-12'0'32,"0"0"-1,24 0 47,0 0-78,-1 0 0,83 0 31,200-12 0,46 12 1,83 0-1,-212-12-15,0-11-1,-152 23-15,117 0 16,-141 0-1,59 0-15,12-12 32,-24 12-17,-12 0 1,-11 0 0,-47 0-16,35 0 15,-36 0-15,13 0 16,-1 0-1,-11 0 1,0 0 0,-36 0 921,12 0-921,1 0-16,-1-12 0</inkml:trace>
  <inkml:trace contextRef="#ctx0" brushRef="#br0" timeOffset="221366.2978">14060 6784 0,'0'11'15,"-12"-11"1,24 0 46,12 0-46,-13 0-16,36 0 16,223 47 15,-164-23-16,-24-13 1,-35-11 0,-35 0-1,-12-11 17,0-1-17,-12-11 1,-12-1-1,13-11 1,-1 11 15,0 13-15,12 22 15,0 1-15,0 35-1,35 0 1,12 12 0,-35-48-16,35 36 15,-35-35-15,23 23 16,-23-23 0,-71 0-1,-94 0 1,-81-12-1</inkml:trace>
  <inkml:trace contextRef="#ctx0" brushRef="#br0" timeOffset="225462.8274">6138 1091 0,'-23'12'16,"46"-24"-16,-70 24 0,24-12 0,-1 0 0,12 0 15,-11 0-15,0 12 0,11-12 16,-12 0-16,13 12 0,-13-12 0,12 0 16,1 11-16,-1-11 0,12 12 15,12 0 1,-1-12-16,72 23 16,421 48 15,-210-36-16,-224-35-15,130 23 16,-154-23-16,13 12 0,70-12 16,-23 0-1,-59 0 1,-59-12 0,-82-23-1</inkml:trace>
  <inkml:trace contextRef="#ctx0" brushRef="#br0" timeOffset="225778.9707">5633 1150 0,'-35'0'0,"70"0"0,-93 0 0,34 0 15,13-12 1,116 12-1,106 12 1,106 0 0,24 23-1,-13-11 1,1-1 0,-165-11 15,-82-12-16,-46-12 1,-48 12 0,-35 0-16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13:19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 2242 0,'-12'0'78,"1"0"-47,-1 0 1,24 0 108,-12 11-124,11-11-16,1 12 0,35 0 16,47 0-1,-71-1-15,83 1 16,-71-12-16,12 12 0,70 0 15,71-1 1,0 1 0,0 0-1,11-1 1,13 1 0,11-12-1,-165 0 1,212 12-1,-199-12-15,163 12 16,71 11 0,-11 1-1,-24-1 1,-200-23-16,200 12 16,-199 0-16,128-12 15,48 0 1,-13 11-1,-22 1 1,-25-12 0,1 12-1,-141 0-15,141-1 16,-141-11 0,94 0-16,46 12 15,-22 0 16,11-12-15,-71 0 0,-69 0-16,93-12 15,-94 12-15,59-12 16,23-11 0,-23 11-1,-12 0 1,-11 12-1,-60 0-15,36-11 16,-35 11-16,23 0 16,0 0-1,-11 0 1,-12 0 0,-24 0 30,-12 0-46</inkml:trace>
  <inkml:trace contextRef="#ctx0" brushRef="#br0" timeOffset="9724.2162">9131 951 0,'12'-12'16,"-12"0"-16,11 0 16,-11 1-16,0-1 0,12 0 15,-12 0-15,12 1 0,-12-1 16,0 0-16,0 1 16,-12 11-1,12 11 1,-12-11-16,-23 118 31,23-107-31,12 25 16,24 11-1,23-24 1,23-23 0,12-12-1,12-70 16,-82-12-15,-59 0 0,-12 36-1,12 58 1,36 0-16,-13 35 16,12-12-16,12-11 0,-23 70 15,11 59 1</inkml:trace>
  <inkml:trace contextRef="#ctx0" brushRef="#br0" timeOffset="10306.293">9307 1514 0,'0'0'0,"0"-12"0,-12 12 16,0 0-16,1 12 16,-36 117 15,58 12 16,36-129-32,24-24 1,11-35 0,-12-47-1,-46 0 1,-83 59-1,-23 58 1,0 24 0,47 24-1,35-1 1</inkml:trace>
  <inkml:trace contextRef="#ctx0" brushRef="#br0" timeOffset="10954.9345">9283 2429 0,'0'0'0,"0"-11"16,0-1-16,0 24 31,0-1-31,0 1 0,-11 12 16,-1-13-16,12 13 0,-47 128 31,70-58 0,142-129 1,23-188-1,-177 106-16,-81 46 17,-48 71-17,1 47 1,70-12 0,47-23-16</inkml:trace>
  <inkml:trace contextRef="#ctx0" brushRef="#br0" timeOffset="11654.7522">8556 833 0,'0'0'0,"0"-11"0,0-1 15,0 24 32,0-1-47,0 1 0,0 0 16,0 46-1,35-11 17</inkml:trace>
  <inkml:trace contextRef="#ctx0" brushRef="#br0" timeOffset="11871.7536">8661 692 0,'0'0'0,"0"-11"16,-11 11-1,11 23 1,0 12 0,23 36-1,-23-59-15,12 46 16,0-46-16,-12 11 15,11 1-15</inkml:trace>
  <inkml:trace contextRef="#ctx0" brushRef="#br0" timeOffset="12120.8163">8814 833 0,'0'0'0,"-12"-11"15,12-1-15,0 24 32,0 11-17,0 36 1,0-48-16,0 72 16,0-60-16,12 36 15,0 35 1,-1-83-1</inkml:trace>
  <inkml:trace contextRef="#ctx0" brushRef="#br0" timeOffset="12376.8609">8826 845 0,'0'0'0,"0"-12"0,-12 1 15,12-1-15,-12-12 16,24 13 0,23 11-1,12 23 1,-35 12 0,-12 0-1,-24 12 1,1-47-16,-1 24 15,13-24 1</inkml:trace>
  <inkml:trace contextRef="#ctx0" brushRef="#br0" timeOffset="13419.878">10340 763 0,'0'-12'0,"0"24"47,-12 11-31,12-11-16,0 0 0,0 0 15,0-1-15,0 1 0,23 47 32,118-36-1,-35-128 0,-165-13 0,12 106-15,35 12-16,-34 59 31,46-47-31,-24 47 0</inkml:trace>
  <inkml:trace contextRef="#ctx0" brushRef="#br0" timeOffset="13885.827">10539 1303 0,'0'0'0,"-12"0"0,12 11 0,-47-11 16,24 47-1,11 0 17,24 0-17,35-23 1,0-12-1,23-12 1,-34-24 0,-25-11-1,-34 23-15,-12-35 16,11 47-16,-11-12 16,-12 24-1,12 35 1,35 24-1,11-60-15</inkml:trace>
  <inkml:trace contextRef="#ctx0" brushRef="#br0" timeOffset="14385.2075">10621 2042 0,'0'0'15,"0"-12"-15,-11 12 16,-13-11-16,-11 22 16,11 25-1,1 22 1,11-11 15,12-35-31,12 23 16,0-35-16,23 12 15,24-12 1,23-47 0,-24-12-1,-46-11 1,-12 58-16,-59-35 16,48 47-16,-36 0 15,-24 12 1,36 11-1,23-11 1</inkml:trace>
  <inkml:trace contextRef="#ctx0" brushRef="#br0" timeOffset="14935.7198">11196 716 0,'0'12'15,"-11"-12"-15,-1 35 16,0-23-16,12-1 0,0 1 0,0 0 15,0 11-15,0-11 0,0 0 0,0-1 16,0 1-16,12 0 0,0 0 16,-1-12-16,1 11 0,59-11 31,22-129 0,-151 0 0,-36 176 1,59 35-17,35-58-15,0-1 16</inkml:trace>
  <inkml:trace contextRef="#ctx0" brushRef="#br0" timeOffset="15352.4195">11419 1303 0,'0'0'15,"-11"0"-15,-1 0 0,-35 23 16,35-11-16,-35 35 16,36-35-1,-1 35-15,12 0 16,35-12 15,12-24-15,-35-11-16,46-11 15,-34-13-15,11-11 16,0-24 0,-35-11-1,-47 46 1,24 24-16,-48 36 16,48-25-16,-12 25 15,11-25-15,1 83 16</inkml:trace>
  <inkml:trace contextRef="#ctx0" brushRef="#br0" timeOffset="15784.7637">11431 1983 0,'-23'0'0,"11"0"16,12 12-16,-24 0 15,13 23 1,-1-11-1,35 11 1,-11-35-16,23 12 16,-23-12-1,35-24-15,0-11 16,-12-24 0,-47-11 15,-46 35-16,46 23-15,-58 12 16,58 0-16,-23 12 16,35-1-16</inkml:trace>
  <inkml:trace contextRef="#ctx0" brushRef="#br0" timeOffset="16317.7258">12088 716 0,'0'0'16,"-11"0"-1,-1 12-15,-12 23 16,1 12-1,11-12 1,36 12 0,-1-24-1,24-23 1,0-47 0,-12-11 15,-35-24-16,-23 35 1,-24 47 0,12 58-1,-1 48 1,25-47-16</inkml:trace>
  <inkml:trace contextRef="#ctx0" brushRef="#br0" timeOffset="16716.6633">12182 1408 0,'0'0'0,"-11"12"0,-1-12 0,0 0 16,-11 24 0,-1-13-1,24 1-15,0 0 16,0 0-16,24-12 0,-13 11 16,36-11-1,12-35 1,-12 0-1,-47-12 1,-35 23 0,-59 36-1,23 35 1,48 35 0,23 0-1</inkml:trace>
  <inkml:trace contextRef="#ctx0" brushRef="#br0" timeOffset="17132.199">12264 1995 0,'-11'12'0,"-1"-12"0,0 0 15,0 12-15,1-1 16,34 25 0,12-25-1,59 1 16,-23-35-15,-24-24 0,-47 0-1,-71 23 1,48 12-16,-59 12 16,46 12-16,13-12 0,-36 35 15,48 1 1,69-13-1,-34-23-15</inkml:trace>
  <inkml:trace contextRef="#ctx0" brushRef="#br0" timeOffset="18098.5716">13321 892 0,'0'0'0,"-12"0"15,0 0 1,12 12-16,-12-12 16,12 11-16,-11-11 0,11 12 0,0 0 15,-12-12-15,12 12 0,0-1 0,0 1 16,35 12 0,94-13 15,-47-93 16,-140 23-16,11 71-15,0 59-1,47-60-15,-12 36 0</inkml:trace>
  <inkml:trace contextRef="#ctx0" brushRef="#br0" timeOffset="18648.7215">13579 1537 0,'0'0'16,"0"-11"-16,0-1 0,-12 12 15,0 0 1,-11 35 0,-1 0-1,24 12 1,12-23-1,-12-12 1,47-1 0,12-22-1,-12-36 1,-12-12 0,-58 0-1,-24 24 1,23 35-16,-58 24 15,58-13-15,-22 36 16,34 0 0</inkml:trace>
  <inkml:trace contextRef="#ctx0" brushRef="#br0" timeOffset="23643.4045">8556 3169 0,'0'0'0,"-12"0"16,0 12-16,1-12 0,-1 0 15,0 0 1,0 11-1,24-11 110,12-11-125,-1 11 16,-11-12-16,11 12 0,95-24 16,58 1-1,70-1 1,24-11 15,12 12-15,-1-13-1,-210 25-15,210-36 16,-210 35-16,140-23 16,59-12-1,0-12 1,-12 24 0,0 0-1,-199 23-15,176-23 16,-177 23-16,130 0 15,47-11 1,11-1 0,-23 13-1,-11-1 1,-165 12 0,152-23-1,-152 11-15,94-12 16,35-23-1,0 0 1,0 0 0,12 12-1,-141 24-15,94-25 16,-47 25-16,46-25 16,25 13-1,-25-1 1,-22 1-1,-36-1 1,-70 24-16,35-11 16,-36 11-1,1 0-15,0-12 16,-24 12 31,0 0-32,1 0 1,-1 0-16</inkml:trace>
  <inkml:trace contextRef="#ctx0" brushRef="#br0" timeOffset="47253.0972">10434 2512 0,'-12'0'16,"24"0"62,-1 0-62,1 0-16,0 0 15,70 0 1,-59 0-16,388 0 31,-352 0-31,422 0 31,-223-12-15,-23 0 0,-176 0-16,140 1 15,-152-1-15,82 0 16,12-11-1,-24-1 1,-23 12 0,-35 1-1,-47 11 1,23 0 0,-23 0-16,-12-12 31,-12 12-16,-70 0 1</inkml:trace>
  <inkml:trace contextRef="#ctx0" brushRef="#br0" timeOffset="47953.1784">10586 2465 0,'0'0'0,"-12"0"0,1-12 16,11 24 31,11-12-32,-11 11-15,12-11 0,35 0 32,-23 0-32,316-11 31,-270 11-31,517-59 31,-235 47-15,-58 0-1,-236 1-15,142-1 16,-165 12-16,71-12 16,-1 1-1,-46-1 1,-24 12-1,-23 0 1,-12 12 15,-12-12 1,-11 35-17</inkml:trace>
  <inkml:trace contextRef="#ctx0" brushRef="#br0" timeOffset="57043.634">9577 3087 0,'-12'0'16,"12"-12"-1,0 0-15,-12 0 16,12 1-16,-11 11 0,11-12 15,-12 0-15,0 0 16,0 12-16,12-11 0,-11 11 16,-13 11-1,-58 142 32,117-36-16,94-70 1,-23-82-17,-24-24 1,-58-23 0,-48-12-1,-46 36 1,-24 46-1,-24 71 1,83 11 0,70-23-1</inkml:trace>
  <inkml:trace contextRef="#ctx0" brushRef="#br0" timeOffset="57959.9873">10868 2770 0,'0'0'0,"0"-12"0,0 0 0,0 1 16,0-1-1,-12 24 17,-11 23-17,-13 23 1,36-46-16,-11 59 15,11-48-15,11 12 16,48 12 0,23-23-1,0-36 1,-11-47 0,-36-46 15,-82 23-16,-23 23 1,11 35 0,0 36-1,36 23 1,58 24 0,12-36-16</inkml:trace>
  <inkml:trace contextRef="#ctx0" brushRef="#br0" timeOffset="58444.801">11771 2746 0,'0'0'0,"12"0"16,-12-11-16,0 22 47,0 1-47,0 12 15,0 22 1,0 1-1,0-11 1,35-13 0,12-23-1,24-35 1,-24-24 0,-36 47-1,-11-34 1,-11 22-16,-36 1 15,-24-1 1,1 48 0,23-1-1,24 24 1,69-12 0,-22-23-16</inkml:trace>
  <inkml:trace contextRef="#ctx0" brushRef="#br0" timeOffset="59059.1708">12546 2782 0,'0'0'0,"-12"0"16,1-12-16,-13 12 15,-11 0 1,11 35 0,1 0 15,23-23-31,-12 35 15,12-35-15,24 23 16,34-12 0,13-23-1,23-35 1,-24-24 0,-58 36-16,0-47 15,-12 46-15,-47-11 16,-24 11-1,-11 24 1,12 24 0,46 11-1,24-23-15</inkml:trace>
  <inkml:trace contextRef="#ctx0" brushRef="#br0" timeOffset="76992.0065">10281 340 0,'0'0'0,"-12"-11"16,1 11-1,11-12-15,-12 24 63,12-1-48,-12 1-15,12 0 16,-47 70 0,-12 141 15,-11 47 0,35 0 0,35-129-15,12-12 0,11-12 15,-11-82-31,11 106 15,-11-106-15,0 83 16,11 11 0,1-12-1,11 12 1,0 12 0,-23-106-16,23 83 15,-23-95-15,11 59 16,12 36-1,1-1 1,-13-11 0,12-1-1,-23-81-15,23 46 16,-23-46 0,11 23-16,13 11 31,-13 1-16,24-12 1,0 0 0,-35-35-16,23 23 15,12 0 1,0-23 0,-12 0-1,12-12 1,12-12-1,-48 0-15,36-23 16,-35 23 0,23-35-16,1-23 15,-1-24 1,-12 0 0,1 12 15,-13 58-31,13-58 15,-12 59-15,-1-24 16,-11 23-16,36-93 16,-25 93-16,13-58 15,-1-35 1,1 11 0,-24 1-1,0 81-15,0-105 16,0 94-16,0-47 15,-24-36 1,13-11 0,-25 0-1,36 106-15,-35-59 16,35 46-16,-35-22 16,35 34-1,-12 1-15,0-36 0,-11-35 31,-1 0-15,1-23 0,11 11-1,1 1 1,-1 46 0,0-11-1,-11-1 1,-1 1-1,-11-24 1,0 12 0,-1 11-1,-10 1 1,-1 23 0,11 0-1,-11 12 1,0 11 15,36 13-31,-71-1 16,70 12-16,-70 0 15,-36 58 1,-22 1 0,34 35-1,59 59 1,70-83-1</inkml:trace>
  <inkml:trace contextRef="#ctx0" brushRef="#br0" timeOffset="77907.3943">8802 1361 0,'0'0'16,"-12"0"-16,1 0 0,-1 0 16,24 0 46,-1 0-46,1 0-1,0 0 1,0 0 0,46 12-1,1-12 1,23 0 15,36-12-15,-83 12-16</inkml:trace>
  <inkml:trace contextRef="#ctx0" brushRef="#br0" timeOffset="79321.9453">10199 1256 0,'-12'-12'0,"24"24"0,-47-24 16,11 0-16,-70-11 15,24 11 1,23 0 0,35 1-1,24 11 32,23 11-47,59 13 16,47-12 15,47-1-15,82 1-1,-24 0 1,0-12 0,1 0-1,-12-12 1,-36 0-1,12 1 1,-164-1-16,129 0 16,-140 12-16,81-23 15,24 11 1,11-12 0,-34 1-1,-13-1 1,-11 13 15,-82-1-31,70 0 16,-70 12-16,35-11 15,-12-13 1,0 12 0,-11 1-1,-1-13 1,-11 12-1,-12 1 1,0-1 0,-35 0-1,-24-23 1,-23 0 0,47 23-16,-83-23 15,71 23 1,-82-11-16,-70-24 15,11 0 1,12 11 15,141 36-31,-141-35 16,129 35-16,-82-23 16,-47-1-1,11 13 1,-11-1-1,12 12 1,129 0-16,-83 0 16,83 0-16,0 0 0,-94 12 15,-35-1 1,11 25 0,24-1-1,0 0 1,94-23-1,-48 23-15,48-23 16,12-1-16,-36 25 16,36-25-16,-71 48 15,82-47-15,-35 23 16,0 24 0,35-12-1,24 0 1,-12-24-16,70 24 15,-46-35-15,82 23 16,105-12 0,24-34-1,-59-13 1,-141 24-16,23-23 16</inkml:trace>
  <inkml:trace contextRef="#ctx0" brushRef="#br0" timeOffset="80870.8209">12335 340 0,'0'0'0,"12"-11"0,-12-1 16,0 0-16,-12 12 15,0 0 1,-11 0-16,23 12 0,-12-12 16,0 12-16,-70 70 31,59 12 0,23-83-31,140-22 31,-116-1-31,58-117 32,-70 35-17,-12 70-15,0-46 16,0 58-16,-12 1 16,0-1-1,1 59 1,-1 23-1,0-11 1,12-36 0,12 24-1,-12-35-15,35 35 16,0-24 0,0-11-1,12-24 1,-35 12-16,23-46 15,-23 34-15,-12 0 0,12-11 16,-1 11-16,-11-12 16,0 13-1,0 22 1,-23 25 0,11-1-1,12 0 1,24-35-16,23 12 15,-24-12 1,36 0-16,11-24 31,-11-23-15,-36 0 0,-23 0-1,-11 47 1,11 12-1,-24 12 1,12 34 0,1 1-1,11 23 1,0 24 0,0-48-1,0-22 1,11-25-1,-11-22 17,0-1-32,12-82 31,0-12-15,11 24-1,-11 47 1,0 23-16,0 1 15,11 11 1,1 11 0,-13-11-16,1 36 15,-12-25-15,0 13 16,-23-1 0,-24-11-1,0 0 1,35-12-1</inkml:trace>
  <inkml:trace contextRef="#ctx0" brushRef="#br0" timeOffset="81104.0869">13332 270 0,'0'-12'0,"-11"12"16,-13-12-1,1 12 1,-1 24 0,-11 23-1,35 23 1,12 1 0,-12-60-16,23 48 15,-11-47-15,0 11 16</inkml:trace>
  <inkml:trace contextRef="#ctx0" brushRef="#br0" timeOffset="81636.1114">13262 516 0,'0'0'0,"-12"-11"0,1-1 0,-1 12 16,-35-35-1,23 23 1,48-11-1,35-1 1,46-11 0,-81 23-16,34-23 15,-46 23-15,0 0 0,11-11 16,-23-1 0,0 13-1,-11 11 1,-1 11-1,-12 25 1,24-25-16,-11 36 16,11-35-1,0 23 1,23-11 0,-11-1-1,0-23 1,-1-11-1,24-13 1,-23 12 0,-12 24-1,12 0 1,0 23 0,23 0-1,-23-35-15,58 12 16,-46-12-16,22 0 15,-22-12 1</inkml:trace>
  <inkml:trace contextRef="#ctx0" brushRef="#br0" timeOffset="82435.8404">10750 3392 0,'0'0'0,"0"-24"0,0 13 0,0-1 16,0 0-16,0 0 0,0 1 15,-11 11-15,11 11 47,0 1-47,0 0 16,-12 23-16,-12 223 31,13-164-15,11-70-16,-12 46 15,12-58 1,-23 0-16</inkml:trace>
  <inkml:trace contextRef="#ctx0" brushRef="#br0" timeOffset="83234.7645">9647 4049 0,'0'0'0,"0"-12"0,0 1 0,-12 11 16,1 0-16,11 11 15,-12-11-15,12 12 0,-12 0 16,12 11-16,-23 83 31,105-47 0,35-71 1,-117 0-32,24-47 31,-36 59-16,0 24 1,12-1 0,12 1-1,47-24 1,11-12 15,-23-11-15,-35 11-1,-36 12 1,13 0-16,-25 0 16,25 12-16,-1-12 15,24 0 1,23-12 0,35-12-1,1 13 1,-60 11-16,25 0 15,-25 0-15,-11 11 32,0 1-17,0 0-15,0 11 16,0-11 15,0 0-31,12-12 16</inkml:trace>
  <inkml:trace contextRef="#ctx0" brushRef="#br0" timeOffset="83351.8284">10105 3908 0,'0'0'0,"0"-12"0,-12 12 0,0-11 16,1 11-1,11 23-15,11-11 16</inkml:trace>
  <inkml:trace contextRef="#ctx0" brushRef="#br0" timeOffset="83733.9244">10316 4096 0,'-12'0'0,"24"0"0,-59 12 31,47-1-31,-23 13 15,23-1 1,0-11-16,0 12 16,12-24-16,-12 11 15,11-11-15,24-11 16,-23 11-16,12-47 16,-13-24-1,-11-11 1,-11-12-1,11 82-15,-12-23 16,0 24-16,0 11 16,12 23-1,0 0-15,0 60 16,24-13 0,-1 0 15,-11-70-31,12 24 0</inkml:trace>
  <inkml:trace contextRef="#ctx0" brushRef="#br0" timeOffset="83950.8263">10551 3850 0,'0'0'0,"12"-12"0,-12 0 0,0 0 15,-12 36 1,-12 23-1,24 23 1,0 12 0,12 0-1,0-23 1</inkml:trace>
  <inkml:trace contextRef="#ctx0" brushRef="#br0" timeOffset="84417.1861">10539 4096 0,'0'0'0,"-12"-12"0,1 12 0,-13-12 16,12-11 0,24-24-1,35-12 1,12-11-1,-24 23 1,-23 47-16,0-23 16,-24 34 31,12 1-47,-12 23 31,0 12-16,12 0 1,12-47-16,0 35 16,0-23-16,-12 0 15,11-12 1,-11-24 0,0 1-1,12 11 1,0 12-16,11 0 15,-11 12-15,23 0 16,12-1 0,-12-11-1</inkml:trace>
  <inkml:trace contextRef="#ctx0" brushRef="#br0" timeOffset="84533.3007">10950 3979 0,'0'0'16,"0"11"-16,-12-11 16,0 0-1</inkml:trace>
  <inkml:trace contextRef="#ctx0" brushRef="#br0" timeOffset="315490.171">9788 5551 0,'0'0'0,"-12"0"0,12-11 0,-11 11 15,-1 0-15,12-12 0,-12 12 16,-11 0 0,11-12 15,24 12 78,-1 0-109,1 0 16,0 0-16,35 0 16,58-12-1,48 1 1,82 11-1,-165 0-15,259 11 16,-235-11-16,187 24 16,142-1-1,-1 1 1,-23 11 0,-58-12 15,-271-23-31,177 12 15,-200-12-15,58 0 16,1 0 0,-48 0-1,-11-12 1,-35 12 0,-12-11-1,-12 11 1,1 0-1,-1 0 17,0 0 108,12-12-108,-12 12-32,24 0 375,-24 0-32,1 0-327,-1-12-16,0 12 16,1-12-1,-1 12-15,0-11 16,0 11-16,1-12 15,-1 12-15</inkml:trace>
  <inkml:trace contextRef="#ctx0" brushRef="#br0" timeOffset="326896.0093">12194 5375 0,'-12'0'16,"1"0"15,11 12-31,0 0 0,-12 11 16,12-11-16,0 0 0,-35 70 31,46 12 0,71-47 0,-70-47-31,106-24 47,-107 12-47,25-23 16,-1-35 0,-35 11-1,-24 36 1,13 23-16,-72 11 15,60 1-15,-36 35 16,12-12-16</inkml:trace>
  <inkml:trace contextRef="#ctx0" brushRef="#br0" timeOffset="327345.484">12112 6079 0,'0'0'0,"-12"0"0,0 0 0,-23 0 16,12 12 0,23 0-16,-12 23 15,12-11-15,0-1 16,35 12 0,12-11-1,24-13 1,11-22-1,-12-60 1,-58 60 0,0-83-1,-12 82-15,-59-35 16,-47 24 0,-23 34-1,70 24-15</inkml:trace>
  <inkml:trace contextRef="#ctx0" brushRef="#br0" timeOffset="333111.1719">12147 3333 0,'12'0'15,"-12"-12"1</inkml:trace>
  <inkml:trace contextRef="#ctx0" brushRef="#br0" timeOffset="333989.9571">8755 3685 0,'0'0'0,"0"-12"16,0 1-16,0-1 0,0 0 15,0 1-15,0-1 16,-11 12-16,11-12 16,-12 12-16,0 0 15,0 0-15,1 0 16,-1 12-16,-35 23 15,-35 94 17,117-47-1,-23-82-31,70 12 16,-47-12-1,59-23-15,0-36 16,-59-12 15,-47-22-15,-58 34-1,46 47-15,-69 0 16,81 12-16,-47 47 16,0 59-1,59 11 1,0-81-16</inkml:trace>
  <inkml:trace contextRef="#ctx0" brushRef="#br0" timeOffset="334538.9806">8755 4413 0,'0'0'16,"0"-12"-16,12-11 0,-24-13 16,-11 25-1,-1 11 1,13 11-16,-13 25 16,12-25-16,-23 60 15,23 11 1,12 0 15,47-23-15,24-47-1,58-48 1,-59-46 0,-58-12-1,-47 24 1,-36 46-1,-22 60 1,69-25-16,-46 107 16,58-83-16,0 0 15</inkml:trace>
  <inkml:trace contextRef="#ctx0" brushRef="#br0" timeOffset="334989.2776">8638 5129 0,'0'0'0,"-12"0"0,0 0 16,-35 47 0,12 23-1,35 1 1,12-13 0,-12-46-16,47 11 15,-12-11 1,36-12-16,11-35 15,0-35 17,-59-24-17,-58 35 1,23 47-16,-81 24 16,57 0-16,-34 46 15,-1 25 1,71-1-1</inkml:trace>
  <inkml:trace contextRef="#ctx0" brushRef="#br0" timeOffset="342231.3045">13673 4061 0,'0'0'0,"12"-12"0,-1 0 0,1-11 0,-12 11 16,12 0-16,-12 1 0,11-1 0,-11 0 15,0 0-15,0 1 0,0 22 47,-11 1-31,-1 0-16,0 0 0,-129 175 31,12 13 0,71-83 1,46-105-32,-23 0 31</inkml:trace>
  <inkml:trace contextRef="#ctx0" brushRef="#br0" timeOffset="342697.2471">13379 4037 0,'0'0'0,"0"-11"0,0-1 16,12 12 15,0 0 0,11 23-31,24 36 32,-35-36-32,58 83 15,-46-82-15,46 58 16,12 23 0,-11-23-1,-1 1 1,-11-25-1,-59-46-15,35 12 16,-23-24 0,-12 11-16,12-11 15,-1 0 17</inkml:trace>
  <inkml:trace contextRef="#ctx0" brushRef="#br0" timeOffset="349608.0392">12206 3415 0,'0'0'0,"11"0"125,1 0-110,0 12-15,0-12 0,11 0 0,-11 12 16,140 35 0,-116-36-16</inkml:trace>
  <inkml:trace contextRef="#ctx0" brushRef="#br0" timeOffset="350007.5908">12276 4037 0,'0'0'16,"0"-11"-1,12-1 17,11 12-17,-11 0-15,35 0 16,12 12-1</inkml:trace>
  <inkml:trace contextRef="#ctx0" brushRef="#br0" timeOffset="350190.9213">11983 4753 0,'0'0'0,"-12"12"0,0-12 0,1 0 16,57 0 0</inkml:trace>
  <inkml:trace contextRef="#ctx0" brushRef="#br0" timeOffset="361679.6363">12288 3415 0,'0'0'0,"-12"0"15,24 0 48,0 0-63,-1 0 0,13 0 15,70 0 1</inkml:trace>
  <inkml:trace contextRef="#ctx0" brushRef="#br0" timeOffset="362112.5525">12171 4014 0,'11'0'31,"13"0"-15,-13 0-16,36 0 15,-11 0-15</inkml:trace>
  <inkml:trace contextRef="#ctx0" brushRef="#br0" timeOffset="362511.5338">12124 4542 0,'0'0'0,"11"0"15,1 0 1,0 0-16,0 0 0,70 0 31</inkml:trace>
  <inkml:trace contextRef="#ctx0" brushRef="#br0" timeOffset="362968.8177">12217 5199 0,'0'0'15,"12"0"17,12 0-17,-13 0-15,13 0 0,-12 0 16</inkml:trace>
  <inkml:trace contextRef="#ctx0" brushRef="#br0" timeOffset="370537.0173">8192 2969 0,'0'0'0,"12"-11"16,-12-1-16,0 0 15,0 0-15,0 1 16,-12 11-1,12 11 1,0 1-16,-12 0 16,-82 164 15,-11 23 0,58-11 0,23-106 1,13-70-32</inkml:trace>
  <inkml:trace contextRef="#ctx0" brushRef="#br0" timeOffset="370836.7862">7875 3063 0,'0'0'0,"0"-12"0,0 1 0,12 22 31,11 36-15,36 36-1,11 10 1,36 1 0,35 12-1,-83-36 1,-22-23 0</inkml:trace>
  <inkml:trace contextRef="#ctx0" brushRef="#br0" timeOffset="372268.7027">763 3709 0,'0'0'15,"-12"0"-15,0 0 0,1 0 0,-1 0 16,0 0-16,0 0 0,1 0 15,-1 0 1,24 0 15,-1 0-15,13 0 0,199-12 15,164-23 0,-164 23-15,-23-11-1,-165 23-15,94-12 16,-106 12-16,24-12 16,-11 12-1,-36-12 1,0-23-1,-47-12 1,-35-23 0,-1 23-1,13 12 1,11 23 15,36 12-15,11-12-1,12 24 1,24 0 0,11 23-1,35 12 1,36-24 0,-12 1-1,0-13 1,-83-11-16,48 12 15,-47-12 1,11 0-16,-11 12 16,-12 0 46,-12-1-62,0 25 16,-93 81-1,-118 82 1,35-23 0</inkml:trace>
  <inkml:trace contextRef="#ctx0" brushRef="#br0" timeOffset="396412.3725">1221 4953 0,'-12'0'0,"0"-12"15,0 12-15,1-12 0,-1 12 16,0 0 0,12-11-1,24 22 32,-13-11-31,48 24-1,35-1 1,47 1 0,70-13-1,59 1 1,23-12 0,13 12-1,22-12 1,-117 0-1,-58-12 1,-71 0 15,-58 12-15,-13 0-16,-11-11 16,-11-1-1,-48-23 1,-12-12-1,-11 0 1,12 12 0,23 11-1,23 24 1,24 35 0,36 12-1,22 12 1,25 0-1,10-12 1,-81-36 0,70 13-1,-70-12-15,12-1 16,-1 1 0,-11 0-1,-47 23 1,-71 24-1,71-36-15,-165 71 16,153-71-16,-82 48 16,70-36-16</inkml:trace>
  <inkml:trace contextRef="#ctx0" brushRef="#br0" timeOffset="403038.9978">5152 3556 0,'0'0'0,"12"12"15,0-12 1,-12-12 171,0 0-187,0 1 16,0-25 0,0 13-16,0-1 0,0 1 0,0 0 0,0-13 15,11 1-15,-11 0 0,12 0 0,-12-1 16,24 1-16,-13-12 0,1 12 0,12-24 16,-13 12-16,25 1 0,198-213 31,318 165 0,46 141 0</inkml:trace>
  <inkml:trace contextRef="#ctx0" brushRef="#br0" timeOffset="419140.7606">9741 5023 0,'-12'0'16,"1"0"-1,11 12 17,0 0-17,11-12 1,-11 11-1,12-11-15,0 0 16,11 0 15,1 0 1,23-23-17,70-48 1,-58 36-1,258-188-15,-212 141 16,318-200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15:56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10081 1021 0</inkml:trace>
  <inkml:trace contextRef="#ctx0" brushRef="#br0" timeOffset="364.675">10093 1432 0,'12'0'0,"-12"12"63</inkml:trace>
  <inkml:trace contextRef="#ctx0" brushRef="#br0" timeOffset="620.0654">10140 2054 0,'0'0'16,"12"0"31</inkml:trace>
  <inkml:trace contextRef="#ctx0" brushRef="#br0" timeOffset="1260.815">10128 2500 0,'0'0'0,"0"12"16,-11-12-1,11 11 188,-12-11 16,0-11-203</inkml:trace>
  <inkml:trace contextRef="#ctx0" brushRef="#br0" timeOffset="2390.948">10117 974 0,'0'0'16,"0"-12"-16,0 1 15,0-1-15,0 0 16,0 0 0,-12 12-16,12-11 15,-12 11 1,12 11-1,-35 36 17,35 12-17,12-12 1,46-12 0,13-23-1,23-24 1,-24-46-1,-58 34-15,-12-46 16,0 46 0,-24-23-16,-34 12 15,-1 23 17,0 71-17,12 47 1,47-71-16</inkml:trace>
  <inkml:trace contextRef="#ctx0" brushRef="#br0" timeOffset="2874.0517">10211 1455 0,'0'0'0,"0"-11"16,0-1-16,0 0 15,-12 0 1,-12 12-1,1 24 1,-1 23 0,13-12-1,11-23-15,35 23 16,-23-23-16,35-1 16,23-11-1,0-23 1,-34-36-1,-36 12 1,-12 36-16,-23-25 31,23 36-31,-35 0 0,-23 47 16,23 24 15,35-48-31</inkml:trace>
  <inkml:trace contextRef="#ctx0" brushRef="#br0" timeOffset="3308.095">10304 1878 0,'-11'0'0,"-1"-12"15,0 12-15,1 0 16,-13 0-16,-11 35 31,23-23-31,-11 35 16,23-35-16,0 23 15,11 0 1,48-11 0,0-24-1,11-47 1,-58 23-16,23-46 16,-35 46-16,-12-23 15,-35 12 1,-11 35-1,-13 59 1,48-36-16,-12 48 16,35-48-16</inkml:trace>
  <inkml:trace contextRef="#ctx0" brushRef="#br0" timeOffset="3722.8569">10293 2265 0,'0'0'16,"-12"0"-16,0 0 0,1 12 0,-48 0 15,47-1-15,-35 25 16,35-13-16,-11 36 15,23-48-15,0 25 16,47 11 0,23-36-1,12-34 1,1-24 0,-72 35-1,36-58 1,-47 46-16,-23-23 15,-48 12 1,-22 23 0,22 48-1,48-1 1,46-23-16</inkml:trace>
  <inkml:trace contextRef="#ctx0" brushRef="#br0" timeOffset="6636.7789">11196 939 0,'0'0'0,"-11"0"0,-1 0 15,0 0 17,0 0-17,1 0 1,-1 0-16,0 0 15,-11-12 1,-1-23 15,24 23 1,-11 12 14,-13 24-30,-11 23 0,11 11-1,13 1 1,46 0 0,47-1-1,0-58 1,0-58-1,-11-24 1,-71-1 0,-71 36-1,-11 24 1,59 23-16,-59 47 16,58-35-1,-11 58-15,23-46 16</inkml:trace>
  <inkml:trace contextRef="#ctx0" brushRef="#br0" timeOffset="7102.3209">11149 1502 0,'0'0'0,"0"-11"0,-11 11 0,-1 0 0,-23 0 15,0 35 1,23-24-1,0 25 1,12-25-16,-12 25 16,48 11-1,22-12 1,1-35 0,23-24-1,-70 1-15,35-36 16,-35 47-16,-12-46 15,-71 23 1,1 23 0,-1 47-1,24 24 1,36-12 0</inkml:trace>
  <inkml:trace contextRef="#ctx0" brushRef="#br0" timeOffset="7685.7626">11161 1972 0,'-12'0'15,"-11"0"-15,11 0 16,1 11-16,-1-11 0,0 12 16,12 0-16,-12 0 0,-11 70 31,82 23 0,58-93 0,-47-117 1,-117 22-17,-23 48 1,0 35-1,23 59 1,47 23 0</inkml:trace>
  <inkml:trace contextRef="#ctx0" brushRef="#br0" timeOffset="8085.0597">11196 2465 0,'0'0'16,"-11"0"-16,11 11 0,-24 13 15,12 11 17,36 12-17,-1-24 1,24-11 0,0-24-1,-23-23 1,-24 24-16,0-36 15,-12 35-15,0 0 0,-35-11 16,-11 11 0,11 24-1,35-1 1</inkml:trace>
  <inkml:trace contextRef="#ctx0" brushRef="#br0" timeOffset="8901.2191">12030 904 0,'0'0'16,"0"-12"-16,0 0 0,-12 12 0,12-12 15,-12 12-15,12-11 0,-12 11 16,1 0-16,-1 11 16,0 13-16,1-24 15,-1 12-15,12-1 0,-12 1 0,0 12 16,12-13-16,12 72 31,94-1 0,-24-118 1,-59-93-1,-70 94-15,12 47-1,-12 82 1,24-36-1</inkml:trace>
  <inkml:trace contextRef="#ctx0" brushRef="#br0" timeOffset="9317.0982">12041 1491 0,'0'0'0,"-11"0"0,-1 0 16,0 0-16,-11-12 16,-1 35-1,13-23-15,-1 35 16,0-23-16,12 0 15,0 0-15,0-1 0,47 25 16,-35-25 0,35 1-1,11-12 1,-11-12 0,-35-46-1,-35 11 1,-24 35-1,0 24 1,0 58 0,23 12-1</inkml:trace>
  <inkml:trace contextRef="#ctx0" brushRef="#br0" timeOffset="9750.4071">12018 2101 0,'0'12'16,"-12"-12"0,12 11-16,0 1 15,0 0 1,12-1 0,0-11-16,23 0 15,12-11 1,-24-24-1,-11 23-15,-24-35 16,12 35 0,-47-11-16,-11 23 31,11 23-15,0 36-1,47-12-15</inkml:trace>
  <inkml:trace contextRef="#ctx0" brushRef="#br0" timeOffset="10091.6088">12018 2465 0,'0'0'15,"-12"11"-15,0 1 0,-11 0 0,-12 11 16,35 1 0,35 11 15,35-23-15,-58-12-16,70-24 15,-70 13-15,35-25 16,-35-22-1,-24 11 1,-58 35 0,11 12-1,35 0-15,13 0 16</inkml:trace>
  <inkml:trace contextRef="#ctx0" brushRef="#br0" timeOffset="10665.6157">12933 998 0,'0'0'0,"-23"-12"16,11 12-16,0-12 15,1 12-15,-60 12 32,24 58-1,118-23 0,70-70 0,-106-36-15,-35 12 0,-35 35-1,-12 24 1,0 47-1,23-12 1</inkml:trace>
  <inkml:trace contextRef="#ctx0" brushRef="#br0" timeOffset="11031.9593">12922 1491 0,'0'0'0,"-12"0"0,0 0 15,0 0-15,-23 23 16,23 12 0,12 0-1,24-23 1,-12 0-16,46-12 15,-46 0-15,35-12 16,0-35 0,-35 0-1,-24 0 1,-35 36 15,35 11-31,-35 23 16,36 1-16,-13 22 15,12-22-15</inkml:trace>
  <inkml:trace contextRef="#ctx0" brushRef="#br0" timeOffset="11381.9791">12875 1983 0,'0'0'15,"0"12"-15,-12-12 0,12 12 0,-12 11 16,24-11 15,35-12-15,12-23-1,-24-13 1,-35 25-16,12-25 16,-12 25-16,0-1 0,-36 0 15,-11 12 1,0 47 0,24 12-1,23-47-15</inkml:trace>
  <inkml:trace contextRef="#ctx0" brushRef="#br0" timeOffset="11714.3338">13004 2218 0,'0'0'16,"-24"0"-16,13 0 0,-36 24 15,0 11 1,47 12 0,11-12-1,48-12 1,-35-23-16,46 0 16,-58 0-16,23-23 15,-23-12 1,-36-12-1,-46 23 1,-1 24 0,60 0-16,-1 12 15,12 0-15,12 0 16</inkml:trace>
  <inkml:trace contextRef="#ctx0" brushRef="#br0" timeOffset="12232.4684">13943 1303 0,'-24'0'0,"24"-12"0,-35 12 16,-12 0 0,12 23-1,23 13 1,24-1 0,35-12-1,-24-23-15,48 12 16,-48-12-16,24-23 15,-23-24 1,-36 0 0,-23 23-1,-24 48 1,47-13 0,-46 48-1</inkml:trace>
  <inkml:trace contextRef="#ctx0" brushRef="#br0" timeOffset="12580.7815">14107 1796 0,'0'0'0,"-23"0"0,-24 0 16,11 23-1,25 24 1,22 0 0,13-35-16,35 23 15,-48-23 1,48-1-16,11-11 16,-23-23 15,-35-24-16,-12 35-15,-59-46 16,48 46-16,-25 0 16,13 24-1,23 23 1</inkml:trace>
  <inkml:trace contextRef="#ctx0" brushRef="#br0" timeOffset="12713.2867">14424 2089 0,'0'0'0,"-12"0"0,-11 0 16,11-12-16,-12 1 15,1-13 1</inkml:trace>
  <inkml:trace contextRef="#ctx0" brushRef="#br0" timeOffset="14961.8325">11161 892 0,'-12'0'93,"12"-12"-93,-11 12 32,-1-12-17,-23 12 17,-47 59-1,35 0-16,11 0 1,25-48-16,-1 36 16,0-12-16,12 12 15,35 0 1,12-11 0,12-25-1,12-11 1,-60-11-1,36-13 1,-23 12-16,-13 1 0,25-36 16,11-24-1,-24-11 1,-23 12 0,-35 11-1,23 47-15,-23-11 16,23 23-16,0-12 0,-35 12 15,-11 12 1,-1 58 0,12 24-1,59 12 1</inkml:trace>
  <inkml:trace contextRef="#ctx0" brushRef="#br0" timeOffset="15811.4042">11220 1526 0,'0'-12'0,"-12"12"0,0-12 16,1 12 0,11-11-1,-12 11-15,-35 0 32,12 23-17,23-11-15,-23 35 16,23-36-1,0 13 1,1 23 0,11 11-1,0-46-15,35 23 16,-35-23-16,35 12 16,-23-13-16,0-11 0,34 12 15,1-12 1,-11-23-1,-1-24 1,-23 35-16,-1-47 16,1 36-16,-12 11 0,0-23 15,0 11-15,-35-23 16,23 47 0,-23-23-16,-12 23 15,-23 23 1,23 24-1,35 47 17,12-70-32</inkml:trace>
  <inkml:trace contextRef="#ctx0" brushRef="#br0" timeOffset="16476.9718">11173 2030 0,'0'0'0,"0"-11"15,0-1 1,0 0-1,-12 12-15,0 0 16,1 0-16,-1 12 16,-70 58 15,70-58-31,-11 35 16,11-35-1,12 23-15,0 0 16,47 0-1,0-11 17,-24-12-32,48-24 15,-60 12-15,48-47 16,0 0 0,-36-12-1,-23 1 1,-47 22-1,-23 25 1,58 11-16,-70 11 16,70 1-16,-11 23 15,11 24 1,12-24 0</inkml:trace>
  <inkml:trace contextRef="#ctx0" brushRef="#br0" timeOffset="17043.5645">11208 2523 0,'0'0'0,"-12"0"0,-11-11 16,-12 22-1,0 13 1,11 23 15,24-12-15,0-23-16,12 23 16,0-35-16,23 12 15,35-12 1,24-24-1,-12-35 1,-47-34 0,-35 69-16,-11-46 15,-13 58-15,-34-12 16,-36 36 0,0 47-1,47 11 1,35 1-1,47-24 1</inkml:trace>
  <inkml:trace contextRef="#ctx0" brushRef="#br0" timeOffset="18492.2057">11103 892 0,'11'0'16,"-11"-12"62,0 0-78,-11 1 0,-1-1 16,12-11-16,-12 11 0,-35-117 31,47 93-31,-70-151 31,46 116 16,24 83 78,0 0-109,0 0-16,-12-1 0,12 1 0,0 23 15</inkml:trace>
  <inkml:trace contextRef="#ctx0" brushRef="#br0" timeOffset="22803.9366">12030 904 0,'0'0'0,"0"-12"16,0 0-1,0 0 16,0 1-15,0-1 0,-12 12 46,-12 47-31,24 0-15,0 0 0,12 0-1,12-12 1,11 12 0,-12-24-1,13 1 1,-25-24-16,13 0 15,-12 0-15,-1-24 16,24-23 0,-11-11-1,-12-13 1,-12 24 0,0 36-1,0-13 1,0 12-16,-12-11 15,-12 0 1,-11 11 0,0 0-1,0 12 1,23 0-16,-35 12 16,47 0-16,-35 11 15,0 12 1,11 0-1,13 24 1,11-47-16,0 35 16,0-35-1,11 23-15,13 12 16,23-12 0,0-23-1,11-12 16,1-36-15,-47 25-16,35-60 16,-36 60-16,13-48 15,-12-23 1,-24 23 0,-23 24-1,-24 23 1,47 12-16,-46 24 15,11-13-15,-12 36 16,24 24 0</inkml:trace>
  <inkml:trace contextRef="#ctx0" brushRef="#br0" timeOffset="25591.0131">12171 845 0,'0'-12'156,"0"1"-140,0-1-16,0 0 15,0-58 1,-12-118 15,0 24 16,0 140-16,12 36 63,0 0-94</inkml:trace>
  <inkml:trace contextRef="#ctx0" brushRef="#br0" timeOffset="33893.2875">12875 939 0,'0'-12'1453,"0"0"-1422,-12 12-31,12 12 125,-12-12-125,12 12 0,-12 23 32,1-35-32,-13 59 31,24-12 0,12-36-15,0 1-1,23-12 1,-23 0-16,23-12 16,-12 1-16,36-36 15,-47 35 1,23-23-16,-23-24 15,-12 12 17,-24 24-17,-23 11 1,36 12-16,-48 12 16,35-12-16,-23 47 15,1 11 1,46 1-16</inkml:trace>
  <inkml:trace contextRef="#ctx0" brushRef="#br0" timeOffset="37783.7829">11056 904 0</inkml:trace>
  <inkml:trace contextRef="#ctx0" brushRef="#br0" timeOffset="38399.7079">12041 939 0,'0'0'0,"-11"0"281</inkml:trace>
  <inkml:trace contextRef="#ctx0" brushRef="#br0" timeOffset="39220.9672">13039 1045 0,'-12'0'78,"12"-12"-62</inkml:trace>
  <inkml:trace contextRef="#ctx0" brushRef="#br0" timeOffset="40096.4756">11044 1068 0,'0'0'0,"-12"0"16</inkml:trace>
  <inkml:trace contextRef="#ctx0" brushRef="#br0" timeOffset="40564.3256">12394 1091 0,'-12'-11'15,"24"11"110</inkml:trace>
  <inkml:trace contextRef="#ctx0" brushRef="#br0" timeOffset="40923.6806">12969 1045 0,'0'0'0,"-12"0"0,12-12 16,-12 12 15</inkml:trace>
  <inkml:trace contextRef="#ctx0" brushRef="#br0" timeOffset="76739.8899">12100 716 0</inkml:trace>
  <inkml:trace contextRef="#ctx0" brushRef="#br0" timeOffset="146611.8117">2206 3251 0,'0'0'47,"-11"23"-47,22-23 15,13 0-15,-12-11 0,-1 11 16,13-12-16,-1 0 0,13 0 0,-13 1 16,24-1-16,-12 0 0,12-11 0,-12 11 15,12 0-15</inkml:trace>
  <inkml:trace contextRef="#ctx0" brushRef="#br0" timeOffset="147482.0119">2206 3310 0,'0'0'0,"-11"0"16,22 0 30,1 0-30,0-12-16,0 12 0,11-12 16,12 0-16,353-211 15,11-23 1</inkml:trace>
  <inkml:trace contextRef="#ctx0" brushRef="#br0" timeOffset="148214.3928">2347 4460 0,'0'0'0,"-23"12"0,11-12 0,0 11 0,1-11 16,-1 0-16,0 0 0,0 0 15,36 0 1,-12 0-16,-1 0 15,13-11-15,-1 11 0,24-24 0,505-234 32,-12-36-17</inkml:trace>
  <inkml:trace contextRef="#ctx0" brushRef="#br0" timeOffset="148997.1286">2359 5610 0,'-12'12'0,"24"-24"0,-35 24 16,11-12-16,35 0 15,1-12-15,-1 0 16,24-11-16,0-1 0,24 1 0,22-24 16,13-24-16,23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22:15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6021 4084 0,'11'0'32,"-11"12"-1,0 0-15,12-12 30,-12-12-46,12 0 16,0-23 0,-12 23-1,0 1-15,0-1 16,-12 12 0,0 0-1,-11 12 1,-1 46-1,-11 1 1,35-47-16,-12 35 16,12-12-16,24 0 15,11-12 1,12 1 0,0-24-1,0-24 1,-12-11-1,-23 24-15,-1-25 16,-11 25-16,0-1 16,0 0-1,12 12 17,0 12-32,11 11 31,-11-11-31,0 0 15,0 0-15,-1-12 0,-11 11 16,12 1 0,-24-12-1,1 0 1,-1-12 0,12 1-1,12-1-15,23 0 16</inkml:trace>
  <inkml:trace contextRef="#ctx0" brushRef="#br0" timeOffset="1264.6643">8145 3932 0,'0'-12'16,"0"24"-16,-12-36 0,-11 12 0,11 12 16,-11-11-16,11 11 0,0 0 0,0 11 15,1 1-15,-1 12 0,0-13 0,0 13 16,1-1-16,11 13 0,-12-13 0,12 12 16,0 0-16,0 1 0,12 11 0,11-12 15,1 0-15,-1 0 0,12 0 0,353 130 31</inkml:trace>
  <inkml:trace contextRef="#ctx0" brushRef="#br0" timeOffset="1664.7183">12077 3720 0,'0'0'0,"11"0"0,1-11 0,0 11 0,47-24 16,34 36 0,-10 58-1,-60 24 1,-58 71 0,-71 22-1,71-151-15,-94 128 31,35-70-15,47-59-16</inkml:trace>
  <inkml:trace contextRef="#ctx0" brushRef="#br0" timeOffset="2496.7058">11279 3580 0,'0'11'0,"0"-22"0,0-1 0,0 0 0,0 0 0,-24 1 0,24-1 16,0 0-16,0 0 0,-23-58 31,-142-83 0,-245 48 0,-95 117 1,235 81-17,211-57-15,-129 93 31,83-35-31,-24 46 16,11 13 0,60-36-1,11-23 1,12-35 0,23-36-1,0-34 1,0-60-1,12-46 1,0 0 0,0 46-1,0 59-15,0-11 16,0 35 0,-11 46-1,11 36 1,11 0 15,1-70-31,23 46 16,-23-58-16,0 11 0,23 12 15,35-11 1,36-36 0,35-70-1,0-35 1</inkml:trace>
  <inkml:trace contextRef="#ctx0" brushRef="#br0" timeOffset="24042.4994">3216 1960 0,'-12'0'0,"0"0"31,1 0-31,-1 0 16,12 12-1,-12-12-15,24 0 94,0 0-94,-1 11 16,13-11-16,70 12 15,46-12 1,72 12 0,-142-12-16,130 0 15,-142 0-15,201 12 32,-201-12-32,107 0 15,-13 0 1,-70 0-1,-47 0 1,-23-12 0</inkml:trace>
  <inkml:trace contextRef="#ctx0" brushRef="#br0" timeOffset="24891.2808">6056 1972 0,'-12'0'32,"0"0"-1,24 11-15,12-11-1,128 12 16,-105-12-31,411 0 32,-259 0-17,-11 0 1,-70 12 0,-48-12-1,-58-12 1,-48 0-1</inkml:trace>
  <inkml:trace contextRef="#ctx0" brushRef="#br0" timeOffset="30136.7874">340 1537 0,'0'0'15,"-11"0"-15,-1 12 0,0-12 0,-35 0 32,94-47-1,235-117 0,70-47 16,-223 152-31,-106 47-1,-46 12 1,0 12-16</inkml:trace>
  <inkml:trace contextRef="#ctx0" brushRef="#br0" timeOffset="30419.1489">352 1678 0,'0'-11'31,"12"11"-31,-12-12 0,82-35 31,47-12-15,24-11 0,-1-1-1,1-11 1,-118 70-16,47-34 15,-58 34-15,-13 0 0,13-23 16,-24 23-16</inkml:trace>
  <inkml:trace contextRef="#ctx0" brushRef="#br0" timeOffset="30705.0892">892 1127 0,'0'-12'0,"0"24"0,0-36 15,0 12 1,12-11 0,11 23-16,36-12 15,-36 12-15,48 0 16,46 35-1,-23 48 1,-35 22 0,-71-11-1,-12-70-15,-46 46 16,35-46-16</inkml:trace>
  <inkml:trace contextRef="#ctx0" brushRef="#br0" timeOffset="31102.5308">434 1361 0,'0'-11'15,"0"22"-15,0-34 0,-11-1 16,-25 71 15,36-23-31,-47 246 47,59-247-31,117 71-1,329-188 17</inkml:trace>
  <inkml:trace contextRef="#ctx0" brushRef="#br0" timeOffset="71030.392">6431 2582 0,'-11'0'110,"-1"0"-95,0 0 1,12 12 46,12-12-46,0 11-16,-1-11 16,36 12-1,282 23 16,187-23 1,-199-12-17,24 12 1,-259-12-16,246 12 16,-245-12-1,140 0-15,11 0 16,-58 0 15,-140 0-31,34 0 16,-47 0-16,24 0 15,-23-12 1,-12 12-16,-1 0 16,-22 0-1,-13 0 1,-70-24-1,59 24-15</inkml:trace>
  <inkml:trace contextRef="#ctx0" brushRef="#br0" timeOffset="71546.4805">7030 2688 0,'-12'0'0,"24"0"0,-35 0 16,11-12-16,-12 12 15,36 0 32,12 0-47,58 12 16,105-12 0,-116-12-16,199 0 15,-35-11 1,117-1-16,117 12 31,-105 1-15,-82-1-1,-71 0 1,-176 1-16,82 11 16,-93-12-16,11 12 15,-23 0 1,-12-12-1,-47 12 1,12 0-16</inkml:trace>
  <inkml:trace contextRef="#ctx0" brushRef="#br0" timeOffset="76341.0453">6267 3227 0,'-12'0'16,"1"0"-16,-1 0 15,0 0-15,0 0 16,1 0 0,-1 0-1,12-11 48,12 11-32,11 0-15,48 0-1,-36 0-15,117 0 16,83 0 0,106 0-1,69 0 1,36 11-1,0 13 1,-35-1 0,-329-11-16,235 0 15,-247 0 1,95-1-16,11-11 31,-71 12-15,-46-12-1,-24 0 1,-23 0-16,0 0 16,-24 0 15,12 12-31,-23-12 16</inkml:trace>
  <inkml:trace contextRef="#ctx0" brushRef="#br0" timeOffset="77825.463">10293 3204 0,'11'0'110,"1"0"-95,0 12-15,0-12 0,140 35 32,177 0-1,23-11 0,70-13 16,-246-11-31,-11 0-1,11-11 1,-12-1 0,24 12-1,-36-12 1,1 0-1,-12 12 1,-24-11 0,1-1-1,-95 12-15,48 0 16,-25 0 0,13 0-16,0-12 15,-36 12 16,-11 0-15,-12-12 0,-35-23-1,-36 12 1</inkml:trace>
  <inkml:trace contextRef="#ctx0" brushRef="#br0" timeOffset="78372.5387">10739 3192 0,'0'0'16,"-12"0"-16,0 0 0,0 0 0,1 0 0,-1 0 15,24 0 1,11 0-1,-11 0-15,105 0 16,388 12 15,387 23 1,-505-23-17,-70-12 1,-70 0 15,-60 0-15,-151 0-16,46-12 15,-59 12-15,-11 0 0,23 0 16,-11 0 0,-36-12-1,-47 1 1</inkml:trace>
  <inkml:trace contextRef="#ctx0" brushRef="#br0" timeOffset="81652.0983">4906 3615 0,'0'0'0,"-12"-12"0,0 12 16,12-12-16,-11 12 0,-1-11 15,0 11 1,12-12-16,-12 12 0,1 0 15,11-12-15,-12 12 16,0 0-16,0 0 16,12 12 15,47 11-15,258 36 15,-70-47-16,47-12 1,11-24 15,-222 24-31,116-11 16,-140 11-16,94 0 16,-106-12-16,48 12 15,-72 0-15,1 0 16,-24-12-1,-11 12-15</inkml:trace>
  <inkml:trace contextRef="#ctx0" brushRef="#br0" timeOffset="82099.8042">4777 3756 0,'-24'0'0,"48"0"0,-60 0 0,13 0 15,0-12 1,58 12 0,70 12-1,107-12 1,104-36-1,-222 36-15,341-35 16,-318 23-16,235-11 16,94 23-1,-70 0 1,-106 0 0,-106 0-1,-141 0-15,24 0 16,-35 0-16,0 0 15,-1 0 64</inkml:trace>
  <inkml:trace contextRef="#ctx0" brushRef="#br0" timeOffset="84884.3003">5129 1995 0,'0'-12'31,"0"1"-15,-12 11 0,24 11 93,-1 1-109,1-12 16,0 12-16,47 11 15,35 1 1,-1-12-1,13-12 1,11-12 0,36-35-1,-36-35 1,-11-47 0,-36-12 15,-58 12-16,-59 23 1,-70 0 0,-12 48-1,-24 34 1,12 24 0,0 47-1,-11 35 1,-12 48-1,81-13 1,37 12 0,69 0-1,83-23 1,105-24 0,-129-70-1,211-1 1,-187-11-16,23-11 0,-11-13 0</inkml:trace>
  <inkml:trace contextRef="#ctx0" brushRef="#br0" timeOffset="102432.705">4871 5258 0,'0'0'0,"-12"0"0,0 0 0,0 0 16,1 0 0,34 0 31,-11 0-47,0 12 15,140-1 1,388-34 15,-458 23-31,740-71 31,-728 71-15,492-35 0,-410 12 15,-164 11-31,23 0 15,-35 1-15,-11-1 16,-83-12 0,12 1-16</inkml:trace>
  <inkml:trace contextRef="#ctx0" brushRef="#br0" timeOffset="103115.568">5199 4436 0,'0'0'0,"0"-23"0,0 11 15,0 0-15,0 1 0,0-1 16,12 12 0,-12 12-16,23 105 31,1 47 0,-12-105 0,-1-59-15,-11-12 0,0-35-1,12-23 1,12-1 0,-1 36-1,12 24 1,0 46-1,1 23 1,-1 13 0,-12-24-1,-11-24 1,-12-11 0</inkml:trace>
  <inkml:trace contextRef="#ctx0" brushRef="#br0" timeOffset="103399.6499">5680 4401 0,'0'0'0,"0"-12"0,12 12 0,-35 0 31,-1 47-15,-11 0-1,0 12 1,23-47-16,12 23 16,0-23-16,23 11 15,1-11 1,11-12-16,47-12 16,-11-11-1,-13-1 1,-34 12-1</inkml:trace>
  <inkml:trace contextRef="#ctx0" brushRef="#br0" timeOffset="103831.4417">6079 4425 0,'0'0'0,"0"-12"0,0 0 15,0 0-15,24-11 16,46 23 0,-11 0-1,-24 12 1,-35 23 0,-12 0-1,1-23 1,-13 11-16,12-11 15,12 0 17,24-12-32,-1 0 15,36 11 1,-47-11-16,35 12 16,-35 0-16,-1-12 0,1 35 15,0 0 1,-71 12-1,-35 0 1,-47-12 0,-35 1-1,129-36-15</inkml:trace>
  <inkml:trace contextRef="#ctx0" brushRef="#br0" timeOffset="104330.6963">5105 4835 0,'-23'12'0,"46"-24"0,-70 36 0,36-12 16,-36 11 0,70 12-1,94-11 1,71-24-1,-129 0-15,129-24 16,-118 13-16,1 11 0,140-47 16,82-36-1,-23-34 1,-70-36 0,-106-23-1,-94 129 1,-12-70-16,-12 82 15,1 0-15,-83-59 16,-152 23 0,-117 83-1,-83 82 1,12 70 0,340-128-16,-117 93 15,165-82-15,-48 129 16,106-129-16,35 58 15,153-23 1,140-58 0,72-71-1,-60-24 1</inkml:trace>
  <inkml:trace contextRef="#ctx0" brushRef="#br0" timeOffset="105279.2581">7124 4918 0,'0'-12'0,"0"24"0,12-36 0,-12 12 16,0 1-16,0-1 16,0 0-16,0 0 15,0 1-15,0-1 0,-12 0 0,12 0 16,-12 1-16,-58-107 15,-118-11 32,176 129-47,-105-12 32,82 48-1,35-13-16,11-23 1,1 0 0,0-23-1,0-1 1,-1 24 0,-22 12-1,-13 23 1,-23 12-1,47-35 1,-23 11 0,23-11-16,0 0 15,11-12 1,60-35 0,23 11-1,23 12 1,-23 12-1,-35 0-15</inkml:trace>
  <inkml:trace contextRef="#ctx0" brushRef="#br0" timeOffset="127390.9541">6373 7464 0,'0'0'0,"-12"0"16,0-11-16,1-1 16,-1 12-16,0-12 15,0 12-15,12-12 16,-11 12-16,-1-11 0,-47-1 31,1 12 0,58-12 1,93 36-1,25-13-16,58 1 1,-117-12-16,199 0 16,-188 0-1,153 12-15,106-12 16,-12 0 15,0 0-15,-24 0-1,-223 12-15,118-12 16,-71 11-16,24-11 16,0 12-1,-47 0 1,-47-1 0,-24-11-1,-23-11 1,-23 11-16,-36-47 15</inkml:trace>
  <inkml:trace contextRef="#ctx0" brushRef="#br0" timeOffset="127908.2489">6279 7441 0,'-12'0'0,"24"0"0,-36 0 0,1-12 16,11 0-1,12 1 1,59 11 0,-36 0-16,130-12 15,-106 0 1,141 0-16,140 1 16,83 11 15,35 0-16,70 0 1,-199 0 0,-94 0-1,-70-12 1,-59-12 0,-36 24-1,-22-11 1,-60 11-1,1 0-15,-95-12 16</inkml:trace>
  <inkml:trace contextRef="#ctx0" brushRef="#br0" timeOffset="129506.5917">5457 6373 0,'-11'0'16,"-1"0"15,12 12-31,-12-12 16,24 0 30,0 0-46,35 0 16,70 0 0,-11 0-1,-48-12 1,-34 0 0,-13 12 15</inkml:trace>
  <inkml:trace contextRef="#ctx0" brushRef="#br0" timeOffset="129940.3602">6291 6385 0,'0'0'0,"-12"0"0,-12 11 16,1-11 15,35 0 16,-1 0-47,36 0 16,36 0-1,10-11 1,-34-1-1,-24 0 1,-11 12 0,-12-12-1</inkml:trace>
  <inkml:trace contextRef="#ctx0" brushRef="#br0" timeOffset="130471.7412">7312 6361 0,'0'0'0,"-12"0"47,12 12-32,-12-12 17,12 12-17,12-12-15,35 0 16,-24 0-16,1 0 0,35 0 16,-24 0-16,106 0 15,-106 0-15,59 0 16,11 0-1,-46-12 1,-47 12 0,-1-12-1,-57 12 1,34-12-16,-23 12 16</inkml:trace>
  <inkml:trace contextRef="#ctx0" brushRef="#br0" timeOffset="131254.7538">8286 6326 0,'0'0'0,"-12"0"16,0 0 0,1 0-16,11 12 15,11-12 17,13 0-17,-12 0-15,-1 0 0,107 0 31,128-12 1,-93-12-1,-130 1 0,-11-1-15</inkml:trace>
  <inkml:trace contextRef="#ctx0" brushRef="#br0" timeOffset="131671.29">9272 6291 0,'0'0'15,"0"11"-15,-12-11 0,0 0 0,-11 0 16,11 0-16,-11 12 16,11-12-16,12 12 31,12-12-16,23 0-15,59 0 32,23-12-17,-11 0 1,-71 12-16,35-11 16,-58 11-16,0 0 15,-1-12 1,-34 0-1,-24 0 1,24 12-16,11-11 0</inkml:trace>
  <inkml:trace contextRef="#ctx0" brushRef="#br0" timeOffset="134485.2921">11067 7065 0,'12'0'16,"0"0"62,0 0-63,-1 0 1,1 0-16,0 0 0,82 12 31,117 11 0,82 1 1,-258-24-32,341 12 31,-329-1-31,82-11 16,47 0-1,-129 0-15,82 12 16,-82-12-16,0 0 15,35 12-15,-35-12 0,117 12 16,-117-12 0,83 11-16,34 1 31,12-12-15,-141 12-16,82-12 15,-70 0-15,-11 0 0,69 0 16,36 0-1,-12-12 1,-11 12 0,-13 0-1,1-12 1,-71 12-16,35 0 16,-34-11-16,69-1 15,-81 0-15,58 0 16,12-11-1,0-1 1,0 1 0,-71 23-1,47-35 1,-23 23-16,0-11 16,24-13-1,-24 1 1,-12 0-1,-23 0 1,-24-12 0,12 35-16,-59-23 15,36 23-15,-48-11 16,-34-1 0,-60 1-1,48 11 1,-71 12-1,141 0-15,-152 0 16,152 0 0,-117 12-16,-48-1 15,13 1 17,-1-12-17,12 12 1,142-12-16,-154 0 15,153 0-15,-106 0 16,-58 0 0,-12-12-1,24 0 1,23 12 0,11 24-1,118-24-15,-129 23 16,141-11-16,-94 0 15,-24 11 1,1-11 0,23 12-1,11-1 1,95-11 0,-59 11-1,70-23-15,-35 24 16,-12-1-1,13 12 1,22 1 0,48 11-1,69-1 1,130-10 0,94-13-1</inkml:trace>
  <inkml:trace contextRef="#ctx0" brushRef="#br0" timeOffset="138048.347">10973 716 0,'12'0'32,"-12"-12"-32,0 0 47,0 1-16,0-1 0,-12 12 16,12 12 31,0-1-62,0 1-1,0 0-15,0 0 16,0-1-16,12 13 16,0-1-1,11 1 1,1-12 15,11-1-15,0-22-1,0-25 1,-11-11 0,-24 0-1,-12 12 1,-23 23-1,-24 48 1,1 22 0</inkml:trace>
  <inkml:trace contextRef="#ctx0" brushRef="#br0" timeOffset="138513.3294">11114 1197 0,'0'-12'0,"0"1"15,-11 11 1,-1 0 0,0 23-1,12 1-15,-12 11 16,12-23 0,0 11-16,24 0 15,23-23 1,-12 0 15,-12-35-15,-23-12-1,0 36-15,-23-25 16,11 25-16,0 11 16,-23 35-1,-12 35 1,47-58-16</inkml:trace>
  <inkml:trace contextRef="#ctx0" brushRef="#br0" timeOffset="138879.6959">11161 1584 0,'-12'0'0,"1"0"0,-1 0 16,-35 24-1,24-1 1,23 13 0,11-1-1,25 0 1,-25-35-16,60 0 15,-60-12-15,48-11 16,-12-24 0,-35 0-1,-83 12 1,-11 11 0,59 24-16,-24 0 15,47-12 1,0 1-16</inkml:trace>
  <inkml:trace contextRef="#ctx0" brushRef="#br0" timeOffset="139492.8539">11525 739 0,'0'0'0,"12"0"94,-1-11-79,1 11 1</inkml:trace>
  <inkml:trace contextRef="#ctx0" brushRef="#br0" timeOffset="139731.7375">11971 739 0,'12'0'78</inkml:trace>
  <inkml:trace contextRef="#ctx0" brushRef="#br0" timeOffset="139986.8097">12358 739 0,'12'0'0</inkml:trace>
  <inkml:trace contextRef="#ctx0" brushRef="#br0" timeOffset="140480.1671">12722 669 0,'12'0'109</inkml:trace>
  <inkml:trace contextRef="#ctx0" brushRef="#br0" timeOffset="186317.5246">11384 7323 0,'-23'-46'47,"70"46"-47,-36-12 0,13 12 0,-1 0 16,13-12-16,-1 12 0,0 0 0,12 0 15,0-12-15,0 12 0,11 0 0,1 0 16,12 0-16,-1 0 0,0 0 0,1 0 16,-1 0-16,411 36 31,165-1 0,-564-24-31,388-11 31,-424-11-31,213-1 32,-165 0-17,-24 12 1,-58 0-16,11 0 15,-11 0 1,-12-11-16,-12-1 16,-82-12-1</inkml:trace>
  <inkml:trace contextRef="#ctx0" brushRef="#br0" timeOffset="193260.2898">11631 7335 0,'0'-12'0,"0"1"16,-12-1-16,12 0 15,12 1 1,11 11-16,-11-12 0,0 12 16,-1-12-16,13 12 0,-1-12 0,12 1 15,12 11-15,0-12 0,305-23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25:43.5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 3310 0,'0'-12'16,"0"24"-16,0-36 0,-12 24 16,12-12-16,0 1 31,-11 11-31,22 11 172,-11 1-172,12-12 15,0 12-15,11 11 32,-23-11-32,12-12 0,-12 12 0,12-12 0,0 12 15,-1-12-15,1 0 16,0 0-16,0 0 0,-1 0 0,13-24 16,-1 12-16,1 1 0,304-177 31,318-246 0,-95 140 0,-433 247 1,-118 71-17,-35 34 1</inkml:trace>
  <inkml:trace contextRef="#ctx0" brushRef="#br0" timeOffset="5260.8276">3533 4178 0,'0'0'0,"-12"0"0,0 0 15,0 0-15,1 0 0,-1-12 0,0 12 16,0 0-16,1 0 0,-1 0 0,0 0 16,1 0-16,-1 0 0,0 0 0,0 0 15,1 0-15,-1 0 16,0 0-1,94 12 17,294 12-1,234-1 16,-516-23-47,164 12 15,-164 0-15,-12-12 0,165 23 16,23-11 0,-36-1-1,-81 1 1,-59 0 0,-47-12-1,-35 0 1,-83-24-1</inkml:trace>
  <inkml:trace contextRef="#ctx0" brushRef="#br0" timeOffset="5678.7363">3192 4178 0,'0'0'0,"-35"0"0,12 0 0,-1 0 16,-23-12 0,71 12-1,93 0 1,118-11-1,140-1 1,83 12 0,-341 0-16,235 12 15,-246-1-15,-12-11 16,176 12-16,-12 0 16,-58 0-1,-71-12 16,-35 11-15,-59-11 0,-82 0-1</inkml:trace>
  <inkml:trace contextRef="#ctx0" brushRef="#br0" timeOffset="33937.3326">3767 4131 0,'-11'0'250,"22"0"1484,1 0-1718,0-12-1,0 12 1,-12-11-1,11 11 1,1 0 15,-12-12 47,12 12-31,-12-12 78</inkml:trace>
  <inkml:trace contextRef="#ctx0" brushRef="#br0" timeOffset="35215.3435">3486 4143 0,'-12'0'16,"0"0"-16,0-12 15,1 12 1,-1 0 15,0 0-15,1 0-1,-1 0 1,0 0 0,0 0-1,24 12 17,12 0-17,22 11 1,48 1-1,-58-24 1,69 23 0,-70-23-16,12 12 0,82 0 15,59-1 1,23 1 0,12-12-1,-11 0 1,-165-12-16,117 1 15,-117-1-15,105-12 16,-105 13-16,0-1 0,82-23 16,24-12-1,-12 0 1,-35 0 0,-36 0-1,-47 35-15,36-35 16,-24 0-1,1 12 1,-25-12 15,-11 12-15,-11 23-16,-25-35 16,25 35-16,-1 1 0,-47-36 15,-70-12 1,-35-11-1,-36 23 1,-23 0 0,-35 23-1,188 13-15,-189 11 16,189 0-16,-141 0 16,-36 11-1,48 25 1,23 10-1,23 25 1,130-48 0,-59 36-1,58-35-15,1-13 0,-36 60 16,0-1 0,36 12-1,11 0 1,35 47-1,24-58 1,-23-48-16,128 24 16,-93-35-16,188-12 15,246-94 1,-353 59-16</inkml:trace>
  <inkml:trace contextRef="#ctx0" brushRef="#br0" timeOffset="37098.0345">0 4964 0,'0'-11'15,"0"-1"1,0 0 0</inkml:trace>
  <inkml:trace contextRef="#ctx0" brushRef="#br0" timeOffset="37529.7108">0 4929 0,'12'12'0,"-1"0"16,1-12-16,12 11 15,-1 13 1,1-12-1,-1-1 1,-11-11 0,11 0 15,24-47-31,82-58 31,94-71-15,36-12-1,-189 153-15,165-94 16,-188 93-16,70-34 16,-23 11-1,-47 24 1,-24 12 0,-11-1-1,0 24 1,-12 12-1,0 35 1</inkml:trace>
  <inkml:trace contextRef="#ctx0" brushRef="#br0" timeOffset="45838.4368">1526 4777 0,'0'0'16,"-12"0"-16,0 0 0,1 0 0,-1-12 15,0 12-15,0 0 16,1 0-16,-1 0 16,0 0-16,0 0 15,1 0-15,-1 0 32,24 0 30,-12 12-62,11-12 0,1 11 16,35 1-1,35 0 1,59-12 0,94 0-1,-12 0 1,35 0-1,0-12 1,12 0 0,-12 1-1,59 11 17,-94-12-17,-59 12 1,-46 0-1,-36 0 1,-35 0 0,-59 0-1,-23 0 1,-47 0 0</inkml:trace>
  <inkml:trace contextRef="#ctx0" brushRef="#br0" timeOffset="46555.1759">1397 4753 0,'0'-12'0,"-12"12"16,12 12 47,12-12-63,-1 12 15,25 0 1,34-1-1,47 1 1,71-12 0,59 0-1,58 0 1,-223-12-16,282 1 16,-270 11-16,222 0 15,119-12 1,-1 12-1,-58 12 1,11 11 0,-141 1-1,-70-13 17,-58 1-17,-48 0 1,-46-12-1,-13 0-15,1 0 16,-35 0 0</inkml:trace>
  <inkml:trace contextRef="#ctx0" brushRef="#br0" timeOffset="62359.9011">6819 5704 0,'0'0'0,"0"12"16,-12-12-16,0 11 15,1 1-15,-1 0 16,0 0 0,0-1-1</inkml:trace>
  <inkml:trace contextRef="#ctx0" brushRef="#br0" timeOffset="63188.2408">6748 5833 0,'0'0'0,"-11"0"47,11 12-47,-12-12 63,24 0 30,-1 0-93,1 0 0,12 0 16,23 11 0,-24-11-16,71 0 15,-59 12-15,36-12 16,22 0-1,1 0 1,-12-23 0,1 11-1,-72 0-15,48-11 16,-47 11-16,23-11 16,0-24-1,-23-12 1,-12 0-1,-24 1 1,24 46-16,-58-47 16,34 47-1,-34-23-15,-36 0 32,-24 11-17,13 13 1,-48 22-1,36 13 1,11 11 0,12 12-1,24 12 1,23 11 0,35 1-1,59-13 1,70 1-1,83-47 1,82-36 0,-212 24-16</inkml:trace>
  <inkml:trace contextRef="#ctx0" brushRef="#br0" timeOffset="63953.9134">7546 5880 0,'-11'0'0,"11"-12"16,-12 12-16,12-12 0,-12 12 0,-23-23 31,23 23 0,24 0 16,164 12-16,-35-1-15,23-11 0,36 0-1,23 0 1,35 12 0,-94-12-1,-46 0 1,-36 0-1,-24 0 1,-22-12 0,-48-11-1,-59 11 1</inkml:trace>
  <inkml:trace contextRef="#ctx0" brushRef="#br0" timeOffset="64420.2007">7370 5845 0,'0'0'0,"-11"0"0,-1 0 16,12-12 0,12 12-1,-1 0-15,72 0 16,81-12 0,-117 12-1,176-23 1,-153 23-16,141-12 15,71 12 1,-24 12 0,-70-12-1,-59 0 1,-70 0 0,-47 0-16,23 0 15,-23 0 1,-24 0 15,-12 0-31</inkml:trace>
  <inkml:trace contextRef="#ctx0" brushRef="#br0" timeOffset="75059.7434">3462 6420 0,'-12'0'15,"1"0"1,-1 0-1,0 0 1,12-12 15,0 0 32,0 1-48,12 11 1,11-12 0,24 0-1,-23 12-15,46-12 16,-58 1-16,58 11 16,48-12-1,-13 12 1,13 0-1,-13 0 1,-69 0-16,81 12 16,-82-12-16,71 0 15,46 0 1,13 0 0,23 11-1,11-11 16,-152 0-31,94 0 16,-94 12-16,105-12 16,1 12-1,-24 0 1,-12-12 0,-34 0-1,-60 0-15,36 0 16,-48 0-16,1 0 15,0 0 1,-47-12 0,-36 0-1</inkml:trace>
  <inkml:trace contextRef="#ctx0" brushRef="#br0" timeOffset="75876.3109">3709 6431 0,'0'-11'0,"-12"11"0,0 0 16,12-12-16,-12 12 16,1 0 15,11-12 0,-12 12-15,0 0-1,24 0 32,23 0-47,59 0 16,47-11 15,35 11-15,70 0-1,48 11 1,11 1 0,-223 0-16,212 11 15,-236-23-15,142 12 16,23 11-1,-35-23 1,-24 0 0,-12-23-1,-81 11 1,-36 0 0,-35 1-1,-12 11 1</inkml:trace>
  <inkml:trace contextRef="#ctx0" brushRef="#br0" timeOffset="78348.6437">5774 6056 0,'0'0'0,"12"0"16,-24 0 78,12-12-94,0 0 31,-11 1-31,11-24 15,70-48 17,83 1-1,-83 70-15,12 12-1,0 0 1,-23 12-1,-12 12 1,-35-24 0,11 23-1,-11-23-15,-12 12 16,12-12 0,-12 12-1,-12-12 95</inkml:trace>
  <inkml:trace contextRef="#ctx0" brushRef="#br0" timeOffset="79372.2417">4389 6478 0,'0'0'0,"-11"0"15,11-11-15,-12 11 0,0 0 0,12-12 16,-12 12-16,1 0 16,11-12-16,-12 12 15,24 0 48,-1 0-63,13 0 15,211-12 17,-24-11-17,59 11 1,11 1-1,-11 11 1,0-12 0,-152 0-1,-60 12 1,-34-12 0,-24 1 15,-12 11-31</inkml:trace>
  <inkml:trace contextRef="#ctx0" brushRef="#br0" timeOffset="81686.6812">4976 6396 0,'0'-11'31,"0"-1"0,12 12-15,-12-12 15,0 24 32,12 0-63,70 34 31,35 25-16,-23-12 1,23-24 0,48 0-1,34-23 1,48-1 15,-177-11-31,200 0 16,-211 0-16,105 0 15,-23-11 1,-35 11 0,-36-12-1,-23 0 1,-12 1 0,-23 11-1,0-12 1,-24 12 15,-12 0-15,13 0-16,-13-12 15,12 12-15,1-12 16,-25 1-16,1-1 16,12-12 15,11 24-16,12 12 17,12-12-32,23 35 15,12-11 1,-12 11 0,-11-12-1,-13-11 1,-46 12-1,23-13-15,-23 13 16,23-24-16,1 12 16</inkml:trace>
  <inkml:trace contextRef="#ctx0" brushRef="#br0" timeOffset="81970.4249">7312 6561 0,'0'0'0,"-12"0"0,0 0 16,-23 23-1,0 1 1,23 11-1,12 0 1,12-12 0,35 1-1,-36-24-15,25 0 16,-13 0 0,1-12-16</inkml:trace>
  <inkml:trace contextRef="#ctx0" brushRef="#br0" timeOffset="82401.7862">7464 6608 0,'-11'0'31,"11"11"-15,-12 1-16,12 0 16,-12 11-1,36 12 1,-13-23-1,13 0 1,-24-24 15,0 0-31,0-23 16,-12 12 0,12-1 15,0 36 0,12 11-15,11 1-1,12-12 1,-11-1 0,-12-11-1,11-11 1,-23-1-16,24-12 15,-24 13-15</inkml:trace>
  <inkml:trace contextRef="#ctx0" brushRef="#br0" timeOffset="82553.253">7629 6631 0,'0'-12'0,"0"24"0,0-59 16,0 35-1,-12 24 32,12 0-31,0 23-1,0-12 1,12 1 0,-1-24-16</inkml:trace>
  <inkml:trace contextRef="#ctx0" brushRef="#br0" timeOffset="82786.6217">7758 6596 0,'0'0'0,"0"-12"16,-12 12 0,12 12 15,0 0-15,0-1-16,12 13 15,-1-1 16,1-11-15</inkml:trace>
  <inkml:trace contextRef="#ctx0" brushRef="#br0" timeOffset="82973.3526">7781 6619 0,'0'0'16,"0"-11"-16,0-1 15,0 0-15,-12 12 16,12 12 15,24-12-31,-1 23 16,24 1-1,0-13 1,-12-11 0,-23 0-16</inkml:trace>
  <inkml:trace contextRef="#ctx0" brushRef="#br0" timeOffset="83135.4377">8004 6549 0,'0'-24'16,"0"48"-16,-12-71 15,12 59 1,-11 11 0,-1 24-1,12 12 1,-24-12-1</inkml:trace>
  <inkml:trace contextRef="#ctx0" brushRef="#br0" timeOffset="83451.4556">7042 6877 0,'-47'0'0,"94"0"0,-129 0 16,-24 0 0,83 0-1,116-11 1,107-24 0,-130 35-16,130-24 15,-130 24-15,153-12 16,-141 12-16,141 0 15,-152 0-15,-1 0 0,71 0 16,-82-11 0,-106-13-1,0 12 1</inkml:trace>
  <inkml:trace contextRef="#ctx0" brushRef="#br0" timeOffset="85832.3944">0 7112 0,'23'-12'15,"-11"12"-15,12-23 0,11 11 0,-12 1 16,13-1-16,-1-12 0,0 1 0,12-1 16,0-11-16,12 12 0,-1-13 0,1 1 15,0 12-15,-1-12 0,1 11 16,0 1-16,-1-1 0,1 1 0,-12-1 16,176-70-1,-129 47 16,-82 36 16,-36 46-47</inkml:trace>
  <inkml:trace contextRef="#ctx0" brushRef="#br0" timeOffset="110283.463">8990 4577 0,'12'0'281,"-1"0"-281,1 0 16,0 0-16,0 0 0,-1 0 0,13 0 15,-12 0-15,11 0 0,1 0 0,-13 0 16,13 0-16,-1 0 0,1 0 0,-1 0 16,1 0-16,11 0 0,-12 0 0,1 0 15,11 0-15,-12 0 0,189 0 31,11 0 1,70 0-1,36 0 0,-294 0-31,106 0 16,-106 0-1,71 0 1,58 0 0,-11 0-1,-118 0-15,82 0 16,-82 0-16,141 0 16,-129 0-16,82 0 15,24 0 1,0 0-1,-13 0 1,13 0 0,-118 0-16,118 0 15,-118 0-15,82 0 16,48 0 0,-25 0-1,-22-12 1,11 1 15,35-1-15,1-12-1,11 13 1,-12 11 0,-12-12-1,1 12 1,0 0-1,-106 0-15,117 12 16,24 11 0,-12-11-1,-24 0 1,-11-12 0,-24 0-1,-93 0-15,82 11 16,-71-11-1,35 0-15,1 0 32,-13 0-17,-34 0 1,-1 0 0,-35 0 46,1 0-62</inkml:trace>
  <inkml:trace contextRef="#ctx0" brushRef="#br0" timeOffset="118519.0237">1303 7054 0,'-12'0'63,"0"-12"-32,1 12-15,11-12 15,-12 12-16,12-12 32,0 24 94,12-12-110,-1 0-15,-11 12-16,12-12 15,-12 12 17,12-12-17,-1 0 360,1 0-343,0 0 46,-12 11 328,12-11 110,-12 12-454,-12-12 141,24 0 235,-12 12-423,11-12 17,1 11-17,0-11 1,0 12-1,-1-12 1,1 0-16,59 12 31,-25 0-15,1-12 0,24 0-1,23 0 1,0 11 15,11-11-15,-11 0-1,12 0 1,-83 0-16,48 12 16,-48-12-16,1 0 0,34 0 15,-23 0-15,106 12 16,-94-12-16,71 0 15,58 0 1,0 0 0,11 12-1,-10-12 1,-142 0-16,153 0 16,-142 0-1,107 0-15,35 11 16,-24-11 15,0 0-15,12 0-1,-140 0-15,128 0 16,-129 0-16,83 0 16,34 0-1,-23 0 1,-47 0-1,-23 0 1,-24 0 0,-23 0-1,0 0 1,-12-11 31,0-1-47,-12-12 15</inkml:trace>
  <inkml:trace contextRef="#ctx0" brushRef="#br0" timeOffset="125044.1638">8380 8075 0,'0'-12'16,"0"0"-1,11 12 204,1 0-156,0 0 468,0 12-516,-12 0 1,0-1-16,11-11 16,-11 12-16,0 0 15,0 0 1,0-1 0,0 1-16,0 0 31,12-12-16,23-35 17,47-24-17,83-47 1,46 12 0,-152 71-1,105-36-15,-117 47 16,0 1-16,59-25 15,-13 1 1,-34 12 0,-24-1-1,-11 1 1,-12 23-16,-1 0 16,-11-12-1,-11 12 16,-36 0-15,-59 12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28:02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 2605 0,'0'0'16,"0"-11"0,0-1 15,12 12 31,0 12-62,-12-1 16,35 13 0,0-1-1,0 1 1,12-12 0,47-12-1,-71 0-15,153-47 16,-129 23-1,141-46-15,117-71 16,12 0 0,-47 35-1,-59 36 17,-175 58-32,58-23 15,-83 23-15,24 1 16,-23-1-1,0 0 1,-12 36 15,0-13-15,0 13-16</inkml:trace>
  <inkml:trace contextRef="#ctx0" brushRef="#br0" timeOffset="4744.5873">528 3767 0,'-12'0'16,"12"-11"-16,-11 11 31,11-12-31,0 0 31,0 24 63,11-12-78,1 12-1,0-1-15,0-11 16,11 24 0,1-1-1,-1-11 1,0-12 0,36-12-1,59-58 1,81-36-1,48-35 1,-177 106-16,94-47 16,-117 59-16,0-1 0,59-11 15,-1 0 1,-46 11 0,-35 12-1,-13 12 1,-11 12 46,0 0-62,0 0 16</inkml:trace>
  <inkml:trace contextRef="#ctx0" brushRef="#br0" timeOffset="6742.3392">904 4753 0,'0'0'0,"-12"0"31,0 0-15,0-12-16,1 1 31,-1 11-15,12-12 0,0 0 15,0 24 109,0 0-124,12-1 0,-12 1-16,11-12 0,1 24 15,0-1 1,0 1 0,-1-1-1,1 1 1,0-13-1,0-11 17,11 0-17,36-23 1,117-59 0,94-59-1,35 0 1,35 35-1,-175 59 1,-72 12 0,-46 12-1,-11 11 1,-25 12 0,1 0-1,-35 12 32,11-12-31,-59 47-1,48-36-15</inkml:trace>
  <inkml:trace contextRef="#ctx0" brushRef="#br0" timeOffset="10673.1571">364 5974 0,'0'-12'109,"0"0"-93,0 1 15,-12 11-31,0-12 31,12 0 0,0 0-15,-11 12 31,11 12-16,0 0-15,11-12-1,1 23 1,12 1 0,-1-12-1,12 11 1,12-11 0,12-1-1,35-34 1,58-36-1,13-11 1,11-1 0,-141 60-16,106-48 15,-118 47 1,48-23-16,-24 23 31,-12-11-15,-12 11-1,-11 12 1,0 0-16,-1 0 16,1 0-1,0 0 17,-12-12-17,12 12 1,-1 0 140</inkml:trace>
  <inkml:trace contextRef="#ctx0" brushRef="#br0" timeOffset="17935.3102">1772 7218 0,'-12'0'0,"1"0"15,-1 0 1,12-12 0,12 12 77,-12 12-93,11-12 0,1 12 16,0-12-16,0 0 0,82 23 31,-71-23-31,223 24 31,-210-13-31,245 1 32,24-12-1,-269 0-31,116-12 16,-117 1-16,95 11 15,34-24 1,0 12-1,-11 1 1,35-1 0,-36 12 15,-23 0-15,12-12-1,-35 12 1,-12-12-1,-12-11 1,-59 23-16,36-24 16,-47 13-16,23-1 15,0-23 1,-11 0 0,-24-12-1,-24-12 1,-35 12-1,-35-12 1,-23 24 0,-24 0-1,0 11 1,1 1 15,104 11-31,-128 0 16,-12-11-1,12 11 1,-1 0 0,-11 1-1,12-1 1,129 0-16,-106 1 16,106-1-16,-71 0 15,-46-11 1,-1 11-1,24 0 1,12 0 0,93 12-16,-58 0 15,70 0 1,-58 0 0,-12 0-1,-12 24 1,23-12-1,24 11 1,36-23-16,-13 24 16,12-13-16,1 13 15,-13 23 1,24 11 0,-11 1-1,11 23 1,11-70-16,24 58 15,-35-46 1,36 23-16,34 11 16,36-22-1,70-13 17,35-23-17,82-35 1,-222 23-16,281-46 15,-270 46-15</inkml:trace>
  <inkml:trace contextRef="#ctx0" brushRef="#br0" timeOffset="23160.1891">423 7335 0,'-12'-12'32,"0"12"-17,0 0 32,1 0-16,11-11 16,-12 11-31,12-12 15,-12 12-15,12-12-1,12 12 79,-12 12-94,12-12 16,-1 0-16,1 12 15,0-12-15,11 11 16,24 1 0,0 0-1,0-12 1,35-12 15,36-35-31,34-23 31,59-59-15,24 0 0,-47 11-1,-153 107-15,71-48 16,-83 47-16,12 0 15,-11 1 1,-12 11 0,-1-12-1,-11 24 17,-23 11-32,-12 12 15</inkml:trace>
  <inkml:trace contextRef="#ctx0" brushRef="#br0" timeOffset="26823.6591">6584 7640 0,'0'12'15,"-12"-12"32,1 0-31,-1 0-16,12 12 15,-12-12 17,36 0-1,46 0 0,-47 0-31,224-35 31,-94 11-15,-48 12 0,-46 1-1,-36-1 1,-11 0-1,-12 0 17,-12 1-32,-11-1 15,-12-12 1,-24 1 15,35 11-15,1 1-1,11 11 1,12 23 0,0 12-1,24-11 1,-13-13-16,36 13 16,-35-12-16,35-12 15,23 11 1,-11-11-1,-24 0 1,-46 12 31,-13 0-31,-23 23-1,-47 35 1,-35 13-1,106-72-15</inkml:trace>
  <inkml:trace contextRef="#ctx0" brushRef="#br0" timeOffset="36113.0552">6842 7758 0,'0'0'0,"-11"0"0,-1 0 15,12-12-15,-24 12 0,24-12 16,-11 12-16,-1 0 16,12-12-16,12 12 46,-1 0 392,-11 12-391,12-12-32,0 0 48,0 0-1,-1 0-30,-11-12-32,12 12 0</inkml:trace>
  <inkml:trace contextRef="#ctx0" brushRef="#br0" timeOffset="43323.9884">4389 7007 0,'-11'0'0,"-1"0"15,12-12-15,-12 12 0,0 0 16,1 0 0,22 0 202,1-12-218,0 12 16,0 0-16,-1 0 16,1-12-16,0 12 15,0 0 1,-1 0 1437,1 0-1437,0 0-16,0 0 15,-1 0-15,1 0 0,0 0 16,-1 0-16,1 0 0,0 0 0,11 0 15,-11 0-15,12 0 0,-13 0 0,13-11 16,-1 11-16,1 0 0,-12 0 16,11 0-16,130 0 15,-130 0 1,212 23 15,-24 12 0,-35 1 1,-152-25-32,46 1 15,-58-12-15,23 0 16,-12 0 0,-11 0-1,0 0 16,-12-12 16,0 1-31,0-1 0,-12 12-1,12-12 1,-12 12 46,12 12-62,0 11 0,0 1 16,-11 34 0,11 1-1,0-47-15,11 35 16,-11-35-16,12 11 15,-12 0 1,-12-23 15,12-11-15,-47-13 0,36 13-16,-60-25 15,48 25-15,-24-13 16,12-11-1,11 23 1,24 24 15,12-12-31,11 35 16,13 0 0,22 1-1,1-13 1,-12-11-1,-35-1-15,11 1 16,1 0 0,-1-12-1,12-24 17,24-34-17,-12 11 1,-24 0-1,-11 35-15,-12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28:56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681 3239 0,'-24'-23'31,"24"11"-15,-12 12-16,24 12 109,0-12-93,0 35-1,23 0 17,-12-23-1,13-24 0,-25 12-15,71-47-1,95-70 1,81-59 0,12 12-1,-12 46 1,-47 24 0,-164 71-16,94-36 15,-118 47-15,24-23 16,0 12-1,-23 11 1,-13 0 0,-11 24 46,0 11-46</inkml:trace>
  <inkml:trace contextRef="#ctx0" brushRef="#br0" timeOffset="3300.1996">8380 3709 0,'0'0'0,"11"0"0,1-12 0,0 12 0,11-12 16,1 12-16,11-12 0,12 1 0,12 11 16,11-12-16</inkml:trace>
  <inkml:trace contextRef="#ctx0" brushRef="#br0" timeOffset="7555.9454">8215 4941 0,'0'-12'15,"0"1"-15,0-1 16,12 12 15,-12 12 16,0-1-47,0 1 16,0 11-1,0-11 1,12-12 0,82-47-1,82-35 1,59-35 15,11-1-15,-35 24-1,-46 36 1,-130 46-16,35-11 16,-35 11-16,1-12 15,-1 13 1,-23 11 0,-24 0 15,12 11-16,-12 1-15,0 12 16,12-13-16</inkml:trace>
  <inkml:trace contextRef="#ctx0" brushRef="#br0" timeOffset="8454.0907">8485 5892 0,'-11'0'31,"22"0"63,1 0-94,0 0 0,0 0 15,81-59 16,177-105 1,36-1-1</inkml:trace>
  <inkml:trace contextRef="#ctx0" brushRef="#br0" timeOffset="15030.2807">9624 7922 0,'0'-12'0,"-12"12"16,12-11-16,0 22 141,12-11-141,-12 12 0,0 0 15,0-1-15,0 1 16,23 23-1,12 12 17,95-94 15,515-246-16,200-71-16,-270 153-15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29:23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3145 2688 0,'0'0'0,"-11"-12"0,-1-12 0,-12 13 15,13-1-15</inkml:trace>
  <inkml:trace contextRef="#ctx0" brushRef="#br0" timeOffset="1184.4456">3873 1725 0,'-12'0'0,"12"-12"46,0 1-46,-12 11 16,12 11 62,12-11-62,-12 12-16,12-12 15,-12 24 1,12-13 0,-1-11-1,1 0 1,0 0-16,47-23 16,-48 11-1,71-35-15,71-58 16,35-13 15,-12 1-15,-141 93-16,59-34 15,-71 46-15,1 0 0,-1-11 16,-11 23-16</inkml:trace>
  <inkml:trace contextRef="#ctx0" brushRef="#br0" timeOffset="10373.5247">7734 3697 0,'12'0'0,"-12"12"0,0-24 79,0 0-64,0 0 1,12 12-1,11-23 32,-11 23-15,-12 12-17,12-12 1,-1 23-1,1-11 1,0 0 0,23-12-1,12 0 1,-24-12-16,95-23 16,-71 23-16,82-35 15,47-47 1,-12 0-1,-46 36 17,-107 58-32,36-24 15,-35 24-15,0 0 0,-12-12 16,-24 12 0,13 12-1,-48 23 1,35-23-16</inkml:trace>
  <inkml:trace contextRef="#ctx0" brushRef="#br0" timeOffset="11005.3884">7875 3556 0,'0'0'0,"0"-12"0,12 1 16,-12-1 0,12 12-1,-12-12 1,0 24 0,0 11-1,0 13 1,23-1-1,-11-12 1,11 1 15,-11-24-31,35 0 16,0 0-16,70-35 16,71-24-1,23-35 1,-11 0-1,-24 35 1,-71 24 0,-93 23-16,23 1 15,-23-1 1,0 12 0,-12 12 15,-24-1-31,24 1 0,-23 12 15</inkml:trace>
  <inkml:trace contextRef="#ctx0" brushRef="#br0" timeOffset="18895.7622">2676 3943 0,'0'0'0,"0"12"47</inkml:trace>
  <inkml:trace contextRef="#ctx0" brushRef="#br0" timeOffset="20963.2863">4131 4953 0,'-12'0'31,"12"-12"-15,-11 12 15,-1 0 1,12-12-17,-12 12 16,24 0 48,0 0-64,-1 0-15,1 0 0,12-11 16,-1 11-16,48 0 15,-48 0 1,59 0-16,47-12 31,0 12-15,12 0 0,12 12-1,-36-1 1,-82-11-16,106 12 15,-106-12-15,83 12 16,23-12 0,-1 11-1,-104-11-15,69 0 16,-70 12-16,-11-12 0,46 0 16,-46 0-16,81 0 15,-69 0-15,46 0 16,47 0-1,0 0 1,0 0 0,-12 0 15,-93 0-31,93 12 16,-81-12-16,69 0 15,36 12 1,-12-12-1,0 11 1,-94-11-16,59 0 16,-59 0-16,1 0 0,69 0 15,24 0 1,1-11 0,-13 11-1,12 0 1,0 0-1,-94 0-15,83-12 16,-83 12 0,47 0-16,24 0 31,11 0-15,12 0-1,35 0 1,-34 12-1,-13-12 1,12 0 0,-23 11-1,-13-11 1,-22 0 0,-48 0-16,24 0 15,-35 0-15,12 0 16,-13 0-1,1-11 1,0 11 0,-36 0 15,-23-12-15,24 12-16,-48-12 0</inkml:trace>
  <inkml:trace contextRef="#ctx0" brushRef="#br0" timeOffset="23077.4242">9096 4741 0,'11'0'31,"13"0"47,-1 0-78,1 0 0,128 0 16,130 0 15,-82 0 16,-142 0-16,-70 0-15,-11 24-1,-24-24 1,24 12-16,11-12 0</inkml:trace>
  <inkml:trace contextRef="#ctx0" brushRef="#br0" timeOffset="23360.344">9225 4882 0,'-12'0'0,"24"0"0,-36 0 0,13 0 0,-1 0 16,24 0 15,58 0-15,47-11-1,36-1 1,-1 0 0,13 0-1,-71 1 1,-36-13 0,-22-11-1,-36-24 1</inkml:trace>
  <inkml:trace contextRef="#ctx0" brushRef="#br0" timeOffset="23793.1659">9812 4495 0,'0'0'0,"-12"0"0,12-12 0,-12 12 15,0 0 1,12 12-1,0 11 1,47 36 0,12 12-1,11-13 1,24-23 0,-12-11-1,-58-24-15,46 0 16,-46 0-16,11-12 15,12 0 1,-12 1 0,-23 11-1,-12 11 17,-24-11-17,-34 47 1,-60 36-1,-46 22 1,-24 1 0,47 11-1</inkml:trace>
  <inkml:trace contextRef="#ctx0" brushRef="#br0" timeOffset="29755.2708">10868 2875 0,'0'0'0,"12"-11"0,-12-1 0,0 0 15,-12 0 1,0 12-1,0 12-15,1 0 16,11 0-16,-24 35 16,24 58 31,117-81-16,-23-36-16,-70 0-15,23-23 16,-35 23-16,-1-46 16,-11 34-16,-11-23 15,-60 0 1,24 36 0,0 34-1,24 59 1,23-47-16,0 36 15,11-48-15</inkml:trace>
  <inkml:trace contextRef="#ctx0" brushRef="#br0" timeOffset="30770.3758">10880 3509 0,'0'-12'16,"11"12"-16,-11-11 15,12-1-15,-12 0 31,-12 12-15,12 24-16,-35-1 16,-12 83 31,47-94-47,59 34 31,-47-34-31,46-12 15,24 0 1,1-35 0,-37-35-1,-46-1 1,-23 36 0,-47 35-1,11 47 1,0 35-1,24-23 1</inkml:trace>
  <inkml:trace contextRef="#ctx0" brushRef="#br0" timeOffset="31219.4181">10950 4213 0,'-12'0'0,"12"-11"16,-12 11-16,1 0 15,-13 23 1,13 12-1,11-11 1,23-1 0,47-23-1,24 0 17,-70-12-32,58-11 15,-70 11-15,11-23 16,-35-35-1,-58 23 1,-59 35 0,23 59-1,59 12 1,36-48-16,34 48 16,-11-59-16,11 23 15</inkml:trace>
  <inkml:trace contextRef="#ctx0" brushRef="#br0" timeOffset="33516.8727">11771 2523 0,'0'0'0,"12"0"15,-12-11-15,12 11 0,-12-12 16,12 12-16,-12-12 16,11 12-16,-11-12 15,0 1 1,0 22 31,-11 1-47,-1 0 15,0 35 1,12-24 0,12-11-16,11 0 15,-23-1 1,36-11-1,-1 0 1,12-23 0,-24-12-1,-23 23-15,0-47 16,-11 12 0,-13 47-1,-11 12 1,-12 47-1,35-24-15</inkml:trace>
  <inkml:trace contextRef="#ctx0" brushRef="#br0" timeOffset="33966.4701">11959 2969 0,'0'0'0,"-11"0"0,-1 0 0,0 0 15,-23 12 1,0 11-1,35-11-15,0 23 16,0-23-16,11 12 16,36 11-1,12-23 1,11-12 0,-23-24-1,-35 12 1,-12-35-1,0 24-15,-12-12 16,-35 0 0,-11 23-1,-1 59 1,12 23 0,35-58-16,1 35 0</inkml:trace>
  <inkml:trace contextRef="#ctx0" brushRef="#br0" timeOffset="34366.8845">12030 3392 0,'0'0'15,"-12"0"-15,0 12 0,-23-1 16,-24 36 0,36 0-1,23-12 1,35-11 0,12-12-1,35-12 1,-70-24-16,35 1 15,-35 11-15,-12 0 0,11-35 16,-22-23 0,-60 35-1,1 46 1,23 36 0,23 35-1,24-58 1,0-1-16</inkml:trace>
  <inkml:trace contextRef="#ctx0" brushRef="#br0" timeOffset="34849.1221">12124 4049 0,'0'0'15,"-12"0"-15,12-12 0,-24 12 0,-23-11 16,0 46 15,12-12-15,12 24-1,46-12 1,24-11 0,24-12-1,11-24 1,-35-35-1,-47-12 1,0 47-16,-59-34 16,47 46-16,-58-12 15,-1 59 1,36 11 0,35-22-1</inkml:trace>
  <inkml:trace contextRef="#ctx0" brushRef="#br0" timeOffset="48328.6996">2981 5457 0,'0'0'0,"12"0"125,-1 0-78,-11-11 1656,12 11-1672,0 0-31,0 0 16,-1 0-16</inkml:trace>
  <inkml:trace contextRef="#ctx0" brushRef="#br0" timeOffset="50483.7744">3932 6115 0,'0'0'0,"0"-12"15,-12 12-15,0 0 16,0 0 15,12-12 16,12 12-16,0 0-31,35 0 16,-24 0-16,59 12 15,-11-12-15,11 0 16,-35 0-16,164 0 16,-152 0-1,105 12-15,83-12 16,-13 0 0,1-12 15,-176 12-31,187-24 15,-187 24-15,105-11 16,48-1 0,-25 0-1,-34 0 1,-36 12 0,-82 0-16,48-11 15,-60 11-15,24 0 16,12 0-1,-12 0 1,-12 0 0,-12 0-1,-11 0 1,0 0 218,-24 0-15,0 0-156,1 0 30,-1-12-77,0 12-16,-47-47 16,36 35-16</inkml:trace>
  <inkml:trace contextRef="#ctx0" brushRef="#br0" timeOffset="51649.122">3169 5516 0,'0'-12'0,"0"1"16,0-1-16,0 0 15,12 12-15,-12-12 16,11-23 15,-34 23-15,-1 1 0,-11 11-1,-35 0 1,-12 35 15,70-35-31,-59 35 16,48-23-16,-59 58 15,11 36 1,13 46 0,22 13-1,36-24 1,36-24-1,-13-82-15,48 59 16,-48-82-16,47 35 16,60 0-1,-13-36 1,0-11 0,-46-23-1,-48 23 1,12-35-1,-35 23-15,0-11 16,-11-24 0,-13 11-1,-23 1 1,12 23 0,35 1-16,-35 11 15,11 23 1,13 36-1,11 23 1,35 0 0,12 12-1,-24 12 1,-23-36 0,-58 12-1,-48 12 1,-58 24 15,23 11-31</inkml:trace>
  <inkml:trace contextRef="#ctx0" brushRef="#br0" timeOffset="53347.6353">10551 5047 0,'0'0'0,"0"-12"15,0 0-15,12 12 0,-12-12 0,0 1 16,0-1-16,11 12 0,-11-12 16,0 0-16,12 1 15,-24 11 1,1 11 0,-1 1-1,-35 82 1,35-35-1,36-12 17,23-12-17,35-35 1,-59 0-16,48-12 16,-48-11-16,-11 11 0,35-23 15,-24-36 1,-46 13-1,-48 11 1,-11 47 0,0 47-1,59-36-15,-36 72 16,59-60-16,-12 71 16,12-59-16</inkml:trace>
  <inkml:trace contextRef="#ctx0" brushRef="#br0" timeOffset="54163.107">10692 5563 0,'0'0'0,"0"-12"15,-12 1-15,0 11 32,1 11-32,11 13 15,-12-24-15,12 11 0,-12 13 16,12-12-16,-12-1 0,12 95 31,82-12 0,71-94 1,-83-129-1,-105 58-15,-23 36-1,46 35-15,-47 0 16,47 12-16,-58 70 15,47 47 1,11-94 0</inkml:trace>
  <inkml:trace contextRef="#ctx0" brushRef="#br0" timeOffset="54746.7026">10727 6338 0,'0'0'16,"0"-12"-16,0 0 0,0 0 0,-12 1 15,0-1-15,1 12 16,11 23-16,-12-11 0,-23 105 31,35-93-31,12 140 31,-12-152-31,93 47 32,60-130-1,-94-23-16,-48 59-15,-11-82 16,-11 82 0,-36-36-16,-35 36 31,-24 70-15,12 47-1,59 12 1,35-82-16,0 11 0</inkml:trace>
  <inkml:trace contextRef="#ctx0" brushRef="#br0" timeOffset="56183.3094">12041 4953 0,'0'0'0,"0"-12"0,-11 12 16,11-12-16,-12 1 0,0-1 15,0 0-15,1 12 16,11-12-16,-12 12 16,0 0-1,12 12-15,-11-12 0,11 24 16,-12-24-16,0 70 31,71 12 0,70-58 1,-47-71-1,-70 35-31,-12-35 16,0 23-16,-24-11 15,-11 12 1,-24 23-1,12 47 1,0 35 0,36-47-16,-1 94 31,12-82-31</inkml:trace>
  <inkml:trace contextRef="#ctx0" brushRef="#br0" timeOffset="56761.9514">12159 5739 0,'0'-12'0,"0"1"15,-12 11-15,12-12 0,-47 24 32,-12 93-1,71-11 0,106-59 0,-36-70-15,-24-35 0,-46-24-1,-12 70 1,-70-58 0,58 59-16,-58-1 15,-13 1 1,72 23-1,58 0 1</inkml:trace>
  <inkml:trace contextRef="#ctx0" brushRef="#br0" timeOffset="57294.2014">13168 4788 0,'0'0'0,"0"-11"0,0-1 16,0 0-16,0 24 31,-23-12-15,23 23-16,-36 13 16,48 46 15,106-47 0,-1-94 0,-105 1-15,-12 34 0,-24-35-1,12 48-15,-23-24 16,-35 35-1,-1 35 1,60-12-16,-25 36 16,36-36-16,-11 48 15</inkml:trace>
  <inkml:trace contextRef="#ctx0" brushRef="#br0" timeOffset="57760.1489">13297 5481 0,'0'0'0,"-12"0"0,1-12 0,-1 12 15,0 0 1,-11 24 0,11-1-1,12 1 1,24-1 0,-24-11-16,35-1 15,-24 1-15,13-12 0,-1 0 16,1 0-16,35-12 15,-48 12-15,13-23 16,-24-24 0,-12 12-1,-47 23 1,48 12 0,-36 12-1,35-12-15,0 12 0,-11 23 16,11 35-1,12-46-15</inkml:trace>
  <inkml:trace contextRef="#ctx0" brushRef="#br0" timeOffset="58213.1078">13426 6091 0,'0'0'0,"0"-12"0,-11 1 0,11-1 15,-12 12 1,0 12-1,-11 11 1,11 12 0,12-11-1,35-1 1,24 1 0,23-24-1,-59 0-15,36-35 16,-35 23-16,11-35 15,-23-12 1,-71 12 0,-59 24-1,1 23 1,35 0 0,70 0-1</inkml:trace>
  <inkml:trace contextRef="#ctx0" brushRef="#br0" timeOffset="59010.086">10880 5035 0,'0'0'0,"0"-12"16,-12 12-16,12-12 0,-12 12 15,0 0-15,12-11 0,-11 11 16,-1 0-16,0 0 0,0 0 16,1 0-16,-1 0 15,12 11 1,23-11 0,-11 0-16,199 47 31,-23-23-16,35-24 1,-23 12 0,-48-1-1,-46 1 1,-94-12 0,-24 0 15,-12 0-16,-34 12-15</inkml:trace>
  <inkml:trace contextRef="#ctx0" brushRef="#br0" timeOffset="59659.5308">10774 5011 0,'0'0'15,"0"-11"-15,0-1 16,0 0-16,12 12 47,46 47-32,154 117 17,-83-46-17,23-1 16,36-23-15,-141-70-16,82 34 16,-82-34-16,0-1 0,70 36 15,24 11 1,-47-23 0,-35-35-1,-36-12 1,-11 0-1,-12-24 1,-12 24-16,-11-23 16</inkml:trace>
  <inkml:trace contextRef="#ctx0" brushRef="#br0" timeOffset="60207.8948">11009 5622 0,'0'0'0,"-24"0"16,12 0-16,1 0 0,-1 11 16,0-11-16,0 0 15,24 0 1,35-23 15,47-1-15,47-46-1,-94 58-15,117-93 16,-117 81-16,70-81 16,13-25-1,-60 72 1,-47 34-1,-11 13 1,-24 11 15,1 11-31,-36 60 16,35-60-16</inkml:trace>
  <inkml:trace contextRef="#ctx0" brushRef="#br0" timeOffset="60623.9117">11009 5692 0,'0'0'0,"-12"0"16,0-12-16,12 1 0,-35-13 16,23 24-1,24 0 17,11 0-32,60 0 15,-48 0-15,117 12 16,-105-12-1,106 12 1,70-12 0,-12 0-1,-164 0-15,70 0 16,-81-12-16,34 12 16,-93 0-1,-48 12 1,36-1-16</inkml:trace>
  <inkml:trace contextRef="#ctx0" brushRef="#br0" timeOffset="61123.8612">10868 6561 0,'0'0'0,"0"11"15,23-11 16,-11 0-31,47-35 16,35-24 0,23-58-1,24-47 1,0-36 0,-12-46-1,12-83 1,-48 118-1,-46 82 17,-11 70-17,-36 47 1,0 24 0,-24 35-1,-11 47 1,11-35-16</inkml:trace>
  <inkml:trace contextRef="#ctx0" brushRef="#br0" timeOffset="61590.0572">10985 6525 0,'0'12'0,"12"-12"31,-12-12-16,12 12-15,70-47 16,-59 24-16,118-71 16,-94 71-16,94-83 15,82-47 1,12 24 0,-36 24-1,-164 93-15,47-35 16,-58 35-16,-1 12 15,1-23-15,-1 11 32,-34 12-1,-1 0-15</inkml:trace>
  <inkml:trace contextRef="#ctx0" brushRef="#br0" timeOffset="62223.0289">12065 4941 0,'0'0'0,"0"12"0,-12-12 15,0 0-15,1 11 16,-1-11-1,35 0 17,-23-11-17,223-48 17,-35 24-17,-141 23-15,176-23 16,-164 23-16,93-23 15,-11 11 1,-70 13 0,-60 11-1,-22 0 1,-48 11 0,35-11-16,-11 12 0</inkml:trace>
  <inkml:trace contextRef="#ctx0" brushRef="#br0" timeOffset="62656.8597">12206 4988 0,'0'0'16,"-12"0"-16,0-12 0,1 0 0,-25 1 15,25-1 1,22 12 0,48 23-1,58 24 1,24 36-1,35 10 1,-129-69 0,141 70-1,-141-71-15,82 24 16,24 24 0,-48-36-1,-58-23 1,-35-12-16,-12 11 15,-12-11 1,0 0-16,-70-23 16</inkml:trace>
  <inkml:trace contextRef="#ctx0" brushRef="#br0" timeOffset="63221.1984">12100 4941 0,'0'0'0,"0"-12"0,-12 1 15,12-1 1,-11 12-16,22 0 16,25 12-1,46 46 1,47 36-1,-106-70-15,95 93 32,-83-82-32,129 129 15,-129-117-15,94 71 16,48 34 0,-13-11-1,-23-35 1,-106-83-16,35 36 15,-58-47-15,0-1 0,11 1 16,1 0 0,-24 0-1,11-12 1,-22-36 0,-13 25-16</inkml:trace>
  <inkml:trace contextRef="#ctx0" brushRef="#br0" timeOffset="63671.499">12370 5915 0,'0'0'0,"0"-23"16,12 23-16,23-47 15,35-47 1,24-35-1,0-36 1,-59 118 0,71-152-1,-83 140-15,60-82 16,11 12 0,-36 47-1,-34 59 1,-36 23-1,-12 35 1,13-23-16,-60 58 16,60-46-16,-25 22 15</inkml:trace>
  <inkml:trace contextRef="#ctx0" brushRef="#br0" timeOffset="64053.6245">12288 5950 0,'0'0'15,"-12"0"-15,0 12 0,1-12 16,11-12-1,47-35 1,47-23 0,46-24-1,36 0 1,24 12 0,-153 70-16,129-58 15,-153 58-15,60-11 16,-48-1-1,-24 24 1,-57 12 0,34-12-1,-35 35-15</inkml:trace>
  <inkml:trace contextRef="#ctx0" brushRef="#br0" timeOffset="64487.1848">12264 5974 0,'0'0'0,"-11"0"0,11-12 15,-12 0-15,24 12 16,58 24 0,71 11 15,58-12-15,36 13-1,94-1 1,-94-12-1,-48 1 1,-81-12 0,-71-12-1,-23 0 1,-24 0 0,-23 0-1,-12 0 1</inkml:trace>
  <inkml:trace contextRef="#ctx0" brushRef="#br0" timeOffset="67384.6328">11149 7065 0,'0'0'16,"12"0"-16,-12-11 0,12 11 0,0-12 0,-1 0 16,1 0-16,0 1 0,0-1 0,-1 0 15,13 0-15,-12-11 0,-1 11 0,1-11 16,12-1-16,-13 1 0,13 11 0,-13-11 15,1-1-15,12 1 0,-1-1 0,-11 1 16,11-1-16,130-105 31,-130 106-31,247-95 32,12 95-1,11 117 0,-93 0-15,-48-1-1,1-10 1,11-13 0,-35 12 15,-93-70-31,34 35 15,-46-35-15,-13-1 0,36 13 16,0 11 0,-12-23-1,-11-1 1,-12-11 0,-1 0-1,-11-11 141,-11 11-140</inkml:trace>
  <inkml:trace contextRef="#ctx0" brushRef="#br0" timeOffset="67601.3065">13661 7183 0,'0'0'0,"-12"0"0,1-24 0,-1 24 0,12-47 16,12 24-1</inkml:trace>
  <inkml:trace contextRef="#ctx0" brushRef="#br0" timeOffset="69182.2706">13708 4331 0,'0'0'0,"0"-12"0,-12 12 0,12-12 16,0 36 0,12-13-16,-12 1 0,12 12 15,-12-13-15,11 13 0,1-1 0,0 13 16,11-1-16,71 223 31,47 211 0,-59 13 1,-105-83-1,-24-294-16,-24 1 1,1-24 0,-24 0-1,71-58-15,-71 34 16,70-46 0,-58 23-16,-35-11 15,11-24 1,-11-12 15,11-23-15,12-24-1,36-35 1,34-11 0,12-25-1,12-22 1,0-36-1,0 141-15,0-176 16,0 165-16,0-130 16,-11-59-1,-13 48 1,-11 34 0,11 13-1,24 117 1,0-106-16,0 117 15,12-70 1,23-23 0,1 0-1,11 35 1,0 23 0,-36 35-16,60-11 15,-48 24-15,1-1 0,81-12 16,48 24-1,-12 12 1,0 23 0,-106-23-16,59 47 15,-59-36-15,0 12 16,35 36-16,-34-36 0,81 141 16,-11 12-1,-48 47 1,-34-1-1,-24-11 17,-24-47-17,-11-35-15</inkml:trace>
  <inkml:trace contextRef="#ctx0" brushRef="#br0" timeOffset="92825.4815">4131 7441 0,'-12'-12'16,"12"0"0,0 1-1,-11 11 17,11 11 77,11-11-62,1 0-47,0-23 0,58-24 15,106-82 1,47-24 0,-11 1-1,-48 58 1,-70 47 0,-47 23-1,-36 13 1,1 11-1,-12 11 17,0 1-17,-70 35 1,46-35-16,-34 35 16</inkml:trace>
  <inkml:trace contextRef="#ctx0" brushRef="#br0" timeOffset="94088.2841">2617 7781 0,'0'-12'16,"-12"12"15,12 12 32,0 0-48,12 0 1,12-1 15,140-116 0,-47 23-15,24-1 0,-47 36-1,-59 24 16,-23 23-15,-12 12 172,0-1-63,0 1-125,-12 0 15</inkml:trace>
  <inkml:trace contextRef="#ctx0" brushRef="#br0" timeOffset="95423.5025">6831 7687 0,'0'-11'16,"-12"11"-1,12-12 1,-12 12 0,12-12 15,-12 12-31,12 12 109,12-12-93,-12 12-16,12-12 0,-12 11 15,12-11 1,-1 0 0,1 0-1,0-11 1,35-13 0,47-58-1,46-47 1,48-12-1,-129 106-15,152-83 16,-164 83-16,70-35 16,-34 23-1</inkml:trace>
  <inkml:trace contextRef="#ctx0" brushRef="#br0" timeOffset="100186.025">7054 8262 0,'0'0'0,"-12"0"15,0 0 1,12-11 15,0 22 16,0 1-47,0 0 16,-12 11-1,48 1 16,257-177 1,82-70-17,-116 82-15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31:16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2969 5410 0,'0'0'0,"-11"-11"0,-1 11 16,0-12-16,0 12 0,1 0 0,11-12 15,-12 12-15,0 0 0,0 0 0,1 0 16,-1 0-16,0 0 0,0 0 16,1 0-16,-1 0 15,12 12-15,-12-12 16,12 23 0,82 36 15,177 0 0,116 11 16,-316-70-47,164 35 16,-165-35-16,107 12 15,46-12 1,-23-35-1,-36 0 1,-116 23-16,69-35 16,-81 35-16,-1-11 0,59-36 15,-11-46 1,-13-13 0,-46-11-1,-70 35 1,-48 12-1,59 59-15,-129-36 16,117 47 0,-129-23-1,-105 11 1,-47 48 0,-1 23-1,60 12 1,222-36-16,-94 36 15,83-12-15,0 23 16,11 59 0,35 0-1,36-11 1,59-24 0,116-12-1,83-59 1,106-35-1,70-46 1</inkml:trace>
  <inkml:trace contextRef="#ctx0" brushRef="#br0" timeOffset="999.7901">5387 5293 0,'0'0'16,"-12"0"-16,0 0 0,12-12 16,-11 12-16,-1 0 15,0 0 16,12 12 1,12 0-17,11 0 1,-11-12-16,59 23 16,46-11-1,59-1 1,24 1-1,46 0 1,-187 0-16,140-1 31,-128-11-31,-1 12 0,141 0 16,71 11 0,-12-11-1,-12 12 1,-23-13-1,-176 1-15,152 0 16,-164-12-16,94 12 16,11-12-1,-35 11 1,-23-11 0,-35 0-1,-47 0-15,23 0 16,-58-11-1,-13-1 1</inkml:trace>
  <inkml:trace contextRef="#ctx0" brushRef="#br0" timeOffset="8658.8232">2922 2465 0,'-11'0'94,"11"11"-1,0 1-77,0 0-16,35 35 31,129 11 1,118-22-1,164-60 0,-247-11-15,-34 0-1,-36-12 1,-24-12 0,-23-11-1,-70 46-15,23-46 16,-35 58-16,0-11 15,12-48-15,-71-11 32,-58 0-17,-59 11 1,129 48-16,-94-12 16,83 23-16,11 0 0,-118-23 15,-69 23 1,22 24-1,-22 35 1,22 12 0,165-36-16,-58 36 15,70-36-15,11-11 0,-46 59 16,11 22 0,36 25-1,34-1 1,60-23-1,-60-70 1,72 34-16,-60-46 16,12 0-16,36 23 15,-24-35-15,152 35 16,-140-35-16,117 12 16,70-24-1,13-23 1,-36 11-1,-36-23 1,-140 24-16,106-47 16,-118 58-16,47-59 15,-11-22 1,-36-13 0,-35 12-1,-71 0 1,48 71-16,-118-60 15,94 60 1,-105-36-16,-71-11 31,-24 23-15,12 35 0,177 12-16,-154 12 15,166 0-15,-107 23 16,-11 47-1,46 0 1,48 0 0,11 12-1,36 12 1,23-71-16,0 82 16,11-93-16,13 46 15,46 1 1,48-24-1,152-47 1,387-71 15,-282 36-31</inkml:trace>
  <inkml:trace contextRef="#ctx0" brushRef="#br0" timeOffset="17766.8879">9905 2512 0,'12'0'125,"-12"-12"-110,24 12 1,-13 0-16,95-12 16,140 0 31,95 12-16,93 0 0,-246 0-15,23 0-1,-23 0 1,-12-11 0,0-1-1,-129 12-15,117-12 16,-117 12-1,71-12-15,34 1 16,1-1 0,-13 0 15,-22 12-15,-95-12-16,59 12 15,-58 0-15,23 0 16,0-11-1,-12 11 1,-23 0 0,-24 0 77,0-12-77,1 12-16,-1 0 16,-12-12-16</inkml:trace>
  <inkml:trace contextRef="#ctx0" brushRef="#br0" timeOffset="21596.1953">951 2993 0,'0'0'0,"0"-12"0,0 0 15,0 1 1,0-1 15,0 24 16,0-1-47,0 1 16,11 11-16,25 95 31,-25-59-15,1-13-1,-12-34 16</inkml:trace>
  <inkml:trace contextRef="#ctx0" brushRef="#br0" timeOffset="22012.2005">1150 2934 0,'-12'0'15,"12"12"1,0 0 0,0-1-16,0 1 0,0 35 15,0-35 1,12 23-16,23 0 16,1-11-1,-1-13 16,-23-11-31,46-11 16,-46-1-16,11-23 16,-23-36-1,-11-11 1,-48 23 0,0 48-1,48 11-15,-36 11 16,35 13-16,-35 35 15,47-36-15,-12 36 16,12-36-16</inkml:trace>
  <inkml:trace contextRef="#ctx0" brushRef="#br0" timeOffset="24643.1914">1749 2758 0,'0'-12'0,"0"24"0,11-35 16,-11 11-16,0 0 16,0 0-16,0 1 15,12 11 1,0 11 31,-12 1-32,12 0-15,23 35 16,24 47 15,-36-24 0,-23-46-15</inkml:trace>
  <inkml:trace contextRef="#ctx0" brushRef="#br0" timeOffset="24825.6519">1713 2899 0,'0'0'0,"-11"0"0,-1 0 16,0 0-16,12-12 16,12 0-1,23-11 1,106-36 0,-106 36-16,106-36 15</inkml:trace>
  <inkml:trace contextRef="#ctx0" brushRef="#br0" timeOffset="28205.7134">10093 2934 0,'-12'0'0,"1"0"0,-1 0 15,12-12-15,-12 12 0,24 0 47,11 0-15,-11 0-32,23 12 15,177-12 16,-48 0-15,-117 0-16,152 0 16,-140 0-16,105 0 15,36-12 1,-1 12 0,-34 0-1,-24 0 1,-106 0-16,47 0 15,-70 0-15,23 0 16,0-11 0,-23 11-1,-12-12 17,-12 0-17,-11 0-15,-24-23 0</inkml:trace>
  <inkml:trace contextRef="#ctx0" brushRef="#br0" timeOffset="45638.836">12182 2735 0,'0'-12'0,"-11"12"31,-1 0 94,24 0-63,11 0-46,-11 0-16,-1 0 0,48 0 16,-35 0-1,70 0-15,-24 0 16,36 0-16,46 0 31,-23 0-15,-47 0-1,-35 0 1,-35 0-16,0 0 16,-12-12 15,0 0-31,-35-11 16,-12-1-1,0 13 1,35 11-16,-12-12 15,13 12 1,11-12-16,-12 12 16,12-12-1,-12 12 17,24 12 14,0 0-46,-1 0 16,25-1 0,22 13-1,1-12 1,11 11 0,-34-23-1,-25 0 1,-11 12 15,0 0-15,-11-12-16,-36 58 15,23-34 1,-46 46 0,46-46-16,13-1 0,-48 36 15,12-1 1,24-22-1,11-13 1,12-35 47,0 1-17,0-1-30,0 0 0</inkml:trace>
  <inkml:trace contextRef="#ctx0" brushRef="#br0" timeOffset="46371.4342">13872 2582 0,'0'0'0,"12"-12"0,0 1 0,-1-1 16,-11 0-16,12 12 15,0-23 1,-12 34 31,-12 71-32,24 48 17,23-95-1,12 0-16,-35-23-15,23-1 16,-11-11-16,-13 0 0,36 0 16,12-11-1,-12-13 1,-24 13 0,-11 11-1,-12-12 1,-23 12-1</inkml:trace>
  <inkml:trace contextRef="#ctx0" brushRef="#br0" timeOffset="47037.7937">14330 2746 0,'-12'0'16,"24"0"15,0 0-15,-1 0-16,1-11 0,12-1 16,11 0-1,12-11 1,-35-1-1,-1 12 1,-34 12 0,-24 0-1,0 12 1,12 12 0,23-1 15,24 1-16,46 11 1,36-12 0,24 1-1,-13-24 1,-46-12 0,-47-11-1,-24 23 1,-11 0-16,-13 0 15,25 0-15,-13 0 16,12 0 0,36 0-1,11 11 1,24 13 0,-36-13-1,-23 1 16,-12 0-15,-11 0 0,23-1-1,0 1-15</inkml:trace>
  <inkml:trace contextRef="#ctx0" brushRef="#br0" timeOffset="47255.4857">15116 2570 0,'0'0'0,"-11"12"0,-1-12 0,0 0 0,0 35 31,12 0-15,0-23-16,0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32:10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951 2042 0,'0'0'0,"0"-12"0,0 1 16,-12 11 31,12 11 15,-12-11-62,12 12 16,-12 0 0,1 0-16,-13 35 15,12-36-15,-58 71 16,47-58-16,-48 46 15,-23 36 1,0-24 0,24-35-1,23-23 1,35-13 0,12-22 30,12 11-30,0-12-16,0 12 16,23 0-1,-24 0 1,48 35 0,-47-23-16,35 23 15,0 47 1,0 47-1,-24 24 1,-11 23 0,-12-141-16,0 165 15,-12-154-15,0 119 16,-35 46 0,24 24-1,-12-1 1,0-11-1,23-164-15,0 117 16,0-117-16,1 0 16,-1 117-16,12 58 15,0-11 1,23-35 15,13-24-15,-25-128-16,36 81 15,-23-94-15,34 36 16,60-12 0,70-35-1,-141-12-15,140-35 16,-128 11-16,0 12 0,70-11 16,-71 11-16,165-35 15,-187 36-15,81-13 16,-35 1-1,-35 11 1,-23 0 0,-24 0-1,11 12 17,-11-11-17,0-1 1,24-23-16</inkml:trace>
  <inkml:trace contextRef="#ctx0" brushRef="#br0" timeOffset="2381.176">6068 7230 0,'0'0'15,"-24"0"-15,12 0 0,-11 0 0,0 0 0,-1 0 16,1 0-16,-1 0 0,1 0 16,-1 0-16,12 11 0,-11-11 0,11 0 0,0 0 15,12 12-15,-11-12 0,-1 12 31,153 0 1,340-48-1,-411 25-31,705-48 31,-364 47 0,-12 12-15,-47-12 0,-23 12-1,-165 0 1,-105-11 0,-48-1-1,-81 0 1,-83 0-1</inkml:trace>
  <inkml:trace contextRef="#ctx0" brushRef="#br0" timeOffset="2864.3351">6032 7241 0,'-58'12'16,"116"-24"-16,-163 24 0,-24 0 16,-12 11-1,70 1 1,48-13 0,58-11-1,-11 0-15,70 0 16,-47-11-16,-1 11 0,142-35 15,153-1 1,93 1 0,70 0-1,1 35 1,-35 0 0,-377 0-16,271 0 15,-293 0 1,117 12-1,-36-12 1,-70 0 0,-58-12-1,-13 12 1,-22-12 0,-83 12-1,35 0-15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32:39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 1796 0,'0'-12'16,"0"0"0,0 0 15,0 24 47,0 0-62,0 0-1,0-1-15,12 1 31,12 0-15,23-36 0,70-46-1,82-59 1,48 12 0,-24 23-1,-94 47 16,-106 35-31,24 0 16,-47 0-16,0 1 172</inkml:trace>
  <inkml:trace contextRef="#ctx0" brushRef="#br0" timeOffset="1033.7288">4565 2242 0,'-11'0'32,"-1"-12"-17,0 12 1,0 0-16,1 0 15,-1-12 1,0 12 0,24 0 31,0 0-32,11 0-15,95 0 16,69 0 15,-128 0-31,141-12 16,-142 12-16,212-23 15,24 11 1,-36 12 0,-47-12-1,-58 12 1,-48-11-1,-93 11-15,35 0 16,-24 0 0,-11 0-16,0 0 15,-24 0 17,-35 0-17</inkml:trace>
  <inkml:trace contextRef="#ctx0" brushRef="#br0" timeOffset="6017.6075">7335 1807 0,'0'0'16,"12"0"515,0 0-515,-12-11-1,0-1-15,11 0 0,-11 0 16,12 1-16,-12-1 0,12 0 15,0 0-15,-1 1 0,-11-1 0,12 0 16,0 1-16,0-1 0,-1 12 0,83-59 31,24 12 1,11 24-1,0 11 0,-118 12-31,36 12 31,-35-1-31,12 1 16,-1 12 0,12 23-1,-23 0 1,-12 23-1,0-58-15,-12 58 16,12-46-16,-11 23 16,-13 11-1,1-23 1,11 1 0,-12-1-1,13-12 1,-1-23-16,0 12 15,0-12 17,1-12-17,-1 1 1,0-13 0,1 12-16,-1-11 15,12 11-15,-12 0 0,0 1 16,1-13-1,11 12 17,-12 12-17,12 24 1,0 11 0,0-11-1,12-1 1,-1 1-1,1-24 1,0 11-16,0-11 16,-1 0-1,1 0 1,0 0 0,-1 0-1,1 0 1,0-11-1,11 11 1,-11 0 0,0 0 15,0 0 0,-1 0-31,1 0 16,0 0 15,-24 0 2063,0 0-2016,1 0-62</inkml:trace>
  <inkml:trace contextRef="#ctx0" brushRef="#br0" timeOffset="7261.9252">1373 3685 0,'-12'0'0,"1"0"78,22 0-31,13 0-31,-12 0-16,82 0 16,82-12-1,105-11 1,60-12-1,-259 23-15,188 0 16,-176 1-16,258-13 16,-71 12-1,-93 1 1,-82-1 0,-48 0 15,-46 12-16,-24 0 17,1 0-17,-25 12 1,25 0-16</inkml:trace>
  <inkml:trace contextRef="#ctx0" brushRef="#br0" timeOffset="9445.0651">4401 4225 0,'0'0'0,"0"-12"16,0 1 15,-12 11-15,12-12-1,-11 12-15,-1 0 16,0-12 15,12 24 63,12-12-79,0 12-15,-1-1 16,1 1 0,23 23-1,1-11 1,10-13 0,25 1-1,-1-12 1,1-23-1,-48 23-15,36-47 16,-24 23-16,12-23 16,12-35-1,-12-12 1,-24 12 0,-11 24-1,-12-13 1,0 59-1,-24-46 1,24 46-16,-35-23 16,-12-12-1,-11 23 1,-1 13 0,-12 22-1,48 1-15,-59 35 16,58-35-16,-34 23 15,-13 24 1,13-1 0,11 13-1,23 11 1,12 12 0,12-59-16,12 47 15,0-70 1,23 47-16,0-13 15,24-10 17,0-25-17,35 1 1,-1-35 0,-10-24-1,11-35 1,-12-36-1,-59 83-15,24-106 16,-35 106-16,0-35 16,-1 34-16,-34-81 15,23 94-15,-59-48 16,-46 24 0,-48 47-1,-23 82 1,-24 94 15</inkml:trace>
  <inkml:trace contextRef="#ctx0" brushRef="#br0" timeOffset="19448.9693">8790 4178 0,'0'12'15,"12"-12"1,-12 12-16,12-12 16,-12 11-1,12-11 95,-12-11-95,23-1-15,1-12 0,58-46 16,23-47-1,48-1 1,35 24 15,-130 71-31,107-48 16,-48 48-16,47-12 16,48 23-1,-25 24 1,-57 35-1,-37 11 1,-69-34-16,35 46 16,-36-46-16,12 23 15,12 11 1,-12 1 0,-23-24-1,0-11 1,-12-36 31,-12-35-32,-11-35 1,-13 0 0,25 11-1,11 60-15,-12-36 16,0 35-1,12 35 1,0 1 0,12 23-1,23 12 1,0-13 0,24 1-1,-12-11 1,-12-25-1,-11 1 1,-1-12 15,-35 12 1,1-12-17,-71 35 1,-59 12-1,-47 12 1</inkml:trace>
  <inkml:trace contextRef="#ctx0" brushRef="#br0" timeOffset="50620.5268">915 7042 0,'0'0'0,"0"-12"0,-11 12 16,-1 0-16,12-12 0,-12 12 15,0-11-15,1 11 0,11-12 16,-12 0-16,12 0 16,-12 1-16,12-1 15,0 0 17,0 36-17,59 46 32,0-23-31,35-24-1,-12-23 1,12-35 0,-24-12-1,-11-47 1,-36-23-1,-23 82-15,-23-106 16,11 106-16,-35-47 16,-47-1-1,-12 37 1,1 46 0,-1 58-1,1 24 16,93-58-31,-70 117 16,70-106-16,-12 94 16,36 35-1,47-35 1,47-35 0,23-82-1,47-47 1,11-59-1,-34-35 1,-59-24 0,-47-11-1,-47 0 1,-12 128-16,-58-116 16,46 128-1,-81-34-15,-83 46 31,-35 106-15,12 82 0,164-117-16,-106 211 15,141-200-15,1 59 16</inkml:trace>
  <inkml:trace contextRef="#ctx0" brushRef="#br0" timeOffset="68585.1447">3263 7030 0,'0'0'16,"-12"-12"-16,0 12 0,0-11 16,1 11-16,-1 0 15,0 0-15,12-12 16,-11 12-16,11 12 47,11-12-32,-11 11-15,118 13 32,11-12-17,-82-12-15,94 0 16,-83 0-16,1-24 0,140 12 15,71 1 1,12-13 0,-59 12-1,-70 12 1,-60-11 0,-81 11-16,12 0 15,-36 0 16,-47 0-15,-70 11 0</inkml:trace>
  <inkml:trace contextRef="#ctx0" brushRef="#br0" timeOffset="68968.5005">3251 7171 0,'-24'0'0,"48"0"0,-59 0 0,-12 0 15,35 0-15,0-12 16,36 12 0,34-12-16,95-11 15,94-12 1,81 0-1,153-1 17,-117 36-17,-70 0 1,-107 12 0,-93-12-1,-47 0 1,-35-12-1,-12-11 1,-47 11 0</inkml:trace>
  <inkml:trace contextRef="#ctx0" brushRef="#br0" timeOffset="89863.8265">11243 1772 0,'0'0'0,"0"-12"0,0 1 0,0-1 16,0 0-16,0 0 16,0 24 15,12 0-15,-12 0-16,12 35 15,0 82 16,-1-59 1,1-58-17</inkml:trace>
  <inkml:trace contextRef="#ctx0" brushRef="#br0" timeOffset="90263.4094">11513 1631 0,'0'0'0,"-11"0"16,-1 12 0,0 12-1,0 46 1,1-11-1,11-12 1,11-12 0,36-23-1,12-12 17,-47-12-32,46-35 15,-22-24 1,-36-22-1,-12 34 1,-35 47 0,-12 36-1,47-13-15,-58 71 16,58-70-16,1 12 16</inkml:trace>
  <inkml:trace contextRef="#ctx0" brushRef="#br0" timeOffset="91062.922">11220 2136 0,'-24'0'0,"48"0"0,-59 0 0,11 12 16,-11 11-1,35-11 1,47 0 0,47-12-1,-59-12-15,71-12 16,-59 13-16,-12-1 0,94-35 15,35-35 1,-46-24 0,-60-35-1,-46 1 1,-35 116 0,-36-46-1,35 58-15,1 0 0,-83-23 16,-58 23-1,-36 48 1,13 22 0,46 48-1,106-71-15,-36 106 16,59-106-16,1 59 16,22 23-1,48-35 1,35-35-1,23-11 1,48-25 0,-118-11-16,117-58 15,-117 46 1,59-47-16,11-46 31,-23-60-15,-59-11-1,-82 24 1,24 128-16,-71-34 16,58 58-16,-10-12 0,-95 12 15,-59 47 1,24 35 0,71 47-1,81 0 1,24-105-16</inkml:trace>
  <inkml:trace contextRef="#ctx0" brushRef="#br0" timeOffset="91595.9794">12006 1772 0,'0'0'0,"-12"0"0,1 0 0,-1 0 16,35-12 0,-11 12-16,0 0 15,105-35 1,106-23 15,-117 22 0,-200-11-15</inkml:trace>
  <inkml:trace contextRef="#ctx0" brushRef="#br0" timeOffset="92227.8501">9788 1256 0,'0'0'0,"0"-12"0,12 0 16,-12 1-16,0-1 0,-12 12 15,12 12 17,0 23-1,24 164 0,11-81-15</inkml:trace>
  <inkml:trace contextRef="#ctx0" brushRef="#br0" timeOffset="93327.1945">12969 1491 0,'0'0'0,"11"-12"0,-11 0 16,0 24 31,0 0-32,0-1-15,0 1 0,-11 70 32,11 12-1,0-82-31,35 23 31</inkml:trace>
  <inkml:trace contextRef="#ctx0" brushRef="#br0" timeOffset="93659.8623">13262 1455 0,'-12'0'0,"1"0"15,-1 0-15,0 0 16,0 24 0,1-1-1,11 1 1,35-1 0,-12-23-16,36 12 15,-36-12-15,36-35 16,-24 0-1,-23-24 1,-82 12 0,-1 35-1,48 12-15,-71 71 16,82-60 0,-23 60-16,35-48 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34:25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 3227 0,'-12'0'0,"1"0"16,-1 0 0,12 12 77,12-12-93,-1 0 16,1 12-16,141 23 47,-48-23-31,13 0-1,34-1 1,13 1-1,-1 0 1,-117 0-16,70-12 16,-82 11-16,12-11 0,82 12 15,59 12 1,12-13 0,11 13-1,0-1 1,-11-11-1,34 0 17,-46-1-17,0 1 1,-12-12 0,-12 12-1,36-12 1,-83 12-1,-70-12-15,106 0 16,-106 0-16,70 0 16,47 0-1,1 0 1,11-12 0,0 0-1,-141 12-15,141-23 16,-141 11-1,94-12-15,24 1 16,-1-12 0,1-12 15,-129 47-31,105-47 16,-94 35-16,47-11 15,35-24 1,1 23-1,-24-11 1,-1 0 0,-81 35-16,35-24 15,-35 13-15,23-13 16,-11-23 0,-24 12-1,-12-12 1,-23 0-1,-24-12 1,35 48 0,-81-36-1,70 35-15,-71-23 16,-47 11 0,1 1-1,-1-1 1,-23 13-1,129 11-15,-82-12 16,94 12-16,-12 0 0,-70-12 16,-59 12-1,0-12 1,0 1 0,0 11-1,-12-12 1,141 12-16,-129-12 15,129 12 1,-82-11-16,-71 11 16,-11-12 15,-36 12-15,71 0-1,12 0 1,23 0-1,-11 0 1,-13 12 0,-22-12-1,140 0-15,-71 11 16,83-11-16,0 0 0,-82 0 16,-36 12-1,-11 0 1,11-12-1,24 11 1,106-11 0,-71 12-16,58-12 15,1 0-15,-59 12 16,-35-12 0,12 12-1,11-1 1,1 13-1,-13-12 1,95-1-16,-59 1 16,35 0-16,-24 0 15,1 11 1,-12 1 0,11 11-1,48-24-15,-24 13 16,35-12-16,-23 11 15,23-11-15,-23 23 16,23-35 0,0 24-16,-11 11 15,23 0 17,0-12-17,0-11-15,23 12 16,-11-13-16,23 13 15,24-1 1,23 1 0,12-1-1,59 1 1,-118-24-16,118 11 16,-107-11-16,13 0 0,117 0 15,94-23 1,-199 11-16</inkml:trace>
  <inkml:trace contextRef="#ctx0" brushRef="#br0" timeOffset="1981.1289">8509 2852 0,'0'-12'157,"0"-11"-157,12 23 0,-12-12 15,11 0-15,1 1 0,0-1 0,11 0 16,-11-11-16,11 11 0,1 0 0,-1-11 15,1 11-15,11 0 0,-11 0 16,11-11-16,12 11 0,-12 0 0,12 12 16,-12-11-16,12-1 0,0 0 0,246-11 31,83 35 0,-329-1-31,152 48 31,-187-59-31,70 59 32,-70-36-17,0-11 1,-1 0 15,-22-24 0,-1-12-15,-35-11 0,12-24-1,11-11 1,13 47-16,-1-24 16,0 35-16,12 0 15,0 0 1,0 24 15,0 12-31,12 23 16,-12-36-16,47 48 15,-35-36 1,46 13-16,13-1 31,-24 0-15,-24-23-1,-11-12 1,-12 12 0,-35-1-1,-71 13 1,-58 11 0,-12 35-1,105-34-15</inkml:trace>
  <inkml:trace contextRef="#ctx0" brushRef="#br0" timeOffset="6679.2971">1643 3650 0,'0'0'15,"-23"0"-15,11 0 0,0 12 0,0-12 16,12-12-16,12 12 16,12-23-16,11-1 0,23 1 0,13-1 15,23-11-15,35-12 0,23 0 0,36 0 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12-07T06:35:01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7629 4777 0,'11'0'79,"1"11"30,0 1-93,0-12-1,-12 12-15,23-12 16,0 12-1,1-1 1,-1-11 0,13 12-1,-13-12 1,12 12 15,1-12-15,-13 12-1,12-12 1,0 0 0,-11 11-1,-12-11-15,-1 0 16,1 0-16,0 0 0,23 12 16,0-12-1,0 0 1,12 0-1,-11 0 1,-1 0 0,0 0-1,0 0 1,0-12 15,1 12-15,-1 0-1,0-11 1,-23 11-16,35 0 16,-36 0-16,13 0 15,-1-12 1,13 12 0,11 0-1,-36 0-15,36 0 16,-23 0-16,11 0 15,12-12 1,12 12 0,-1 0-1,1-12 17,-47 12-32,35 0 0,-36 0 15,48-11 1,-12 11-1,12 0 1,-12 0 0,0 0-1,-24 0-15,12 0 16,-23-12-16,0 12 0,35 0 16,0 0-1,0 0 1,-1 0-1,1-12 1,0 12 0,0-12-1,0 12 17,-12-11-17,1 11 1,-13-12-1,-11 12-15,23 0 16,-11 0 0,-1-12-1,1 12 1,-13 0 0,1 0-1,-24 0 110,1 0-125,-1 0 0,0 0 16,-70-35-1,58 23-15</inkml:trace>
  <inkml:trace contextRef="#ctx0" brushRef="#br0" timeOffset="1840.977">7957 4800 0,'12'0'0,"0"0"31,-1 0-15,1 0-1,0 12 16,0-12-15,11 0 0,71 12 15,-24-1 0,24-11 0,-35-11-15,0-1 0,-12 12-1,0-12 1,-12 0 0,23 12 15,-11-11-16,0-1 1,0 0 0,0 12-1,-12-12 1,12 1 0,-35 11-16,23-12 15,1 0 1,-25 1-16,24-1 15,-23 12-15,12-12 16,23-11 0,-12-1-1,-12 1 1,24-1 15,-23 12-15,11-11-1,-12-1 1,1 13 0,-1-1-1,-23 0-15,24 1 16,-12 11-16,11-24 16,0 12-1,1-11 1,-1-1-1,1 13 1,-24-1-16,23 0 16,-11 0-16,0 1 15,11-13 1,-11 1 0,12-1-1,-1-11 16,-11 12-15,-1-13 0,1 13-1,12-12 1,-13-1 0,1 13-1,-12 0 1,12 11-1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5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68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3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23" Type="http://schemas.openxmlformats.org/officeDocument/2006/relationships/image" Target="../media/image12.png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Relationship Id="rId22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slide" Target="slide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" Target="slide1.xm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customXml" Target="../ink/ink6.xml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9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33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customXml" Target="../ink/ink7.xml"/><Relationship Id="rId4" Type="http://schemas.openxmlformats.org/officeDocument/2006/relationships/image" Target="../media/image35.png"/><Relationship Id="rId9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8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5.png"/><Relationship Id="rId10" Type="http://schemas.openxmlformats.org/officeDocument/2006/relationships/image" Target="../media/image46.emf"/><Relationship Id="rId4" Type="http://schemas.openxmlformats.org/officeDocument/2006/relationships/image" Target="../media/image44.png"/><Relationship Id="rId9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47.png"/><Relationship Id="rId7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1.emf"/><Relationship Id="rId5" Type="http://schemas.openxmlformats.org/officeDocument/2006/relationships/image" Target="../media/image49.png"/><Relationship Id="rId10" Type="http://schemas.openxmlformats.org/officeDocument/2006/relationships/customXml" Target="../ink/ink12.xml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14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2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1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customXml" Target="../ink/ink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slide" Target="slide1.xml"/><Relationship Id="rId5" Type="http://schemas.openxmlformats.org/officeDocument/2006/relationships/image" Target="../media/image55.png"/><Relationship Id="rId15" Type="http://schemas.openxmlformats.org/officeDocument/2006/relationships/image" Target="../media/image61.emf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customXml" Target="../ink/ink15.xml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slide" Target="slide1.xml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customXml" Target="../ink/ink16.xml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customXml" Target="../ink/ink17.xml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customXml" Target="../ink/ink18.xml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customXml" Target="../ink/ink19.xml"/><Relationship Id="rId4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slide" Target="slide1.xml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customXml" Target="../ink/ink20.xml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slide" Target="slide1.xml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customXml" Target="../ink/ink22.xml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customXml" Target="../ink/ink24.xml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25.xml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27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emf"/><Relationship Id="rId5" Type="http://schemas.openxmlformats.org/officeDocument/2006/relationships/customXml" Target="../ink/ink27.xml"/><Relationship Id="rId4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emf"/><Relationship Id="rId5" Type="http://schemas.openxmlformats.org/officeDocument/2006/relationships/customXml" Target="../ink/ink28.xml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emf"/><Relationship Id="rId5" Type="http://schemas.openxmlformats.org/officeDocument/2006/relationships/customXml" Target="../ink/ink29.xml"/><Relationship Id="rId4" Type="http://schemas.openxmlformats.org/officeDocument/2006/relationships/image" Target="../media/image8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emf"/><Relationship Id="rId5" Type="http://schemas.openxmlformats.org/officeDocument/2006/relationships/customXml" Target="../ink/ink30.xml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slide" Target="slide1.xml"/><Relationship Id="rId7" Type="http://schemas.openxmlformats.org/officeDocument/2006/relationships/customXml" Target="../ink/ink3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emf"/><Relationship Id="rId5" Type="http://schemas.openxmlformats.org/officeDocument/2006/relationships/customXml" Target="../ink/ink31.xml"/><Relationship Id="rId4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34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2.emf"/><Relationship Id="rId5" Type="http://schemas.openxmlformats.org/officeDocument/2006/relationships/image" Target="../media/image98.png"/><Relationship Id="rId10" Type="http://schemas.openxmlformats.org/officeDocument/2006/relationships/customXml" Target="../ink/ink34.xml"/><Relationship Id="rId4" Type="http://schemas.openxmlformats.org/officeDocument/2006/relationships/image" Target="../media/image97.png"/><Relationship Id="rId9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emf"/><Relationship Id="rId5" Type="http://schemas.openxmlformats.org/officeDocument/2006/relationships/customXml" Target="../ink/ink35.xml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emf"/><Relationship Id="rId5" Type="http://schemas.openxmlformats.org/officeDocument/2006/relationships/customXml" Target="../ink/ink36.xml"/><Relationship Id="rId4" Type="http://schemas.openxmlformats.org/officeDocument/2006/relationships/image" Target="../media/image10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emf"/><Relationship Id="rId5" Type="http://schemas.openxmlformats.org/officeDocument/2006/relationships/customXml" Target="../ink/ink37.xml"/><Relationship Id="rId4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customXml" Target="../ink/ink38.xml"/><Relationship Id="rId4" Type="http://schemas.openxmlformats.org/officeDocument/2006/relationships/image" Target="../media/image10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emf"/><Relationship Id="rId5" Type="http://schemas.openxmlformats.org/officeDocument/2006/relationships/customXml" Target="../ink/ink39.xml"/><Relationship Id="rId4" Type="http://schemas.openxmlformats.org/officeDocument/2006/relationships/image" Target="../media/image1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emf"/><Relationship Id="rId4" Type="http://schemas.openxmlformats.org/officeDocument/2006/relationships/customXml" Target="../ink/ink4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114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40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emf"/><Relationship Id="rId5" Type="http://schemas.openxmlformats.org/officeDocument/2006/relationships/customXml" Target="../ink/ink41.xml"/><Relationship Id="rId4" Type="http://schemas.openxmlformats.org/officeDocument/2006/relationships/image" Target="../media/image1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43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7.emf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customXml" Target="../ink/ink4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slide" Target="slide1.xml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3" Type="http://schemas.openxmlformats.org/officeDocument/2006/relationships/image" Target="../media/image128.png"/><Relationship Id="rId7" Type="http://schemas.openxmlformats.org/officeDocument/2006/relationships/slide" Target="slide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9" Type="http://schemas.openxmlformats.org/officeDocument/2006/relationships/image" Target="../media/image132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slide" Target="slide1.xml"/><Relationship Id="rId3" Type="http://schemas.openxmlformats.org/officeDocument/2006/relationships/image" Target="../media/image34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2.emf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customXml" Target="../ink/ink4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customXml" Target="../ink/ink45.xml"/><Relationship Id="rId3" Type="http://schemas.openxmlformats.org/officeDocument/2006/relationships/image" Target="../media/image143.png"/><Relationship Id="rId7" Type="http://schemas.openxmlformats.org/officeDocument/2006/relationships/image" Target="../media/image122.png"/><Relationship Id="rId12" Type="http://schemas.openxmlformats.org/officeDocument/2006/relationships/slide" Target="slide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0.png"/><Relationship Id="rId5" Type="http://schemas.openxmlformats.org/officeDocument/2006/relationships/image" Target="../media/image145.png"/><Relationship Id="rId10" Type="http://schemas.openxmlformats.org/officeDocument/2006/relationships/image" Target="../media/image149.png"/><Relationship Id="rId4" Type="http://schemas.openxmlformats.org/officeDocument/2006/relationships/image" Target="../media/image144.png"/><Relationship Id="rId9" Type="http://schemas.openxmlformats.org/officeDocument/2006/relationships/image" Target="../media/image148.png"/><Relationship Id="rId14" Type="http://schemas.openxmlformats.org/officeDocument/2006/relationships/image" Target="../media/image15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48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152.png"/><Relationship Id="rId14" Type="http://schemas.openxmlformats.org/officeDocument/2006/relationships/slide" Target="slide1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53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7.emf"/><Relationship Id="rId4" Type="http://schemas.openxmlformats.org/officeDocument/2006/relationships/image" Target="../media/image58.png"/><Relationship Id="rId9" Type="http://schemas.openxmlformats.org/officeDocument/2006/relationships/customXml" Target="../ink/ink4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emf"/><Relationship Id="rId5" Type="http://schemas.openxmlformats.org/officeDocument/2006/relationships/customXml" Target="../ink/ink47.xml"/><Relationship Id="rId4" Type="http://schemas.openxmlformats.org/officeDocument/2006/relationships/image" Target="../media/image15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8.emf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customXml" Target="../ink/ink48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slide" Target="slide1.xml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3" Type="http://schemas.openxmlformats.org/officeDocument/2006/relationships/image" Target="../media/image169.png"/><Relationship Id="rId7" Type="http://schemas.openxmlformats.org/officeDocument/2006/relationships/customXml" Target="../ink/ink49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3.emf"/><Relationship Id="rId4" Type="http://schemas.openxmlformats.org/officeDocument/2006/relationships/customXml" Target="../ink/ink50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54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74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51.xml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slide" Target="slide1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4.png"/><Relationship Id="rId5" Type="http://schemas.openxmlformats.org/officeDocument/2006/relationships/image" Target="../media/image180.png"/><Relationship Id="rId10" Type="http://schemas.openxmlformats.org/officeDocument/2006/relationships/image" Target="../media/image183.png"/><Relationship Id="rId4" Type="http://schemas.openxmlformats.org/officeDocument/2006/relationships/image" Target="../media/image179.png"/><Relationship Id="rId9" Type="http://schemas.openxmlformats.org/officeDocument/2006/relationships/image" Target="../media/image122.png"/><Relationship Id="rId14" Type="http://schemas.openxmlformats.org/officeDocument/2006/relationships/image" Target="../media/image185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emf"/><Relationship Id="rId5" Type="http://schemas.openxmlformats.org/officeDocument/2006/relationships/customXml" Target="../ink/ink52.xml"/><Relationship Id="rId4" Type="http://schemas.openxmlformats.org/officeDocument/2006/relationships/image" Target="../media/image18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emf"/><Relationship Id="rId5" Type="http://schemas.openxmlformats.org/officeDocument/2006/relationships/customXml" Target="../ink/ink53.xml"/><Relationship Id="rId4" Type="http://schemas.openxmlformats.org/officeDocument/2006/relationships/image" Target="../media/image18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60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50.xml"/><Relationship Id="rId3" Type="http://schemas.openxmlformats.org/officeDocument/2006/relationships/image" Target="../media/image32.png"/><Relationship Id="rId21" Type="http://schemas.openxmlformats.org/officeDocument/2006/relationships/slide" Target="slide1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45.xml"/><Relationship Id="rId2" Type="http://schemas.openxmlformats.org/officeDocument/2006/relationships/notesSlide" Target="../notesSlides/notesSlide62.xml"/><Relationship Id="rId16" Type="http://schemas.openxmlformats.org/officeDocument/2006/relationships/slide" Target="slide42.xml"/><Relationship Id="rId20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204.png"/><Relationship Id="rId5" Type="http://schemas.openxmlformats.org/officeDocument/2006/relationships/image" Target="../media/image5.png"/><Relationship Id="rId15" Type="http://schemas.openxmlformats.org/officeDocument/2006/relationships/slide" Target="slide28.xml"/><Relationship Id="rId10" Type="http://schemas.openxmlformats.org/officeDocument/2006/relationships/image" Target="../media/image10.png"/><Relationship Id="rId19" Type="http://schemas.openxmlformats.org/officeDocument/2006/relationships/slide" Target="slide56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slide" Target="slide1.xml"/><Relationship Id="rId5" Type="http://schemas.openxmlformats.org/officeDocument/2006/relationships/image" Target="../media/image207.png"/><Relationship Id="rId10" Type="http://schemas.openxmlformats.org/officeDocument/2006/relationships/image" Target="../media/image201.png"/><Relationship Id="rId4" Type="http://schemas.openxmlformats.org/officeDocument/2006/relationships/image" Target="../media/image206.png"/><Relationship Id="rId9" Type="http://schemas.openxmlformats.org/officeDocument/2006/relationships/image" Target="../media/image16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2.png"/><Relationship Id="rId7" Type="http://schemas.openxmlformats.org/officeDocument/2006/relationships/image" Target="../media/image215.png"/><Relationship Id="rId12" Type="http://schemas.openxmlformats.org/officeDocument/2006/relationships/slide" Target="slide1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219.png"/><Relationship Id="rId5" Type="http://schemas.openxmlformats.org/officeDocument/2006/relationships/image" Target="../media/image214.png"/><Relationship Id="rId10" Type="http://schemas.openxmlformats.org/officeDocument/2006/relationships/image" Target="../media/image218.png"/><Relationship Id="rId4" Type="http://schemas.openxmlformats.org/officeDocument/2006/relationships/image" Target="../media/image213.png"/><Relationship Id="rId9" Type="http://schemas.openxmlformats.org/officeDocument/2006/relationships/image" Target="../media/image21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25.png"/><Relationship Id="rId3" Type="http://schemas.openxmlformats.org/officeDocument/2006/relationships/image" Target="../media/image190.png"/><Relationship Id="rId7" Type="http://schemas.openxmlformats.org/officeDocument/2006/relationships/image" Target="../media/image123.png"/><Relationship Id="rId12" Type="http://schemas.openxmlformats.org/officeDocument/2006/relationships/image" Target="../media/image22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223.png"/><Relationship Id="rId5" Type="http://schemas.openxmlformats.org/officeDocument/2006/relationships/image" Target="../media/image192.png"/><Relationship Id="rId10" Type="http://schemas.openxmlformats.org/officeDocument/2006/relationships/image" Target="../media/image222.png"/><Relationship Id="rId4" Type="http://schemas.openxmlformats.org/officeDocument/2006/relationships/image" Target="../media/image191.png"/><Relationship Id="rId9" Type="http://schemas.openxmlformats.org/officeDocument/2006/relationships/image" Target="../media/image221.png"/><Relationship Id="rId14" Type="http://schemas.openxmlformats.org/officeDocument/2006/relationships/slide" Target="slide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d2l.ai/" TargetMode="External"/><Relationship Id="rId3" Type="http://schemas.openxmlformats.org/officeDocument/2006/relationships/image" Target="../media/image226.jpg"/><Relationship Id="rId7" Type="http://schemas.openxmlformats.org/officeDocument/2006/relationships/hyperlink" Target="http://www.deeplearningbook.org/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26.png"/><Relationship Id="rId10" Type="http://schemas.openxmlformats.org/officeDocument/2006/relationships/slide" Target="slide1.xml"/><Relationship Id="rId4" Type="http://schemas.openxmlformats.org/officeDocument/2006/relationships/image" Target="../media/image227.png"/><Relationship Id="rId9" Type="http://schemas.openxmlformats.org/officeDocument/2006/relationships/hyperlink" Target="http://neuralnetworksanddeeplearnin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293502"/>
            <a:ext cx="3325500" cy="68670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202565" marR="194945" lvl="0" indent="-635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ETWORK </a:t>
            </a:r>
            <a:endParaRPr sz="1350">
              <a:latin typeface="Cambria"/>
              <a:ea typeface="Cambria"/>
              <a:cs typeface="Cambria"/>
              <a:sym typeface="Cambria"/>
            </a:endParaRPr>
          </a:p>
          <a:p>
            <a:pPr marL="202565" marR="194945" lvl="0" indent="-635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ODULE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# 5 : D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EED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-F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ORWARD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ETWORKS</a:t>
            </a:r>
            <a:endParaRPr sz="11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132173" y="2325276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63025" y="476950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/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6" name="Google Shape;86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6C28B4-711B-366F-8CE2-444A30E9BD24}"/>
                  </a:ext>
                </a:extLst>
              </p14:cNvPr>
              <p14:cNvContentPartPr/>
              <p14:nvPr/>
            </p14:nvContentPartPr>
            <p14:xfrm>
              <a:off x="2067840" y="383400"/>
              <a:ext cx="3342600" cy="2797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6C28B4-711B-366F-8CE2-444A30E9BD2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58480" y="374040"/>
                <a:ext cx="3361320" cy="281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ave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imitations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347294" y="631492"/>
            <a:ext cx="430911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Recall: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Linear models uses a single neuron with activation function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5220322" y="981969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513702" y="1760194"/>
            <a:ext cx="69291" cy="733552"/>
            <a:chOff x="513702" y="1760194"/>
            <a:chExt cx="69291" cy="733552"/>
          </a:xfrm>
        </p:grpSpPr>
        <p:pic>
          <p:nvPicPr>
            <p:cNvPr id="100" name="Google Shape;100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7601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9816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030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4244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4"/>
          <p:cNvSpPr txBox="1"/>
          <p:nvPr/>
        </p:nvSpPr>
        <p:spPr>
          <a:xfrm>
            <a:off x="347294" y="1389258"/>
            <a:ext cx="3575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Many real-world relationships are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non-linear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Image recognition (pixel intensities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 classes) Natural language understanding (words </a:t>
            </a:r>
            <a:r>
              <a:rPr lang="en-US" sz="1050"/>
              <a:t>→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sentiment) Medical diagnosis (symptoms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disease probability) Game playing (board state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optimal move)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6" name="Google Shape;106;p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4"/>
          <p:cNvSpPr txBox="1"/>
          <p:nvPr/>
        </p:nvSpPr>
        <p:spPr>
          <a:xfrm>
            <a:off x="347294" y="2646770"/>
            <a:ext cx="3700779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Linear models cannot solve non-linearly separable problems!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67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32775" y="892025"/>
            <a:ext cx="1524575" cy="5055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59AF09-70CE-6DD8-044C-63076752190A}"/>
                  </a:ext>
                </a:extLst>
              </p14:cNvPr>
              <p14:cNvContentPartPr/>
              <p14:nvPr/>
            </p14:nvContentPartPr>
            <p14:xfrm>
              <a:off x="592200" y="121320"/>
              <a:ext cx="5078520" cy="188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59AF09-70CE-6DD8-044C-6307675219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2840" y="111960"/>
                <a:ext cx="5097240" cy="190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XOR P</a:t>
            </a:r>
            <a:r>
              <a:rPr lang="en-US" cap="small">
                <a:solidFill>
                  <a:srgbClr val="FFFFFF"/>
                </a:solidFill>
              </a:rPr>
              <a:t>roblem</a:t>
            </a:r>
            <a:endParaRPr/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952880" y="1386662"/>
          <a:ext cx="1227475" cy="937748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28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05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050" u="none" strike="noStrike" cap="none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50" u="none" strike="noStrike" cap="none"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y </a:t>
                      </a: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(XOR)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0" name="Google Shape;120;p5"/>
          <p:cNvGrpSpPr/>
          <p:nvPr/>
        </p:nvGrpSpPr>
        <p:grpSpPr>
          <a:xfrm>
            <a:off x="3652749" y="2238336"/>
            <a:ext cx="915832" cy="60960"/>
            <a:chOff x="3652749" y="2238336"/>
            <a:chExt cx="915832" cy="60960"/>
          </a:xfrm>
        </p:grpSpPr>
        <p:sp>
          <p:nvSpPr>
            <p:cNvPr id="121" name="Google Shape;121;p5"/>
            <p:cNvSpPr/>
            <p:nvPr/>
          </p:nvSpPr>
          <p:spPr>
            <a:xfrm>
              <a:off x="3652749" y="2268702"/>
              <a:ext cx="913130" cy="0"/>
            </a:xfrm>
            <a:custGeom>
              <a:avLst/>
              <a:gdLst/>
              <a:ahLst/>
              <a:cxnLst/>
              <a:rect l="l" t="t" r="r" b="b"/>
              <a:pathLst>
                <a:path w="913129" h="120000" extrusionOk="0">
                  <a:moveTo>
                    <a:pt x="0" y="0"/>
                  </a:moveTo>
                  <a:lnTo>
                    <a:pt x="912948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4541911" y="2238336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" name="Google Shape;123;p5"/>
          <p:cNvSpPr txBox="1"/>
          <p:nvPr/>
        </p:nvSpPr>
        <p:spPr>
          <a:xfrm>
            <a:off x="4580725" y="2143536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5"/>
          <p:cNvGrpSpPr/>
          <p:nvPr/>
        </p:nvGrpSpPr>
        <p:grpSpPr>
          <a:xfrm>
            <a:off x="3730382" y="1461223"/>
            <a:ext cx="60960" cy="915660"/>
            <a:chOff x="3730382" y="1461223"/>
            <a:chExt cx="60960" cy="915660"/>
          </a:xfrm>
        </p:grpSpPr>
        <p:sp>
          <p:nvSpPr>
            <p:cNvPr id="125" name="Google Shape;125;p5"/>
            <p:cNvSpPr/>
            <p:nvPr/>
          </p:nvSpPr>
          <p:spPr>
            <a:xfrm>
              <a:off x="3760749" y="1463753"/>
              <a:ext cx="0" cy="913130"/>
            </a:xfrm>
            <a:custGeom>
              <a:avLst/>
              <a:gdLst/>
              <a:ahLst/>
              <a:cxnLst/>
              <a:rect l="l" t="t" r="r" b="b"/>
              <a:pathLst>
                <a:path w="120000" h="913130" extrusionOk="0">
                  <a:moveTo>
                    <a:pt x="0" y="91294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3730382" y="1461223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5"/>
          <p:cNvSpPr txBox="1"/>
          <p:nvPr/>
        </p:nvSpPr>
        <p:spPr>
          <a:xfrm>
            <a:off x="334594" y="692910"/>
            <a:ext cx="4046854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7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XOR (Exclusive OR):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 classic non-linearly separable problem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646045" lvl="0" indent="0" algn="l" rtl="0">
              <a:lnSpc>
                <a:spcPct val="113333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Visual Representation: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Truth Table: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55625" lvl="0" indent="0" algn="r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5"/>
          <p:cNvGrpSpPr/>
          <p:nvPr/>
        </p:nvGrpSpPr>
        <p:grpSpPr>
          <a:xfrm>
            <a:off x="3703812" y="1520805"/>
            <a:ext cx="813222" cy="812943"/>
            <a:chOff x="3703812" y="1512696"/>
            <a:chExt cx="813222" cy="812943"/>
          </a:xfrm>
        </p:grpSpPr>
        <p:sp>
          <p:nvSpPr>
            <p:cNvPr id="129" name="Google Shape;129;p5"/>
            <p:cNvSpPr/>
            <p:nvPr/>
          </p:nvSpPr>
          <p:spPr>
            <a:xfrm>
              <a:off x="3760749" y="151269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 extrusionOk="0">
                  <a:moveTo>
                    <a:pt x="0" y="756005"/>
                  </a:moveTo>
                  <a:lnTo>
                    <a:pt x="756005" y="756005"/>
                  </a:lnTo>
                </a:path>
                <a:path w="756285" h="756285" extrusionOk="0">
                  <a:moveTo>
                    <a:pt x="0" y="215999"/>
                  </a:moveTo>
                  <a:lnTo>
                    <a:pt x="756005" y="215999"/>
                  </a:lnTo>
                </a:path>
                <a:path w="756285" h="756285" extrusionOk="0">
                  <a:moveTo>
                    <a:pt x="0" y="756005"/>
                  </a:moveTo>
                  <a:lnTo>
                    <a:pt x="0" y="0"/>
                  </a:lnTo>
                </a:path>
                <a:path w="756285" h="756285" extrusionOk="0">
                  <a:moveTo>
                    <a:pt x="540006" y="756005"/>
                  </a:moveTo>
                  <a:lnTo>
                    <a:pt x="540006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03812" y="2211765"/>
              <a:ext cx="113874" cy="113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5"/>
          <p:cNvSpPr txBox="1"/>
          <p:nvPr/>
        </p:nvSpPr>
        <p:spPr>
          <a:xfrm>
            <a:off x="3623995" y="2263703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3812" y="1671758"/>
            <a:ext cx="113874" cy="1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3623995" y="1531282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3818" y="2211765"/>
            <a:ext cx="113874" cy="1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4336122" y="2263703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3818" y="1671758"/>
            <a:ext cx="113874" cy="1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4336122" y="1529034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868748" y="162069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 extrusionOk="0">
                <a:moveTo>
                  <a:pt x="0" y="0"/>
                </a:moveTo>
                <a:lnTo>
                  <a:pt x="540006" y="540006"/>
                </a:lnTo>
              </a:path>
            </a:pathLst>
          </a:custGeom>
          <a:noFill/>
          <a:ln w="1010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 txBox="1"/>
          <p:nvPr/>
        </p:nvSpPr>
        <p:spPr>
          <a:xfrm rot="2700000">
            <a:off x="3845703" y="1737360"/>
            <a:ext cx="804677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linear separator!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347294" y="2496863"/>
            <a:ext cx="386587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Challenge: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 single straight line can separate the two classes!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42" name="Google Shape;142;p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208A45-2CDA-2C7B-9053-5456188956B1}"/>
                  </a:ext>
                </a:extLst>
              </p14:cNvPr>
              <p14:cNvContentPartPr/>
              <p14:nvPr/>
            </p14:nvContentPartPr>
            <p14:xfrm>
              <a:off x="3743280" y="1604520"/>
              <a:ext cx="731880" cy="82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208A45-2CDA-2C7B-9053-5456188956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33920" y="1595160"/>
                <a:ext cx="750600" cy="84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ingle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ails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on</a:t>
            </a:r>
            <a:r>
              <a:rPr lang="en-US">
                <a:solidFill>
                  <a:srgbClr val="FFFFFF"/>
                </a:solidFill>
              </a:rPr>
              <a:t> XOR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347294" y="493158"/>
            <a:ext cx="131699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Single neuron model: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2094191" y="813267"/>
            <a:ext cx="157162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5220322" y="828451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(2)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6"/>
          <p:cNvGrpSpPr/>
          <p:nvPr/>
        </p:nvGrpSpPr>
        <p:grpSpPr>
          <a:xfrm>
            <a:off x="2404616" y="1999007"/>
            <a:ext cx="732228" cy="732145"/>
            <a:chOff x="2404616" y="1999007"/>
            <a:chExt cx="732228" cy="732145"/>
          </a:xfrm>
        </p:grpSpPr>
        <p:sp>
          <p:nvSpPr>
            <p:cNvPr id="157" name="Google Shape;157;p6"/>
            <p:cNvSpPr/>
            <p:nvPr/>
          </p:nvSpPr>
          <p:spPr>
            <a:xfrm>
              <a:off x="2404616" y="2644482"/>
              <a:ext cx="729615" cy="0"/>
            </a:xfrm>
            <a:custGeom>
              <a:avLst/>
              <a:gdLst/>
              <a:ahLst/>
              <a:cxnLst/>
              <a:rect l="l" t="t" r="r" b="b"/>
              <a:pathLst>
                <a:path w="729614" h="120000" extrusionOk="0">
                  <a:moveTo>
                    <a:pt x="0" y="0"/>
                  </a:moveTo>
                  <a:lnTo>
                    <a:pt x="7293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3110174" y="2614116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2491016" y="2001537"/>
              <a:ext cx="0" cy="729615"/>
            </a:xfrm>
            <a:custGeom>
              <a:avLst/>
              <a:gdLst/>
              <a:ahLst/>
              <a:cxnLst/>
              <a:rect l="l" t="t" r="r" b="b"/>
              <a:pathLst>
                <a:path w="120000" h="729614" extrusionOk="0">
                  <a:moveTo>
                    <a:pt x="0" y="72934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2460649" y="199900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6"/>
          <p:cNvSpPr txBox="1"/>
          <p:nvPr/>
        </p:nvSpPr>
        <p:spPr>
          <a:xfrm>
            <a:off x="309194" y="1075296"/>
            <a:ext cx="3775710" cy="8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σ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any activation function.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Decision boundary: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 (a line/hyperplane)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8166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6"/>
          <p:cNvGraphicFramePr/>
          <p:nvPr/>
        </p:nvGraphicFramePr>
        <p:xfrm>
          <a:off x="2488485" y="1999007"/>
          <a:ext cx="642625" cy="642625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7625" marR="0" lvl="0" indent="0" algn="l" rtl="0">
                        <a:lnSpc>
                          <a:spcPct val="9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EC20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Fails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EC20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" name="Google Shape;163;p6"/>
          <p:cNvSpPr/>
          <p:nvPr/>
        </p:nvSpPr>
        <p:spPr>
          <a:xfrm>
            <a:off x="2460649" y="2614116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 extrusionOk="0">
                <a:moveTo>
                  <a:pt x="30366" y="0"/>
                </a:moveTo>
                <a:lnTo>
                  <a:pt x="18546" y="2386"/>
                </a:lnTo>
                <a:lnTo>
                  <a:pt x="8894" y="8894"/>
                </a:lnTo>
                <a:lnTo>
                  <a:pt x="2386" y="18546"/>
                </a:lnTo>
                <a:lnTo>
                  <a:pt x="0" y="30366"/>
                </a:lnTo>
                <a:lnTo>
                  <a:pt x="2386" y="42186"/>
                </a:lnTo>
                <a:lnTo>
                  <a:pt x="8894" y="51838"/>
                </a:lnTo>
                <a:lnTo>
                  <a:pt x="18546" y="58346"/>
                </a:lnTo>
                <a:lnTo>
                  <a:pt x="30366" y="60732"/>
                </a:lnTo>
                <a:lnTo>
                  <a:pt x="42186" y="58346"/>
                </a:lnTo>
                <a:lnTo>
                  <a:pt x="51838" y="51838"/>
                </a:lnTo>
                <a:lnTo>
                  <a:pt x="58346" y="42186"/>
                </a:lnTo>
                <a:lnTo>
                  <a:pt x="60732" y="30366"/>
                </a:lnTo>
                <a:lnTo>
                  <a:pt x="58346" y="18546"/>
                </a:lnTo>
                <a:lnTo>
                  <a:pt x="51838" y="8894"/>
                </a:lnTo>
                <a:lnTo>
                  <a:pt x="42186" y="2386"/>
                </a:lnTo>
                <a:lnTo>
                  <a:pt x="30366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2460649" y="218211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 extrusionOk="0">
                <a:moveTo>
                  <a:pt x="30366" y="0"/>
                </a:moveTo>
                <a:lnTo>
                  <a:pt x="18546" y="2386"/>
                </a:lnTo>
                <a:lnTo>
                  <a:pt x="8894" y="8894"/>
                </a:lnTo>
                <a:lnTo>
                  <a:pt x="2386" y="18546"/>
                </a:lnTo>
                <a:lnTo>
                  <a:pt x="0" y="30366"/>
                </a:lnTo>
                <a:lnTo>
                  <a:pt x="2386" y="42186"/>
                </a:lnTo>
                <a:lnTo>
                  <a:pt x="8894" y="51838"/>
                </a:lnTo>
                <a:lnTo>
                  <a:pt x="18546" y="58346"/>
                </a:lnTo>
                <a:lnTo>
                  <a:pt x="30366" y="60732"/>
                </a:lnTo>
                <a:lnTo>
                  <a:pt x="42186" y="58346"/>
                </a:lnTo>
                <a:lnTo>
                  <a:pt x="51838" y="51838"/>
                </a:lnTo>
                <a:lnTo>
                  <a:pt x="58346" y="42186"/>
                </a:lnTo>
                <a:lnTo>
                  <a:pt x="60732" y="30366"/>
                </a:lnTo>
                <a:lnTo>
                  <a:pt x="58346" y="18546"/>
                </a:lnTo>
                <a:lnTo>
                  <a:pt x="51838" y="8894"/>
                </a:lnTo>
                <a:lnTo>
                  <a:pt x="42186" y="2386"/>
                </a:lnTo>
                <a:lnTo>
                  <a:pt x="3036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2892653" y="2614116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 extrusionOk="0">
                <a:moveTo>
                  <a:pt x="30366" y="0"/>
                </a:moveTo>
                <a:lnTo>
                  <a:pt x="18546" y="2386"/>
                </a:lnTo>
                <a:lnTo>
                  <a:pt x="8894" y="8894"/>
                </a:lnTo>
                <a:lnTo>
                  <a:pt x="2386" y="18546"/>
                </a:lnTo>
                <a:lnTo>
                  <a:pt x="0" y="30366"/>
                </a:lnTo>
                <a:lnTo>
                  <a:pt x="2386" y="42186"/>
                </a:lnTo>
                <a:lnTo>
                  <a:pt x="8894" y="51838"/>
                </a:lnTo>
                <a:lnTo>
                  <a:pt x="18546" y="58346"/>
                </a:lnTo>
                <a:lnTo>
                  <a:pt x="30366" y="60732"/>
                </a:lnTo>
                <a:lnTo>
                  <a:pt x="42186" y="58346"/>
                </a:lnTo>
                <a:lnTo>
                  <a:pt x="51838" y="51838"/>
                </a:lnTo>
                <a:lnTo>
                  <a:pt x="58346" y="42186"/>
                </a:lnTo>
                <a:lnTo>
                  <a:pt x="60732" y="30366"/>
                </a:lnTo>
                <a:lnTo>
                  <a:pt x="58346" y="18546"/>
                </a:lnTo>
                <a:lnTo>
                  <a:pt x="51838" y="8894"/>
                </a:lnTo>
                <a:lnTo>
                  <a:pt x="42186" y="2386"/>
                </a:lnTo>
                <a:lnTo>
                  <a:pt x="3036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892653" y="218211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 extrusionOk="0">
                <a:moveTo>
                  <a:pt x="30366" y="0"/>
                </a:moveTo>
                <a:lnTo>
                  <a:pt x="18546" y="2386"/>
                </a:lnTo>
                <a:lnTo>
                  <a:pt x="8894" y="8894"/>
                </a:lnTo>
                <a:lnTo>
                  <a:pt x="2386" y="18546"/>
                </a:lnTo>
                <a:lnTo>
                  <a:pt x="0" y="30366"/>
                </a:lnTo>
                <a:lnTo>
                  <a:pt x="2386" y="42186"/>
                </a:lnTo>
                <a:lnTo>
                  <a:pt x="8894" y="51838"/>
                </a:lnTo>
                <a:lnTo>
                  <a:pt x="18546" y="58346"/>
                </a:lnTo>
                <a:lnTo>
                  <a:pt x="30366" y="60732"/>
                </a:lnTo>
                <a:lnTo>
                  <a:pt x="42186" y="58346"/>
                </a:lnTo>
                <a:lnTo>
                  <a:pt x="51838" y="51838"/>
                </a:lnTo>
                <a:lnTo>
                  <a:pt x="58346" y="42186"/>
                </a:lnTo>
                <a:lnTo>
                  <a:pt x="60732" y="30366"/>
                </a:lnTo>
                <a:lnTo>
                  <a:pt x="58346" y="18546"/>
                </a:lnTo>
                <a:lnTo>
                  <a:pt x="51838" y="8894"/>
                </a:lnTo>
                <a:lnTo>
                  <a:pt x="42186" y="2386"/>
                </a:lnTo>
                <a:lnTo>
                  <a:pt x="30366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334594" y="2227235"/>
            <a:ext cx="4641215" cy="85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16522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Fails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1830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Conclusion: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We need models that can learn non-linear decision boundaries!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9" name="Google Shape;169;p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Google Shape;172;p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444658-E039-6C99-9440-F5F8601CD6AD}"/>
                  </a:ext>
                </a:extLst>
              </p14:cNvPr>
              <p14:cNvContentPartPr/>
              <p14:nvPr/>
            </p14:nvContentPartPr>
            <p14:xfrm>
              <a:off x="770400" y="587880"/>
              <a:ext cx="3031560" cy="2140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444658-E039-6C99-9440-F5F8601CD6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040" y="578520"/>
                <a:ext cx="3050280" cy="215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olution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erceptron</a:t>
            </a:r>
            <a:r>
              <a:rPr lang="en-US">
                <a:solidFill>
                  <a:srgbClr val="FFFFFF"/>
                </a:solidFill>
              </a:rPr>
              <a:t> (MLP)</a:t>
            </a:r>
            <a:endParaRPr/>
          </a:p>
        </p:txBody>
      </p:sp>
      <p:grpSp>
        <p:nvGrpSpPr>
          <p:cNvPr id="180" name="Google Shape;180;p7"/>
          <p:cNvGrpSpPr/>
          <p:nvPr/>
        </p:nvGrpSpPr>
        <p:grpSpPr>
          <a:xfrm>
            <a:off x="1737426" y="1373051"/>
            <a:ext cx="288290" cy="288290"/>
            <a:chOff x="1737426" y="1373051"/>
            <a:chExt cx="288290" cy="288290"/>
          </a:xfrm>
        </p:grpSpPr>
        <p:sp>
          <p:nvSpPr>
            <p:cNvPr id="181" name="Google Shape;181;p7"/>
            <p:cNvSpPr/>
            <p:nvPr/>
          </p:nvSpPr>
          <p:spPr>
            <a:xfrm>
              <a:off x="1737426" y="137305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1737426" y="137305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7"/>
          <p:cNvSpPr txBox="1"/>
          <p:nvPr/>
        </p:nvSpPr>
        <p:spPr>
          <a:xfrm>
            <a:off x="1780679" y="1391886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7"/>
          <p:cNvGrpSpPr/>
          <p:nvPr/>
        </p:nvGrpSpPr>
        <p:grpSpPr>
          <a:xfrm>
            <a:off x="1737426" y="1859054"/>
            <a:ext cx="288290" cy="288290"/>
            <a:chOff x="1737426" y="1859054"/>
            <a:chExt cx="288290" cy="288290"/>
          </a:xfrm>
        </p:grpSpPr>
        <p:sp>
          <p:nvSpPr>
            <p:cNvPr id="185" name="Google Shape;185;p7"/>
            <p:cNvSpPr/>
            <p:nvPr/>
          </p:nvSpPr>
          <p:spPr>
            <a:xfrm>
              <a:off x="1737426" y="1859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737426" y="1859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7"/>
          <p:cNvSpPr txBox="1"/>
          <p:nvPr/>
        </p:nvSpPr>
        <p:spPr>
          <a:xfrm>
            <a:off x="1780679" y="1877877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7"/>
          <p:cNvGrpSpPr/>
          <p:nvPr/>
        </p:nvGrpSpPr>
        <p:grpSpPr>
          <a:xfrm>
            <a:off x="2699256" y="1362876"/>
            <a:ext cx="308610" cy="308610"/>
            <a:chOff x="2699256" y="1362876"/>
            <a:chExt cx="308610" cy="308610"/>
          </a:xfrm>
        </p:grpSpPr>
        <p:sp>
          <p:nvSpPr>
            <p:cNvPr id="189" name="Google Shape;189;p7"/>
            <p:cNvSpPr/>
            <p:nvPr/>
          </p:nvSpPr>
          <p:spPr>
            <a:xfrm>
              <a:off x="2699256" y="1362876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 extrusionOk="0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FFB3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2699256" y="1362876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 extrusionOk="0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" name="Google Shape;191;p7"/>
          <p:cNvSpPr txBox="1"/>
          <p:nvPr/>
        </p:nvSpPr>
        <p:spPr>
          <a:xfrm>
            <a:off x="2748851" y="1405691"/>
            <a:ext cx="2032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7"/>
          <p:cNvGrpSpPr/>
          <p:nvPr/>
        </p:nvGrpSpPr>
        <p:grpSpPr>
          <a:xfrm>
            <a:off x="2699256" y="1848879"/>
            <a:ext cx="308610" cy="308610"/>
            <a:chOff x="2699256" y="1848879"/>
            <a:chExt cx="308610" cy="308610"/>
          </a:xfrm>
        </p:grpSpPr>
        <p:sp>
          <p:nvSpPr>
            <p:cNvPr id="193" name="Google Shape;193;p7"/>
            <p:cNvSpPr/>
            <p:nvPr/>
          </p:nvSpPr>
          <p:spPr>
            <a:xfrm>
              <a:off x="2699256" y="1848879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 extrusionOk="0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6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3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6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FFB3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2699256" y="1848879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 extrusionOk="0">
                  <a:moveTo>
                    <a:pt x="308354" y="154176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6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3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6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7"/>
          <p:cNvSpPr txBox="1"/>
          <p:nvPr/>
        </p:nvSpPr>
        <p:spPr>
          <a:xfrm>
            <a:off x="2748851" y="1891682"/>
            <a:ext cx="2032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7"/>
          <p:cNvGrpSpPr/>
          <p:nvPr/>
        </p:nvGrpSpPr>
        <p:grpSpPr>
          <a:xfrm>
            <a:off x="3681437" y="1373051"/>
            <a:ext cx="288290" cy="288290"/>
            <a:chOff x="3681437" y="1373051"/>
            <a:chExt cx="288290" cy="288290"/>
          </a:xfrm>
        </p:grpSpPr>
        <p:sp>
          <p:nvSpPr>
            <p:cNvPr id="197" name="Google Shape;197;p7"/>
            <p:cNvSpPr/>
            <p:nvPr/>
          </p:nvSpPr>
          <p:spPr>
            <a:xfrm>
              <a:off x="3681437" y="137305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B3FF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3681437" y="137305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7"/>
          <p:cNvSpPr txBox="1"/>
          <p:nvPr/>
        </p:nvSpPr>
        <p:spPr>
          <a:xfrm>
            <a:off x="347294" y="713008"/>
            <a:ext cx="4173854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Idea: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Stack multiple layers of neurons with non-linear activations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1957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Input Layer	</a:t>
            </a:r>
            <a:r>
              <a:rPr lang="en-US" sz="1575" baseline="3000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Hidden Layer	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>
            <a:off x="0" y="1486689"/>
            <a:ext cx="5760261" cy="1747322"/>
            <a:chOff x="0" y="1486689"/>
            <a:chExt cx="5760261" cy="1747322"/>
          </a:xfrm>
        </p:grpSpPr>
        <p:sp>
          <p:nvSpPr>
            <p:cNvPr id="201" name="Google Shape;201;p7"/>
            <p:cNvSpPr/>
            <p:nvPr/>
          </p:nvSpPr>
          <p:spPr>
            <a:xfrm>
              <a:off x="2027960" y="1517056"/>
              <a:ext cx="664210" cy="0"/>
            </a:xfrm>
            <a:custGeom>
              <a:avLst/>
              <a:gdLst/>
              <a:ahLst/>
              <a:cxnLst/>
              <a:rect l="l" t="t" r="r" b="b"/>
              <a:pathLst>
                <a:path w="664210" h="120000" extrusionOk="0">
                  <a:moveTo>
                    <a:pt x="0" y="0"/>
                  </a:moveTo>
                  <a:lnTo>
                    <a:pt x="66370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2667875" y="1486689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2012481" y="1582581"/>
              <a:ext cx="696595" cy="348615"/>
            </a:xfrm>
            <a:custGeom>
              <a:avLst/>
              <a:gdLst/>
              <a:ahLst/>
              <a:cxnLst/>
              <a:rect l="l" t="t" r="r" b="b"/>
              <a:pathLst>
                <a:path w="696594" h="348614" extrusionOk="0">
                  <a:moveTo>
                    <a:pt x="0" y="0"/>
                  </a:moveTo>
                  <a:lnTo>
                    <a:pt x="696270" y="34813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2673897" y="1892923"/>
              <a:ext cx="37465" cy="54610"/>
            </a:xfrm>
            <a:custGeom>
              <a:avLst/>
              <a:gdLst/>
              <a:ahLst/>
              <a:cxnLst/>
              <a:rect l="l" t="t" r="r" b="b"/>
              <a:pathLst>
                <a:path w="37464" h="54610" extrusionOk="0">
                  <a:moveTo>
                    <a:pt x="27157" y="0"/>
                  </a:moveTo>
                  <a:lnTo>
                    <a:pt x="25955" y="12739"/>
                  </a:lnTo>
                  <a:lnTo>
                    <a:pt x="27667" y="23382"/>
                  </a:lnTo>
                  <a:lnTo>
                    <a:pt x="31614" y="32065"/>
                  </a:lnTo>
                  <a:lnTo>
                    <a:pt x="37116" y="38926"/>
                  </a:lnTo>
                  <a:lnTo>
                    <a:pt x="28325" y="38642"/>
                  </a:lnTo>
                  <a:lnTo>
                    <a:pt x="19011" y="40695"/>
                  </a:lnTo>
                  <a:lnTo>
                    <a:pt x="9470" y="45711"/>
                  </a:lnTo>
                  <a:lnTo>
                    <a:pt x="0" y="5431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2012481" y="1589394"/>
              <a:ext cx="696595" cy="348615"/>
            </a:xfrm>
            <a:custGeom>
              <a:avLst/>
              <a:gdLst/>
              <a:ahLst/>
              <a:cxnLst/>
              <a:rect l="l" t="t" r="r" b="b"/>
              <a:pathLst>
                <a:path w="696594" h="348614" extrusionOk="0">
                  <a:moveTo>
                    <a:pt x="0" y="348137"/>
                  </a:moveTo>
                  <a:lnTo>
                    <a:pt x="69627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2673897" y="1572873"/>
              <a:ext cx="37465" cy="54610"/>
            </a:xfrm>
            <a:custGeom>
              <a:avLst/>
              <a:gdLst/>
              <a:ahLst/>
              <a:cxnLst/>
              <a:rect l="l" t="t" r="r" b="b"/>
              <a:pathLst>
                <a:path w="37464" h="54610" extrusionOk="0">
                  <a:moveTo>
                    <a:pt x="0" y="0"/>
                  </a:moveTo>
                  <a:lnTo>
                    <a:pt x="9470" y="8605"/>
                  </a:lnTo>
                  <a:lnTo>
                    <a:pt x="19011" y="13621"/>
                  </a:lnTo>
                  <a:lnTo>
                    <a:pt x="28325" y="15674"/>
                  </a:lnTo>
                  <a:lnTo>
                    <a:pt x="37116" y="15389"/>
                  </a:lnTo>
                  <a:lnTo>
                    <a:pt x="31614" y="22251"/>
                  </a:lnTo>
                  <a:lnTo>
                    <a:pt x="27667" y="30934"/>
                  </a:lnTo>
                  <a:lnTo>
                    <a:pt x="25955" y="41577"/>
                  </a:lnTo>
                  <a:lnTo>
                    <a:pt x="27157" y="5431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2027960" y="2003056"/>
              <a:ext cx="664210" cy="0"/>
            </a:xfrm>
            <a:custGeom>
              <a:avLst/>
              <a:gdLst/>
              <a:ahLst/>
              <a:cxnLst/>
              <a:rect l="l" t="t" r="r" b="b"/>
              <a:pathLst>
                <a:path w="664210" h="120000" extrusionOk="0">
                  <a:moveTo>
                    <a:pt x="0" y="0"/>
                  </a:moveTo>
                  <a:lnTo>
                    <a:pt x="66370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2667875" y="1972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3010137" y="1517056"/>
              <a:ext cx="664210" cy="0"/>
            </a:xfrm>
            <a:custGeom>
              <a:avLst/>
              <a:gdLst/>
              <a:ahLst/>
              <a:cxnLst/>
              <a:rect l="l" t="t" r="r" b="b"/>
              <a:pathLst>
                <a:path w="664210" h="120000" extrusionOk="0">
                  <a:moveTo>
                    <a:pt x="0" y="0"/>
                  </a:moveTo>
                  <a:lnTo>
                    <a:pt x="66370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650052" y="1486689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2993583" y="1584844"/>
              <a:ext cx="696595" cy="348615"/>
            </a:xfrm>
            <a:custGeom>
              <a:avLst/>
              <a:gdLst/>
              <a:ahLst/>
              <a:cxnLst/>
              <a:rect l="l" t="t" r="r" b="b"/>
              <a:pathLst>
                <a:path w="696595" h="348614" extrusionOk="0">
                  <a:moveTo>
                    <a:pt x="0" y="348137"/>
                  </a:moveTo>
                  <a:lnTo>
                    <a:pt x="69626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3654999" y="1568322"/>
              <a:ext cx="37465" cy="54610"/>
            </a:xfrm>
            <a:custGeom>
              <a:avLst/>
              <a:gdLst/>
              <a:ahLst/>
              <a:cxnLst/>
              <a:rect l="l" t="t" r="r" b="b"/>
              <a:pathLst>
                <a:path w="37464" h="54609" extrusionOk="0">
                  <a:moveTo>
                    <a:pt x="0" y="0"/>
                  </a:moveTo>
                  <a:lnTo>
                    <a:pt x="9470" y="8605"/>
                  </a:lnTo>
                  <a:lnTo>
                    <a:pt x="19011" y="13621"/>
                  </a:lnTo>
                  <a:lnTo>
                    <a:pt x="28325" y="15674"/>
                  </a:lnTo>
                  <a:lnTo>
                    <a:pt x="37116" y="15389"/>
                  </a:lnTo>
                  <a:lnTo>
                    <a:pt x="31614" y="22251"/>
                  </a:lnTo>
                  <a:lnTo>
                    <a:pt x="27667" y="30934"/>
                  </a:lnTo>
                  <a:lnTo>
                    <a:pt x="25955" y="41577"/>
                  </a:lnTo>
                  <a:lnTo>
                    <a:pt x="27157" y="5431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7"/>
          <p:cNvSpPr txBox="1"/>
          <p:nvPr/>
        </p:nvSpPr>
        <p:spPr>
          <a:xfrm>
            <a:off x="1927313" y="2192818"/>
            <a:ext cx="185229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1275" marR="5080" lvl="0" indent="-29209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Non-linear activation functions enable non-linear boundaries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67</a:t>
            </a:r>
            <a:endParaRPr/>
          </a:p>
        </p:txBody>
      </p:sp>
      <p:pic>
        <p:nvPicPr>
          <p:cNvPr id="220" name="Google Shape;22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3313" y="1420259"/>
            <a:ext cx="128845" cy="189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D3886C-E6E9-0768-FC59-91E440DC8596}"/>
                  </a:ext>
                </a:extLst>
              </p14:cNvPr>
              <p14:cNvContentPartPr/>
              <p14:nvPr/>
            </p14:nvContentPartPr>
            <p14:xfrm>
              <a:off x="549720" y="757440"/>
              <a:ext cx="4456080" cy="220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D3886C-E6E9-0768-FC59-91E440DC85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360" y="748080"/>
                <a:ext cx="4474800" cy="221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197103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MLP S</a:t>
            </a:r>
            <a:r>
              <a:rPr lang="en-US" cap="small">
                <a:solidFill>
                  <a:srgbClr val="FFFFFF"/>
                </a:solidFill>
              </a:rPr>
              <a:t>olves</a:t>
            </a:r>
            <a:r>
              <a:rPr lang="en-US">
                <a:solidFill>
                  <a:srgbClr val="FFFFFF"/>
                </a:solidFill>
              </a:rPr>
              <a:t> XOR</a:t>
            </a:r>
            <a:endParaRPr/>
          </a:p>
        </p:txBody>
      </p:sp>
      <p:grpSp>
        <p:nvGrpSpPr>
          <p:cNvPr id="226" name="Google Shape;226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7" name="Google Shape;227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67</a:t>
            </a:r>
            <a:endParaRPr/>
          </a:p>
        </p:txBody>
      </p:sp>
      <p:grpSp>
        <p:nvGrpSpPr>
          <p:cNvPr id="233" name="Google Shape;233;p8"/>
          <p:cNvGrpSpPr/>
          <p:nvPr/>
        </p:nvGrpSpPr>
        <p:grpSpPr>
          <a:xfrm>
            <a:off x="513702" y="1000467"/>
            <a:ext cx="1742116" cy="1736128"/>
            <a:chOff x="513702" y="1000467"/>
            <a:chExt cx="1742116" cy="1736128"/>
          </a:xfrm>
        </p:grpSpPr>
        <p:pic>
          <p:nvPicPr>
            <p:cNvPr id="234" name="Google Shape;234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004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925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38457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766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8"/>
            <p:cNvSpPr/>
            <p:nvPr/>
          </p:nvSpPr>
          <p:spPr>
            <a:xfrm>
              <a:off x="1523592" y="2706001"/>
              <a:ext cx="729614" cy="0"/>
            </a:xfrm>
            <a:custGeom>
              <a:avLst/>
              <a:gdLst/>
              <a:ahLst/>
              <a:cxnLst/>
              <a:rect l="l" t="t" r="r" b="b"/>
              <a:pathLst>
                <a:path w="729614" h="120000" extrusionOk="0">
                  <a:moveTo>
                    <a:pt x="0" y="0"/>
                  </a:moveTo>
                  <a:lnTo>
                    <a:pt x="7293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2229149" y="2675635"/>
              <a:ext cx="26669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8"/>
          <p:cNvSpPr txBox="1"/>
          <p:nvPr/>
        </p:nvSpPr>
        <p:spPr>
          <a:xfrm>
            <a:off x="2267953" y="2580835"/>
            <a:ext cx="1956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p8"/>
          <p:cNvGrpSpPr/>
          <p:nvPr/>
        </p:nvGrpSpPr>
        <p:grpSpPr>
          <a:xfrm>
            <a:off x="1579613" y="2060526"/>
            <a:ext cx="2188221" cy="732144"/>
            <a:chOff x="1579613" y="2060526"/>
            <a:chExt cx="2188221" cy="732144"/>
          </a:xfrm>
        </p:grpSpPr>
        <p:sp>
          <p:nvSpPr>
            <p:cNvPr id="242" name="Google Shape;242;p8"/>
            <p:cNvSpPr/>
            <p:nvPr/>
          </p:nvSpPr>
          <p:spPr>
            <a:xfrm>
              <a:off x="1609991" y="2063056"/>
              <a:ext cx="0" cy="729614"/>
            </a:xfrm>
            <a:custGeom>
              <a:avLst/>
              <a:gdLst/>
              <a:ahLst/>
              <a:cxnLst/>
              <a:rect l="l" t="t" r="r" b="b"/>
              <a:pathLst>
                <a:path w="120000" h="729614" extrusionOk="0">
                  <a:moveTo>
                    <a:pt x="0" y="72934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1579625" y="2060526"/>
              <a:ext cx="60960" cy="26669"/>
            </a:xfrm>
            <a:custGeom>
              <a:avLst/>
              <a:gdLst/>
              <a:ahLst/>
              <a:cxnLst/>
              <a:rect l="l" t="t" r="r" b="b"/>
              <a:pathLst>
                <a:path w="60960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579625" y="267563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2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579613" y="2243632"/>
              <a:ext cx="492760" cy="492760"/>
            </a:xfrm>
            <a:custGeom>
              <a:avLst/>
              <a:gdLst/>
              <a:ahLst/>
              <a:cxnLst/>
              <a:rect l="l" t="t" r="r" b="b"/>
              <a:pathLst>
                <a:path w="492760" h="492760" extrusionOk="0">
                  <a:moveTo>
                    <a:pt x="60744" y="30365"/>
                  </a:moveTo>
                  <a:lnTo>
                    <a:pt x="58356" y="18554"/>
                  </a:lnTo>
                  <a:lnTo>
                    <a:pt x="51841" y="8902"/>
                  </a:lnTo>
                  <a:lnTo>
                    <a:pt x="42189" y="2387"/>
                  </a:lnTo>
                  <a:lnTo>
                    <a:pt x="30378" y="0"/>
                  </a:lnTo>
                  <a:lnTo>
                    <a:pt x="18554" y="2387"/>
                  </a:lnTo>
                  <a:lnTo>
                    <a:pt x="8902" y="8902"/>
                  </a:lnTo>
                  <a:lnTo>
                    <a:pt x="2387" y="18554"/>
                  </a:lnTo>
                  <a:lnTo>
                    <a:pt x="0" y="30365"/>
                  </a:lnTo>
                  <a:lnTo>
                    <a:pt x="2387" y="42189"/>
                  </a:lnTo>
                  <a:lnTo>
                    <a:pt x="8902" y="51841"/>
                  </a:lnTo>
                  <a:lnTo>
                    <a:pt x="18554" y="58356"/>
                  </a:lnTo>
                  <a:lnTo>
                    <a:pt x="30378" y="60731"/>
                  </a:lnTo>
                  <a:lnTo>
                    <a:pt x="42189" y="58356"/>
                  </a:lnTo>
                  <a:lnTo>
                    <a:pt x="51841" y="51841"/>
                  </a:lnTo>
                  <a:lnTo>
                    <a:pt x="58356" y="42189"/>
                  </a:lnTo>
                  <a:lnTo>
                    <a:pt x="60744" y="30365"/>
                  </a:lnTo>
                  <a:close/>
                </a:path>
                <a:path w="492760" h="492760" extrusionOk="0">
                  <a:moveTo>
                    <a:pt x="492747" y="462368"/>
                  </a:moveTo>
                  <a:lnTo>
                    <a:pt x="490359" y="450557"/>
                  </a:lnTo>
                  <a:lnTo>
                    <a:pt x="483844" y="440905"/>
                  </a:lnTo>
                  <a:lnTo>
                    <a:pt x="474192" y="434390"/>
                  </a:lnTo>
                  <a:lnTo>
                    <a:pt x="462381" y="432003"/>
                  </a:lnTo>
                  <a:lnTo>
                    <a:pt x="450557" y="434390"/>
                  </a:lnTo>
                  <a:lnTo>
                    <a:pt x="440905" y="440905"/>
                  </a:lnTo>
                  <a:lnTo>
                    <a:pt x="434390" y="450557"/>
                  </a:lnTo>
                  <a:lnTo>
                    <a:pt x="432015" y="462368"/>
                  </a:lnTo>
                  <a:lnTo>
                    <a:pt x="434390" y="474192"/>
                  </a:lnTo>
                  <a:lnTo>
                    <a:pt x="440905" y="483844"/>
                  </a:lnTo>
                  <a:lnTo>
                    <a:pt x="450557" y="490359"/>
                  </a:lnTo>
                  <a:lnTo>
                    <a:pt x="462381" y="492747"/>
                  </a:lnTo>
                  <a:lnTo>
                    <a:pt x="474192" y="490359"/>
                  </a:lnTo>
                  <a:lnTo>
                    <a:pt x="483844" y="483844"/>
                  </a:lnTo>
                  <a:lnTo>
                    <a:pt x="490359" y="474192"/>
                  </a:lnTo>
                  <a:lnTo>
                    <a:pt x="492747" y="46236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2011629" y="224363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2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2474000" y="2403600"/>
              <a:ext cx="330835" cy="0"/>
            </a:xfrm>
            <a:custGeom>
              <a:avLst/>
              <a:gdLst/>
              <a:ahLst/>
              <a:cxnLst/>
              <a:rect l="l" t="t" r="r" b="b"/>
              <a:pathLst>
                <a:path w="330835" h="120000" extrusionOk="0">
                  <a:moveTo>
                    <a:pt x="0" y="0"/>
                  </a:moveTo>
                  <a:lnTo>
                    <a:pt x="330421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2773548" y="2354949"/>
              <a:ext cx="38735" cy="97789"/>
            </a:xfrm>
            <a:custGeom>
              <a:avLst/>
              <a:gdLst/>
              <a:ahLst/>
              <a:cxnLst/>
              <a:rect l="l" t="t" r="r" b="b"/>
              <a:pathLst>
                <a:path w="38735" h="97789" extrusionOk="0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3035606" y="2706001"/>
              <a:ext cx="729614" cy="0"/>
            </a:xfrm>
            <a:custGeom>
              <a:avLst/>
              <a:gdLst/>
              <a:ahLst/>
              <a:cxnLst/>
              <a:rect l="l" t="t" r="r" b="b"/>
              <a:pathLst>
                <a:path w="729614" h="120000" extrusionOk="0">
                  <a:moveTo>
                    <a:pt x="0" y="0"/>
                  </a:moveTo>
                  <a:lnTo>
                    <a:pt x="729344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3741164" y="267563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" name="Google Shape;251;p8"/>
          <p:cNvSpPr txBox="1"/>
          <p:nvPr/>
        </p:nvSpPr>
        <p:spPr>
          <a:xfrm>
            <a:off x="1656588" y="2847021"/>
            <a:ext cx="5118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Input Space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779951" y="2594640"/>
            <a:ext cx="2031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8"/>
          <p:cNvGrpSpPr/>
          <p:nvPr/>
        </p:nvGrpSpPr>
        <p:grpSpPr>
          <a:xfrm>
            <a:off x="3091640" y="2060526"/>
            <a:ext cx="635520" cy="732144"/>
            <a:chOff x="3091640" y="2060526"/>
            <a:chExt cx="635520" cy="732144"/>
          </a:xfrm>
        </p:grpSpPr>
        <p:sp>
          <p:nvSpPr>
            <p:cNvPr id="254" name="Google Shape;254;p8"/>
            <p:cNvSpPr/>
            <p:nvPr/>
          </p:nvSpPr>
          <p:spPr>
            <a:xfrm>
              <a:off x="3122006" y="2063056"/>
              <a:ext cx="0" cy="729614"/>
            </a:xfrm>
            <a:custGeom>
              <a:avLst/>
              <a:gdLst/>
              <a:ahLst/>
              <a:cxnLst/>
              <a:rect l="l" t="t" r="r" b="b"/>
              <a:pathLst>
                <a:path w="120000" h="729614" extrusionOk="0">
                  <a:moveTo>
                    <a:pt x="0" y="72934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3091640" y="2060526"/>
              <a:ext cx="60960" cy="26669"/>
            </a:xfrm>
            <a:custGeom>
              <a:avLst/>
              <a:gdLst/>
              <a:ahLst/>
              <a:cxnLst/>
              <a:rect l="l" t="t" r="r" b="b"/>
              <a:pathLst>
                <a:path w="60960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3178039" y="25892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2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3178039" y="215723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2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3610043" y="25892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3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3610043" y="215723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 extrusionOk="0">
                  <a:moveTo>
                    <a:pt x="30366" y="0"/>
                  </a:moveTo>
                  <a:lnTo>
                    <a:pt x="18546" y="2386"/>
                  </a:lnTo>
                  <a:lnTo>
                    <a:pt x="8894" y="8894"/>
                  </a:lnTo>
                  <a:lnTo>
                    <a:pt x="2386" y="18546"/>
                  </a:lnTo>
                  <a:lnTo>
                    <a:pt x="0" y="30366"/>
                  </a:lnTo>
                  <a:lnTo>
                    <a:pt x="2386" y="42186"/>
                  </a:lnTo>
                  <a:lnTo>
                    <a:pt x="8894" y="51838"/>
                  </a:lnTo>
                  <a:lnTo>
                    <a:pt x="18546" y="58346"/>
                  </a:lnTo>
                  <a:lnTo>
                    <a:pt x="30366" y="60732"/>
                  </a:lnTo>
                  <a:lnTo>
                    <a:pt x="42186" y="58346"/>
                  </a:lnTo>
                  <a:lnTo>
                    <a:pt x="51838" y="51838"/>
                  </a:lnTo>
                  <a:lnTo>
                    <a:pt x="58346" y="42186"/>
                  </a:lnTo>
                  <a:lnTo>
                    <a:pt x="60733" y="30366"/>
                  </a:lnTo>
                  <a:lnTo>
                    <a:pt x="58346" y="18546"/>
                  </a:lnTo>
                  <a:lnTo>
                    <a:pt x="51838" y="8894"/>
                  </a:lnTo>
                  <a:lnTo>
                    <a:pt x="42186" y="2386"/>
                  </a:lnTo>
                  <a:lnTo>
                    <a:pt x="3036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122006" y="2403600"/>
              <a:ext cx="605154" cy="0"/>
            </a:xfrm>
            <a:custGeom>
              <a:avLst/>
              <a:gdLst/>
              <a:ahLst/>
              <a:cxnLst/>
              <a:rect l="l" t="t" r="r" b="b"/>
              <a:pathLst>
                <a:path w="605154" h="120000" extrusionOk="0">
                  <a:moveTo>
                    <a:pt x="0" y="0"/>
                  </a:moveTo>
                  <a:lnTo>
                    <a:pt x="604803" y="0"/>
                  </a:lnTo>
                </a:path>
              </a:pathLst>
            </a:custGeom>
            <a:noFill/>
            <a:ln w="10100" cap="flat" cmpd="sng">
              <a:solidFill>
                <a:srgbClr val="00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" name="Google Shape;261;p8"/>
          <p:cNvSpPr txBox="1"/>
          <p:nvPr/>
        </p:nvSpPr>
        <p:spPr>
          <a:xfrm>
            <a:off x="3125584" y="2847021"/>
            <a:ext cx="5982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Hidden Space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309194" y="476355"/>
            <a:ext cx="39294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0800" marR="783590" lvl="0" indent="0" algn="l" rtl="0">
              <a:lnSpc>
                <a:spcPct val="15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Architecture: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 inputs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 hidden units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output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marR="783590" lvl="0" indent="0" algn="l" rtl="0">
              <a:lnSpc>
                <a:spcPct val="15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marR="601980" lvl="0" indent="0" algn="l" rtl="0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Hidden layer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creates new feature representations Each hidden unit learns a linear separator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 layer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combines these separators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Non-linear activation enables complex boundaries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376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	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746125" lvl="0" indent="0" algn="ctr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B1472"/>
              </a:solidFill>
            </a:endParaRPr>
          </a:p>
          <a:p>
            <a:pPr marL="746125" lvl="0" indent="0" algn="ctr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Hidden layer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39795" lvl="0" indent="0" algn="ctr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7825" y="2309863"/>
            <a:ext cx="695486" cy="1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04975" y="1889375"/>
            <a:ext cx="195600" cy="171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022B02-8D6D-449F-92A6-B65CBE4BA1CC}"/>
                  </a:ext>
                </a:extLst>
              </p14:cNvPr>
              <p14:cNvContentPartPr/>
              <p14:nvPr/>
            </p14:nvContentPartPr>
            <p14:xfrm>
              <a:off x="630000" y="1682640"/>
              <a:ext cx="3936960" cy="148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022B02-8D6D-449F-92A6-B65CBE4BA1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0640" y="1673280"/>
                <a:ext cx="3955680" cy="150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70" name="Google Shape;2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9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0" name="Google Shape;290;p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" name="Google Shape;293;p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on</a:t>
            </a:r>
            <a:r>
              <a:rPr lang="en-US">
                <a:solidFill>
                  <a:srgbClr val="FFFFFF"/>
                </a:solidFill>
              </a:rPr>
              <a:t>-L</a:t>
            </a:r>
            <a:r>
              <a:rPr lang="en-US" cap="small">
                <a:solidFill>
                  <a:srgbClr val="FFFFFF"/>
                </a:solidFill>
              </a:rPr>
              <a:t>inearity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301" name="Google Shape;301;p10"/>
          <p:cNvGrpSpPr/>
          <p:nvPr/>
        </p:nvGrpSpPr>
        <p:grpSpPr>
          <a:xfrm>
            <a:off x="309193" y="785672"/>
            <a:ext cx="5192466" cy="1158978"/>
            <a:chOff x="309193" y="785672"/>
            <a:chExt cx="5192466" cy="1158978"/>
          </a:xfrm>
        </p:grpSpPr>
        <p:sp>
          <p:nvSpPr>
            <p:cNvPr id="302" name="Google Shape;302;p10"/>
            <p:cNvSpPr/>
            <p:nvPr/>
          </p:nvSpPr>
          <p:spPr>
            <a:xfrm>
              <a:off x="309193" y="78567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03" name="Google Shape;303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979906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8430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83034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29906"/>
              <a:ext cx="50800" cy="10131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0"/>
            <p:cNvSpPr/>
            <p:nvPr/>
          </p:nvSpPr>
          <p:spPr>
            <a:xfrm>
              <a:off x="309193" y="1024180"/>
              <a:ext cx="5142230" cy="869950"/>
            </a:xfrm>
            <a:custGeom>
              <a:avLst/>
              <a:gdLst/>
              <a:ahLst/>
              <a:cxnLst/>
              <a:rect l="l" t="t" r="r" b="b"/>
              <a:pathLst>
                <a:path w="5142230" h="86995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818868"/>
                  </a:lnTo>
                  <a:lnTo>
                    <a:pt x="4008" y="838593"/>
                  </a:lnTo>
                  <a:lnTo>
                    <a:pt x="14922" y="854746"/>
                  </a:lnTo>
                  <a:lnTo>
                    <a:pt x="31075" y="865660"/>
                  </a:lnTo>
                  <a:lnTo>
                    <a:pt x="50800" y="869669"/>
                  </a:lnTo>
                  <a:lnTo>
                    <a:pt x="5090865" y="869669"/>
                  </a:lnTo>
                  <a:lnTo>
                    <a:pt x="5110590" y="865660"/>
                  </a:lnTo>
                  <a:lnTo>
                    <a:pt x="5126743" y="854746"/>
                  </a:lnTo>
                  <a:lnTo>
                    <a:pt x="5137657" y="838593"/>
                  </a:lnTo>
                  <a:lnTo>
                    <a:pt x="5141666" y="81886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5450859" y="867998"/>
              <a:ext cx="0" cy="994410"/>
            </a:xfrm>
            <a:custGeom>
              <a:avLst/>
              <a:gdLst/>
              <a:ahLst/>
              <a:cxnLst/>
              <a:rect l="l" t="t" r="r" b="b"/>
              <a:pathLst>
                <a:path w="120000" h="994410" extrusionOk="0">
                  <a:moveTo>
                    <a:pt x="0" y="9941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5450859" y="8552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5450859" y="8425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5450859" y="829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5450859" y="810848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" name="Google Shape;313;p10"/>
          <p:cNvSpPr txBox="1"/>
          <p:nvPr/>
        </p:nvSpPr>
        <p:spPr>
          <a:xfrm>
            <a:off x="347294" y="716100"/>
            <a:ext cx="4031615" cy="473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function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if it does not satisfy the linearity property: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1870125" y="1320075"/>
            <a:ext cx="2363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ax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≠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a 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5220322" y="1335257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0"/>
          <p:cNvGrpSpPr/>
          <p:nvPr/>
        </p:nvGrpSpPr>
        <p:grpSpPr>
          <a:xfrm>
            <a:off x="513702" y="2349563"/>
            <a:ext cx="69291" cy="290715"/>
            <a:chOff x="513702" y="2349563"/>
            <a:chExt cx="69291" cy="290715"/>
          </a:xfrm>
        </p:grpSpPr>
        <p:pic>
          <p:nvPicPr>
            <p:cNvPr id="317" name="Google Shape;31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495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709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p10"/>
          <p:cNvSpPr txBox="1"/>
          <p:nvPr/>
        </p:nvSpPr>
        <p:spPr>
          <a:xfrm>
            <a:off x="309194" y="1655366"/>
            <a:ext cx="4472305" cy="102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all scalars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and inputs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non-linearity matters: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marR="177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Without non-linearity,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collapse to single-layer models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activations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 learning complex patterns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1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21" name="Google Shape;321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324;p1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E38FE3-905A-F510-D621-FAA16739F69E}"/>
                  </a:ext>
                </a:extLst>
              </p14:cNvPr>
              <p14:cNvContentPartPr/>
              <p14:nvPr/>
            </p14:nvContentPartPr>
            <p14:xfrm>
              <a:off x="1855080" y="106560"/>
              <a:ext cx="3627720" cy="163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E38FE3-905A-F510-D621-FAA16739F69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45720" y="97200"/>
                <a:ext cx="3646440" cy="165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ommon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unctions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347294" y="656099"/>
            <a:ext cx="258381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Activation functions introduce non-linearity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p1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34" name="Google Shape;334;p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1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67</a:t>
            </a:r>
            <a:endParaRPr/>
          </a:p>
        </p:txBody>
      </p:sp>
      <p:pic>
        <p:nvPicPr>
          <p:cNvPr id="340" name="Google Shape;34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98364"/>
            <a:ext cx="5460998" cy="194278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CB58D4-BEA4-F4A0-5C7F-A83EC8749900}"/>
                  </a:ext>
                </a:extLst>
              </p14:cNvPr>
              <p14:cNvContentPartPr/>
              <p14:nvPr/>
            </p14:nvContentPartPr>
            <p14:xfrm>
              <a:off x="336600" y="327960"/>
              <a:ext cx="5404320" cy="242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CB58D4-BEA4-F4A0-5C7F-A83EC87499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7240" y="318600"/>
                <a:ext cx="5423040" cy="244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roperties</a:t>
            </a:r>
            <a:endParaRPr/>
          </a:p>
        </p:txBody>
      </p:sp>
      <p:graphicFrame>
        <p:nvGraphicFramePr>
          <p:cNvPr id="346" name="Google Shape;346;p12"/>
          <p:cNvGraphicFramePr/>
          <p:nvPr/>
        </p:nvGraphicFramePr>
        <p:xfrm>
          <a:off x="574700" y="648766"/>
          <a:ext cx="4606925" cy="1249217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12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Sigmoid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Leaky 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Range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(−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[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∞)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(−∞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∞)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Zero-centered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1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1100" b="1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18B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 sz="11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1100" b="1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18B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 sz="11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Differentiable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18B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 sz="11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218B2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 sz="11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r>
                        <a:rPr lang="en-US" sz="1100" u="none" strike="noStrike" cap="none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at 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r>
                        <a:rPr lang="en-US" sz="1100" u="none" strike="noStrike" cap="none">
                          <a:solidFill>
                            <a:srgbClr val="EC20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at 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Vanishing gradient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EC20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EC20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218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218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Computational cost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218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218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Typical use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layer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Hidden layer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218B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Hidden layer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Hidden layer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47" name="Google Shape;347;p12"/>
          <p:cNvGrpSpPr/>
          <p:nvPr/>
        </p:nvGrpSpPr>
        <p:grpSpPr>
          <a:xfrm>
            <a:off x="513702" y="2390368"/>
            <a:ext cx="69291" cy="512127"/>
            <a:chOff x="513702" y="2390368"/>
            <a:chExt cx="69291" cy="512127"/>
          </a:xfrm>
        </p:grpSpPr>
        <p:pic>
          <p:nvPicPr>
            <p:cNvPr id="348" name="Google Shape;348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3903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61179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8332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1" name="Google Shape;351;p12"/>
          <p:cNvSpPr txBox="1"/>
          <p:nvPr/>
        </p:nvSpPr>
        <p:spPr>
          <a:xfrm>
            <a:off x="347294" y="2033992"/>
            <a:ext cx="3431540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09880" marR="5080" lvl="0" indent="-297815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Modern preference: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 and variants for hidden layers Fast computation (simple thresholding)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67754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No vanishing gradient for positive values Sparse activation (biological plausibility)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1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53" name="Google Shape;353;p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" name="Google Shape;356;p1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45415E-DF5C-ABCF-2C6D-ABE122A99C42}"/>
                  </a:ext>
                </a:extLst>
              </p14:cNvPr>
              <p14:cNvContentPartPr/>
              <p14:nvPr/>
            </p14:nvContentPartPr>
            <p14:xfrm>
              <a:off x="340200" y="396000"/>
              <a:ext cx="5355000" cy="235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45415E-DF5C-ABCF-2C6D-ABE122A99C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840" y="386640"/>
                <a:ext cx="5373720" cy="23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2568960" y="2095560"/>
              <a:ext cx="2066400" cy="10440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59600" y="2086200"/>
                <a:ext cx="2085120" cy="106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8555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LU W</a:t>
            </a:r>
            <a:r>
              <a:rPr lang="en-US" cap="small">
                <a:solidFill>
                  <a:srgbClr val="FFFFFF"/>
                </a:solidFill>
              </a:rPr>
              <a:t>orks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ell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347294" y="357067"/>
            <a:ext cx="1532255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ReLU: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max(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95147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 txBox="1"/>
          <p:nvPr/>
        </p:nvSpPr>
        <p:spPr>
          <a:xfrm>
            <a:off x="483946" y="94162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6941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 txBox="1"/>
          <p:nvPr/>
        </p:nvSpPr>
        <p:spPr>
          <a:xfrm>
            <a:off x="483946" y="145956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98735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3"/>
          <p:cNvSpPr txBox="1"/>
          <p:nvPr/>
        </p:nvSpPr>
        <p:spPr>
          <a:xfrm>
            <a:off x="483946" y="197750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619226" y="882520"/>
            <a:ext cx="3548379" cy="17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efficiency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Simple comparison and multiplication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Much faster than sigmoid/tanh (no exponentials)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Avoids vanishing gradients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Gradient is 1 for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US" sz="11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0, flows unchanged through network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Enables training of very deep networks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Sparse activation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Many neurons output exactly 0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More efficient representations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Closer to biological neurons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3702" y="2977476"/>
            <a:ext cx="69291" cy="69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 txBox="1"/>
          <p:nvPr/>
        </p:nvSpPr>
        <p:spPr>
          <a:xfrm>
            <a:off x="347294" y="2690834"/>
            <a:ext cx="3771265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Caveat: ”Dying ReLU”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problem when neurons always output 0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Solution: Use Leaky ReLU, PReLU, or ELU variants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75" name="Google Shape;375;p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" name="Google Shape;378;p1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EDF7AE-5074-7B35-96FB-1EF6AE4251C6}"/>
                  </a:ext>
                </a:extLst>
              </p14:cNvPr>
              <p14:cNvContentPartPr/>
              <p14:nvPr/>
            </p14:nvContentPartPr>
            <p14:xfrm>
              <a:off x="136440" y="334800"/>
              <a:ext cx="5359320" cy="2244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EDF7AE-5074-7B35-96FB-1EF6AE4251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080" y="325440"/>
                <a:ext cx="5378040" cy="22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1242000" y="730800"/>
              <a:ext cx="4246560" cy="24044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2640" y="721440"/>
                <a:ext cx="4265280" cy="242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86" name="Google Shape;38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4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4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4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4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4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p1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06" name="Google Shape;406;p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1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10" name="Google Shape;410;p1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eed</a:t>
            </a:r>
            <a:r>
              <a:rPr lang="en-US">
                <a:solidFill>
                  <a:srgbClr val="FFFFFF"/>
                </a:solidFill>
              </a:rPr>
              <a:t>-F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(DFNN)</a:t>
            </a:r>
            <a:endParaRPr/>
          </a:p>
        </p:txBody>
      </p:sp>
      <p:grpSp>
        <p:nvGrpSpPr>
          <p:cNvPr id="417" name="Google Shape;417;p15"/>
          <p:cNvGrpSpPr/>
          <p:nvPr/>
        </p:nvGrpSpPr>
        <p:grpSpPr>
          <a:xfrm>
            <a:off x="309193" y="701750"/>
            <a:ext cx="5192466" cy="671641"/>
            <a:chOff x="309193" y="701750"/>
            <a:chExt cx="5192466" cy="671641"/>
          </a:xfrm>
        </p:grpSpPr>
        <p:sp>
          <p:nvSpPr>
            <p:cNvPr id="418" name="Google Shape;418;p15"/>
            <p:cNvSpPr/>
            <p:nvPr/>
          </p:nvSpPr>
          <p:spPr>
            <a:xfrm>
              <a:off x="309193" y="70175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9" name="Google Shape;41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9598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7179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9090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45985"/>
              <a:ext cx="50800" cy="525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5"/>
            <p:cNvSpPr/>
            <p:nvPr/>
          </p:nvSpPr>
          <p:spPr>
            <a:xfrm>
              <a:off x="309193" y="940263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527"/>
                  </a:lnTo>
                  <a:lnTo>
                    <a:pt x="4008" y="351251"/>
                  </a:lnTo>
                  <a:lnTo>
                    <a:pt x="14922" y="367404"/>
                  </a:lnTo>
                  <a:lnTo>
                    <a:pt x="31075" y="378318"/>
                  </a:lnTo>
                  <a:lnTo>
                    <a:pt x="50800" y="382327"/>
                  </a:lnTo>
                  <a:lnTo>
                    <a:pt x="5090865" y="382327"/>
                  </a:lnTo>
                  <a:lnTo>
                    <a:pt x="5110590" y="378318"/>
                  </a:lnTo>
                  <a:lnTo>
                    <a:pt x="5126743" y="367404"/>
                  </a:lnTo>
                  <a:lnTo>
                    <a:pt x="5137657" y="351251"/>
                  </a:lnTo>
                  <a:lnTo>
                    <a:pt x="5141666" y="33152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5450859" y="784082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120000" h="507365" extrusionOk="0">
                  <a:moveTo>
                    <a:pt x="0" y="50675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5450859" y="7713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5450859" y="7586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450859" y="7459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450859" y="72693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9" name="Google Shape;429;p15"/>
          <p:cNvSpPr txBox="1"/>
          <p:nvPr/>
        </p:nvSpPr>
        <p:spPr>
          <a:xfrm>
            <a:off x="347294" y="633635"/>
            <a:ext cx="4955540" cy="103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DFNN is a neural network with one or more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hidden layers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between input and output layers, where information flows forward through non-linear transformations.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Complete system requires four components: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174701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 txBox="1"/>
          <p:nvPr/>
        </p:nvSpPr>
        <p:spPr>
          <a:xfrm>
            <a:off x="483946" y="173716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996" y="196842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5"/>
          <p:cNvSpPr txBox="1"/>
          <p:nvPr/>
        </p:nvSpPr>
        <p:spPr>
          <a:xfrm>
            <a:off x="483946" y="195857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996" y="218984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5"/>
          <p:cNvSpPr txBox="1"/>
          <p:nvPr/>
        </p:nvSpPr>
        <p:spPr>
          <a:xfrm>
            <a:off x="483946" y="217999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6" name="Google Shape;436;p15"/>
          <p:cNvGrpSpPr/>
          <p:nvPr/>
        </p:nvGrpSpPr>
        <p:grpSpPr>
          <a:xfrm>
            <a:off x="0" y="2411272"/>
            <a:ext cx="5760261" cy="822739"/>
            <a:chOff x="0" y="2411272"/>
            <a:chExt cx="5760261" cy="822739"/>
          </a:xfrm>
        </p:grpSpPr>
        <p:pic>
          <p:nvPicPr>
            <p:cNvPr id="437" name="Google Shape;437;p1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6996" y="2411272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15"/>
          <p:cNvSpPr txBox="1"/>
          <p:nvPr/>
        </p:nvSpPr>
        <p:spPr>
          <a:xfrm>
            <a:off x="483946" y="240142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67</a:t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644626" y="1643327"/>
            <a:ext cx="3611879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features and target outputs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5240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Multi-layer architecture with non-linear activations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Objective Function: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Loss function to minimize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Algorithm: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Backpropagation with gradient descent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347294" y="2658457"/>
            <a:ext cx="50660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This is the same framework as linear models, but with added depth and non-linearity!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CD37A6-0DFD-4C9C-F9C3-E6FBC9AC57AA}"/>
                  </a:ext>
                </a:extLst>
              </p14:cNvPr>
              <p14:cNvContentPartPr/>
              <p14:nvPr/>
            </p14:nvContentPartPr>
            <p14:xfrm>
              <a:off x="430560" y="490680"/>
              <a:ext cx="4839480" cy="220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CD37A6-0DFD-4C9C-F9C3-E6FBC9AC57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1200" y="481320"/>
                <a:ext cx="4858200" cy="22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" name="Ink 2"/>
              <p14:cNvContentPartPr/>
              <p14:nvPr/>
            </p14:nvContentPartPr>
            <p14:xfrm>
              <a:off x="185760" y="1711080"/>
              <a:ext cx="414720" cy="9342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6400" y="1701720"/>
                <a:ext cx="433440" cy="95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ata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epresentation</a:t>
            </a:r>
            <a:endParaRPr/>
          </a:p>
        </p:txBody>
      </p:sp>
      <p:grpSp>
        <p:nvGrpSpPr>
          <p:cNvPr id="452" name="Google Shape;452;p1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53" name="Google Shape;453;p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1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67</a:t>
            </a:r>
            <a:endParaRPr/>
          </a:p>
        </p:txBody>
      </p:sp>
      <p:pic>
        <p:nvPicPr>
          <p:cNvPr id="459" name="Google Shape;4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74128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65468E-8963-0A59-1848-BE2D6101670C}"/>
                  </a:ext>
                </a:extLst>
              </p14:cNvPr>
              <p14:cNvContentPartPr/>
              <p14:nvPr/>
            </p14:nvContentPartPr>
            <p14:xfrm>
              <a:off x="1487880" y="511560"/>
              <a:ext cx="2068200" cy="2322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65468E-8963-0A59-1848-BE2D610167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8520" y="502200"/>
                <a:ext cx="2086920" cy="234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epresentation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347294" y="636782"/>
            <a:ext cx="3735704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For computational efficiency, we process data in mini-batches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17"/>
          <p:cNvGrpSpPr/>
          <p:nvPr/>
        </p:nvGrpSpPr>
        <p:grpSpPr>
          <a:xfrm>
            <a:off x="513702" y="2474086"/>
            <a:ext cx="69291" cy="290703"/>
            <a:chOff x="513702" y="2474086"/>
            <a:chExt cx="69291" cy="290703"/>
          </a:xfrm>
        </p:grpSpPr>
        <p:pic>
          <p:nvPicPr>
            <p:cNvPr id="467" name="Google Shape;467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47408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6954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9" name="Google Shape;469;p17"/>
          <p:cNvSpPr txBox="1"/>
          <p:nvPr/>
        </p:nvSpPr>
        <p:spPr>
          <a:xfrm>
            <a:off x="347294" y="2099492"/>
            <a:ext cx="3684904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3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Common batch sizes: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marR="5080" lvl="0" indent="0" algn="l" rtl="0">
              <a:lnSpc>
                <a:spcPct val="165619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Balances computational efficiency with gradient stability Enables parallelization on GPUs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71" name="Google Shape;471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1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67</a:t>
            </a:r>
            <a:endParaRPr/>
          </a:p>
        </p:txBody>
      </p:sp>
      <p:pic>
        <p:nvPicPr>
          <p:cNvPr id="477" name="Google Shape;47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3650" y="1029884"/>
            <a:ext cx="4265175" cy="1069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DFNN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grpSp>
        <p:nvGrpSpPr>
          <p:cNvPr id="483" name="Google Shape;483;p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84" name="Google Shape;484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" name="Google Shape;487;p1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88" name="Google Shape;488;p1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67</a:t>
            </a:r>
            <a:endParaRPr/>
          </a:p>
        </p:txBody>
      </p:sp>
      <p:pic>
        <p:nvPicPr>
          <p:cNvPr id="490" name="Google Shape;4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10828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E90CCA-912D-5320-A60F-8A249CDA68BA}"/>
                  </a:ext>
                </a:extLst>
              </p14:cNvPr>
              <p14:cNvContentPartPr/>
              <p14:nvPr/>
            </p14:nvContentPartPr>
            <p14:xfrm>
              <a:off x="175320" y="2160"/>
              <a:ext cx="5259600" cy="3174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E90CCA-912D-5320-A60F-8A249CDA68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960" y="-7200"/>
                <a:ext cx="5278320" cy="319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wise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496" name="Google Shape;496;p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97" name="Google Shape;497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1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67</a:t>
            </a:r>
            <a:endParaRPr/>
          </a:p>
        </p:txBody>
      </p:sp>
      <p:pic>
        <p:nvPicPr>
          <p:cNvPr id="503" name="Google Shape;5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075" y="552360"/>
            <a:ext cx="4763333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00EA16-9B5F-6C2C-8862-CA48489C32D8}"/>
                  </a:ext>
                </a:extLst>
              </p14:cNvPr>
              <p14:cNvContentPartPr/>
              <p14:nvPr/>
            </p14:nvContentPartPr>
            <p14:xfrm>
              <a:off x="153720" y="539280"/>
              <a:ext cx="4409280" cy="1951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00EA16-9B5F-6C2C-8862-CA48489C32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360" y="529920"/>
                <a:ext cx="4428000" cy="197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V</a:t>
            </a:r>
            <a:r>
              <a:rPr lang="en-US" cap="small">
                <a:solidFill>
                  <a:srgbClr val="FFFFFF"/>
                </a:solidFill>
              </a:rPr>
              <a:t>ectorized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endParaRPr/>
          </a:p>
        </p:txBody>
      </p:sp>
      <p:grpSp>
        <p:nvGrpSpPr>
          <p:cNvPr id="509" name="Google Shape;509;p2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10" name="Google Shape;510;p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2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14" name="Google Shape;514;p2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67</a:t>
            </a:r>
            <a:endParaRPr/>
          </a:p>
        </p:txBody>
      </p:sp>
      <p:pic>
        <p:nvPicPr>
          <p:cNvPr id="516" name="Google Shape;5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99725"/>
            <a:ext cx="5193114" cy="2557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8F70CD-9D84-092A-2B9E-63A1D0AE4BC6}"/>
                  </a:ext>
                </a:extLst>
              </p14:cNvPr>
              <p14:cNvContentPartPr/>
              <p14:nvPr/>
            </p14:nvContentPartPr>
            <p14:xfrm>
              <a:off x="358200" y="225360"/>
              <a:ext cx="4789800" cy="288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8F70CD-9D84-092A-2B9E-63A1D0AE4B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840" y="216000"/>
                <a:ext cx="4808520" cy="290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47345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otal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arameters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endParaRPr/>
          </a:p>
        </p:txBody>
      </p:sp>
      <p:grpSp>
        <p:nvGrpSpPr>
          <p:cNvPr id="522" name="Google Shape;522;p2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23" name="Google Shape;523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6" name="Google Shape;526;p2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27" name="Google Shape;527;p2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21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13" y="552360"/>
            <a:ext cx="4744695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2D6D79-09E7-FD56-BEA3-119CC8879C36}"/>
                  </a:ext>
                </a:extLst>
              </p14:cNvPr>
              <p14:cNvContentPartPr/>
              <p14:nvPr/>
            </p14:nvContentPartPr>
            <p14:xfrm>
              <a:off x="119160" y="-360"/>
              <a:ext cx="5528520" cy="306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2D6D79-09E7-FD56-BEA3-119CC8879C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800" y="-9720"/>
                <a:ext cx="5547240" cy="308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409575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ifferent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asks</a:t>
            </a:r>
            <a:endParaRPr/>
          </a:p>
        </p:txBody>
      </p:sp>
      <p:grpSp>
        <p:nvGrpSpPr>
          <p:cNvPr id="535" name="Google Shape;535;p2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36" name="Google Shape;536;p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2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40" name="Google Shape;540;p2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67</a:t>
            </a:r>
            <a:endParaRPr/>
          </a:p>
        </p:txBody>
      </p:sp>
      <p:pic>
        <p:nvPicPr>
          <p:cNvPr id="542" name="Google Shape;5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50" y="550235"/>
            <a:ext cx="4803545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7C73F6-F741-13F4-C387-903CF479484D}"/>
                  </a:ext>
                </a:extLst>
              </p14:cNvPr>
              <p14:cNvContentPartPr/>
              <p14:nvPr/>
            </p14:nvContentPartPr>
            <p14:xfrm>
              <a:off x="307440" y="1103760"/>
              <a:ext cx="478080" cy="1406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7C73F6-F741-13F4-C387-903CF47948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080" y="1094400"/>
                <a:ext cx="496800" cy="14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367560" y="967680"/>
              <a:ext cx="2007360" cy="17661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8200" y="958320"/>
                <a:ext cx="2026080" cy="178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otal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ver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endParaRPr/>
          </a:p>
        </p:txBody>
      </p:sp>
      <p:grpSp>
        <p:nvGrpSpPr>
          <p:cNvPr id="548" name="Google Shape;548;p2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49" name="Google Shape;549;p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2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67</a:t>
            </a:r>
            <a:endParaRPr/>
          </a:p>
        </p:txBody>
      </p:sp>
      <p:pic>
        <p:nvPicPr>
          <p:cNvPr id="555" name="Google Shape;5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75" y="552360"/>
            <a:ext cx="4836443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FC6CB3-57E5-AA87-6DB7-3EBEB5583C6D}"/>
                  </a:ext>
                </a:extLst>
              </p14:cNvPr>
              <p14:cNvContentPartPr/>
              <p14:nvPr/>
            </p14:nvContentPartPr>
            <p14:xfrm>
              <a:off x="2239200" y="1298880"/>
              <a:ext cx="353160" cy="568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FC6CB3-57E5-AA87-6DB7-3EBEB5583C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840" y="1289520"/>
                <a:ext cx="37188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2133720" y="608400"/>
              <a:ext cx="1466280" cy="12214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4360" y="599040"/>
                <a:ext cx="1485000" cy="124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tochastic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escent</a:t>
            </a:r>
            <a:endParaRPr/>
          </a:p>
        </p:txBody>
      </p:sp>
      <p:sp>
        <p:nvSpPr>
          <p:cNvPr id="561" name="Google Shape;561;p24"/>
          <p:cNvSpPr txBox="1"/>
          <p:nvPr/>
        </p:nvSpPr>
        <p:spPr>
          <a:xfrm>
            <a:off x="321894" y="528536"/>
            <a:ext cx="3956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marR="5080" lvl="0" indent="0" algn="l" rtl="0">
              <a:lnSpc>
                <a:spcPct val="14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Core idea: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Update parameters using gradients from mini-batches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Update rule for layer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67</a:t>
            </a:r>
            <a:endParaRPr/>
          </a:p>
        </p:txBody>
      </p:sp>
      <p:pic>
        <p:nvPicPr>
          <p:cNvPr id="565" name="Google Shape;5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5" y="1028336"/>
            <a:ext cx="4852743" cy="1872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SGD</a:t>
            </a:r>
            <a:endParaRPr/>
          </a:p>
        </p:txBody>
      </p:sp>
      <p:grpSp>
        <p:nvGrpSpPr>
          <p:cNvPr id="571" name="Google Shape;571;p25"/>
          <p:cNvGrpSpPr/>
          <p:nvPr/>
        </p:nvGrpSpPr>
        <p:grpSpPr>
          <a:xfrm>
            <a:off x="0" y="3129889"/>
            <a:ext cx="5760261" cy="104122"/>
            <a:chOff x="0" y="3129889"/>
            <a:chExt cx="5760261" cy="104122"/>
          </a:xfrm>
        </p:grpSpPr>
        <p:sp>
          <p:nvSpPr>
            <p:cNvPr id="572" name="Google Shape;572;p25"/>
            <p:cNvSpPr/>
            <p:nvPr/>
          </p:nvSpPr>
          <p:spPr>
            <a:xfrm>
              <a:off x="359994" y="3129889"/>
              <a:ext cx="5039995" cy="0"/>
            </a:xfrm>
            <a:custGeom>
              <a:avLst/>
              <a:gdLst/>
              <a:ahLst/>
              <a:cxnLst/>
              <a:rect l="l" t="t" r="r" b="b"/>
              <a:pathLst>
                <a:path w="5039995" h="120000" extrusionOk="0">
                  <a:moveTo>
                    <a:pt x="0" y="0"/>
                  </a:moveTo>
                  <a:lnTo>
                    <a:pt x="503999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6" name="Google Shape;576;p2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67</a:t>
            </a:r>
            <a:endParaRPr/>
          </a:p>
        </p:txBody>
      </p:sp>
      <p:pic>
        <p:nvPicPr>
          <p:cNvPr id="579" name="Google Shape;5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875" y="504537"/>
            <a:ext cx="4998500" cy="25264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EBA0D2-F003-04E9-A55B-551A0A019C0E}"/>
                  </a:ext>
                </a:extLst>
              </p14:cNvPr>
              <p14:cNvContentPartPr/>
              <p14:nvPr/>
            </p14:nvContentPartPr>
            <p14:xfrm>
              <a:off x="132840" y="673920"/>
              <a:ext cx="5461920" cy="2406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EBA0D2-F003-04E9-A55B-551A0A019C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80" y="664560"/>
                <a:ext cx="5480640" cy="242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SGD</a:t>
            </a:r>
            <a:endParaRPr/>
          </a:p>
        </p:txBody>
      </p:sp>
      <p:grpSp>
        <p:nvGrpSpPr>
          <p:cNvPr id="585" name="Google Shape;585;p2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86" name="Google Shape;586;p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" name="Google Shape;589;p2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0" name="Google Shape;590;p2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67</a:t>
            </a:r>
            <a:endParaRPr/>
          </a:p>
        </p:txBody>
      </p:sp>
      <p:pic>
        <p:nvPicPr>
          <p:cNvPr id="592" name="Google Shape;5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00" y="550225"/>
            <a:ext cx="5487977" cy="2543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B64016-8745-9FA9-432D-B1661E336806}"/>
                  </a:ext>
                </a:extLst>
              </p14:cNvPr>
              <p14:cNvContentPartPr/>
              <p14:nvPr/>
            </p14:nvContentPartPr>
            <p14:xfrm>
              <a:off x="59400" y="844920"/>
              <a:ext cx="4980240" cy="222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B64016-8745-9FA9-432D-B1661E3368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40" y="835560"/>
                <a:ext cx="4998960" cy="224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0680" y="152280"/>
              <a:ext cx="3938040" cy="3054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320" y="142920"/>
                <a:ext cx="3956760" cy="30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68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7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7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7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7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7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0" name="Google Shape;610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7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7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7" name="Google Shape;617;p2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18" name="Google Shape;618;p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2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22" name="Google Shape;622;p2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redictions</a:t>
            </a:r>
            <a:endParaRPr/>
          </a:p>
        </p:txBody>
      </p:sp>
      <p:sp>
        <p:nvSpPr>
          <p:cNvPr id="629" name="Google Shape;629;p2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30" name="Google Shape;630;p2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67</a:t>
            </a:r>
            <a:endParaRPr/>
          </a:p>
        </p:txBody>
      </p:sp>
      <p:pic>
        <p:nvPicPr>
          <p:cNvPr id="632" name="Google Shape;63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263" y="793723"/>
            <a:ext cx="5461001" cy="16574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84480" y="1897200"/>
              <a:ext cx="5383080" cy="549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5120" y="1887840"/>
                <a:ext cx="5401800" cy="56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sp>
        <p:nvSpPr>
          <p:cNvPr id="638" name="Google Shape;638;p2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67</a:t>
            </a:r>
            <a:endParaRPr/>
          </a:p>
        </p:txBody>
      </p:sp>
      <p:pic>
        <p:nvPicPr>
          <p:cNvPr id="641" name="Google Shape;6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75" y="472080"/>
            <a:ext cx="5302876" cy="26298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608400" y="667440"/>
              <a:ext cx="2733840" cy="16016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9040" y="658080"/>
                <a:ext cx="2752560" cy="162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V</a:t>
            </a:r>
            <a:r>
              <a:rPr lang="en-US" cap="small">
                <a:solidFill>
                  <a:srgbClr val="FFFFFF"/>
                </a:solidFill>
              </a:rPr>
              <a:t>ectorized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endParaRPr/>
          </a:p>
        </p:txBody>
      </p:sp>
      <p:grpSp>
        <p:nvGrpSpPr>
          <p:cNvPr id="647" name="Google Shape;647;p3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48" name="Google Shape;648;p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" name="Google Shape;651;p3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67</a:t>
            </a:r>
            <a:endParaRPr/>
          </a:p>
        </p:txBody>
      </p:sp>
      <p:pic>
        <p:nvPicPr>
          <p:cNvPr id="654" name="Google Shape;6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700" y="552360"/>
            <a:ext cx="4876858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9040" y="329400"/>
              <a:ext cx="4504320" cy="14284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80" y="320040"/>
                <a:ext cx="4523040" cy="144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660" name="Google Shape;660;p3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61" name="Google Shape;661;p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3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65" name="Google Shape;665;p3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67</a:t>
            </a:r>
            <a:endParaRPr/>
          </a:p>
        </p:txBody>
      </p:sp>
      <p:pic>
        <p:nvPicPr>
          <p:cNvPr id="667" name="Google Shape;6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9025"/>
            <a:ext cx="5240758" cy="26060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616560" y="1740600"/>
              <a:ext cx="1770840" cy="9385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7200" y="1731240"/>
                <a:ext cx="1789560" cy="95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71970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endParaRPr/>
          </a:p>
        </p:txBody>
      </p:sp>
      <p:grpSp>
        <p:nvGrpSpPr>
          <p:cNvPr id="673" name="Google Shape;673;p3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74" name="Google Shape;674;p3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3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78" name="Google Shape;678;p3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r>
              <a:rPr lang="en-US"/>
              <a:t> / 67</a:t>
            </a:r>
            <a:endParaRPr/>
          </a:p>
        </p:txBody>
      </p:sp>
      <p:pic>
        <p:nvPicPr>
          <p:cNvPr id="680" name="Google Shape;6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82" y="482688"/>
            <a:ext cx="5096319" cy="25974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56240" y="549360"/>
              <a:ext cx="5569200" cy="22777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880" y="540000"/>
                <a:ext cx="5587920" cy="22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312480" y="794160"/>
              <a:ext cx="3198960" cy="20242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3120" y="784800"/>
                <a:ext cx="3217680" cy="204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76200" y="228240"/>
              <a:ext cx="5374440" cy="2940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840" y="218880"/>
                <a:ext cx="5393160" cy="29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97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grpSp>
        <p:nvGrpSpPr>
          <p:cNvPr id="686" name="Google Shape;686;p33"/>
          <p:cNvGrpSpPr/>
          <p:nvPr/>
        </p:nvGrpSpPr>
        <p:grpSpPr>
          <a:xfrm>
            <a:off x="309193" y="541032"/>
            <a:ext cx="5192466" cy="672733"/>
            <a:chOff x="309193" y="541032"/>
            <a:chExt cx="5192466" cy="672733"/>
          </a:xfrm>
        </p:grpSpPr>
        <p:sp>
          <p:nvSpPr>
            <p:cNvPr id="687" name="Google Shape;687;p33"/>
            <p:cNvSpPr/>
            <p:nvPr/>
          </p:nvSpPr>
          <p:spPr>
            <a:xfrm>
              <a:off x="309193" y="54103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8" name="Google Shape;688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5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9" name="Google Shape;689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1216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946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5266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33"/>
            <p:cNvSpPr/>
            <p:nvPr/>
          </p:nvSpPr>
          <p:spPr>
            <a:xfrm>
              <a:off x="309193" y="779544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5450859" y="623362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5450859" y="6106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5450859" y="597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5450859" y="585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5450859" y="56621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" name="Google Shape;698;p33"/>
          <p:cNvSpPr txBox="1"/>
          <p:nvPr/>
        </p:nvSpPr>
        <p:spPr>
          <a:xfrm>
            <a:off x="347294" y="471460"/>
            <a:ext cx="4954200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urpose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Backpropagation efficiently computes gradients of the loss w.r.t. all parameters by applying the chain rule backward through the network.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564130" lvl="0" indent="0" algn="l" rtl="0">
              <a:lnSpc>
                <a:spcPct val="1477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chain rule recursively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Notation: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Define error signal for layer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 txBox="1"/>
          <p:nvPr/>
        </p:nvSpPr>
        <p:spPr>
          <a:xfrm>
            <a:off x="2198763" y="1900361"/>
            <a:ext cx="43942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Tahoma"/>
                <a:ea typeface="Tahoma"/>
                <a:cs typeface="Tahoma"/>
                <a:sym typeface="Tahoma"/>
              </a:rPr>
              <a:t>=</a:t>
            </a:r>
            <a:endParaRPr sz="1800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0" name="Google Shape;700;p33"/>
          <p:cNvSpPr txBox="1"/>
          <p:nvPr/>
        </p:nvSpPr>
        <p:spPr>
          <a:xfrm>
            <a:off x="2713774" y="1860331"/>
            <a:ext cx="18097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J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2657462" y="2089619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120000" extrusionOk="0">
                <a:moveTo>
                  <a:pt x="0" y="0"/>
                </a:moveTo>
                <a:lnTo>
                  <a:pt x="304139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3"/>
          <p:cNvSpPr txBox="1"/>
          <p:nvPr/>
        </p:nvSpPr>
        <p:spPr>
          <a:xfrm>
            <a:off x="2619362" y="2023335"/>
            <a:ext cx="37401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2980855" y="1900361"/>
            <a:ext cx="56769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900" i="1" baseline="-25000">
                <a:latin typeface="Arial"/>
                <a:ea typeface="Arial"/>
                <a:cs typeface="Arial"/>
                <a:sym typeface="Arial"/>
              </a:rPr>
              <a:t>Æ</a:t>
            </a:r>
            <a:endParaRPr sz="90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5144350" y="1978233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(39)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347294" y="2417589"/>
            <a:ext cx="10026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Two main steps: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3"/>
          <p:cNvGrpSpPr/>
          <p:nvPr/>
        </p:nvGrpSpPr>
        <p:grpSpPr>
          <a:xfrm>
            <a:off x="0" y="2685237"/>
            <a:ext cx="5760261" cy="548774"/>
            <a:chOff x="0" y="2685237"/>
            <a:chExt cx="5760261" cy="548774"/>
          </a:xfrm>
        </p:grpSpPr>
        <p:pic>
          <p:nvPicPr>
            <p:cNvPr id="707" name="Google Shape;707;p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996" y="2685237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3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996" y="2906648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p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2" name="Google Shape;712;p33"/>
          <p:cNvSpPr txBox="1"/>
          <p:nvPr/>
        </p:nvSpPr>
        <p:spPr>
          <a:xfrm>
            <a:off x="483946" y="267538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644626" y="2866848"/>
            <a:ext cx="2990850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Compute parameter gradients using error signals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3"/>
          <p:cNvSpPr txBox="1"/>
          <p:nvPr/>
        </p:nvSpPr>
        <p:spPr>
          <a:xfrm>
            <a:off x="483946" y="2915777"/>
            <a:ext cx="6731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16" name="Google Shape;716;p3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67</a:t>
            </a:r>
            <a:endParaRPr/>
          </a:p>
        </p:txBody>
      </p:sp>
      <p:sp>
        <p:nvSpPr>
          <p:cNvPr id="718" name="Google Shape;718;p33"/>
          <p:cNvSpPr txBox="1"/>
          <p:nvPr/>
        </p:nvSpPr>
        <p:spPr>
          <a:xfrm>
            <a:off x="619225" y="2623825"/>
            <a:ext cx="3738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Backpropagate error signals: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· · · →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aseline="30000"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486000" y="325440"/>
              <a:ext cx="5045040" cy="29156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6640" y="316080"/>
                <a:ext cx="5063760" cy="293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ackpropagating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rror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ignals</a:t>
            </a:r>
            <a:endParaRPr/>
          </a:p>
        </p:txBody>
      </p:sp>
      <p:grpSp>
        <p:nvGrpSpPr>
          <p:cNvPr id="724" name="Google Shape;724;p3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25" name="Google Shape;725;p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3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29" name="Google Shape;729;p3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4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34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00" y="497590"/>
            <a:ext cx="5414659" cy="2570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97080" y="469080"/>
              <a:ext cx="5214240" cy="24296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720" y="459720"/>
                <a:ext cx="5232960" cy="244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endParaRPr/>
          </a:p>
        </p:txBody>
      </p:sp>
      <p:grpSp>
        <p:nvGrpSpPr>
          <p:cNvPr id="737" name="Google Shape;737;p3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38" name="Google Shape;738;p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3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42" name="Google Shape;742;p3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r>
              <a:rPr lang="en-US"/>
              <a:t> / 67</a:t>
            </a:r>
            <a:endParaRPr/>
          </a:p>
        </p:txBody>
      </p:sp>
      <p:pic>
        <p:nvPicPr>
          <p:cNvPr id="744" name="Google Shape;7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2" cy="21783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40720" y="916920"/>
              <a:ext cx="3997440" cy="19861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360" y="907560"/>
                <a:ext cx="4016160" cy="200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grpSp>
        <p:nvGrpSpPr>
          <p:cNvPr id="750" name="Google Shape;750;p3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51" name="Google Shape;751;p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3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55" name="Google Shape;755;p3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67</a:t>
            </a:r>
            <a:endParaRPr/>
          </a:p>
        </p:txBody>
      </p:sp>
      <p:pic>
        <p:nvPicPr>
          <p:cNvPr id="757" name="Google Shape;7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1" y="482775"/>
            <a:ext cx="5487831" cy="25481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39320" y="101520"/>
              <a:ext cx="5429520" cy="2881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960" y="92160"/>
                <a:ext cx="5448240" cy="290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69824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erivatives</a:t>
            </a:r>
            <a:endParaRPr/>
          </a:p>
        </p:txBody>
      </p:sp>
      <p:grpSp>
        <p:nvGrpSpPr>
          <p:cNvPr id="763" name="Google Shape;763;p3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64" name="Google Shape;764;p3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3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68" name="Google Shape;768;p3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r>
              <a:rPr lang="en-US"/>
              <a:t> / 67</a:t>
            </a:r>
            <a:endParaRPr/>
          </a:p>
        </p:txBody>
      </p:sp>
      <p:pic>
        <p:nvPicPr>
          <p:cNvPr id="770" name="Google Shape;7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0" y="552360"/>
            <a:ext cx="4985380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87280" y="1064880"/>
              <a:ext cx="4183200" cy="1850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920" y="1055520"/>
                <a:ext cx="4201920" cy="18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fficiency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endParaRPr/>
          </a:p>
        </p:txBody>
      </p:sp>
      <p:grpSp>
        <p:nvGrpSpPr>
          <p:cNvPr id="776" name="Google Shape;776;p3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77" name="Google Shape;777;p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0" name="Google Shape;780;p3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81" name="Google Shape;781;p3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67</a:t>
            </a:r>
            <a:endParaRPr/>
          </a:p>
        </p:txBody>
      </p:sp>
      <p:pic>
        <p:nvPicPr>
          <p:cNvPr id="783" name="Google Shape;78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3806419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45160" y="540720"/>
              <a:ext cx="5082840" cy="16988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800" y="531360"/>
                <a:ext cx="5101560" cy="171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tep</a:t>
            </a:r>
            <a:endParaRPr/>
          </a:p>
        </p:txBody>
      </p:sp>
      <p:sp>
        <p:nvSpPr>
          <p:cNvPr id="789" name="Google Shape;789;p39"/>
          <p:cNvSpPr txBox="1"/>
          <p:nvPr/>
        </p:nvSpPr>
        <p:spPr>
          <a:xfrm>
            <a:off x="347294" y="834267"/>
            <a:ext cx="3682365" cy="51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4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After computing gradients, update all parameters: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For each layer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12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(Vector form for single example)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9"/>
          <p:cNvSpPr txBox="1"/>
          <p:nvPr/>
        </p:nvSpPr>
        <p:spPr>
          <a:xfrm>
            <a:off x="2015998" y="1353756"/>
            <a:ext cx="172212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η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marL="83185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ηδ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1" name="Google Shape;791;p39"/>
          <p:cNvSpPr txBox="1"/>
          <p:nvPr/>
        </p:nvSpPr>
        <p:spPr>
          <a:xfrm>
            <a:off x="5144338" y="1413407"/>
            <a:ext cx="26860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(49)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(50)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9"/>
          <p:cNvSpPr txBox="1"/>
          <p:nvPr/>
        </p:nvSpPr>
        <p:spPr>
          <a:xfrm>
            <a:off x="347294" y="2051969"/>
            <a:ext cx="3709670" cy="394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100" i="1">
                <a:latin typeface="Calibri"/>
                <a:ea typeface="Calibri"/>
                <a:cs typeface="Calibri"/>
                <a:sym typeface="Calibri"/>
              </a:rPr>
              <a:t>η &gt;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0 is the learning rate.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This moves parameters in the direction that reduces the loss!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3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94" name="Google Shape;794;p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3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98" name="Google Shape;798;p3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744920" y="152280"/>
              <a:ext cx="3604320" cy="25858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5560" y="142920"/>
                <a:ext cx="3623040" cy="260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805" name="Google Shape;80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0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7" name="Google Shape;807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0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0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1" name="Google Shape;811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0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0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7" name="Google Shape;817;p4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40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" name="Google Shape;819;p4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0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0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" name="Google Shape;824;p4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25" name="Google Shape;825;p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8" name="Google Shape;828;p4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29" name="Google Shape;829;p4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sing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rained</a:t>
            </a:r>
            <a:r>
              <a:rPr lang="en-US">
                <a:solidFill>
                  <a:srgbClr val="FFFFFF"/>
                </a:solidFill>
              </a:rPr>
              <a:t> DFNN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grpSp>
        <p:nvGrpSpPr>
          <p:cNvPr id="836" name="Google Shape;836;p4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37" name="Google Shape;837;p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0" name="Google Shape;840;p4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41" name="Google Shape;841;p4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r>
              <a:rPr lang="en-US"/>
              <a:t> / 67</a:t>
            </a:r>
            <a:endParaRPr/>
          </a:p>
        </p:txBody>
      </p:sp>
      <p:pic>
        <p:nvPicPr>
          <p:cNvPr id="843" name="Google Shape;84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600" y="501300"/>
            <a:ext cx="5162215" cy="25669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824040" y="29520"/>
              <a:ext cx="4943520" cy="26409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4680" y="20160"/>
                <a:ext cx="4962240" cy="265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grpSp>
        <p:nvGrpSpPr>
          <p:cNvPr id="849" name="Google Shape;849;p4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50" name="Google Shape;850;p4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3" name="Google Shape;853;p4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54" name="Google Shape;854;p4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67</a:t>
            </a:r>
            <a:endParaRPr/>
          </a:p>
        </p:txBody>
      </p:sp>
      <p:pic>
        <p:nvPicPr>
          <p:cNvPr id="856" name="Google Shape;8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50" y="550235"/>
            <a:ext cx="4910214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862" name="Google Shape;86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3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4" name="Google Shape;864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43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6" name="Google Shape;866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43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3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0" name="Google Shape;870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43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2" name="Google Shape;872;p4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3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4" name="Google Shape;874;p4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3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p4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43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8" name="Google Shape;878;p4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3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3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1" name="Google Shape;881;p4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82" name="Google Shape;882;p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5" name="Google Shape;885;p4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86" name="Google Shape;886;p4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idth</a:t>
            </a:r>
            <a:endParaRPr/>
          </a:p>
        </p:txBody>
      </p:sp>
      <p:grpSp>
        <p:nvGrpSpPr>
          <p:cNvPr id="893" name="Google Shape;893;p44"/>
          <p:cNvGrpSpPr/>
          <p:nvPr/>
        </p:nvGrpSpPr>
        <p:grpSpPr>
          <a:xfrm>
            <a:off x="958660" y="1299134"/>
            <a:ext cx="1221882" cy="283600"/>
            <a:chOff x="958660" y="1299134"/>
            <a:chExt cx="1221882" cy="283600"/>
          </a:xfrm>
        </p:grpSpPr>
        <p:pic>
          <p:nvPicPr>
            <p:cNvPr id="894" name="Google Shape;894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866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5" name="Google Shape;895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7865" y="1299134"/>
              <a:ext cx="185063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7707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36275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9548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44"/>
            <p:cNvSpPr/>
            <p:nvPr/>
          </p:nvSpPr>
          <p:spPr>
            <a:xfrm>
              <a:off x="986389" y="1542868"/>
              <a:ext cx="1134745" cy="0"/>
            </a:xfrm>
            <a:custGeom>
              <a:avLst/>
              <a:gdLst/>
              <a:ahLst/>
              <a:cxnLst/>
              <a:rect l="l" t="t" r="r" b="b"/>
              <a:pathLst>
                <a:path w="1134745" h="120000" extrusionOk="0">
                  <a:moveTo>
                    <a:pt x="0" y="0"/>
                  </a:moveTo>
                  <a:lnTo>
                    <a:pt x="113470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2093763" y="150335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44"/>
          <p:cNvSpPr txBox="1"/>
          <p:nvPr/>
        </p:nvSpPr>
        <p:spPr>
          <a:xfrm>
            <a:off x="1437233" y="1555494"/>
            <a:ext cx="243204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Deep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44"/>
          <p:cNvGrpSpPr/>
          <p:nvPr/>
        </p:nvGrpSpPr>
        <p:grpSpPr>
          <a:xfrm>
            <a:off x="513702" y="2183409"/>
            <a:ext cx="69291" cy="512140"/>
            <a:chOff x="513702" y="2183409"/>
            <a:chExt cx="69291" cy="512140"/>
          </a:xfrm>
        </p:grpSpPr>
        <p:pic>
          <p:nvPicPr>
            <p:cNvPr id="903" name="Google Shape;903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1834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4" name="Google Shape;904;p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4048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4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626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6" name="Google Shape;906;p44"/>
          <p:cNvSpPr txBox="1"/>
          <p:nvPr/>
        </p:nvSpPr>
        <p:spPr>
          <a:xfrm>
            <a:off x="347294" y="1827021"/>
            <a:ext cx="1574800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Hierarchical features More expressive Better generalization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4"/>
          <p:cNvSpPr txBox="1"/>
          <p:nvPr/>
        </p:nvSpPr>
        <p:spPr>
          <a:xfrm>
            <a:off x="347294" y="535888"/>
            <a:ext cx="436308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Two ways to increase model capacity: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633345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Width (more units per layer):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 (more layers):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44"/>
          <p:cNvGrpSpPr/>
          <p:nvPr/>
        </p:nvGrpSpPr>
        <p:grpSpPr>
          <a:xfrm>
            <a:off x="4180869" y="1119610"/>
            <a:ext cx="281051" cy="776148"/>
            <a:chOff x="4180869" y="1119610"/>
            <a:chExt cx="281051" cy="776148"/>
          </a:xfrm>
        </p:grpSpPr>
        <p:sp>
          <p:nvSpPr>
            <p:cNvPr id="909" name="Google Shape;909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0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4"/>
            <p:cNvSpPr/>
            <p:nvPr/>
          </p:nvSpPr>
          <p:spPr>
            <a:xfrm>
              <a:off x="4220378" y="1144809"/>
              <a:ext cx="0" cy="746125"/>
            </a:xfrm>
            <a:custGeom>
              <a:avLst/>
              <a:gdLst/>
              <a:ahLst/>
              <a:cxnLst/>
              <a:rect l="l" t="t" r="r" b="b"/>
              <a:pathLst>
                <a:path w="120000" h="746125" extrusionOk="0">
                  <a:moveTo>
                    <a:pt x="0" y="0"/>
                  </a:moveTo>
                  <a:lnTo>
                    <a:pt x="0" y="74589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4"/>
            <p:cNvSpPr/>
            <p:nvPr/>
          </p:nvSpPr>
          <p:spPr>
            <a:xfrm>
              <a:off x="4180869" y="18633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9" name="Google Shape;919;p44"/>
          <p:cNvSpPr txBox="1"/>
          <p:nvPr/>
        </p:nvSpPr>
        <p:spPr>
          <a:xfrm>
            <a:off x="3949560" y="1451176"/>
            <a:ext cx="23304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Wide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44"/>
          <p:cNvGrpSpPr/>
          <p:nvPr/>
        </p:nvGrpSpPr>
        <p:grpSpPr>
          <a:xfrm>
            <a:off x="3134525" y="2365463"/>
            <a:ext cx="69291" cy="512140"/>
            <a:chOff x="3134525" y="2365463"/>
            <a:chExt cx="69291" cy="512140"/>
          </a:xfrm>
        </p:grpSpPr>
        <p:pic>
          <p:nvPicPr>
            <p:cNvPr id="921" name="Google Shape;921;p4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4525" y="23654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4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134525" y="2586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3" name="Google Shape;923;p4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134525" y="28083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4" name="Google Shape;924;p44"/>
          <p:cNvSpPr txBox="1"/>
          <p:nvPr/>
        </p:nvSpPr>
        <p:spPr>
          <a:xfrm>
            <a:off x="2968117" y="2009075"/>
            <a:ext cx="1638935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parallel features Higher capacity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Risk of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5" name="Google Shape;925;p4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26" name="Google Shape;926;p4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4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30" name="Google Shape;930;p4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240840" y="50760"/>
              <a:ext cx="5256360" cy="22014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1480" y="41400"/>
                <a:ext cx="5275080" cy="222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atters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sp>
        <p:nvSpPr>
          <p:cNvPr id="937" name="Google Shape;937;p45"/>
          <p:cNvSpPr txBox="1"/>
          <p:nvPr/>
        </p:nvSpPr>
        <p:spPr>
          <a:xfrm>
            <a:off x="347294" y="470527"/>
            <a:ext cx="303593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Deep networks learn hierarchical representations: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5"/>
          <p:cNvSpPr txBox="1"/>
          <p:nvPr/>
        </p:nvSpPr>
        <p:spPr>
          <a:xfrm>
            <a:off x="1095322" y="797943"/>
            <a:ext cx="2243455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Low-level features (edges, textures)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5"/>
          <p:cNvSpPr txBox="1"/>
          <p:nvPr/>
        </p:nvSpPr>
        <p:spPr>
          <a:xfrm>
            <a:off x="1161734" y="1271019"/>
            <a:ext cx="2110740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63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Mid-level features (parts, shapes)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5"/>
          <p:cNvSpPr txBox="1"/>
          <p:nvPr/>
        </p:nvSpPr>
        <p:spPr>
          <a:xfrm>
            <a:off x="1016340" y="1744119"/>
            <a:ext cx="2401570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High-level features (objects, concepts)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1" name="Google Shape;941;p45"/>
          <p:cNvGrpSpPr/>
          <p:nvPr/>
        </p:nvGrpSpPr>
        <p:grpSpPr>
          <a:xfrm>
            <a:off x="2168309" y="926673"/>
            <a:ext cx="3298797" cy="952500"/>
            <a:chOff x="2168309" y="926673"/>
            <a:chExt cx="3298797" cy="952500"/>
          </a:xfrm>
        </p:grpSpPr>
        <p:sp>
          <p:nvSpPr>
            <p:cNvPr id="942" name="Google Shape;942;p45"/>
            <p:cNvSpPr/>
            <p:nvPr/>
          </p:nvSpPr>
          <p:spPr>
            <a:xfrm>
              <a:off x="2216961" y="10884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36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2168309" y="1222449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4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2216961" y="15615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61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2168309" y="1695574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5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solidFill>
              <a:srgbClr val="FEF4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8" name="Google Shape;948;p45"/>
          <p:cNvSpPr txBox="1"/>
          <p:nvPr/>
        </p:nvSpPr>
        <p:spPr>
          <a:xfrm>
            <a:off x="542937" y="837500"/>
            <a:ext cx="407034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Simple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5"/>
          <p:cNvSpPr txBox="1"/>
          <p:nvPr/>
        </p:nvSpPr>
        <p:spPr>
          <a:xfrm>
            <a:off x="392849" y="1783713"/>
            <a:ext cx="513715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Complex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5"/>
          <p:cNvSpPr txBox="1"/>
          <p:nvPr/>
        </p:nvSpPr>
        <p:spPr>
          <a:xfrm>
            <a:off x="3658806" y="902105"/>
            <a:ext cx="172466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-635" algn="ctr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Deep networks can represent exponentially more functions than shallow ones with the same number of parameters!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1" name="Google Shape;951;p45"/>
          <p:cNvGrpSpPr/>
          <p:nvPr/>
        </p:nvGrpSpPr>
        <p:grpSpPr>
          <a:xfrm>
            <a:off x="513702" y="2423833"/>
            <a:ext cx="69291" cy="620890"/>
            <a:chOff x="513702" y="2423833"/>
            <a:chExt cx="69291" cy="620890"/>
          </a:xfrm>
        </p:grpSpPr>
        <p:pic>
          <p:nvPicPr>
            <p:cNvPr id="952" name="Google Shape;952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4238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3" name="Google Shape;953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6076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915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9754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6" name="Google Shape;956;p45"/>
          <p:cNvSpPr txBox="1"/>
          <p:nvPr/>
        </p:nvSpPr>
        <p:spPr>
          <a:xfrm>
            <a:off x="347294" y="2130017"/>
            <a:ext cx="3359150" cy="95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Image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Layer 1: Detect edges and colors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Layer 2: Combine into textures and simple shapes Layer 3: Recognize object parts (eyes, wheels) Layer 4+: Identify complete objects (faces, cars)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" name="Google Shape;957;p4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58" name="Google Shape;958;p4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4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62" name="Google Shape;962;p4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790200" y="126720"/>
              <a:ext cx="4402800" cy="18975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840" y="117360"/>
                <a:ext cx="4421520" cy="191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niversal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pproximation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heorem</a:t>
            </a:r>
            <a:endParaRPr/>
          </a:p>
        </p:txBody>
      </p:sp>
      <p:grpSp>
        <p:nvGrpSpPr>
          <p:cNvPr id="969" name="Google Shape;969;p46"/>
          <p:cNvGrpSpPr/>
          <p:nvPr/>
        </p:nvGrpSpPr>
        <p:grpSpPr>
          <a:xfrm>
            <a:off x="309193" y="512368"/>
            <a:ext cx="5192466" cy="894919"/>
            <a:chOff x="309193" y="512368"/>
            <a:chExt cx="5192466" cy="894919"/>
          </a:xfrm>
        </p:grpSpPr>
        <p:sp>
          <p:nvSpPr>
            <p:cNvPr id="970" name="Google Shape;970;p46"/>
            <p:cNvSpPr/>
            <p:nvPr/>
          </p:nvSpPr>
          <p:spPr>
            <a:xfrm>
              <a:off x="309193" y="512368"/>
              <a:ext cx="5142230" cy="245745"/>
            </a:xfrm>
            <a:custGeom>
              <a:avLst/>
              <a:gdLst/>
              <a:ahLst/>
              <a:cxnLst/>
              <a:rect l="l" t="t" r="r" b="b"/>
              <a:pathLst>
                <a:path w="5142230" h="245745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45604"/>
                  </a:lnTo>
                  <a:lnTo>
                    <a:pt x="5141666" y="24560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1" name="Google Shape;971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4532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0568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9298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6602"/>
              <a:ext cx="50800" cy="74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46"/>
            <p:cNvSpPr/>
            <p:nvPr/>
          </p:nvSpPr>
          <p:spPr>
            <a:xfrm>
              <a:off x="309193" y="789602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6084"/>
                  </a:lnTo>
                  <a:lnTo>
                    <a:pt x="4008" y="535809"/>
                  </a:lnTo>
                  <a:lnTo>
                    <a:pt x="14922" y="551962"/>
                  </a:lnTo>
                  <a:lnTo>
                    <a:pt x="31075" y="562876"/>
                  </a:lnTo>
                  <a:lnTo>
                    <a:pt x="50800" y="566885"/>
                  </a:lnTo>
                  <a:lnTo>
                    <a:pt x="5090865" y="566885"/>
                  </a:lnTo>
                  <a:lnTo>
                    <a:pt x="5110590" y="562876"/>
                  </a:lnTo>
                  <a:lnTo>
                    <a:pt x="5126743" y="551962"/>
                  </a:lnTo>
                  <a:lnTo>
                    <a:pt x="5137657" y="535809"/>
                  </a:lnTo>
                  <a:lnTo>
                    <a:pt x="5141666" y="516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6"/>
            <p:cNvSpPr/>
            <p:nvPr/>
          </p:nvSpPr>
          <p:spPr>
            <a:xfrm>
              <a:off x="5450859" y="594703"/>
              <a:ext cx="0" cy="730250"/>
            </a:xfrm>
            <a:custGeom>
              <a:avLst/>
              <a:gdLst/>
              <a:ahLst/>
              <a:cxnLst/>
              <a:rect l="l" t="t" r="r" b="b"/>
              <a:pathLst>
                <a:path w="120000" h="730250" extrusionOk="0">
                  <a:moveTo>
                    <a:pt x="0" y="73003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6"/>
            <p:cNvSpPr/>
            <p:nvPr/>
          </p:nvSpPr>
          <p:spPr>
            <a:xfrm>
              <a:off x="5450859" y="5820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6"/>
            <p:cNvSpPr/>
            <p:nvPr/>
          </p:nvSpPr>
          <p:spPr>
            <a:xfrm>
              <a:off x="5450859" y="569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6"/>
            <p:cNvSpPr/>
            <p:nvPr/>
          </p:nvSpPr>
          <p:spPr>
            <a:xfrm>
              <a:off x="5450859" y="556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6"/>
            <p:cNvSpPr/>
            <p:nvPr/>
          </p:nvSpPr>
          <p:spPr>
            <a:xfrm>
              <a:off x="5450859" y="53755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1" name="Google Shape;981;p46"/>
          <p:cNvSpPr txBox="1"/>
          <p:nvPr/>
        </p:nvSpPr>
        <p:spPr>
          <a:xfrm>
            <a:off x="309194" y="419525"/>
            <a:ext cx="4823460" cy="90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508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heorem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(C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ybenko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, 1989; H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ornik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., 1989)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50800" marR="43180" lvl="0" indent="0" algn="just" rtl="0">
              <a:lnSpc>
                <a:spcPct val="1067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feed-forward network with a single hidden layer containing a finite number of neurons can approximate any continuous function on a compact subset of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given an appropriate activation function.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2" name="Google Shape;982;p46"/>
          <p:cNvGrpSpPr/>
          <p:nvPr/>
        </p:nvGrpSpPr>
        <p:grpSpPr>
          <a:xfrm>
            <a:off x="513702" y="1767916"/>
            <a:ext cx="69291" cy="1254709"/>
            <a:chOff x="513702" y="1767916"/>
            <a:chExt cx="69291" cy="1254709"/>
          </a:xfrm>
        </p:grpSpPr>
        <p:pic>
          <p:nvPicPr>
            <p:cNvPr id="983" name="Google Shape;983;p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679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13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4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348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6" name="Google Shape;986;p4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864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7" name="Google Shape;987;p4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698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4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9533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9" name="Google Shape;989;p46"/>
          <p:cNvSpPr txBox="1"/>
          <p:nvPr/>
        </p:nvSpPr>
        <p:spPr>
          <a:xfrm>
            <a:off x="347294" y="1474786"/>
            <a:ext cx="3366135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What this means: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Theoretically, even shallow networks are powerful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May require exponentially many hidden units Deep networks are much more parameter-efficient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Practice: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learn better representations Achieve better performance with fewer parameters Generalize better to new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0" name="Google Shape;990;p46"/>
          <p:cNvGrpSpPr/>
          <p:nvPr/>
        </p:nvGrpSpPr>
        <p:grpSpPr>
          <a:xfrm>
            <a:off x="3914494" y="2035444"/>
            <a:ext cx="1531620" cy="559435"/>
            <a:chOff x="3914494" y="2035444"/>
            <a:chExt cx="1531620" cy="559435"/>
          </a:xfrm>
        </p:grpSpPr>
        <p:sp>
          <p:nvSpPr>
            <p:cNvPr id="991" name="Google Shape;991;p46"/>
            <p:cNvSpPr/>
            <p:nvPr/>
          </p:nvSpPr>
          <p:spPr>
            <a:xfrm>
              <a:off x="3914494" y="2035444"/>
              <a:ext cx="1531620" cy="559435"/>
            </a:xfrm>
            <a:custGeom>
              <a:avLst/>
              <a:gdLst/>
              <a:ahLst/>
              <a:cxnLst/>
              <a:rect l="l" t="t" r="r" b="b"/>
              <a:pathLst>
                <a:path w="1531620" h="559435" extrusionOk="0">
                  <a:moveTo>
                    <a:pt x="14804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8387"/>
                  </a:lnTo>
                  <a:lnTo>
                    <a:pt x="3977" y="528087"/>
                  </a:lnTo>
                  <a:lnTo>
                    <a:pt x="14823" y="544174"/>
                  </a:lnTo>
                  <a:lnTo>
                    <a:pt x="30910" y="555020"/>
                  </a:lnTo>
                  <a:lnTo>
                    <a:pt x="50610" y="558998"/>
                  </a:lnTo>
                  <a:lnTo>
                    <a:pt x="1480496" y="558998"/>
                  </a:lnTo>
                  <a:lnTo>
                    <a:pt x="1500196" y="555020"/>
                  </a:lnTo>
                  <a:lnTo>
                    <a:pt x="1516283" y="544174"/>
                  </a:lnTo>
                  <a:lnTo>
                    <a:pt x="1527130" y="528087"/>
                  </a:lnTo>
                  <a:lnTo>
                    <a:pt x="1531107" y="508387"/>
                  </a:lnTo>
                  <a:lnTo>
                    <a:pt x="1531107" y="50610"/>
                  </a:lnTo>
                  <a:lnTo>
                    <a:pt x="1527130" y="30910"/>
                  </a:lnTo>
                  <a:lnTo>
                    <a:pt x="1516283" y="14823"/>
                  </a:lnTo>
                  <a:lnTo>
                    <a:pt x="1500196" y="3977"/>
                  </a:lnTo>
                  <a:lnTo>
                    <a:pt x="1480496" y="0"/>
                  </a:lnTo>
                  <a:close/>
                </a:path>
              </a:pathLst>
            </a:custGeom>
            <a:solidFill>
              <a:srgbClr val="FEF4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3914494" y="2035444"/>
              <a:ext cx="1531620" cy="559435"/>
            </a:xfrm>
            <a:custGeom>
              <a:avLst/>
              <a:gdLst/>
              <a:ahLst/>
              <a:cxnLst/>
              <a:rect l="l" t="t" r="r" b="b"/>
              <a:pathLst>
                <a:path w="1531620" h="559435" extrusionOk="0">
                  <a:moveTo>
                    <a:pt x="14804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8387"/>
                  </a:lnTo>
                  <a:lnTo>
                    <a:pt x="3977" y="528087"/>
                  </a:lnTo>
                  <a:lnTo>
                    <a:pt x="14823" y="544174"/>
                  </a:lnTo>
                  <a:lnTo>
                    <a:pt x="30910" y="555020"/>
                  </a:lnTo>
                  <a:lnTo>
                    <a:pt x="50610" y="558998"/>
                  </a:lnTo>
                  <a:lnTo>
                    <a:pt x="1480496" y="558998"/>
                  </a:lnTo>
                  <a:lnTo>
                    <a:pt x="1500196" y="555020"/>
                  </a:lnTo>
                  <a:lnTo>
                    <a:pt x="1516283" y="544174"/>
                  </a:lnTo>
                  <a:lnTo>
                    <a:pt x="1527130" y="528087"/>
                  </a:lnTo>
                  <a:lnTo>
                    <a:pt x="1531107" y="508387"/>
                  </a:lnTo>
                  <a:lnTo>
                    <a:pt x="1531107" y="50610"/>
                  </a:lnTo>
                  <a:lnTo>
                    <a:pt x="1527130" y="30910"/>
                  </a:lnTo>
                  <a:lnTo>
                    <a:pt x="1516283" y="14823"/>
                  </a:lnTo>
                  <a:lnTo>
                    <a:pt x="1500196" y="3977"/>
                  </a:lnTo>
                  <a:lnTo>
                    <a:pt x="148049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3" name="Google Shape;993;p46"/>
          <p:cNvSpPr txBox="1"/>
          <p:nvPr/>
        </p:nvSpPr>
        <p:spPr>
          <a:xfrm>
            <a:off x="4010152" y="2010891"/>
            <a:ext cx="1339850" cy="57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-635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Depth enables efficient learning of hierarchical structure!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4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95" name="Google Shape;995;p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8" name="Google Shape;998;p4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99" name="Google Shape;999;p4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6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46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Ink 1"/>
              <p14:cNvContentPartPr/>
              <p14:nvPr/>
            </p14:nvContentPartPr>
            <p14:xfrm>
              <a:off x="92880" y="232200"/>
              <a:ext cx="5488920" cy="2467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0" y="222840"/>
                <a:ext cx="5507640" cy="248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43668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with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ery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endParaRPr/>
          </a:p>
        </p:txBody>
      </p:sp>
      <p:grpSp>
        <p:nvGrpSpPr>
          <p:cNvPr id="1006" name="Google Shape;1006;p47"/>
          <p:cNvGrpSpPr/>
          <p:nvPr/>
        </p:nvGrpSpPr>
        <p:grpSpPr>
          <a:xfrm>
            <a:off x="513702" y="993292"/>
            <a:ext cx="69291" cy="2073224"/>
            <a:chOff x="513702" y="993292"/>
            <a:chExt cx="69291" cy="2073224"/>
          </a:xfrm>
        </p:grpSpPr>
        <p:pic>
          <p:nvPicPr>
            <p:cNvPr id="1007" name="Google Shape;1007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9932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767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602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4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11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995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787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p4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6302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4" name="Google Shape;1014;p4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137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5" name="Google Shape;1015;p4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972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6" name="Google Shape;1016;p47"/>
          <p:cNvSpPr txBox="1"/>
          <p:nvPr/>
        </p:nvSpPr>
        <p:spPr>
          <a:xfrm>
            <a:off x="347294" y="379042"/>
            <a:ext cx="4051300" cy="2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Problems that arise with increasing depth: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Vanishing Gradients: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53720" lvl="0" indent="0" algn="l" rtl="0">
              <a:lnSpc>
                <a:spcPct val="1147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Gradients become exponentially small in early layers Network fails to learn useful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ReLU activations, careful initialization, normalization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Exploding Gradients: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017269" lvl="0" indent="0" algn="l" rtl="0">
              <a:lnSpc>
                <a:spcPct val="1145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Gradients become exponentially large Causes numerical instability (NaN/Inf values)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Gradient clipping, proper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Degradation Problem: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402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Very deep networks harder to optimize Training error may increase with depth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Residual connections (ResNets), skip connections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4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18" name="Google Shape;1018;p4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1" name="Google Shape;1021;p4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22" name="Google Shape;1022;p4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/>
              <p14:cNvContentPartPr/>
              <p14:nvPr/>
            </p14:nvContentPartPr>
            <p14:xfrm>
              <a:off x="0" y="844920"/>
              <a:ext cx="5636520" cy="20919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9360" y="835560"/>
                <a:ext cx="5655240" cy="211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029" name="Google Shape;10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48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1" name="Google Shape;1031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8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3" name="Google Shape;1033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4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48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8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9" name="Google Shape;1039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48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1" name="Google Shape;1041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8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3" name="Google Shape;1043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4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5" name="Google Shape;1045;p4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48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8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" name="Google Shape;1048;p4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49" name="Google Shape;1049;p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4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53" name="Google Shape;1053;p4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onsiderations</a:t>
            </a:r>
            <a:endParaRPr/>
          </a:p>
        </p:txBody>
      </p:sp>
      <p:sp>
        <p:nvSpPr>
          <p:cNvPr id="1060" name="Google Shape;1060;p49"/>
          <p:cNvSpPr txBox="1"/>
          <p:nvPr/>
        </p:nvSpPr>
        <p:spPr>
          <a:xfrm>
            <a:off x="347294" y="483455"/>
            <a:ext cx="24174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decisions when designing a DFNN: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1" name="Google Shape;106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81170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9"/>
          <p:cNvSpPr txBox="1"/>
          <p:nvPr/>
        </p:nvSpPr>
        <p:spPr>
          <a:xfrm>
            <a:off x="483946" y="80185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3" name="Google Shape;1063;p49"/>
          <p:cNvGrpSpPr/>
          <p:nvPr/>
        </p:nvGrpSpPr>
        <p:grpSpPr>
          <a:xfrm>
            <a:off x="456996" y="1219123"/>
            <a:ext cx="121259" cy="528675"/>
            <a:chOff x="456996" y="1219123"/>
            <a:chExt cx="121259" cy="528675"/>
          </a:xfrm>
        </p:grpSpPr>
        <p:pic>
          <p:nvPicPr>
            <p:cNvPr id="1064" name="Google Shape;1064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996" y="1219123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626539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6" name="Google Shape;1066;p49"/>
          <p:cNvSpPr txBox="1"/>
          <p:nvPr/>
        </p:nvSpPr>
        <p:spPr>
          <a:xfrm>
            <a:off x="483946" y="120927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9"/>
          <p:cNvSpPr txBox="1"/>
          <p:nvPr/>
        </p:nvSpPr>
        <p:spPr>
          <a:xfrm>
            <a:off x="483946" y="161668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8" name="Google Shape;1068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03394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49"/>
          <p:cNvSpPr txBox="1"/>
          <p:nvPr/>
        </p:nvSpPr>
        <p:spPr>
          <a:xfrm>
            <a:off x="483946" y="202409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0" name="Google Shape;1070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244135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49"/>
          <p:cNvSpPr txBox="1"/>
          <p:nvPr/>
        </p:nvSpPr>
        <p:spPr>
          <a:xfrm>
            <a:off x="483946" y="243150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9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Number of layers </a:t>
            </a:r>
            <a:r>
              <a:rPr lang="en-US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deep should the network be?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Units per layer </a:t>
            </a:r>
            <a:r>
              <a:rPr lang="en-US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solidFill>
                  <a:srgbClr val="1B1472"/>
                </a:solidFill>
              </a:rPr>
              <a:t>1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solidFill>
                  <a:srgbClr val="1B1472"/>
                </a:solidFill>
              </a:rPr>
              <a:t>2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wide should each layer be?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Activation functions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1200" baseline="300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 i="1" baseline="300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aseline="300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aseline="30000">
              <a:latin typeface="Tahoma"/>
              <a:ea typeface="Tahoma"/>
              <a:cs typeface="Tahoma"/>
              <a:sym typeface="Tahoma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 </a:t>
            </a:r>
            <a:r>
              <a:rPr lang="en-US" sz="950"/>
              <a:t>Which non-linearity for each layer?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Output layer design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 </a:t>
            </a:r>
            <a:r>
              <a:rPr lang="en-US" sz="950"/>
              <a:t>Depends on task (regression vs classification)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Regularization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to prevent overfitting?</a:t>
            </a:r>
            <a:endParaRPr sz="950"/>
          </a:p>
        </p:txBody>
      </p:sp>
      <p:sp>
        <p:nvSpPr>
          <p:cNvPr id="1073" name="Google Shape;1073;p49"/>
          <p:cNvSpPr txBox="1"/>
          <p:nvPr/>
        </p:nvSpPr>
        <p:spPr>
          <a:xfrm>
            <a:off x="347294" y="2885927"/>
            <a:ext cx="482917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 universal answer - depends on problem, data, and computational resources!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4" name="Google Shape;1074;p4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75" name="Google Shape;1075;p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" name="Google Shape;1078;p4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79" name="Google Shape;1079;p4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63360" y="718200"/>
              <a:ext cx="2590200" cy="20959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000" y="708840"/>
                <a:ext cx="2608920" cy="211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4237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endParaRPr/>
          </a:p>
        </p:txBody>
      </p:sp>
      <p:sp>
        <p:nvSpPr>
          <p:cNvPr id="1086" name="Google Shape;1086;p5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87" name="Google Shape;1087;p5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r>
              <a:rPr lang="en-US"/>
              <a:t> / 67</a:t>
            </a:r>
            <a:endParaRPr/>
          </a:p>
        </p:txBody>
      </p:sp>
      <p:pic>
        <p:nvPicPr>
          <p:cNvPr id="1089" name="Google Shape;10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75" y="487375"/>
            <a:ext cx="3479875" cy="258344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32200" y="861840"/>
              <a:ext cx="4043880" cy="20325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840" y="852480"/>
                <a:ext cx="4062600" cy="205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G</a:t>
            </a:r>
            <a:r>
              <a:rPr lang="en-US" cap="small">
                <a:solidFill>
                  <a:srgbClr val="FFFFFF"/>
                </a:solidFill>
              </a:rPr>
              <a:t>eneral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uidelines</a:t>
            </a:r>
            <a:endParaRPr/>
          </a:p>
        </p:txBody>
      </p:sp>
      <p:grpSp>
        <p:nvGrpSpPr>
          <p:cNvPr id="1095" name="Google Shape;1095;p51"/>
          <p:cNvGrpSpPr/>
          <p:nvPr/>
        </p:nvGrpSpPr>
        <p:grpSpPr>
          <a:xfrm>
            <a:off x="513702" y="738276"/>
            <a:ext cx="69291" cy="2305189"/>
            <a:chOff x="513702" y="738276"/>
            <a:chExt cx="69291" cy="2305189"/>
          </a:xfrm>
        </p:grpSpPr>
        <p:pic>
          <p:nvPicPr>
            <p:cNvPr id="1096" name="Google Shape;1096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382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7" name="Google Shape;1097;p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222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8" name="Google Shape;1098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062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112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0" name="Google Shape;1100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563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5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013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5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901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3" name="Google Shape;1103;p5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741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4" name="Google Shape;1104;p51"/>
          <p:cNvSpPr txBox="1"/>
          <p:nvPr/>
        </p:nvSpPr>
        <p:spPr>
          <a:xfrm>
            <a:off x="334601" y="418987"/>
            <a:ext cx="4571100" cy="2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1. Start Simple: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Begin with 2-3 hidden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69545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10-100 units per layer (depending on problem scale)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69545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Gradually increase complexity if needed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4785" lvl="0" indent="-159385" algn="l" rtl="0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Common Patterns: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7016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Decreasing width: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L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marR="659765" lvl="0" indent="0" algn="ctr" rtl="0">
              <a:lnSpc>
                <a:spcPct val="118421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Funnel architecture (compression)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0" marR="711835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Constant width: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-25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marR="1283970" lvl="0" indent="0" algn="ctr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Uniform representation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0" marR="794385" lvl="0" indent="0" algn="ctr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Hourglass: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Wide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Narrow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Wide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59435" lvl="0" indent="0" algn="ctr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Learns compressed representations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4785" lvl="0" indent="-159385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Scale with Data: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data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support larger networks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Less data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keep networks smaller to avoid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5" name="Google Shape;1105;p5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06" name="Google Shape;1106;p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9" name="Google Shape;1109;p5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10" name="Google Shape;1110;p5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1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51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937800" y="435240"/>
              <a:ext cx="4208760" cy="2565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8440" y="425880"/>
                <a:ext cx="4227480" cy="258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H</a:t>
            </a:r>
            <a:r>
              <a:rPr lang="en-US" cap="small">
                <a:solidFill>
                  <a:srgbClr val="FFFFFF"/>
                </a:solidFill>
              </a:rPr>
              <a:t>idden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unctions</a:t>
            </a:r>
            <a:endParaRPr/>
          </a:p>
        </p:txBody>
      </p:sp>
      <p:graphicFrame>
        <p:nvGraphicFramePr>
          <p:cNvPr id="1117" name="Google Shape;1117;p52"/>
          <p:cNvGraphicFramePr/>
          <p:nvPr/>
        </p:nvGraphicFramePr>
        <p:xfrm>
          <a:off x="1008405" y="545858"/>
          <a:ext cx="3736975" cy="1571025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84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 to Use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Avoid When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choice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Fast, no vanishing gradient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Very 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dying ReLU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Leaky 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Fixes dying 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Never (safe choice)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Tanh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Zero-centered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Very 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vanishing gradient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Sigmoid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Avoid for hidden layers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(only for binary output)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Hidden layers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 saturation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18" name="Google Shape;1118;p52"/>
          <p:cNvGrpSpPr/>
          <p:nvPr/>
        </p:nvGrpSpPr>
        <p:grpSpPr>
          <a:xfrm>
            <a:off x="513702" y="2542260"/>
            <a:ext cx="69291" cy="482397"/>
            <a:chOff x="513702" y="2542260"/>
            <a:chExt cx="69291" cy="482397"/>
          </a:xfrm>
        </p:grpSpPr>
        <p:pic>
          <p:nvPicPr>
            <p:cNvPr id="1119" name="Google Shape;1119;p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422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488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553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2" name="Google Shape;1122;p52"/>
          <p:cNvSpPr txBox="1"/>
          <p:nvPr/>
        </p:nvSpPr>
        <p:spPr>
          <a:xfrm>
            <a:off x="347294" y="2210649"/>
            <a:ext cx="4029075" cy="85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Modern recommendation: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Default: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 for hidden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Alternative: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Leaky ReLU, ELU for very deep networks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Avoid: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Sigmoid/Tanh in hidden layers (unless specific reason)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3" name="Google Shape;1123;p5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24" name="Google Shape;1124;p5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5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28" name="Google Shape;1128;p5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342360" y="621000"/>
              <a:ext cx="5099760" cy="14115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000" y="611640"/>
                <a:ext cx="5118480" cy="143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egularization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echniques</a:t>
            </a:r>
            <a:endParaRPr/>
          </a:p>
        </p:txBody>
      </p:sp>
      <p:sp>
        <p:nvSpPr>
          <p:cNvPr id="1135" name="Google Shape;1135;p53"/>
          <p:cNvSpPr txBox="1"/>
          <p:nvPr/>
        </p:nvSpPr>
        <p:spPr>
          <a:xfrm>
            <a:off x="347294" y="737411"/>
            <a:ext cx="2261235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Prevent overfitting with: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L2 Regularization (Weight Decay):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Dropout: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Early Stopping: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Normalization: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3"/>
          <p:cNvSpPr txBox="1"/>
          <p:nvPr/>
        </p:nvSpPr>
        <p:spPr>
          <a:xfrm>
            <a:off x="347294" y="2406153"/>
            <a:ext cx="283337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Note: You will learn about this in Module 10 and 11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7" name="Google Shape;1137;p5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38" name="Google Shape;1138;p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1" name="Google Shape;1141;p5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42" name="Google Shape;1142;p5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5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39320" y="726840"/>
              <a:ext cx="3186000" cy="1909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60" y="717480"/>
                <a:ext cx="3204720" cy="192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149" name="Google Shape;114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5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1" name="Google Shape;115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4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3" name="Google Shape;115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4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5" name="Google Shape;1155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54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7" name="Google Shape;1157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54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9" name="Google Shape;1159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5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1" name="Google Shape;1161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54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3" name="Google Shape;1163;p5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4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5" name="Google Shape;1165;p5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54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8" name="Google Shape;1168;p5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69" name="Google Shape;1169;p5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2" name="Google Shape;1172;p5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73" name="Google Shape;1173;p5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nitialization</a:t>
            </a:r>
            <a:endParaRPr/>
          </a:p>
        </p:txBody>
      </p:sp>
      <p:grpSp>
        <p:nvGrpSpPr>
          <p:cNvPr id="1180" name="Google Shape;1180;p55"/>
          <p:cNvGrpSpPr/>
          <p:nvPr/>
        </p:nvGrpSpPr>
        <p:grpSpPr>
          <a:xfrm>
            <a:off x="513702" y="1562239"/>
            <a:ext cx="69291" cy="512140"/>
            <a:chOff x="513702" y="1562239"/>
            <a:chExt cx="69291" cy="512140"/>
          </a:xfrm>
        </p:grpSpPr>
        <p:pic>
          <p:nvPicPr>
            <p:cNvPr id="1181" name="Google Shape;1181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562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2" name="Google Shape;1182;p5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7836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0050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4" name="Google Shape;1184;p55"/>
          <p:cNvSpPr txBox="1"/>
          <p:nvPr/>
        </p:nvSpPr>
        <p:spPr>
          <a:xfrm>
            <a:off x="321894" y="683709"/>
            <a:ext cx="30543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4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 initialization is critical for training success!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C20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r>
              <a:rPr lang="en-US" sz="1200">
                <a:solidFill>
                  <a:srgbClr val="EC20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Bad: Zero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9865" lvl="0" indent="-151765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218B21"/>
              </a:buClr>
              <a:buSzPts val="1200"/>
              <a:buFont typeface="Quattrocento Sans"/>
              <a:buChar char="✓"/>
            </a:pPr>
            <a:r>
              <a:rPr lang="en-US" sz="1050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Good: Random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marR="304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Xavier/Glorot Initialization for Sigmoid / Tanh He Initialization for ReLU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Biases: Initialize to zero: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 i="1" baseline="3000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55"/>
          <p:cNvSpPr txBox="1"/>
          <p:nvPr/>
        </p:nvSpPr>
        <p:spPr>
          <a:xfrm>
            <a:off x="347294" y="2520936"/>
            <a:ext cx="283337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Note: You will learn about this in Module 10 and 11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6" name="Google Shape;1186;p5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87" name="Google Shape;1187;p5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0" name="Google Shape;1190;p5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91" name="Google Shape;1191;p5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yperparameters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une</a:t>
            </a:r>
            <a:endParaRPr/>
          </a:p>
        </p:txBody>
      </p:sp>
      <p:grpSp>
        <p:nvGrpSpPr>
          <p:cNvPr id="1198" name="Google Shape;1198;p56"/>
          <p:cNvGrpSpPr/>
          <p:nvPr/>
        </p:nvGrpSpPr>
        <p:grpSpPr>
          <a:xfrm>
            <a:off x="513702" y="755472"/>
            <a:ext cx="69291" cy="2270785"/>
            <a:chOff x="513702" y="755472"/>
            <a:chExt cx="69291" cy="2270785"/>
          </a:xfrm>
        </p:grpSpPr>
        <p:pic>
          <p:nvPicPr>
            <p:cNvPr id="1199" name="Google Shape;1199;p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54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0" name="Google Shape;1200;p5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601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1" name="Google Shape;1201;p5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4469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2" name="Google Shape;1202;p5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515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5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56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4" name="Google Shape;1204;p5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608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5" name="Google Shape;1205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477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6" name="Google Shape;1206;p5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523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7" name="Google Shape;1207;p5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569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8" name="Google Shape;1208;p56"/>
          <p:cNvSpPr txBox="1"/>
          <p:nvPr/>
        </p:nvSpPr>
        <p:spPr>
          <a:xfrm>
            <a:off x="347294" y="387965"/>
            <a:ext cx="34119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72085" lvl="0" indent="-159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Rate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η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Start with: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η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001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Consider adaptive methods (Adam with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001)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Size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Common: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marR="80645" lvl="0" indent="0" algn="l" rtl="0">
              <a:lnSpc>
                <a:spcPct val="153333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Larger batch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faster but may hurt generalization Smaller batch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better generalization but slower Limited by GPU memory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Number of Epochs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274955" lvl="0" indent="0" algn="l" rtl="0">
              <a:lnSpc>
                <a:spcPct val="127899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early stopping based on validation loss Typically 50-200 epochs for moderate datasets Monitor for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9" name="Google Shape;1209;p5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10" name="Google Shape;1210;p5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3" name="Google Shape;1213;p5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14" name="Google Shape;1214;p5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5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/>
              <p14:cNvContentPartPr/>
              <p14:nvPr/>
            </p14:nvContentPartPr>
            <p14:xfrm>
              <a:off x="185760" y="435240"/>
              <a:ext cx="4652280" cy="21762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6400" y="425880"/>
                <a:ext cx="4671000" cy="219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61683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reprocessing</a:t>
            </a:r>
            <a:endParaRPr/>
          </a:p>
        </p:txBody>
      </p:sp>
      <p:grpSp>
        <p:nvGrpSpPr>
          <p:cNvPr id="1221" name="Google Shape;1221;p5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22" name="Google Shape;1222;p5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5" name="Google Shape;1225;p5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26" name="Google Shape;1226;p5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7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57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8" name="Google Shape;122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5" y="499649"/>
            <a:ext cx="3649852" cy="26380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70240" y="874440"/>
              <a:ext cx="3101760" cy="444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880" y="865080"/>
                <a:ext cx="3120480" cy="46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onitoring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rogress</a:t>
            </a:r>
            <a:endParaRPr/>
          </a:p>
        </p:txBody>
      </p:sp>
      <p:sp>
        <p:nvSpPr>
          <p:cNvPr id="1234" name="Google Shape;1234;p5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35" name="Google Shape;1235;p5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r>
              <a:rPr lang="en-US"/>
              <a:t> / 67</a:t>
            </a:r>
            <a:endParaRPr/>
          </a:p>
        </p:txBody>
      </p:sp>
      <p:pic>
        <p:nvPicPr>
          <p:cNvPr id="1237" name="Google Shape;123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5" y="550235"/>
            <a:ext cx="4550724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746440" y="1445040"/>
              <a:ext cx="874800" cy="3171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7080" y="1435680"/>
                <a:ext cx="893520" cy="33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"/>
          <p:cNvSpPr txBox="1"/>
          <p:nvPr/>
        </p:nvSpPr>
        <p:spPr>
          <a:xfrm>
            <a:off x="95300" y="109545"/>
            <a:ext cx="304355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iagnosing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ssues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3" name="Google Shape;1243;p59"/>
          <p:cNvGraphicFramePr/>
          <p:nvPr/>
        </p:nvGraphicFramePr>
        <p:xfrm>
          <a:off x="360006" y="532320"/>
          <a:ext cx="5185425" cy="2460901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116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Symptom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Diagnosis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Solution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= NaN/Inf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Numerical instability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check gradients, normalize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inputs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not decreas-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 rate  too  small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OR bug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verify gradient computation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oscillating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 too large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use learning rate schedule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 loss 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↓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validation loss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↑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Add regularization, dropout, more data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Both losses high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Underfitting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 capacity (wider/deeper),  train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longer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 convergence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Poor initialization OR bad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Use proper init (He/Xavier),  normalize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Gradients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Vanishing gradients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Use ReLU, better init, batch normalization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Gradients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∞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Exploding gradients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clipping, 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44" name="Google Shape;1244;p5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45" name="Google Shape;1245;p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8" name="Google Shape;1248;p5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49" name="Google Shape;1249;p5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ebugging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hecklist</a:t>
            </a:r>
            <a:endParaRPr/>
          </a:p>
        </p:txBody>
      </p:sp>
      <p:grpSp>
        <p:nvGrpSpPr>
          <p:cNvPr id="1256" name="Google Shape;1256;p60"/>
          <p:cNvGrpSpPr/>
          <p:nvPr/>
        </p:nvGrpSpPr>
        <p:grpSpPr>
          <a:xfrm>
            <a:off x="513702" y="705345"/>
            <a:ext cx="69291" cy="2367648"/>
            <a:chOff x="513702" y="705345"/>
            <a:chExt cx="69291" cy="2367648"/>
          </a:xfrm>
        </p:grpSpPr>
        <p:pic>
          <p:nvPicPr>
            <p:cNvPr id="1257" name="Google Shape;1257;p6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3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497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9940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6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1384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6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2827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2" name="Google Shape;1262;p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101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3" name="Google Shape;1263;p6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8545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4" name="Google Shape;1264;p6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9988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5" name="Google Shape;1265;p6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143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6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2876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6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7149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60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3702" y="28593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9" name="Google Shape;1269;p60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13702" y="300370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0" name="Google Shape;1270;p60"/>
          <p:cNvSpPr txBox="1"/>
          <p:nvPr/>
        </p:nvSpPr>
        <p:spPr>
          <a:xfrm>
            <a:off x="347301" y="452025"/>
            <a:ext cx="4619700" cy="2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Before training: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96024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Features normalized/standardized Data split into train/val/test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 layer matches task (sigmoid for binary, softmax for multi-class) Loss function matches output activation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Weights initialized properly (not all zeros!)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During training: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54749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Loss decreasing on training set Validation loss tracked separately Gradients neither vanishing nor exploding No NaN/Inf values in loss or activations Training accuracy improving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Sanity checks: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105535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Try overfitting a small batch (should reach 0 loss) Verify shapes of all matrices/tensors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Test forward pass before adding backprop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p6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72" name="Google Shape;1272;p6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6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6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5" name="Google Shape;1275;p6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76" name="Google Shape;1276;p6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6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mplementation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est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ractices</a:t>
            </a:r>
            <a:endParaRPr/>
          </a:p>
        </p:txBody>
      </p:sp>
      <p:grpSp>
        <p:nvGrpSpPr>
          <p:cNvPr id="1283" name="Google Shape;1283;p6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84" name="Google Shape;1284;p6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7" name="Google Shape;1287;p6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88" name="Google Shape;1288;p6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6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r>
              <a:rPr lang="en-US"/>
              <a:t> / 67</a:t>
            </a:r>
            <a:endParaRPr/>
          </a:p>
        </p:txBody>
      </p:sp>
      <p:pic>
        <p:nvPicPr>
          <p:cNvPr id="1290" name="Google Shape;129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250" y="550235"/>
            <a:ext cx="3984605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296" name="Google Shape;1296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62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8" name="Google Shape;1298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62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0" name="Google Shape;1300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62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2" name="Google Shape;1302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62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4" name="Google Shape;1304;p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6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6" name="Google Shape;1306;p6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62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8" name="Google Shape;1308;p6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62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0" name="Google Shape;1310;p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62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2" name="Google Shape;1312;p6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62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2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5" name="Google Shape;1315;p6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16" name="Google Shape;1316;p6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6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6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9" name="Google Shape;1319;p6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20" name="Google Shape;1320;p6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6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grpSp>
        <p:nvGrpSpPr>
          <p:cNvPr id="1327" name="Google Shape;1327;p63"/>
          <p:cNvGrpSpPr/>
          <p:nvPr/>
        </p:nvGrpSpPr>
        <p:grpSpPr>
          <a:xfrm>
            <a:off x="0" y="557949"/>
            <a:ext cx="5760261" cy="2676062"/>
            <a:chOff x="0" y="557949"/>
            <a:chExt cx="5760261" cy="2676062"/>
          </a:xfrm>
        </p:grpSpPr>
        <p:pic>
          <p:nvPicPr>
            <p:cNvPr id="1328" name="Google Shape;1328;p6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57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9" name="Google Shape;1329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291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0" name="Google Shape;1330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003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715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2" name="Google Shape;1332;p6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427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3" name="Google Shape;1333;p6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305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4" name="Google Shape;1334;p6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182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5" name="Google Shape;1335;p6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894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6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6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6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9" name="Google Shape;1339;p63"/>
          <p:cNvSpPr txBox="1"/>
          <p:nvPr/>
        </p:nvSpPr>
        <p:spPr>
          <a:xfrm>
            <a:off x="644626" y="460932"/>
            <a:ext cx="4767580" cy="262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470534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Non-linearity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essential for learning complex patterns; without it, deep networks collapse to linear models.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421005" lvl="0" indent="0" algn="l" rtl="0">
              <a:lnSpc>
                <a:spcPct val="11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DFNN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= stacked layers with non-linear activations, enabling hierarchical feature learning.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98145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Four components: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Data, Model (architecture), Objective (loss), Learning (backpropagation + SGD).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40360" lvl="0" indent="0" algn="l" rtl="0">
              <a:lnSpc>
                <a:spcPct val="11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Backpropagation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efficiently computes gradients using chain rule; enables training deep networks.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17804" lvl="0" indent="0" algn="l" rtl="0">
              <a:lnSpc>
                <a:spcPct val="117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enables learning hierarchical features and improves expressiveness.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Width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increases capacity within each layer but requires more data.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 initialization, normalization, and regularization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critical for successful training.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73990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ReLU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default activation for hidden layers; use task-specific activations for output.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41" name="Google Shape;1341;p6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ower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endParaRPr/>
          </a:p>
        </p:txBody>
      </p:sp>
      <p:sp>
        <p:nvSpPr>
          <p:cNvPr id="1348" name="Google Shape;1348;p6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49" name="Google Shape;1349;p6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6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r>
              <a:rPr lang="en-US"/>
              <a:t> / 67</a:t>
            </a:r>
            <a:endParaRPr/>
          </a:p>
        </p:txBody>
      </p:sp>
      <p:pic>
        <p:nvPicPr>
          <p:cNvPr id="1351" name="Google Shape;135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0" y="550235"/>
            <a:ext cx="5012117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6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ext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357" name="Google Shape;1357;p65"/>
          <p:cNvGrpSpPr/>
          <p:nvPr/>
        </p:nvGrpSpPr>
        <p:grpSpPr>
          <a:xfrm>
            <a:off x="513702" y="759904"/>
            <a:ext cx="69291" cy="2034616"/>
            <a:chOff x="513702" y="759904"/>
            <a:chExt cx="69291" cy="2034616"/>
          </a:xfrm>
        </p:grpSpPr>
        <p:pic>
          <p:nvPicPr>
            <p:cNvPr id="1358" name="Google Shape;1358;p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99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9" name="Google Shape;1359;p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698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6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797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1" name="Google Shape;1361;p6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38973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6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854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3" name="Google Shape;1363;p6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953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4" name="Google Shape;1364;p6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053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5" name="Google Shape;1365;p6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1528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6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252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7" name="Google Shape;1367;p65"/>
          <p:cNvSpPr txBox="1"/>
          <p:nvPr/>
        </p:nvSpPr>
        <p:spPr>
          <a:xfrm>
            <a:off x="347294" y="422654"/>
            <a:ext cx="4451985" cy="269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12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Specialized Architectures: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just" rtl="0">
              <a:lnSpc>
                <a:spcPct val="1312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Convolutional Neural Networks (CNNs):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images and spatial data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Recurrent Neural Networks (RNNs):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sequences and time series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Transformers: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attention-based models (GPT, BERT)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just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Graph Neural Networks: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graph-structured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Advanced Topics: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752475" lvl="0" indent="0" algn="l" rtl="0">
              <a:lnSpc>
                <a:spcPct val="1312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Optimization algorithms (Adam, RMSprop, AdaGrad) Advanced regularization (Dropout, Batch Normalization) Transfer learning and pre-training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563370" lvl="0" indent="0" algn="l" rtl="0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Model interpretability and explainability Efficient inference and model compression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DFNNs are the foundation - master them first!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8" name="Google Shape;1368;p6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69" name="Google Shape;1369;p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2" name="Google Shape;1372;p6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73" name="Google Shape;1373;p6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65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65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become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roficient</a:t>
            </a:r>
            <a:endParaRPr/>
          </a:p>
        </p:txBody>
      </p:sp>
      <p:grpSp>
        <p:nvGrpSpPr>
          <p:cNvPr id="1380" name="Google Shape;1380;p66"/>
          <p:cNvGrpSpPr/>
          <p:nvPr/>
        </p:nvGrpSpPr>
        <p:grpSpPr>
          <a:xfrm>
            <a:off x="513702" y="705345"/>
            <a:ext cx="69291" cy="2361933"/>
            <a:chOff x="513702" y="705345"/>
            <a:chExt cx="69291" cy="2361933"/>
          </a:xfrm>
        </p:grpSpPr>
        <p:pic>
          <p:nvPicPr>
            <p:cNvPr id="1381" name="Google Shape;1381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3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2" name="Google Shape;1382;p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497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3" name="Google Shape;1383;p6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9940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4" name="Google Shape;1384;p6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214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p6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65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6" name="Google Shape;1386;p6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101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7" name="Google Shape;1387;p6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375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8" name="Google Shape;1388;p6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28189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9" name="Google Shape;1389;p6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426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0" name="Google Shape;1390;p6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8536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1" name="Google Shape;1391;p6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9979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2" name="Google Shape;1392;p66"/>
          <p:cNvSpPr txBox="1"/>
          <p:nvPr/>
        </p:nvSpPr>
        <p:spPr>
          <a:xfrm>
            <a:off x="347294" y="452026"/>
            <a:ext cx="34803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58750" lvl="0" indent="-14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Implement from scratch: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60769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Write forward pass, backpropagation manually Verify with gradient checking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Train on simple datasets (XOR, MNIST)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2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Use frameworks effectively: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PyTorch, TensorFlow, JAX handle backprop automatically But understanding the math makes debugging easier Focus on architecture design and hyperparameter tuning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3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Experiment and iterate: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802005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Start simple, gradually increase complexity Track experiments systematically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Learn from failures (most time spent debugging!)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4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Study successful architectures: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66611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Read papers, examine code implementations Understand design choices and motivations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3" name="Google Shape;1393;p6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94" name="Google Shape;1394;p6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7" name="Google Shape;1397;p6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98" name="Google Shape;1398;p6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6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1406" name="Google Shape;1406;p67"/>
          <p:cNvGrpSpPr/>
          <p:nvPr/>
        </p:nvGrpSpPr>
        <p:grpSpPr>
          <a:xfrm>
            <a:off x="0" y="1203553"/>
            <a:ext cx="5760261" cy="2030458"/>
            <a:chOff x="0" y="1203553"/>
            <a:chExt cx="5760261" cy="2030458"/>
          </a:xfrm>
        </p:grpSpPr>
        <p:pic>
          <p:nvPicPr>
            <p:cNvPr id="1407" name="Google Shape;1407;p6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2035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8" name="Google Shape;1408;p6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084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9" name="Google Shape;1409;p6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298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6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6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6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3" name="Google Shape;1413;p67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261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Goodfellow et al. ”Deep Learning” - Chapter 6</a:t>
            </a:r>
            <a:endParaRPr/>
          </a:p>
          <a:p>
            <a:pPr marL="381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http://www.deeplearningbook.org/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8100" marR="5080" lvl="0" indent="0" algn="l" rtl="0">
              <a:lnSpc>
                <a:spcPct val="144916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/>
              <a:t>Zhang et al. ”Dive into Deep Learning” - Chapters 4, 5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https://d2l.ai/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Nielsen, M. ”Neural Networks and Deep Learning”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http://neuralnetworksanddeeplearning.com/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15" name="Google Shape;1415;p6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85681d36855125f377b21b6e3ce08e02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62e79bbd806a0927d6c21365104fad4a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F734998C-DD08-4A9A-9FD5-A497EB6EDC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451e9-b2b7-43a3-aada-52e3e0c35c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47B146-9EDF-40D6-9B98-52DA0EC49D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46EDE8-E16D-484C-AB5F-1DB59CC606C3}">
  <ds:schemaRefs>
    <ds:schemaRef ds:uri="http://schemas.microsoft.com/office/2006/metadata/properties"/>
    <ds:schemaRef ds:uri="http://schemas.microsoft.com/office/infopath/2007/PartnerControls"/>
    <ds:schemaRef ds:uri="0a2451e9-b2b7-43a3-aada-52e3e0c35c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3170</Words>
  <Application>Microsoft Office PowerPoint</Application>
  <PresentationFormat>Custom</PresentationFormat>
  <Paragraphs>778</Paragraphs>
  <Slides>69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Times New Roman</vt:lpstr>
      <vt:lpstr>Lucida Sans</vt:lpstr>
      <vt:lpstr>Cambria</vt:lpstr>
      <vt:lpstr>Calibri</vt:lpstr>
      <vt:lpstr>Tahoma</vt:lpstr>
      <vt:lpstr>Quattrocento Sans</vt:lpstr>
      <vt:lpstr>Office Theme</vt:lpstr>
      <vt:lpstr>PowerPoint Presentation</vt:lpstr>
      <vt:lpstr>PowerPoint Presentation</vt:lpstr>
      <vt:lpstr>Table of Contents</vt:lpstr>
      <vt:lpstr>Linear Models Have Limitations</vt:lpstr>
      <vt:lpstr>The XOR Problem</vt:lpstr>
      <vt:lpstr>Why Single Neuron Fails on XOR</vt:lpstr>
      <vt:lpstr>Solution: Multi-Layer Perceptron (MLP)</vt:lpstr>
      <vt:lpstr>MLP Solves XOR</vt:lpstr>
      <vt:lpstr>Table of Contents</vt:lpstr>
      <vt:lpstr>What is Non-Linearity?</vt:lpstr>
      <vt:lpstr>Common Activation Functions</vt:lpstr>
      <vt:lpstr>Activation Function Properties</vt:lpstr>
      <vt:lpstr>Why ReLU Works Well?</vt:lpstr>
      <vt:lpstr>Table of Contents</vt:lpstr>
      <vt:lpstr>Deep Feed-Forward Neural Network (DFNN)</vt:lpstr>
      <vt:lpstr>Data Representation</vt:lpstr>
      <vt:lpstr>Mini-Batch Representation</vt:lpstr>
      <vt:lpstr>DFNN Architecture</vt:lpstr>
      <vt:lpstr>Layer-wise Computation</vt:lpstr>
      <vt:lpstr>Vectorized Computation for Mini-Batch</vt:lpstr>
      <vt:lpstr>Total Parameters in Network</vt:lpstr>
      <vt:lpstr>Loss Functions for Different Tasks</vt:lpstr>
      <vt:lpstr>Total Loss Over Mini-Batch</vt:lpstr>
      <vt:lpstr>Mini-Batch Stochastic Gradient Descent</vt:lpstr>
      <vt:lpstr>Training Algorithm: Mini-Batch SGD</vt:lpstr>
      <vt:lpstr>Training Algorithm: Mini-Batch SGD</vt:lpstr>
      <vt:lpstr>PowerPoint Presentation</vt:lpstr>
      <vt:lpstr>Table of Contents</vt:lpstr>
      <vt:lpstr>Forward Pass: Computing Predictions</vt:lpstr>
      <vt:lpstr>Forward Pass Algorithm</vt:lpstr>
      <vt:lpstr>Forward Pass: Vectorized for Mini-Batch</vt:lpstr>
      <vt:lpstr>Loss Computation</vt:lpstr>
      <vt:lpstr>Output Layer Gradient</vt:lpstr>
      <vt:lpstr>PowerPoint Presentation</vt:lpstr>
      <vt:lpstr>Backpropagation: The Key Algorithm</vt:lpstr>
      <vt:lpstr>Backpropagating Error Signals</vt:lpstr>
      <vt:lpstr>Computing Parameter Gradients</vt:lpstr>
      <vt:lpstr>Backpropagation Algorithm</vt:lpstr>
      <vt:lpstr>Activation Function Derivatives</vt:lpstr>
      <vt:lpstr>Computational Efficiency of Backpropagation</vt:lpstr>
      <vt:lpstr>Parameter Update Step</vt:lpstr>
      <vt:lpstr>Table of Contents</vt:lpstr>
      <vt:lpstr>Using Trained DFNN for Prediction</vt:lpstr>
      <vt:lpstr>Batch Prediction</vt:lpstr>
      <vt:lpstr>Table of Contents</vt:lpstr>
      <vt:lpstr>Network Depth vs Width</vt:lpstr>
      <vt:lpstr>Why Depth Matters?</vt:lpstr>
      <vt:lpstr>Universal Approximation Theorem</vt:lpstr>
      <vt:lpstr>Challenges with Very Deep Networks</vt:lpstr>
      <vt:lpstr>Table of Contents</vt:lpstr>
      <vt:lpstr>Design Considerations</vt:lpstr>
      <vt:lpstr>Output Layer Design</vt:lpstr>
      <vt:lpstr>General Architecture Guidelines</vt:lpstr>
      <vt:lpstr>Hidden Layer Activation Functions</vt:lpstr>
      <vt:lpstr>Regularization Techniques</vt:lpstr>
      <vt:lpstr>Table of Contents</vt:lpstr>
      <vt:lpstr>Parameter Initialization</vt:lpstr>
      <vt:lpstr>Training Hyperparameters to Tune</vt:lpstr>
      <vt:lpstr>Feature Preprocessing</vt:lpstr>
      <vt:lpstr>Monitoring Training Progress</vt:lpstr>
      <vt:lpstr>PowerPoint Presentation</vt:lpstr>
      <vt:lpstr>Debugging Checklist</vt:lpstr>
      <vt:lpstr>Implementation Best Practices</vt:lpstr>
      <vt:lpstr>Table of Contents</vt:lpstr>
      <vt:lpstr>Key Takeaways</vt:lpstr>
      <vt:lpstr>The Power of Deep Learning</vt:lpstr>
      <vt:lpstr>What Next?</vt:lpstr>
      <vt:lpstr>To become Proficient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5</cp:revision>
  <dcterms:created xsi:type="dcterms:W3CDTF">2025-11-20T14:06:21Z</dcterms:created>
  <dcterms:modified xsi:type="dcterms:W3CDTF">2025-12-07T07:18:12Z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2025-11-20T00:00:00Z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  <property fmtid="{D5CDD505-2E9C-101B-9397-08002B2CF9AE}" pid="7" name="ContentTypeId">
    <vt:lpwstr>0x0101000A75E3588147654284604D4E812B6D70</vt:lpwstr>
  </property>
</Properties>
</file>