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3.xml" ContentType="application/vnd.openxmlformats-officedocument.presentationml.notesSlide+xml"/>
  <Override PartName="/ppt/ink/ink13.xml" ContentType="application/inkml+xml"/>
  <Override PartName="/ppt/notesSlides/notesSlide14.xml" ContentType="application/vnd.openxmlformats-officedocument.presentationml.notesSlide+xml"/>
  <Override PartName="/ppt/ink/ink1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5.xml" ContentType="application/inkml+xml"/>
  <Override PartName="/ppt/notesSlides/notesSlide17.xml" ContentType="application/vnd.openxmlformats-officedocument.presentationml.notesSlide+xml"/>
  <Override PartName="/ppt/ink/ink16.xml" ContentType="application/inkml+xml"/>
  <Override PartName="/ppt/notesSlides/notesSlide18.xml" ContentType="application/vnd.openxmlformats-officedocument.presentationml.notesSlide+xml"/>
  <Override PartName="/ppt/ink/ink17.xml" ContentType="application/inkml+xml"/>
  <Override PartName="/ppt/notesSlides/notesSlide19.xml" ContentType="application/vnd.openxmlformats-officedocument.presentationml.notesSlide+xml"/>
  <Override PartName="/ppt/ink/ink18.xml" ContentType="application/inkml+xml"/>
  <Override PartName="/ppt/notesSlides/notesSlide20.xml" ContentType="application/vnd.openxmlformats-officedocument.presentationml.notesSlide+xml"/>
  <Override PartName="/ppt/ink/ink19.xml" ContentType="application/inkml+xml"/>
  <Override PartName="/ppt/notesSlides/notesSlide21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22.xml" ContentType="application/inkml+xml"/>
  <Override PartName="/ppt/notesSlides/notesSlide24.xml" ContentType="application/vnd.openxmlformats-officedocument.presentationml.notesSlide+xml"/>
  <Override PartName="/ppt/ink/ink23.xml" ContentType="application/inkml+xml"/>
  <Override PartName="/ppt/notesSlides/notesSlide25.xml" ContentType="application/vnd.openxmlformats-officedocument.presentationml.notesSlide+xml"/>
  <Override PartName="/ppt/ink/ink24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25.xml" ContentType="application/inkml+xml"/>
  <Override PartName="/ppt/notesSlides/notesSlide28.xml" ContentType="application/vnd.openxmlformats-officedocument.presentationml.notesSlide+xml"/>
  <Override PartName="/ppt/ink/ink26.xml" ContentType="application/inkml+xml"/>
  <Override PartName="/ppt/notesSlides/notesSlide29.xml" ContentType="application/vnd.openxmlformats-officedocument.presentationml.notesSlide+xml"/>
  <Override PartName="/ppt/ink/ink27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28.xml" ContentType="application/inkml+xml"/>
  <Override PartName="/ppt/notesSlides/notesSlide32.xml" ContentType="application/vnd.openxmlformats-officedocument.presentationml.notesSlide+xml"/>
  <Override PartName="/ppt/ink/ink29.xml" ContentType="application/inkml+xml"/>
  <Override PartName="/ppt/notesSlides/notesSlide33.xml" ContentType="application/vnd.openxmlformats-officedocument.presentationml.notesSlide+xml"/>
  <Override PartName="/ppt/ink/ink30.xml" ContentType="application/inkml+xml"/>
  <Override PartName="/ppt/notesSlides/notesSlide34.xml" ContentType="application/vnd.openxmlformats-officedocument.presentationml.notesSlide+xml"/>
  <Override PartName="/ppt/ink/ink31.xml" ContentType="application/inkml+xml"/>
  <Override PartName="/ppt/notesSlides/notesSlide35.xml" ContentType="application/vnd.openxmlformats-officedocument.presentationml.notesSlide+xml"/>
  <Override PartName="/ppt/ink/ink32.xml" ContentType="application/inkml+xml"/>
  <Override PartName="/ppt/notesSlides/notesSlide36.xml" ContentType="application/vnd.openxmlformats-officedocument.presentationml.notesSlide+xml"/>
  <Override PartName="/ppt/ink/ink33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34.xml" ContentType="application/inkml+xml"/>
  <Override PartName="/ppt/notesSlides/notesSlide39.xml" ContentType="application/vnd.openxmlformats-officedocument.presentationml.notesSlide+xml"/>
  <Override PartName="/ppt/ink/ink35.xml" ContentType="application/inkml+xml"/>
  <Override PartName="/ppt/notesSlides/notesSlide40.xml" ContentType="application/vnd.openxmlformats-officedocument.presentationml.notesSlide+xml"/>
  <Override PartName="/ppt/ink/ink36.xml" ContentType="application/inkml+xml"/>
  <Override PartName="/ppt/notesSlides/notesSlide41.xml" ContentType="application/vnd.openxmlformats-officedocument.presentationml.notesSlide+xml"/>
  <Override PartName="/ppt/ink/ink37.xml" ContentType="application/inkml+xml"/>
  <Override PartName="/ppt/notesSlides/notesSlide42.xml" ContentType="application/vnd.openxmlformats-officedocument.presentationml.notesSlide+xml"/>
  <Override PartName="/ppt/ink/ink38.xml" ContentType="application/inkml+xml"/>
  <Override PartName="/ppt/notesSlides/notesSlide43.xml" ContentType="application/vnd.openxmlformats-officedocument.presentationml.notesSlide+xml"/>
  <Override PartName="/ppt/ink/ink39.xml" ContentType="application/inkml+xml"/>
  <Override PartName="/ppt/notesSlides/notesSlide44.xml" ContentType="application/vnd.openxmlformats-officedocument.presentationml.notesSlide+xml"/>
  <Override PartName="/ppt/ink/ink40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ink/ink41.xml" ContentType="application/inkml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42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ink/ink43.xml" ContentType="application/inkml+xml"/>
  <Override PartName="/ppt/notesSlides/notesSlide52.xml" ContentType="application/vnd.openxmlformats-officedocument.presentationml.notesSlide+xml"/>
  <Override PartName="/ppt/ink/ink44.xml" ContentType="application/inkml+xml"/>
  <Override PartName="/ppt/notesSlides/notesSlide53.xml" ContentType="application/vnd.openxmlformats-officedocument.presentationml.notesSlide+xml"/>
  <Override PartName="/ppt/ink/ink45.xml" ContentType="application/inkml+xml"/>
  <Override PartName="/ppt/notesSlides/notesSlide54.xml" ContentType="application/vnd.openxmlformats-officedocument.presentationml.notesSlide+xml"/>
  <Override PartName="/ppt/ink/ink46.xml" ContentType="application/inkml+xml"/>
  <Override PartName="/ppt/notesSlides/notesSlide55.xml" ContentType="application/vnd.openxmlformats-officedocument.presentationml.notesSlide+xml"/>
  <Override PartName="/ppt/ink/ink47.xml" ContentType="application/inkml+xml"/>
  <Override PartName="/ppt/notesSlides/notesSlide56.xml" ContentType="application/vnd.openxmlformats-officedocument.presentationml.notesSlide+xml"/>
  <Override PartName="/ppt/ink/ink48.xml" ContentType="application/inkml+xml"/>
  <Override PartName="/ppt/notesSlides/notesSlide57.xml" ContentType="application/vnd.openxmlformats-officedocument.presentationml.notesSlide+xml"/>
  <Override PartName="/ppt/ink/ink49.xml" ContentType="application/inkml+xml"/>
  <Override PartName="/ppt/notesSlides/notesSlide58.xml" ContentType="application/vnd.openxmlformats-officedocument.presentationml.notesSlide+xml"/>
  <Override PartName="/ppt/ink/ink50.xml" ContentType="application/inkml+xml"/>
  <Override PartName="/ppt/notesSlides/notesSlide59.xml" ContentType="application/vnd.openxmlformats-officedocument.presentationml.notesSlide+xml"/>
  <Override PartName="/ppt/ink/ink51.xml" ContentType="application/inkml+xml"/>
  <Override PartName="/ppt/ink/ink52.xml" ContentType="application/inkml+xml"/>
  <Override PartName="/ppt/notesSlides/notesSlide60.xml" ContentType="application/vnd.openxmlformats-officedocument.presentationml.notesSlide+xml"/>
  <Override PartName="/ppt/ink/ink53.xml" ContentType="application/inkml+xml"/>
  <Override PartName="/ppt/notesSlides/notesSlide61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notesSlides/notesSlide62.xml" ContentType="application/vnd.openxmlformats-officedocument.presentationml.notesSlide+xml"/>
  <Override PartName="/ppt/ink/ink56.xml" ContentType="application/inkml+xml"/>
  <Override PartName="/ppt/ink/ink57.xml" ContentType="application/inkml+xml"/>
  <Override PartName="/ppt/notesSlides/notesSlide63.xml" ContentType="application/vnd.openxmlformats-officedocument.presentationml.notesSlide+xml"/>
  <Override PartName="/ppt/ink/ink58.xml" ContentType="application/inkml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ink/ink59.xml" ContentType="application/inkml+xml"/>
  <Override PartName="/ppt/notesSlides/notesSlide66.xml" ContentType="application/vnd.openxmlformats-officedocument.presentationml.notesSlide+xml"/>
  <Override PartName="/ppt/ink/ink60.xml" ContentType="application/inkml+xml"/>
  <Override PartName="/ppt/notesSlides/notesSlide67.xml" ContentType="application/vnd.openxmlformats-officedocument.presentationml.notesSlide+xml"/>
  <Override PartName="/ppt/ink/ink61.xml" ContentType="application/inkml+xml"/>
  <Override PartName="/ppt/notesSlides/notesSlide68.xml" ContentType="application/vnd.openxmlformats-officedocument.presentationml.notesSlide+xml"/>
  <Override PartName="/ppt/ink/ink62.xml" ContentType="application/inkml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ink/ink63.xml" ContentType="application/inkml+xml"/>
  <Override PartName="/ppt/notesSlides/notesSlide71.xml" ContentType="application/vnd.openxmlformats-officedocument.presentationml.notesSlide+xml"/>
  <Override PartName="/ppt/ink/ink64.xml" ContentType="application/inkml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notesSlides/notesSlide74.xml" ContentType="application/vnd.openxmlformats-officedocument.presentationml.notesSlide+xml"/>
  <Override PartName="/ppt/ink/ink67.xml" ContentType="application/inkml+xml"/>
  <Override PartName="/ppt/ink/ink68.xml" ContentType="application/inkml+xml"/>
  <Override PartName="/ppt/notesSlides/notesSlide75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76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notesSlides/notesSlide77.xml" ContentType="application/vnd.openxmlformats-officedocument.presentationml.notesSlide+xml"/>
  <Override PartName="/ppt/ink/ink74.xml" ContentType="application/inkml+xml"/>
  <Override PartName="/ppt/ink/ink75.xml" ContentType="application/inkml+xml"/>
  <Override PartName="/ppt/notesSlides/notesSlide78.xml" ContentType="application/vnd.openxmlformats-officedocument.presentationml.notesSlide+xml"/>
  <Override PartName="/ppt/ink/ink76.xml" ContentType="application/inkml+xml"/>
  <Override PartName="/ppt/ink/ink77.xml" ContentType="application/inkml+xml"/>
  <Override PartName="/ppt/notesSlides/notesSlide79.xml" ContentType="application/vnd.openxmlformats-officedocument.presentationml.notesSlide+xml"/>
  <Override PartName="/ppt/ink/ink78.xml" ContentType="application/inkml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ink/ink79.xml" ContentType="application/inkml+xml"/>
  <Override PartName="/ppt/notesSlides/notesSlide82.xml" ContentType="application/vnd.openxmlformats-officedocument.presentationml.notesSlide+xml"/>
  <Override PartName="/ppt/ink/ink80.xml" ContentType="application/inkml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ink/ink81.xml" ContentType="application/inkml+xml"/>
  <Override PartName="/ppt/notesSlides/notesSlide85.xml" ContentType="application/vnd.openxmlformats-officedocument.presentationml.notesSlide+xml"/>
  <Override PartName="/ppt/ink/ink82.xml" ContentType="application/inkml+xml"/>
  <Override PartName="/ppt/notesSlides/notesSlide86.xml" ContentType="application/vnd.openxmlformats-officedocument.presentationml.notesSlide+xml"/>
  <Override PartName="/ppt/ink/ink83.xml" ContentType="application/inkml+xml"/>
  <Override PartName="/ppt/notesSlides/notesSlide87.xml" ContentType="application/vnd.openxmlformats-officedocument.presentationml.notesSlide+xml"/>
  <Override PartName="/ppt/ink/ink84.xml" ContentType="application/inkml+xml"/>
  <Override PartName="/ppt/notesSlides/notesSlide88.xml" ContentType="application/vnd.openxmlformats-officedocument.presentationml.notesSlide+xml"/>
  <Override PartName="/ppt/ink/ink85.xml" ContentType="application/inkml+xml"/>
  <Override PartName="/ppt/notesSlides/notesSlide89.xml" ContentType="application/vnd.openxmlformats-officedocument.presentationml.notesSlide+xml"/>
  <Override PartName="/ppt/ink/ink86.xml" ContentType="application/inkml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ink/ink87.xml" ContentType="application/inkml+xml"/>
  <Override PartName="/ppt/notesSlides/notesSlide92.xml" ContentType="application/vnd.openxmlformats-officedocument.presentationml.notesSlide+xml"/>
  <Override PartName="/ppt/ink/ink88.xml" ContentType="application/inkml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ink/ink89.xml" ContentType="application/inkml+xml"/>
  <Override PartName="/ppt/notesSlides/notesSlide95.xml" ContentType="application/vnd.openxmlformats-officedocument.presentationml.notesSlide+xml"/>
  <Override PartName="/ppt/ink/ink90.xml" ContentType="application/inkml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4"/>
  </p:sldMasterIdLst>
  <p:notesMasterIdLst>
    <p:notesMasterId r:id="rId10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5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</p:sldIdLst>
  <p:sldSz cx="5765800" cy="3244850"/>
  <p:notesSz cx="5765800" cy="3244850"/>
  <p:embeddedFontLst>
    <p:embeddedFont>
      <p:font typeface="Bookman Old Style" panose="02050604050505020204" pitchFamily="18" charset="0"/>
      <p:regular r:id="rId107"/>
      <p:bold r:id="rId108"/>
      <p:italic r:id="rId109"/>
      <p:boldItalic r:id="rId110"/>
    </p:embeddedFont>
    <p:embeddedFont>
      <p:font typeface="Cambria" panose="02040503050406030204" pitchFamily="18" charset="0"/>
      <p:regular r:id="rId111"/>
      <p:bold r:id="rId112"/>
      <p:italic r:id="rId113"/>
      <p:boldItalic r:id="rId114"/>
    </p:embeddedFont>
    <p:embeddedFont>
      <p:font typeface="Lucida Sans" panose="020B0602030504020204" pitchFamily="34" charset="0"/>
      <p:regular r:id="rId115"/>
      <p:bold r:id="rId116"/>
      <p:italic r:id="rId117"/>
      <p:boldItalic r:id="rId118"/>
    </p:embeddedFont>
    <p:embeddedFont>
      <p:font typeface="Tahoma" panose="020B0604030504040204" pitchFamily="34" charset="0"/>
      <p:regular r:id="rId119"/>
      <p:bold r:id="rId120"/>
    </p:embeddedFont>
    <p:embeddedFont>
      <p:font typeface="Verdana" panose="020B0604030504040204" pitchFamily="34" charset="0"/>
      <p:regular r:id="rId121"/>
      <p:bold r:id="rId122"/>
      <p:italic r:id="rId123"/>
      <p:boldItalic r:id="rId1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0A460B-3E9E-462A-940E-07027B97F803}">
  <a:tblStyle styleId="{490A460B-3E9E-462A-940E-07027B97F8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77"/>
  </p:normalViewPr>
  <p:slideViewPr>
    <p:cSldViewPr snapToGrid="0">
      <p:cViewPr varScale="1">
        <p:scale>
          <a:sx n="175" d="100"/>
          <a:sy n="175" d="100"/>
        </p:scale>
        <p:origin x="1360" y="46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font" Target="fonts/font11.fntdata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font" Target="fonts/font6.fntdata"/><Relationship Id="rId16" Type="http://schemas.openxmlformats.org/officeDocument/2006/relationships/slide" Target="slides/slide12.xml"/><Relationship Id="rId107" Type="http://schemas.openxmlformats.org/officeDocument/2006/relationships/font" Target="fonts/font1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font" Target="fonts/font17.fntdata"/><Relationship Id="rId128" Type="http://schemas.openxmlformats.org/officeDocument/2006/relationships/tableStyles" Target="tableStyle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font" Target="fonts/font7.fntdata"/><Relationship Id="rId118" Type="http://schemas.openxmlformats.org/officeDocument/2006/relationships/font" Target="fonts/font12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font" Target="fonts/font2.fntdata"/><Relationship Id="rId124" Type="http://schemas.openxmlformats.org/officeDocument/2006/relationships/font" Target="fonts/font18.fntdata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font" Target="fonts/font8.fntdata"/><Relationship Id="rId119" Type="http://schemas.openxmlformats.org/officeDocument/2006/relationships/font" Target="fonts/font13.fntdata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3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font" Target="fonts/font14.fntdata"/><Relationship Id="rId125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font" Target="fonts/font4.fntdata"/><Relationship Id="rId115" Type="http://schemas.openxmlformats.org/officeDocument/2006/relationships/font" Target="fonts/font9.fntdata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font" Target="fonts/font15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font" Target="fonts/font5.fntdata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2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font" Target="fonts/font1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30:31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6606 1906 8342,'0'8'1170,"0"-1"-991,0-5 1,0 2 0,0-2 720,-3 5 899,2-3-1709,2 0-90,0-7 0,13-4 0,3 0 0,3-9-820,-1 7 1,7-2 0,0 0 0,-2 1 420,-5 1 1,-1 2 0,4-2-12,-1 1 0,4-2 1,3-1-1,2-1 1,1 0-1,-1 0 0,-1 1 1,-2 0 252,-1 0 1,-1 1-1,-1 0 1,0 1-1,1-1 1,2-1 0,-2 1-1,1-1 1,1 0-1,1 0 1,-1 0 0,0 1-1,-1-1 1,-1 1-1,2-2 1,0 0 0,1 0-1,-1 0 1,0 0-1</inkml:trace>
  <inkml:trace contextRef="#ctx0" brushRef="#br0" timeOffset="1582">7885 4648 7892,'-11'-7'3276,"5"2"-2054,2 2-1132,4 1 180,0-1-180,5-8-1729,9-5 1,3-2 1535,-4 4 1,3-1-348,2 1 0,4-2 0,3-1 1,-1 0-1,-2 3-643,1-1 1,-1 2 0,3-2 1058,-3 2 0,2 0 0,2-2 0,1-1 0,-1 1 0,0 1 0,-2 0 0,4-2 1,-2 2-1,0-1 0,2 0 0,-3 0 0,1 1 0,-1 0 0,0 0 0,1 0 0,-1 0 1</inkml:trace>
  <inkml:trace contextRef="#ctx0" brushRef="#br0" timeOffset="12032">11590 3028 12930,'0'-15'1619,"-5"-2"-990,0 4-179,-1 4-90,2 11-180,4 16-90,5 2 0,-3 6 0,0 1 0,0-5 0,1-2-1528,0 5 0,0-1 1483,-3-6 0,0-2-771,5 10 816,-4-11 92,2 11 88,-2-19 270,0 2-540,-6-21 1697,-1-14-1697,2 0 0,2-2-45,2-2 0,2 0 787,2 1 0,2 1-742,4 4 0,1 2 269,4 1-269,10 3 0,-13 15-90,15 7 90,-15-2 45,3 10 0,0 4-45,-4-2 0,0 1 0,0 1 0,0 1 89,0 4 1,-3-1 0,-3-5 90,3 15-180,-7-19 180,0 7-90,-1-12 869,0 1-1049,0-30 90,0 12 0,5-13 0,1-1 0,2 5 0,5-4 0,3-1-45,0 5 0,0 2 45,-3 1 0,1 0-45,5 0 0,-1 5-794,-7 6 839,4 1 0,-6 5 0,-2 9-90,4 6 0,-6 2 0,1 4-360,-4 6 180,-1-8-135,0 2 1,-1 0 44,-5-1-315,5 1 1,-1 0 44,-3-4-360,3 1 1,2 0 180,4-6-2468,6 10 1426,2-17 1798,4 1 1,-5-6 0,1 0 0</inkml:trace>
  <inkml:trace contextRef="#ctx0" brushRef="#br0" timeOffset="12251">12309 2917 12390,'0'-8'2069,"1"1"-1889,-6 20 0,-2-5 89,0 13 1,-2-9 270,6 7-360,-2-5 90,3 4 359,2-1-359,0-4 270,18 9-450,-7-11-90,11-2 0,2-1-467,1-4-73,-3-1 0,4-1 0,-2-1-1099,-5-5 1,-1 0 177,12 4 1,2-1 1460,-11-6 0,0-3 0,-1 2 0,-1 4 0,-1-1 0,11-7 0,-1 0 0</inkml:trace>
  <inkml:trace contextRef="#ctx0" brushRef="#br0" timeOffset="13450">11822 3440 10501,'10'-9'899,"-2"1"-539,-4 4 0,0 0 270,0-1-360,-2 1 539,1-2-629,-2 3 719,-1 0-719,-5 7 360,-8 21-360,-1-3-938,4-4 0,-3 5 0,0 0 0,1-2 758,-1-1 0,0 1 54,0-1 0,-3 4 0,-1 1 0,0-1 0,3-3-1144,-3 3 1,-1-1 1119,1 1 0,-3 2 0,1-1-506,4-4 1,-1-1-1,1-1 521,-2 3 0,-1 2-147,3-4 1,-2 3-1,-2 0 1,1 1-1,1-3 102,1-1 0,1-2 0,0 0 0,-1 2-54,-1 1 0,-1 1 0,0 1 0,0-1 0,2-2-36,-1 0 0,2-2 0,0-1-135,-2 3 1,2-2 725,4-3-3200,-2 4-578,8-9 2353,8 2 924,7-21 0,10-2 0,-1-8 0</inkml:trace>
  <inkml:trace contextRef="#ctx0" brushRef="#br0" timeOffset="14048">12083 3513 12210,'2'-10'2339,"-1"-3"-1710,-6 3-539,4 2 990,-3 2-810,4 13-1,8-6 1,-1 15 270,15 0-360,-6 6-1141,-3-7 0,3 3 0,-1-2 1006,-2-1 0,1 0 22,4 5 1,4 5-1,1 0 1,-3-3-23,-2-2 0,1 1-9,-1-2 0,2 3 0,2 1 0,-2-1 0,-2-4-36,2 3 0,0 0 0,-4-4 0,4 3 0,0 0 0,0 0 0,-3-3 0,4 3 0,0 0 0,0-1 0,4 3 0,-1 0 0,-3-3 0,-2-3 0,0-1-60,5 4 0,2 3 0,-3-4-75,-10-8 0,0 0-810,10 7 1,-2-1 579,-8-7 365,3 3 0,-21-10 0,-3 0 0</inkml:trace>
  <inkml:trace contextRef="#ctx0" brushRef="#br0" timeOffset="16501">10751 4638 11670,'-9'-8'1080,"5"0"-361,-3 4-449,3 2-90,-2-1-90,0 3 0,1 0 0,1 0 90,-1 0 0,-1 6 0,-1-4-90,-1 14 89,-12 8-89,8-1 0,0 4-1183,3-7 1,0 1 0,1-1 1079,-2 5 1,2 0 57,3 1 0,4-3-45,8-8 0,9 11 90,0-18-90,2-2 0,0-3 0,1-8-45,4-3 0,1-3-45,-2-7-30,-6 1 0,2-5 0,-4-1-696,-5-1 0,-4-3 0,1 2 816,3 1 0,0 0 0,-2-1-23,-4-1 1,-1-2 0,-1 0-1,-1 5 1,1 3 0,-2 2 82,0-6 0,-1-1 0,1 3 29,0-1-44,-4 5 0,1 2-45,3 9 2202,-6-1-2202,4 14 0,-6 13 0,3 0 0,0 6 0,1 1-1486,1 2 1486,0-6 0,1 3 0,2 3 0,1-1 0,-1-9 0,1 1-120,1 6 0,0 4 0,2-3-15,0-9 0,0-1-225,2 6 0,0 2 1,1-3 2421,4 3-2827,1 0 1,-1-2 134,0-6-450,2-4 1,2-2 360,-1-5 719,8-10 0,0-3 0,-2-3 0,-2-2 0,1 0 0</inkml:trace>
  <inkml:trace contextRef="#ctx0" brushRef="#br0" timeOffset="17248">11058 4782 10591,'6'-18'1079,"1"-1"1,1-5-451,-4 0-269,-10 18-90,-2 0-180,-8 13 0,3-5 45,0 10 0,0 1-135,-1-3 0,-2 7 0,1 0 0,3-4 45,2 1 0,0-1-45,5-4 0,-1 9 0,11-13 0,8 3 0,2-7-135,1-3 0,1-1 135,1 2-90,10-11 90,-4 7 0,-10-5-90,9 5 180,-16 1-90,0 11 0,-12 11 0,4-3 0,-8 14 90,8-18-90,-3 9 0,4-13 90,0 2-90,6-5 0,2-2 0,13-9 90,-5 5-135,1-11 0,-1-3 45,1 4 45,2-9 0,0-3-339,-3 4 294,0-4 0,1 0 90,-5 4-90,0 0 0,-2 1 0,-2 7 90,1-6-180,-5 13 90,-2 2 90,1 0-90,-2 3 204,5 10-204,-2-7 0,8 23 0,4 1 0,-9-11 0,-1 0-3277,6 12 3162,-9-13 149,-3-6 56,0-5 630,0 4-720,0-19 0,0 5 0,11-23 0,-9 16 0,9-4 0,1-1 0,-6 2 3276,10-9-3188,-4 5-88,-4 8 0,9-8-90,-10 14 173,7 0-83,-8 5 0,5 11 0,-5-7 0,2 25 0,-5-18 0,-1 7 0,-1 1 0,0-4-45,-7 5 0,1 0-135,2-5-450,-9 3 1,-1-1-1,6-5-989,-7 1 0,0-2 0,1-1 1619,-9 5 0,12-9 0,-2 0 0</inkml:trace>
  <inkml:trace contextRef="#ctx0" brushRef="#br0" timeOffset="17981">12557 4642 10681,'7'-9'630,"3"0"269,-5-9-449,0 5 719,7-16-809,-10 15 359,10-10-539,-11 16-90,4-3 0,-5 14-90,1 20 0,-1-2 0,-1 10 0,-2 0-688,-2 0 418,3-7 0,-1 3 1,1-4 44,-2-6 0,1-1-435,1 5 0,1 4 1,0-5-330,-1 5-650,5-2 1,2-1 1467,4-9 1,0 4 0,-2-13 0</inkml:trace>
  <inkml:trace contextRef="#ctx0" brushRef="#br0" timeOffset="18766">12695 4582 11850,'-6'-21'540,"1"4"0,-2 0-181,-2 4 1,-1 0-360,-6-14 0,2 10 0,11 19 0,20 12 90,-7 1 0,9 4 0,0 0 90,-5-1-45,0 4 0,-2 1 45,-3-2-45,-3 3 0,-3 3-46,-7 3-1616,0-13 0,0 0 1527,-4 5-439,-10-6 439,15-6-14,-11 6 14,13-11 90,-2 1-90,8-4 0,10-7-90,-1 4 90,5-8 0,-1-1 0,1 3 1430,-4-1 1,0-2-1431,9-7 0,-10 6 0,-2-1 0,-1 0 90,-5 2 180,2-9-90,-7 12 804,0-5-984,-1 8 22,0 0-22,-4 3 0,-1 10 0,0-1-90,1 13 90,4-10-90,6 8 90,3-10-360,16 8 180,-7-10-90,4-3 1,0 0 179,0-1 45,3-5 0,1-1 45,-4 2 0,-6-5 0,1-1 90,9-10-90,-10-1 90,-2-1 0,-2 0 90,-4 0 44,-3-1 1,-1 0-45,-2 5-180,-2-6 90,-6 14-90,-1 3 0,-10 0 0,5 11 0,-8 9 0,12 1 0,0 6 0,1 1 0,3-2 0,2 7 0,0 0 0,2-5 0,6 3 0,1 0 0,-4-2 0,11 1 0,0 0-1426,-10-4 1426,5-5 0,1 0 0,-6 10 0,1-2 0,-2 0 90,-3-8-90,-5-5 0,-2-6-90,-5 4 0,0-8-1889,-1 1-1298,3-14 2904,2-12 1,12 1-1,4-7 1</inkml:trace>
  <inkml:trace contextRef="#ctx0" brushRef="#br0" timeOffset="19248">13323 4636 12840,'1'-11'899,"0"-7"-359,0 4-450,0 2-90,2 5-3277,7 14 2572,-3-6 855,4 12 1,1 3-61,-1-3-90,1 8 0,0 3 0,-2-5 0,-1 3 0,-1-1 0,-4-4 90,0-1 0,-1 0 450,-2-5-360,-5 2-180,3-16 3026,-7 1-3026,7-18 0,-3 13 0,4-22 0,7 16-180,8-13 90,0 16-45,1 1 0,1 1 45,0 3 45,6 0 0,1 0-45,-4 1 90,1-2 0,0 0 0,-7 0 90,8-13 0,-15 9 360,1-15-360,-7 15 90,-7-9-90,-1 14 90,-13-2-90,5 13-1,-2 0 1,1 2-90,1 6 1195,-7 5-1105,9 5-90,7-9 44,5 3 1,2 0-134,5-3-901,10 0 1,2-1-900,4-4 1526,-1-4 1,4-2-1,-3 0 1,-4-3-1,0 0 1,10 0-1,1 0 1</inkml:trace>
  <inkml:trace contextRef="#ctx0" brushRef="#br0" timeOffset="25664">12932 5179 11221,'4'-9'269,"0"0"1,-3 6 0,0-1 90,-1 1-90,0 0 90,0-1 1169,0 1-1349,-5 28-90,-2-9-31,0 3 1,0 4 0,0-2-319,-1-6 1,-1 0 288,-3 9 0,-3 3 0,2-3-418,3-6 0,-1-1 410,-2 2 1,-2 3-1,0-1 1,1-3-23,1-1 0,-1 0 0,-1 0 0,-2 3 0,0-1 0,2-3 0,1-1 0,1-1-90,-6 5 0,-1 1 0,2-2-90,-3 4-855,-1 0 1,1 0 225,7-9 809,-6 10 0,25-25 0,4-2 0</inkml:trace>
  <inkml:trace contextRef="#ctx0" brushRef="#br0" timeOffset="26068">12982 5156 11490,'0'-9'630,"0"0"-450,0 6 450,0-1-271,0 10-89,-5 13-180,4 0 90,-4 11-135,5-7 0,0 1-262,-2-9 1,0 1 216,1 9 0,0 5 0,0-4 0,-1-7 0,0 0 30,0 7 0,1 4 0,0-3-30,0-10 0,0 1 0,0 5 0,0 3 0,-1-4 0,1 7-180,0 1 1,1 1-271,3-14 0,-1-1 225,-1 3 0,0-1-314,4 3-721,-1-12 361,-4-3 899,10-7 0,-9 1 0,5-5 0</inkml:trace>
  <inkml:trace contextRef="#ctx0" brushRef="#br0" timeOffset="26398">12973 5172 11131,'0'-14'719,"0"1"361,0 7-721,7 7 91,9 23-270,-2-3-1270,-3-3 0,0 4 0,-1-3 1135,-2-4 0,-1 1-45,5 9 0,2 3 0,-1-2 45,-4-8 0,1 0-45,2 3 0,3 3 0,1 0 0,-1-2 0,0-3 0,-1-2 0,1 1 0,1 3 0,1 0 0,0 0 0,2-1 0,1-1 0,-2-3-45,-6-5 0,0-1-45,6 6 0,1-1-1149,-4-3 1,0-1 878,3 2-584,-1-3 0,-2-1 225,-4-5-2558,4-6 2146,-11 0 1544,0-15 1,-3 9-1,-1-10 1</inkml:trace>
  <inkml:trace contextRef="#ctx0" brushRef="#br0" timeOffset="26714">13032 5121 12300,'-13'-6'450,"-3"-3"1619,15 12-1530,18 15-359,3 1-1273,-1-2 1,3 3 0,-2-2 985,-5-5 1,2 1 160,0 1 0,4 2 0,2 2 0,0 0 0,-1-2-389,-1-1 1,0-1 0,-1 0 0,1 1 334,3 2 0,-1 0 0,2 1 0,0-1 0,-1-1 0,2 1 0,0 0 0,-1-2 0,-4-2-218,3 2 1,0 0 235,-4-4 0,3 3 0,2 1 0,-2-2 0,-4-2-18,1-1 0,-1 0-90,6 2 0,4 2 0,-5-2-90,-8-6 0,0 0-600,3 2 1,2 0 0,-3-1-481,2-1-379,-3-1 1,-2 0 1027,-8-4 1,3 0 0,-7-2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31:51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7858 3849 12300,'-4'-9'1169,"0"3"-719,1 2-90,0 1-180,1 1 0,-1 0-180,0 1 90,0 1-90,0 0 179,1 0-89,-2 6 0,1-4 90,-2 11-90,1-6-90,-1 8 90,0-1-90,0 1 0,1 1 0,0 2 0,2 1 0,-1 1 0,0-2 0,1 1 45,0 5 0,2-3-45,5-7 90,1 11-90,8-21 0,8-6 0,-6 0 0,2-12 0,-2-2-90,0 3 90,1-10 0,-2-3 90,-4 3-135,-2-3 0,-2-1 45,-3 4 0,-10-4 0,-1 2-90,-2 8 90,-5 1 0,-2 4 0,3 8-45,-3 5 0,0 3-135,2-2-270,-1 10 1,1 1-1,4-4-540,1 7 1,1 0 90,4-3-91,-1 7-2248,10-2 3238,-3-7 0,10 4 0,-4-9 0</inkml:trace>
  <inkml:trace contextRef="#ctx0" brushRef="#br0" timeOffset="301">8089 3579 12480,'-4'-8'989,"-4"-1"-899,5 5 270,-3 0-90,3 19-270,2-5-1639,2 11 1,2 2 753,-2-1 885,2 7 0,-1 1 523,-2 0-553,0-6 0,0 3 0,0-2-60,0-7 0,0 1-150,0 9 0,0 5 0,0-4-166,0-8 1,0 0-45,0 8 0,0 5 1,0-5 134,0-10 0,0-1-765,0 7 1,-1 3 0,2-5 89,5 6 856,-6-9 0,1 0 1,5-4-1,-6-2 0</inkml:trace>
  <inkml:trace contextRef="#ctx0" brushRef="#br0" timeOffset="584">8277 3842 12480,'1'-20'2069,"-1"10"-1530,-5-5-269,4 18-180,-3 5-90,4 20 0,0-5 45,0 5 0,0 1-334,0-13 1,0 0 228,0 10 0,0 5 0,0-4-352,0-7 1,0 1 253,-1 1 1,0 3-1,-1 1 1,1-4-23,-2-2 0,1 1-390,0 7 1,0 3-1,0-4 210,0-9 1,0-1-734,2 5 1,0 2 0,0-3-129,0 4 1221,2-5 0,1-1 0,-2-5 0,3 1 0</inkml:trace>
  <inkml:trace contextRef="#ctx0" brushRef="#br0" timeOffset="883">8272 3968 12210,'-8'-30'1079,"4"8"-584,-4 3 0,1 0-315,3 2-180,-2-14 0,6 21 0,16-6 180,4 12-180,8-1 179,-10 10 1,-1 0-90,-1-2 90,8 13 540,-9-5-540,-7 1 0,1 9-180,-16-11-90,-2 3 0,-1 0-90,-10 0-675,-3 4 1,-1 1-299,1-2 60,6-4 1,-2 1 0,3-1-1298,-6 4 2390,4-1 0,0 0 0,3-2 0,-3 4 0</inkml:trace>
  <inkml:trace contextRef="#ctx0" brushRef="#br0" timeOffset="1217">7595 4370 15538,'-21'4'674,"1"0"1,-7 1-45,13-1-90,36-10-495,-5 3 0,4-1-1138,7-2 1,4-2 0,-1 0 857,-10 3 0,0 0 0,2 0 235,3-1 0,3-1 0,2 0 0,-2 0 0,-3 1-109,-3 1 0,-2 0 1,3 0 108,0 0 0,4-1 0,2 0 0,0 1 0,-2-1 0,-3 1 0,1 1 0,-4 0 0,4-1 0,-2 1 0,3 0 0,2-1 0,0 0 0,-2 1 0,-4 0-30,0 1 0,-3 0 0,1 0-105,8-2 0,3 1 0,-1-1 0,-5 1 0,-6 1 0,-1 0-585,11-3 1,-3 1-446,-14 3-2112,2-1 78,-21 3 3199,-7 6 0,-5 3 0,-4 5 0</inkml:trace>
  <inkml:trace contextRef="#ctx0" brushRef="#br0" timeOffset="1504">7538 4619 14549,'-28'6'629,"0"0"1,9-2 0,1 0 179,-6-1-719,30-3 90,8-6 0,5-1-135,-4 3 0,3 0-865,3-3 1,4-1 0,2-1 0,-4 2 696,4 0 1,0-1 151,1 1 1,3-1 0,-1 0-30,-3 2 0,-1 1 0,0 0-149,-6 1 1,-1 0-1,4 0 164,1 0 0,3-1 0,3 1 0,0-1 0,-1 0 0,-4 1-15,2 0 0,-2 1 0,2-1 15,1 0 0,4-1 0,2 1 0,0-1 0,-3 1 0,-5 0-979,6 0 0,-3 0 964,1 0 0,1 0 0,-3 0 45,-5 1 0,-3-1-45,7 0-45,-10 0 0,-3 1-225,-4 0-180,-2-2 384,-7 2-1463,-1 1 142,0-1 1387,-5-5 0,-1 2 0,-5-4 0</inkml:trace>
  <inkml:trace contextRef="#ctx0" brushRef="#br0" timeOffset="2334">9094 3905 12030,'-6'-3'1259,"-6"0"-269,3 1-540,-4 0-91,1 1 631,-6 1-540,7 0 539,-10 0-719,14 0 449,-4 0-449,8 0 900,0 4-721,15-3-269,-3 3-45,12-6 0,2-2-135,5 2-828,-4-2 0,5-2 0,-3 1 828,-6 3 0,1-1-30,0 0 0,2 0 0,0-1 60,3 1 0,0 0 0,-2 1-30,0 1 0,2 0 0,0-1 0,3 0 0,1 0 0,-4 0 0,-3 1 0,-1 1 0,7-1 0,3 0 0,-5 0 0,3 0-672,-5 0 1,-2 0 402,-10 1-541,5-1 1,-15 0-541,1 0 541,-4-1 38,-6-2-489,5 1-2017,-24-8 2612,16 6 0,-15-5 0,13 5 1</inkml:trace>
  <inkml:trace contextRef="#ctx0" brushRef="#br0" timeOffset="2669">9551 3691 13199,'-17'-13'2789,"7"5"-2429,-6-1-270,11 8 539,-4 7-449,6-5 180,-1 20-270,3-12 90,6 22-90,-4-18 0,12 8 90,6-2-180,-1-6 45,3 0 0,0-1-45,0-3 0,4 1 0,1-2 0,-3-2 44,2-2 1,0 0 45,-4-2 225,-2-1 0,-2-1-135,-6 0 90,5 0-270,-19 0-180,-16 6-90,0-5-630,-5 10 1,-1 1-602,1-1 408,5 2 1,-2 3 0,2-2-547,5-3 1,1-1 990,-8 7 1,1 1 0,0 1 0,1 0 0</inkml:trace>
  <inkml:trace contextRef="#ctx0" brushRef="#br0" timeOffset="4933">10195 3770 12570,'-6'-9'899,"5"2"-809,-5 5-90,2 1 90,-2 6 0,-4-4-90,2 11 0,1 5 45,1 0 0,1 1-45,-1 0 0,1 2 0,1 7 0,2-3 0,2-5 0,5-1 0,2 0 0,-4-6-180,12-1 0,1-3 90,-5-4-90,7-4 1,1-2 89,-3-8 90,3-5 0,0-2 0,-5-3 0,1-4 0,-2 1 90,-5 5-1,-2-1 1,-1-1 0,-2 5 0,1-12-90,-3 20 0,0-3 0,-1 32 0,-4-13 45,4 12 0,-1-1-45,-3-8 0,4 16 0,8-20 0,5 11 0,3-12-45,-1 0 0,0-2-45,0-1 90,4-6 0,-1 0 0,-3 0 0,1-9 0,-2-3 0,-6 5 45,-1-9 0,-3 0 45,-12 4 0,1-1 0,-1 0 0,-8 4-90,1 1 0,-1 2 0,2 3 0,-5 2 0,-1 2 0,-6 12 0,0-8 0,9 12 0,15-11 0,15 3 90,-4-3-90,7-2 0,2-1 0,0-1 45,4-3 0,0-1 45,-2-4 135,1 3 0,-1-1-135,-5-4 90,11 2-180,-18 2 90,10 1-90,-11 2 89,12 1-89,-13 2 180,7 5-180,-8-3 90,2 13-90,-4-9 180,1 17-90,-2-12 0,2 13-90,-3-14 90,4 10-90,-4-15 180,2 2-180,-3-20-90,0 6 90,6-17 0,-5 13-1639,10-2 1,2 0 1433,-5 2-370,7-1 1,0 1 574,-5 5-124,11-1 34,-13 5 90,9 1 0,-10 7 0,7 1 0,-8 8-90,6 5 0,-7-5-719,5 13 359,-6-17 2672,1 7-4831,-3-5 1350,0-6-568,1 2 1827,-1-7 0,1-1 0,-1-1 0</inkml:trace>
  <inkml:trace contextRef="#ctx0" brushRef="#br0" timeOffset="5384">10938 3648 12390,'5'-22'630,"-2"6"89,-1-6-719,-1 13-90,-1-1 90,0 15 90,0 3-90,4 22 0,-4-14 0,1 2 0,1 0 0,0-1-45,-1-1 0,0 0-495,-1 1 1,1 1-631,1 3 1,0 1 899,-1-3 0,0 0-45,2 4 1,0-3 224,0-8 540,1 6 809,-3-14-719,1-5 179,-7-13-89,1-11-495,1 8 0,0 1-135,0-9 0,13 0 0,-8 17 0,20-5 0,-14 8 90,17-2 0,-14 5-90,12 0 0,-14 1 90,10 6-90,-13 1 0,5 9 0,-8-6 0,2 11-90,-3-11-1170,1 10 541,-2-12 719,1 5 0,-1-9 0,0 1 0</inkml:trace>
  <inkml:trace contextRef="#ctx0" brushRef="#br0" timeOffset="5534">11057 3623 10501,'-3'-10'-360,"0"0"-539,8 12-2160,7 8 3059,2 5 0,-2 1 0,-6-7 0</inkml:trace>
  <inkml:trace contextRef="#ctx0" brushRef="#br0" timeOffset="5866">11180 3728 10231,'3'9'990,"-1"-1"-361,-1 1-359,-1-3-90,0 3-90,0-2 90,0 4-90,0-3 270,0 9-270,0-7-1,0 8-89,0-12 180,0 7 540,0-10-720,0-4-90,0-5 90,1-1 0,3-12 0,-1 12-90,11-17 90,-6 15 0,13-5 0,-8 10 0,2-1 0,-4 11 90,-7-1-90,2 7 0,-4 1 0,1-3-90,0 8 0,0-8-1079,5 12 269,-3-13-2377,12 8 2972,-8-11 0,9 1 0,-7-4 0</inkml:trace>
  <inkml:trace contextRef="#ctx0" brushRef="#br0" timeOffset="6054">11634 3840 14189,'24'-7'-1639,"0"1"1,4-3 982,-4 3 1,-1 0-1,-3-1 1,0 0 0</inkml:trace>
  <inkml:trace contextRef="#ctx0" brushRef="#br0" timeOffset="7451">12157 3930 11850,'12'-13'1349,"-5"6"-629,8-15-540,-8 14 45,2-7 0,1-4 89,-2 1 1,0-1-225,0 4 0,-1-1-45,-1-3 0,-1 1 585,-2-9-540,-2 11 90,-1-11-180,0 17-90,-5-2 0,1 9-90,-3 5 0,3 9 180,9 11 0,2-4 0,11 6 0,-7-14 0,3 4 0,-2-1 0,-5-4 0,8 9 0,-9-10 0,5 9 0,-6-10 90,4 9-90,-4-11 0,8 9 0,-5-10 0,20 4 0,-15-7 45,5 1 0,2-2-45,-5-5 0,0-2 0,12-3-45,-11-4 0,-2 0 45,-5-2 0,-1-1 0,-1 1 0,-2 0 0,-1-1 0,-1 0 0,-1 4 90,0-8-90,-2 16-90,0-1 90,-6 5 0,-8 13 0,2-8 0,1 9 0,2 1 0,3-6 0,-4 18 0,9-17 90,4 10-90,5-12 0,4 1 0,4-2-45,7-3 0,0-2-144,-3 2 1,0-1 188,2-2 0,1-3 0,-4 1-1160,5-5 1160,-5 5 0,-1-2 0,3-10 0,-7 8 45,-2-6 0,-2-2 135,-3-3-180,1-4 0,-8 8 0,-6 6 254,0 4-254,-6 0 1193,0 3-1193,-4 15 0,6-7 0,2 6 0,2 3 0,3-3 45,1 4 0,1 0-45,6 0 0,-2 5 0,1 0 0,8 0 45,-6 4 0,-1 1-469,7-2 424,-7 4 0,-1-1-3056,1-4 3056,-4-7 0,0 1-1028,-1 8 1028,0-11 78,-10 11 12,7-18 198,-17 2-288,14-8 2603,-13 0-2693,12-3 1510,-7-11-1690,8 4-675,2-10 1,2-2 404,0 2-540,8-7 1,1-1 90,1 3-650,7-1 1,0 0-444,-1 4 2082,-3 5 0,0 0 0,2 2 0,-1 0 0</inkml:trace>
  <inkml:trace contextRef="#ctx0" brushRef="#br0" timeOffset="7917">12950 3791 11580,'5'-16'990,"-1"3"89,2-9-899,-3 11 0,3-7-180,-4 12 180,10-1-90,-6 6 90,18 12 0,-3 8-90,1 2-45,-10-5 0,-3 0-45,-5-3 179,2 13-89,-5-17 270,-1 9-270,0-14 90,0 3-180,-4-6 0,3-6-90,-3-3 90,4-6 0,0 3-90,14-10 90,-7 11 0,8-2 0,1 0 0,-3 3 0,4 0 0,0 0 0,-3 3 45,2-1 0,-2 0-45,-3 2 180,7-5-180,-13 6 180,0-2-90,-4 4 0,-7 0 0,-2 2 90,-12 11-90,6-8 44,0 11 1,1 1-45,2-6 45,2 7 0,1 1-135,2-4 90,8 15-90,-1-16-585,13-1 1,5-1-586,-1-3 2,2-3 1,3 0-472,-2-3 1,-1-1-1,-3 1 1,0-1 1022,6-4 1,0 0 0,7 1-1,1-5 1</inkml:trace>
  <inkml:trace contextRef="#ctx0" brushRef="#br0" timeOffset="8483">9676 4649 13020,'-10'-7'809,"2"1"-899,5 3-719,9-1 179,3-2-270,4 4-2377,11-3 1427,-9 2 1725,9-1 0,-10 1 0,1 1 0</inkml:trace>
  <inkml:trace contextRef="#ctx0" brushRef="#br0" timeOffset="9436">10116 4551 12840,'-12'-13'1169,"5"3"-270,-15 0-809,14 6 90,-23 0-180,19 4 45,-5 3 0,-2 4-45,-4 5 0,9-4 0,0 1 0,0 4 0,3 0 0,2 1 0,-5 8 0,5-3 0,4-6 0,0 10 0,4-15 90,14 5-90,-9-9-45,11 0 0,3-4-45,-8-5 45,9-2 0,1-2 45,-4-6-45,-4 4 0,0-1 0,-2-4 0,-2-1 45,3-5-510,-3-1 0,-1-1 420,-2 0 90,-3 8 0,0-1-45,-1-7 0,0 1 45,0-7 45,-1-2 0,0 1-45,0 8 0,-2 3 0,0 3 0,1 8 0,-3 6 0,0 28 0,3-4-1497,-2 6 0,0 0 1497,2-3 45,-1 5 0,2 0-149,6-3 104,-4 3 0,3-1 0,9-4 0,-4 2 0,1-2 90,4-6-90,0-2 0,-1-2 0,-1-6 0,17 1 0,-18-14 612,8 4-612,-8-19 0,-2 10 0,1-13 0,-5 8 0,0 0 0,1-6 0,0 0 0,-1-1 0,-2 5 3276,1-7-3216,-3 11-60,-2 5 80,1-1-80,-1 38 0,0-19 45,3 13 0,0 0-45,-1-10 0,6 0 0,2 1 0,-4-3 90,17 9-90,-14-14 0,9 2 0,-11-7 0,3 0 0,-5-8 0,-1-1 0,1-4 0,0-9 0,-3 9 0,2-13 0,-4 15 0,1-10 0,-1 12 0,0-5 0,0 8 0,0-2 0,0 2 0,0 2 0,0-1 0,0-1 0,0 2 90,0-5-180,0 3 90,-4-6 0,1 5 0,-4-7 0,4 7 0,-3-6-90,5 9 90,-5-3 0,5 5-90,-1 0-539,0 6 89,0-4-2608,-3 14 1619,2-12 1529,-2 19 0,4-17 0,-2 10 0</inkml:trace>
  <inkml:trace contextRef="#ctx0" brushRef="#br0" timeOffset="9701">10325 4258 12300,'-12'-13'1079,"4"4"-1079,0 0-180,5 5-3097,-1-1 888,4 9 1399,5-4 990,-4 10 0,8-9 0,-4 4 0</inkml:trace>
  <inkml:trace contextRef="#ctx0" brushRef="#br0" timeOffset="10536">10520 4412 12750,'-5'-18'2878,"-4"6"-2518,-12 2-360,5 7 0,0 8 0,0 3 0,-3 8 0,8-2 0,2 0 0,-1 7-90,10-4-90,15 2 90,-7-7 0,7 1 0,1 0 90,-3-2 0,2 2 0,0-1 0,-3-2 0,7 11 90,-15-13-90,1 6 0,-5-11 0,-5 4 0,-2-6-270,-5 1 0,6-7 1,1-2 89,11-10 90,-4 5 90,7-1 0,2 0-90,-3 1 90,7-1 0,1-1 90,-4 2-180,9-5 180,-1 1 0,-8 6 0,6-4 179,-9 4-179,-3 4 270,1-4-270,-5 6 0,0-3-90,-10 12 0,1 0 0,-7 9 0,8-4 0,-1 1-90,5 4 0,-2-4-449,3 11 179,1-12 0,6 4-450,1-6 271,0-2-1080,10 3 989,-11-7-719,18 1 1169,-14-9 180,5 4 630,2-17-271,-7 11 181,0-5 0,0-1-270,-3 2 449,6-13-539,-8 16 90,3-6-180,-5 11 180,5-1-180,-4 5 90,11 4-180,0 8 0,-1-5 269,2 13-179,-11-16 270,2 9-180,-5-9 270,0 3-270,-2-6-90,0 2-90,-4-3 0,-1 1-1170,-1-10-2068,3-1 3238,18-9 0,-6 7 0,12 1 0</inkml:trace>
  <inkml:trace contextRef="#ctx0" brushRef="#br0" timeOffset="10835">11218 4475 14369,'11'2'539,"0"1"-89,6-3-270,-5 0 45,3 0 0,2 0-135,-2 0 45,3-2 0,-1-1-45,-2-1-45,3-2 0,-1 1-45,-4 0-90,10-3 0,-16 6-180,-1-1-1799,-2-1 450,-3 3 1619,1-3 0,-2 2 0,0-1 0</inkml:trace>
  <inkml:trace contextRef="#ctx0" brushRef="#br0" timeOffset="11616">12082 4406 12840,'1'-13'2338,"0"5"-1978,-1-1-270,-5 6 0,0 1 0,-5 7-90,1 2 0,1-1 0,-5 17 0,7-14 0,1 6 0,1 1 0,2-3 90,0 15-90,7-18-90,1 10 90,5-13-360,2 4 180,-2-7 0,1-1-269,3-2 269,-5-9-180,11-7 270,-12-2 0,1-5 0,-1-3 90,-4 2 0,-1 0-211,2-3 0,-1 0 301,-2 4 0,0-1 0,0 3 90,1-7-46,-1 2 1,1 1-45,-2 9-90,1-5 90,-3 16-90,0 10 0,-4 5 0,1 4 0,0 1 0,-2 6 45,0 2 0,2-1-45,2-1-270,-3 4 1,-1-1-926,4-2 970,-1-6 0,0 1-1664,2 12 1349,0-11-719,4-1 0,3-1 89,-1-5 1068,16 4 1,-11-12-1,5-2 1</inkml:trace>
  <inkml:trace contextRef="#ctx0" brushRef="#br0" timeOffset="12617">12404 4414 11940,'3'-12'1439,"-2"-1"-989,-13 9-360,2-1 0,-14 11-90,11-1 0,-7 7 0,12-2 0,-3-5 0,5 7-90,3-5 90,0 3-270,21 0 180,-9-6 45,7 0 0,2 0-45,-5-1 45,4 1 0,-1-1 45,-3 0 0,13 3 0,-17-4 0,6 3 90,-10-4 0,1 0-90,0-11 90,2-1-90,3-2 90,-5 1 0,3 8-90,-6-1 270,8-1-180,-6 3 90,7-3-90,-8 3 0,5-1-90,-7 3-90,1-2 90,-2 2 0,0 0 0,3 8 0,-1-6 0,10 17 0,-3-12 0,1 6 0,1 0 0,0-2 0,0 3 0,0-1 90,-4-4 270,3 6-181,-15-12-89,0 1-90,-5-8 0,12-8-90,-4 1 45,15-3 0,4 0 45,-6 3-45,9-4 1,1 1 44,-7 4 0,2 1 0,-1 0 0,-4 3 0,9-3 0,-16 7 0,-5 6 0,-1 2 0,-8 15 0,8-8 0,-3 16 0,14-10 0,-8 2 0,16-1 0,-16-12 89,6 6-89,-8-9 0,-5 0 0,-1-4 0,-2 1 0,2-11-89,10 7 89,5-20 0,7 17 0,5-14 0,-6 13 0,3-2 0,-5 4 0,-4 1 0,3 1 0,1 1 0,-5 1 0,7 1 0,-10 0 89,6 10-89,-8-8 0,2 19 0,-3-15-179,0 14-1,-2-12-1259,1 7 629,-1-10-2467,0 1 2724,-5-5 1,4-1-1,-3 0 1</inkml:trace>
  <inkml:trace contextRef="#ctx0" brushRef="#br0" timeOffset="12732">13028 4259 10681,'1'-16'-1639,"0"-1"1,-1-4 1422,2 3 1,-2 15 0,0 2 0</inkml:trace>
  <inkml:trace contextRef="#ctx0" brushRef="#br0" timeOffset="13333">13227 4204 12930,'9'0'899,"0"13"-719,-5-4 0,0 13 180,-1 0-180,-1 7-1819,-1-4 1,-1 1 1099,-2-7 0,-1 0 569,1 5 0,0 2 0,-1-2-30,-4-7 0,0 1 0,2 8 0,1 5 0,0-5 0,-2-7 0,1-1 0,2 7 0,2 2 0,-1-4 0,-1 6 45,6-9 0,1 0 1166,3 4-1211,17-10 0,-9 0 0,3-16 0,0-5 0,-4-2 0,3-8 0,-1-3 0,-6 0 0,-2-6 0,-1-2-90,-4 1 135,-5-3 0,-1 0-45,2 5 0,-10 2 0,-2 2-584,4 6 494,-13-5-797,3 9 887,7 5 1733,-6-2-1643,12 6 0,17 5-90,-2-2-45,9 2 0,2-1 45,-1-2 0,3 0 0,0 0 0,-2 0 0,4 0 0,0 0 0,-5 0 0,0 0 0,-1 0 90,-7-3 1288,4 2-1288,-11-2 1323,-1 16-1413,-11 8-90,6 0-269,-9 5-1,10-17-90,-2 1-2518,3 0 2968,0-6 0,0 2 0</inkml:trace>
  <inkml:trace contextRef="#ctx0" brushRef="#br0" timeOffset="13467">13578 4199 14009,'-7'-25'180,"5"7"-45,-9 3 0,1 1-135,6 2-2339,-18-5 2339,13 21 0,-3-5 0,3 9 0</inkml:trace>
  <inkml:trace contextRef="#ctx0" brushRef="#br0" timeOffset="22052">9047 946 14998,'1'-17'450,"0"3"-90,-6-4-270,3 9 90,-13-16-90,9 12-45,-6-3 0,-2 0-45,1 2-478,-9-8 658,0 7 67,4 4-202,-5 1 0,-2 1 45,-1 2-60,6 3 0,-4 1 0,3 0-30,-5 3 0,-4 6 0,0 3-326,5 2 356,7 0 0,-3 4 0,2 2 29,1 1 1,2 2 0,-1-1-60,3-3 0,-1 0 0,1 1 22,-2 4 1,0 4 0,0-1-1,3-5-407,3-3 1,1 0 384,-2 4 0,-2 2 0,3-4-1252,-1 3 1252,-2 4-754,1 1 754,5-10-78,-3 14 78,7-20 661,-1 9-661,3-13 1380,0 5-1380,0-9 1966,1 2-1966,-5-11 0,0-1 0,-5-4 0,1 2 0,-3 0-90,3 2 751,-2-3-661,-2-2 0,4 4-282,-5-4 282,5 4 0,1 1 0,0 1 0,0 0 0,0 0 0,3 3 0,-1-1 0,3 3 284,1 0-284,0 1-90,1-1-90,-1 2 180,1 5 0,5-4 0,1 16 90,0-10-90,3 10 0,-3-3 0,1-2 0,1 3 90,1 0-90,-2-3 0,2 3 0,2 2 0,-3-6 90,7 10-90,-8-13 90,3 2-1,-2-4 1,-1-2 0,2 0-90,2-2 0,-2-2 90,4 1-90,2-1 0,-2-7 0,4 5-90,1-10 0,-4 4-179,4-3-1261,1-5 721,-8 8-2468,7-9 887,-13 11 501,0-2 1889,-3 2 0,-1 3 0,0-2 0</inkml:trace>
  <inkml:trace contextRef="#ctx0" brushRef="#br0" timeOffset="30067">7694 1385 11940,'-4'-8'270,"0"0"-270,3 6 0,0 0 0,0 1 0,1 6 90,-1 12 90,1 15-135,0-12 0,0 1-45,5 10 180,1-1-180,0-21 180,6 6-90,-7-10 359,14 0-179,-5-12-180,1-2 180,1-16-90,-11 7 0,0-3 0,0 0-90,-3 4-45,0 0 0,-1 0-45,-1 9-90,1-3 180,-1 24-90,0-3 44,2 12 1,1 2-45,-2 3-874,2-4 1,3 3 0,-3-2 873,-2-6 0,0 0 22,2 3 1,1 4-1,-1 1 1,0-1-825,-2 0 1,0 0 0,-1-1 801,2 1 0,0 1 0,-1-1 30,0 1 0,-1 0 0,0-4 60,0 0 44,0-4 1,0 0 45,0-9-90,-3 3-270,-2-17 90,-4-5-89,1-6-274,1-3 0,0 0 183,0-5-60,2 5 0,-1-4 1,1 2 1856,1-8-2067,1 7 0,1-3 1,0 2-181,2-6-300,4 4 1,4-4 0,-1 4 274,-3 9 0,2 1 745,4-6 0,2-2 0,-1 3 0,3-5 0,-4 10 0,0-1 0</inkml:trace>
  <inkml:trace contextRef="#ctx0" brushRef="#br0" timeOffset="30284">8019 1289 11311,'3'-8'719,"-5"2"-629,-5 17-90,0-2 90,-3 14 0,0 3-90,4-1-1093,-1-2 1,0 4 0,1-3 937,3-7 1,1 0 154,1 7 0,-1 4 0,1-4 193,0-7 1,0-1-554,5 6 0,1 3 1,1-4-91,2 6-720,6-1 1,2-1 90,-1-7 314,-3-5 0,0-1 765,4-3 0,0-2 0,2-1 0</inkml:trace>
  <inkml:trace contextRef="#ctx0" brushRef="#br0" timeOffset="30784">8216 1557 12930,'-11'-15'180,"2"5"-270,7 1 90,1 6 0,14 0 0,-3 2 0,16 7 0,-13-4 0,6 19 90,-12-13-90,-2 7 0,-1 1 0,-2-2 89,-1 16-89,-1-17 0,-5 10 0,3-15 0,-7 2 90,8-5-90,3-16 0,-1 6 0,11-23 0,-10 16-90,13-13 180,-13 16-180,10-6 90,-10 11 0,4-1 0,-4 4 0,0 1 0,1 6 0,-2-4 0,3 10 0,-3-5-179,3 8-1,-2-5-450,3 6 270,-2-10-2917,7 7 3219,-2-9 0,1 2 1,-1-6-1</inkml:trace>
  <inkml:trace contextRef="#ctx0" brushRef="#br0" timeOffset="31032">8461 1510 11850,'0'-9'180,"0"-1"-90,0 7 180,0 3-90,9 18-90,-2-4 0,1 4 0,-1 0-90,2-2 45,-5 4 0,-2 0-45,1-1 0,-6 2 0,-1-1 0,2-2 0,-12 7-450,1-4 0,0-9-2428,-10 10 1529,14-16 1349,-3 3 0,8-8 0,0 0 0</inkml:trace>
  <inkml:trace contextRef="#ctx0" brushRef="#br0" timeOffset="32533">8804 1294 12030,'-8'0'1349,"1"0"-809,5 0-90,0 0 0,0 0 89,1 0 271,-1 0-630,1-3-90,1-2 0,5-2-90,-3-1 90,10 0-90,-4-1-572,7-2 572,2 0 90,3-3-90,5-2-899,-11 8 1,1-1 898,2 0 0,0-1-882,2 0 0,1 0 882,2-2 0,0 1-815,2 0 0,1-1 815,2 0 0,1 0-409,-9 4 1,1 0 0,0 0 408,1-1 0,0 1 0,1 0-181,0 0 0,1 1 0,-1-1 211,2 1 0,0 0 0,0 0-133,1 0 0,0 1 0,0 0 103,1 0 0,0 0 0,-1 1 55,1 0 1,-1 1 0,3 0-56,-1 0 0,2 1 0,0 0 0,-2 1 0,1 0 0,-1 0 0,3 0 15,-4 2 0,3 0 0,2 1 0,-1 0 0,-1-1 0,-3 1-15,3-1 0,-3 0 0,4 2 12,-5 1 1,3 2 0,2 0 0,0 2 0,1-1 0,-2 2 0,-3-1 5,0 1 0,-2 1 0,-1 0 0,0 1 0,0-1 0,3 1 0,0 0 0,0 0 0,-1 0 0,0 2 27,2 5 0,1 1 0,-4 0 0,-4-3 491,-5-2 0,-2 1-566,5 4 0,1 4 0,-3-4 30,3 8 0,-6-7 0,0 0 90,1 8 1534,-4-6-1534,-1 2 0,0 2-45,-4-6 0,0-1-45,0 2 0,0-1 90,1 10-90,-6-23 1722,2 3-823,-2-8 2249,0-7-3148,0 0 466,0-3-376,-3 2-90,2 5 0,-4-3 0,4 3-90,-2-2 90,3 2 0,-2-3 0,1 3 90,-1-5-90,1 4-90,-2-3 90,2 3 0,-1-1 0,2 3 0,-2-3 0,1 3 0,0-1 0,1 0-90,0 1-360,0-1 91,0 1-2610,0-4 1800,0 2-2108,-5-6 0,4 4 3229,-7-2 0,7 4 0,-3-1 0</inkml:trace>
  <inkml:trace contextRef="#ctx0" brushRef="#br0" timeOffset="33049">10591 1406 12390,'-15'-22'2878,"5"2"-2608,2 5-180,10 6 0,-1 13 0,16 11 0,-10 0 0,6 3 0,2 1 90,-2 1-45,3 3 0,0 2-45,-1-4 89,2 3 1,1-2 0,-3-3 135,3 1 0,1-1 404,5-2-629,-11-6 0,0-2 270,10-2-270,-16-7 90,12-18-90,-5-4-90,-6 8 0,-1-1-45,2-7 0,-3 2 45,-1 0-90,1-7 0,-1-1-360,-3 9 1,1 0 224,-1-1 0,1 1-2654,2-12 1350,-2 24-1748,7-2 2612,-4 7 0,6 1 0,-4 1 1</inkml:trace>
  <inkml:trace contextRef="#ctx0" brushRef="#br0" timeOffset="80832">2881 4938 13559,'16'0'720,"4"4"-450,3-2 0,0-1-181,-7 2 1,1-1-727,6 0 0,4-1 1,2 0-1,-1 1 757,2-1 0,-1 0 0,0 0-98,-4 0 1,-1 0-1,2 0 1,1 0 13,4 0 0,2 1 0,1-1 0,-2 1 0,-4-1-407,-4 0 0,-3 0 1,4 0 385,2 0 0,4 1 0,3-1 0,0 1 0,-2-1 0,-5 0-15,0 1 0,-4-1 0,5 0 15,-1 0 0,4 1 0,3-1 0,0 1 0,-2-1 0,-4 1-256,2-1 1,-3 0-1,3 0 241,-5 0 0,4 0 0,2 1 0,1-1 0,-1 0 0,-2 1 0,-3-1 0,6 0 0,-4 0 0,4 0 0,-6 0 0,3 0 0,3 0 0,1 0 0,-1 1 0,-2-1 0,-4 0 30,6 0 0,-5 0 0,5 0-30,-7 0 0,3 0 0,2 1 0,1-1 0,0 1 0,-4-1 0,-2 0 0,4 0 0,-5 0 0,4 1 0,-2-1 0,3 1 0,2 0 0,0 0 0,-2 0 0,-5-1-598,0 1 1,-3-1 0,1 1 597,2 0 0,2-1 0,-1 1 0,0 0 0,1 0 0,0 1 0,-2-1 217,-2 0 0,2 0-217,4 1 0,4 0 0,-5 0 0,-10-1 0,-1-1 0,5 1 0,3 0 0,-3 0 0,5 0 45,1 0 0,1-1-45,-6 1 0,2-2 0,-1 1 0,-5-1 0,1 0 0,-2 0 0,-4 0 873,11 0-873,-17 0 1421,3 0-4698,-8 0 2588,-7-5 0,-4 3 1,-8-3-1</inkml:trace>
  <inkml:trace contextRef="#ctx0" brushRef="#br0" timeOffset="82482">6105 4923 14729,'0'11'1169,"0"1"-719,0-2-360,0-2 179,8 1-179,-6-6 180,17 1-270,-14-2 180,19-1-180,-13 0 45,4-3 0,1-1-45,0 2 45,8-6 0,1-1-45,-4 3 45,4-5 0,2-3-45,-8 0 0,0 0-140,-2 2 0,-1-1 140,8-10 0,-2 0 0,-6 3-45,0-5 0,-1-1 45,-3 2-1093,-4 3 1,0-4 0,-1 4 1070,0-8 22,-3 8 0,0-3 0,-2 4 0,0-3 0,-1-1 0,-1 2 0,-5 4 45,2-1 0,-1 1 45,-2 4 90,-3-2 0,-1 0 89,-5-1-179,-5-2 45,5 9 0,0 3-45,1 1-45,-3 0 0,-1 1-45,3 3 90,-2-1 0,-1 2 0,0 6 0,-2-3 0,-1 2 0,2 11 45,-4-4 0,1-1-45,3 7 134,-2-1 1,0 0 142,5 1-217,3-2 0,0 3 0,2-2 3117,-2 7-3177,5-4 0,-1 4 0,1-4-90,0 5 89,1 4 1,0-1-90,1-4 0,1 2 0,0-1 0,2-5 45,1 0 0,1 0-45,0-4 90,7 14-90,2-19 90,11 11-270,-5-15-179,4 4-1280,2-7 1,2-3 57,3 2-58,4-1 1,1-2-1639,-2-6 2690,-10 5 0,0 0 0,8-13 1,-1 4-1</inkml:trace>
  <inkml:trace contextRef="#ctx0" brushRef="#br0" timeOffset="86048">1978 5604 10051,'-13'0'1709,"6"-4"-1169,-2 3-90,5-3-180,-4 4-1,3-2-89,-1 1 630,2-3-1,-2 3 181,1 0-900,17 6 180,-4-3-225,9 2 0,6 1 44,7-5 1,1 0-568,-6 2 1,2-1 477,-3-2 0,3 0 0,1-1 0,-5 1 0,-1 0 0,1 0 22,1 0 1,4-2-1,1 0 1,-5 0-23,0 1 0,-1-1 0,0 1 0,3 0 0,0 0 0,-4-1 0,-3 0 0,0 0-20,3 1 0,3 0 1,-5 0 109,1-2-3059,4 0-308,-28 10 2499,-3-1 1,-3 3 0,5-4 0</inkml:trace>
  <inkml:trace contextRef="#ctx0" brushRef="#br0" timeOffset="99846">6058 5485 7892,'0'0'0</inkml:trace>
  <inkml:trace contextRef="#ctx0" brushRef="#br0" timeOffset="100549">7910 5316 8252,'2'-10'0,"0"-1"0</inkml:trace>
  <inkml:trace contextRef="#ctx0" brushRef="#br0" timeOffset="116130">11123 5184 14009,'-7'9'1079,"2"-2"-809,1-5-180,2 0 90,-2-1 270,-4 1-270,4-1 180,-8 2 269,2-2-539,1 1 270,0-2-270,7 0 90,-2 0-180,3 0 180,-1-5-180,1 0 90,1-8-90,4 1 0,2 2-90,9-2 90,-5 8 90,11-6-90,-11 8 0,14-2 0,-15 4 0,11 6 90,-13-4-1,6 15 1,-10-10-90,1 9 90,-4 6-90,-5-7 45,2 3 0,-1 1 45,-11-1-90,5 2 0,0-1 90,-6-3 0,3 1 0,1-1-90,1-3 90,0 0 0,1 0-90,2-4 90,-4 4-90,6-6 180,2-2 270,1 1-270,2-4 89,17-1-269,-6 0 0,10-1 0,2 0 0,-1 0 45,6-2 0,2-2-320,-3-1 275,4-1 0,1 1-3277,-5 0 3265,-6 1 0,-1 1-1199,10 1 1211,-12-3-42,9 0 42,-19 3-33,2-1-1676,-8 2 3698,1 0-3968,-8-2 2537,-2 1-3835,-12-3 0,6 1 3161,-5-2 1,8 2-1,0-1 1</inkml:trace>
  <inkml:trace contextRef="#ctx0" brushRef="#br0" timeOffset="117214">11206 5024 10141,'7'-8'810,"-1"0"-91,-5 1-449,-1 1 540,-4-8-540,2 7 449,-7-9-539,4 8 540,-11-9-271,-3 7-359,0-1 225,-1 7 0,0 4-135,0 5 45,-7 1 0,0 2-391,3 8 286,6-4 0,-2 2 0,2-1-75,5-3 0,1 2 45,-5 6 0,-2 4 0,3-3-336,6-4 1,0 1 305,-2 8 0,-2 4 0,3-4-15,4-5 0,2-1-15,-2 9 0,2 4 0,0-4 15,3-9 0,1 0 15,3 8 0,2 5 0,1-6-60,3 5 60,2-10 0,3 2 0,-1-4-60,6-1 45,7 0 0,1-2 45,0-5-30,-5-4 0,3 0 0,-3-1-60,-5-3 0,0 0 0,9 0 0,3-1 0,-3 1 0,-6-2 0,-1 0 0,9-4 0,4-2 0,-5 1 0,-7 1 0,-1-1 0,3-5 0,3-2 0,0-2 0,-5 2 0,-2 2 0,-1-3-23,1-2 1,2-5-1,-1 0 1,-3 2-383,-4 0 0,-1-1 405,-1-3 0,2-4 0,-1-1 0,-2 4 0,-1-1 0,-2 0 0,0-1 0,0-4 0,-1 0 0,0 4-45,-1 2 0,-3 0 45,-2-1 0,-2-4 0,-1 0 0,-3 4 0,-3 5 0,-2 3 0,0-1-969,-1-4 0,0-1 0,-1 3 969,-8 2 0,-3 5 0,5 7 0,0 3 0,0 0-131,1-2 1,-2 3 85,0 4 0,-5 1 0,0 2 0,5 0-90,0 0 0,0 2-293,0 3 1,-4 4 0,0 1 0,5-2-23,1-1 1,1 2-371,0 2 1,-2 3 0,0 0 0,4-2-820,1 0 1,2 0 1635,-3 4 0,-2 4 0,3-3 0,5-5 0,1 0 0,-3 5 0,0 0 0</inkml:trace>
  <inkml:trace contextRef="#ctx0" brushRef="#br0" timeOffset="118048">11724 5256 11041,'-10'3'3276,"-10"1"-1425,12-3-1312,-6-6-269,26-8-90,-3 0-45,10-3 0,1-1-45,3 0-1183,-4 4 1,4-3 0,-3 1 842,-4 5 0,0-1 250,2-1 0,4-3 0,0 1 0,-3 1 0,0 1 0,0-2 22,4-1 1,3-3 0,1-2-1,-2 3 118,-3-1 0,-1 2 0,1-1-163,-1 1 1,1-1-1,-1 0 1,-1 2 22,4-5 0,-3 2-90,-5 5 0,-4 3-90,-6 5-1439,1-2-1658,-5 5 0,-1 9 1735,-8 1 373,5 5 1819,-12 0 0,7-3 1,-7 0-1</inkml:trace>
  <inkml:trace contextRef="#ctx0" brushRef="#br0" timeOffset="118547">11725 5170 15268,'12'-1'900,"-1"5"-181,10 6-449,-5 1 0,1-1-180,-1-1 0,1-1-791,5 2 0,4 0 0,-3-1 746,-4-2 0,0 0-15,0 0 0,3 0 0,0 1 15,1-1 0,1-1 0,1 1 0,-1 0-739,6 2 0,0 0 0,1 0 694,-6-2 0,2 0 0,-1 1 0,0-1 0,1 1 0,1 0 0,-2-1 0,-4 0-119,-2-2 0,0 1 119,4 1 0,4 1 0,-5-2-90,3 2 45,-7-3 0,-2-1-675,-3 0 1,-6-2-2558,-10 0 0,-4-2 2759,-11 0 0,1-5 1,-2-1-1</inkml:trace>
  <inkml:trace contextRef="#ctx0" brushRef="#br0" timeOffset="145498">10237 6701 11670,'0'-8'720,"-4"0"0,2 7-451,-5-1 1,6 9-180,-1 4-90,0 4 90,1 3 0,-2 11-90,3-11 90,-1 3 0,1-1-90,6-4 315,1 0 0,2-1-46,6-5-134,1-3 0,0-1 45,-2-4 0,5-10 0,0-2-90,-3-1 0,4-8 0,-1-2-90,-4 1 90,1-3 0,0-1 0,-4 2 89,-1-1 1,-1 0-90,-4 6 270,4-10-270,-8 30 0,0-2-45,-1 14 0,-2 6 45,-5 1-994,4-2 0,1 4 1,-1-3 903,-4-4 0,0 0 30,2 8 0,1 4 0,0-4-30,-2-6 0,0-1 0,1 7 0,1 4 0,0-4 0,0-8 0,0 0 0,0 8 0,1 0 135,1-3 0,0-2-45,0 7 179,-1-4 1,1-1-90,-1-8 90,-3 5-360,2-15 90,-7-9 0,3 3 0,-2-11 0,1-3 0,-2 4-90,1-10 0,1-2 0,1 4-270,1-4 1,4-3-496,8 7 1,1 1 539,-4 0 0,2 0-945,10-3 1,3 5 270,-1 4-650,5-1 1,1 1 875,-1 2 763,-4 2 0,0 0 0,3 0 0,0 1 0</inkml:trace>
  <inkml:trace contextRef="#ctx0" brushRef="#br0" timeOffset="145645">10730 6833 11400,'14'-9'-2248,"1"2"1078,-3 7-629,7 0 1799,-5 0 0,2 0 0,-5 0 0</inkml:trace>
  <inkml:trace contextRef="#ctx0" brushRef="#br0" timeOffset="145796">10839 6899 12030,'-12'4'1529,"1"-1"-1259,1 0-450,3-2-2069,17-1 610,4-4 1,2-3 148,13-2 1141,-8 1 0,-2 0 1,2-4-1,2 3 1</inkml:trace>
  <inkml:trace contextRef="#ctx0" brushRef="#br0" timeOffset="146217">11227 6732 12840,'0'-9'1169,"1"0"-899,-1 3 90,3-3-360,0 4 0,12-3 90,-7 5 0,15 0-1,-15 3 271,10 5-180,-12 2 540,5 4-630,-9 2 180,0 2-180,-2-6-90,-6 8 0,-2-10 0,-3 9 0,1-7 0,13 3 0,-4-6 0,25-3 0,-15-3 0,7 0 0,1 0 0,-5 0 179,11 0 91,-15 5-180,-6 1 0,-14 9-90,-3-5-45,-1-1 0,0 1 45,-1-2-315,-3 1 1,0 1-226,3-3-675,1 0 1,0 0-135,5-2 1349,-5 1 0,13-4 0,-1-1 0</inkml:trace>
  <inkml:trace contextRef="#ctx0" brushRef="#br0" timeOffset="146713">11509 6247 13739,'-25'-3'326,"1"-1"0,-1 0 0,0 1 0,-1 0 0,-3 1 0,0 1 1,1 1-1,3 1-147,-3 3 1,3 2 0,-1 0-1000,3-2 1,-1 0 0,0 1 0,2 0 144,0 2 1,1 1 0,1 1 734,-1 4 0,0 2 0,2 0-15,0-1 0,-1 3-315,-1 2 1,-3 5 0,1 1-1,3-3 270,0 1 0,2 2-88,3-4 0,-1 4 0,-1 2 0,2-1 1,2-4 87,-3 6 0,3 0-185,4-6 0,0 3 0,-1 2 0,2-2 0,2-4 185,-1 3 0,4-1 94,3 7 0,2 4 0,3-6-94,0-10 0,3-2 0,5 8 0,4-1 0,9-7 0,2-2-45,-9-5 0,1-1 0,2-2 0,4 1 0,1-1 0,0-2 45,1-2 0,1-2 0,0-1 0,-2-1 0,-2 1 0,-1 0 0,0-1 0,2-2 0,3-1 0,4-1 0,0-1 0,-2-1 0,-5 0 210,-5-1 0,-3-1 0,2-1-210,3-1 0,4-3 0,0 0 0,-1 0 0,-4 1-30,-3 0 0,-4 2 0,2-2 30,1-1 0,2-1 0,-1-1 0,-3-1 0,1-4 0,-3 0 0,-2 0 253,3-3 0,-1-2-186,-3 0 1,-1-3-1,-1-1 1,-1 3-23,0-1 0,-5 0-23,-4 0 1,-4-5-1,-2 1 1,0 6-68,-2 5 0,-5 4 22,-6 0 1,-7-2-1,-1 3 1,2 4 350,-2 5 1,-3 3-524,8 2 0,-5 0 0,-2 0 0,-1 1 0,2 0 1,4 1-76,-4 2 0,3 2 0,-4-1-199,6 0 1,-3 0 0,-3 0 0,0 0 0,0 1 0,3-1 0,4 1-625,-6 2 1,5 0 0,-2 1 883,-3-1 0,-1 0 0,0 0 1,4 0-1,3 0 0,2 1 1,0-1-1,1 1 0</inkml:trace>
  <inkml:trace contextRef="#ctx0" brushRef="#br0" timeOffset="147745">5113 5526 12570,'-8'5'1439,"0"0"-899,5-4-91,0 0 181,1 0-270,0 0 1169,0 0-1439,8-1-90,1 0 0,8-4 0,2-1 0,5 2-225,4-6 0,2-1-135,-3 6-674,4-5 0,-1 1-46,-3 2-559,0 0 1,-2 0-1639,-7 3 3140,4-2 0,-15 4 1,-2 1-1</inkml:trace>
  <inkml:trace contextRef="#ctx0" brushRef="#br0" timeOffset="147945">5044 5668 14819,'-27'8'179,"-2"1"-89,20-1-180,2-3-630,24-6 1,10-1-450,1 0 76,-4-2 1,5-3 0,-4 1 623,-6 3 1,0-1 0,12-4 0,-2-1 0,-13 5 0,0-1 0</inkml:trace>
  <inkml:trace contextRef="#ctx0" brushRef="#br0" timeOffset="150311">11622 6646 13649,'-8'7'1080,"3"-2"-631,3-4 181,2-1 180,5 2-631,21-2-179,-2-1 0,3-2 45,-4 0 0,1-1-311,2-1 0,3 0 1,-1-2 175,-1 0 0,-1 0 0,-1 0 30,-3 2 0,0 0 0,0-1-150,9-2 0,0-1 0,-5 1-59,0-1-406,-4 0 0,-2 0 136,-10 2-2520,2-6-218,-23 9 3062,3-2 0,-11 6 0,8 0 0</inkml:trace>
  <inkml:trace contextRef="#ctx0" brushRef="#br0" timeOffset="150596">11678 6770 10501,'-22'7'2159,"8"-3"-1260,-9 2-719,16-5 720,-2 1 179,15-1-629,17 0-450,7-7-1639,-1 0 1,1-1 1612,-11 1 1,0 0 25,6-2 0,3 0 0,-2 1 45,-7 2 0,1-1-68,2 1 1,4-2-1,0-1 1,-4 2 22,-1 1 0,0-1-180,9-3 0,2-1 0,-3 1 45,-12 3 1,-1 0-316,5-3 0,1 0 0,-4 1 460,1-4-1405,-4 1 1,-2-1 135,-7 3-180,0-4 1439,-5 3 0,-1 2 0,0-1 0</inkml:trace>
  <inkml:trace contextRef="#ctx0" brushRef="#br0" timeOffset="150980">12013 6451 11400,'-21'-4'1049,"0"-1"1,1 2 0,1-1-960,-10-1 1079,9 1-989,17 10 0,7-5-90,-2 9 449,24 2-449,-14 0 45,10 1 0,1-1-135,-1-1 135,5 2 0,1-1-135,-2-2 180,1 0 0,1-1-90,-6-3 0,-1 0 0,-2-1 0,-5-1 0,4 0 0,-13-2 89,1-1-179,-17 14 0,3-5-450,-11 12 1,-3 1-349,10-11 0,-1 1 142,-2 2 1,-5 3-1,-1 2 1,-1 0 0,2-1 420,-3 3 1,1-1 0,0 1 0,-1 0 0,3-2 0,-1 0 0,0 0 0,0 0 0,1-1 0,-1 4 0,0-1 0,0 0 0,-1 0 0</inkml:trace>
  <inkml:trace contextRef="#ctx0" brushRef="#br0" timeOffset="157428">5860 6502 11041,'3'-10'-540,"3"1"-1889,-2 13 2429,5-3 0,-3-3 0,3-5 0</inkml:trace>
  <inkml:trace contextRef="#ctx0" brushRef="#br0" timeOffset="159579">3027 4973 15268,'15'5'900,"2"2"-271,7 5-359,-6-5 0,3 0-45,8 3 0,1 0-500,-7-3 0,0-1 365,0 0 0,1-1 0,-2 0 0,6 0-31,-6-1 1,3 0 0,-2 0-15,-8-2 0,2 0 15,7 1 0,5 0 0,-4-1-60,-6-1 0,0 0 45,4 0 0,5 0 0,1 0 0,-1 0-23,-3-1 1,-1 1 0,0-1-1,0 0-276,0 0 1,0 0-1,0 0 1,0 0 275,5 0 1,0-1-1,0 0 1,-1-1 7,2 0 0,-2-1 0,0 0-30,-3 1 0,0 0 0,1 0 0,1-1 0,3 0 0,-2-1 0,-3 2 45,-3 1 0,-1 0-45,0-1 0,2 0 0,0 0 0,3 0 0,-1 1 0,-6-1 0,1 1 30,9-1 0,4 0 0,-4 0-30,-9 1 0,1-1 0,9 0 0,4 0 0,-5-1 0,-12 2 0,-2 0 0,7-1 0,3 0 0,-3 0 90,6-1-90,4-1 0,-2 0 0,-3 0 0,2 0 0,0-1 0,-4 1 44,2-2 1,-1 0-45,-4-1 45,4-3 0,0-1-45,-6 0 0,4-4 0,-2 0 0,-5 0 0,1-4 0,0-2 0,-3 1 0,2-6 0,0 0 0,-4 2 0,-3 5 0,0-3 0,-1 3 0,2-7 30,-5 6 0,1-2 0,-1 2-30,0-6-888,-3 6 0,0-3 0,-1 3 888,-1-4 45,-4-5 0,0 1 40,1 8-85,-7-3 0,-2 1 0,4 2 45,-5-2 0,-2 0-45,2 3 0,-5-4 0,-2-2 45,1 6 0,-1 1-149,2-1 1,-2 1 103,-4-1 0,2 2-564,0 4 564,8 5 0,-2 0 0,-6-2 0,0 0 45,7 4 0,-1 0-45,-8-2 0,-3-1 0,3 1 0,7 3 0,-2 1 0,-7-3 0,-4 0 0,4 1 45,7 3 0,0-1-45,-10 0 0,-4-1 0,3 2 0,9 1 0,-1 0 0,-2 1 0,-4 0 0,-1 0 0,5 0 0,-1 0 0,-1 1 0,-1 1 0,-5 1 0,0 0 0,4-1 0,0 0 0,1-1 0,0 2 0,-2 0 0,0 0 0,2 2 0,-1-1 0,2 0 0,1-2 0,-2 1 0,0 1 0,-4 3 0,0 0 0,4-2 0,2-1 0,-1-1 0,-1 2 0,-4 1 0,0 0 0,4-1 0,0-1 0,1 1 0,0-1 0,-5 2 0,1-1 0,3-1 0,3 0 0,0 1 0,0-1 0,-3 1 0,0 0 0,5-1 0,2 0 0,0 0 0,-10 2 0,-4 0 0,5-1-45,12-1 0,-1 0 45,-7 1 0,-4 0 0,4 0 0,-3 2 45,-3 0 0,1 0-45,3 0-45,-4 2 0,1-1 45,3 0 0,-4 1 0,0 1 0,5-1 45,-3 1 0,1 0-45,6-1 0,5-2 0,-1 0 2459,-10 5-2459,10-3 0,-1 0 0,4-1 0,-1 0 0,-6 4 0,3-1 0,5-1 0,-2 1 0,1 1 0,3-1 0,-2 2 0,1 1 0,1 0 0,0 3 0,1 0 90,1 0-84,-3 9-6,4 4 0,3-10 45,1 4 0,1 1-45,2-1 45,0 5 0,1 0 444,0-2-534,6 4 0,0 0 45,-3-4 30,5-7 0,3 2 0,-2-2-30,-2 7 45,7 2 0,1 0-45,-3-5 0,3 2 0,0-1 295,-1-4-250,-4-6 0,2 1 0,1-3 0,1-1-45,4 3 30,-1-4 0,4 0 0,-2-1 60,8 0-727,-7-4 1,3 1 0,-3-1 636,11-2 30,-9-2 0,5 0 0,-4 0-30,-3 0 0,0-1 0,10-1 0,4-1 0,-4-1 0,-10 0 0,1-1-225,4 0 0,4-2 0,0 0 0,-5 0-45,-2 0 1,-1-1-316,2 0 0,3 0 1,0 0-1,-5 1 45,-5 2 1,-2-1-1100,14-4 1,-2 2-1639,-11 3 3123,4-1 0,-16 5 0,-2-1 0</inkml:trace>
  <inkml:trace contextRef="#ctx0" brushRef="#br0" timeOffset="165261">7338 6260 13020,'-7'2'629,"0"0"-269,4-2-180,1 0 450,-2 0-451,2 0 2700,-1 0-2429,10 0-181,18 0-179,-4-5-1696,9 3 0,0 0 1606,-4-3 30,-5 2 0,5 1 0,-4 1-184,8-2 184,-8 1 0,4 0 0,-3 0-30,-7 0 0,1 0 60,7 0 0,3 0 0,-3 0-60,-7 1 0,0-1 30,8 0 0,3 0 0,-3 1-703,-7-1 1,-2 1 717,11-1 0,0 0 0,-6 1 0,-1-1-45,-4 1 0,0 0 45,4-1 0,2 1 45,7-1 0,-1 1-45,-10 0 0,1 0 15,7 0 0,4-1 0,-4 1-15,-9 1 0,1-1 14,7 0 1,3 0 0,-3 0-15,-8 1 0,0 0-15,7-1 0,4 0 0,-4 1-30,-7 0 0,0 0 60,7-1 0,3 0 0,-3 1-60,-7 0 0,-1 0 45,8-1 0,2 0-50,-1 0 1,1 0 63,-5 0 1,2 0 0,1-1 0,6 0 0,1 0 0,-2-1 625,-6 1 1,-1 1 0,1-1-626,2-1 0,0-1 0,-3 1 29,4-2-44,2 0 0,1-1-45,-4 0 45,3 0 0,-1-1-45,-4 1 45,2 0 0,-1-1-45,-5 1 45,0 0 0,1-1-45,-4 2 45,3-2 0,0 1 45,-3 1-90,1-1 0,-1 1 0,-5 1 200,10-1-290,-13 2 1940,7-1-1760,-9 3 160,3-2-250,-5 3 601,0-1-3878,-3 0 0,-6 1 0,-17-1 2621,1 1 1,4 0-1,0 0 1,-6 0 0</inkml:trace>
  <inkml:trace contextRef="#ctx0" brushRef="#br0" timeOffset="171265">5580 6313 12030,'2'-15'810,"0"2"-361,-2 4 91,0 2-90,0 0-90,0 2-1,0 0-179,0 2-180,0 1 90,0 0 810,0 1-540,0 16-270,0-6-90,0 8 0,0 1 0,0-1 44,0 4 1,0 0-45,0-3 0,3 1 0,1 0 0,-3-4 0,6 3 0,2-1 0,-1 3 90,7 2-90,-6-11 0,0-15 0,-5-5 0,10-15 0,-6 7 0,2 0 0,0 2 0,-1 1-90,9-11 90,-11 18 0,4-3 0,-8 8 0,3 1 0,-3 6 90,6 1-90,-5 1 0,8 4 0,-6-9-90,8 9 90,-7-9 90,10 4-90,-9-6 0,14-4 0,-13 2 0,12-13 0,-14 13 0,2-16 0,-6 16 0,-1-10 0,2 11 0,1-3 0,3-1 0,0-1 0,-1 0 0,2-4 0,-4 7 0,2-4 0,-5 3 0,2 0 0,-2 2 90,0-3-90,0 3 0,0-3 90,-1 2-90,0 0 90,0 10-90,-1-1 0,4 11 0,-3-9 0,4 2 0,-2-1 0,1-3 0,6 5 0,-4-6 0,7 3 0,-7-6 0,9 0 0,-8-2 0,8-11 0,-8 8 0,1-11 0,-1-2 0,-2 7 0,1-7 0,-2 0 0,-2 7 0,2-9 0,-2 12 0,1 0 90,-2 5 90,4 5-180,-2 7 45,3 6 0,1 4 0,0 8 0,1 2-418,-1-5 1,0 1 372,-1 1 0,0 1 0,-1-2-496,0-4 1,-2-1 495,1 0 0,-1 0 0,0-1 0,0-1 0,0-1 45,0 5 0,-1-2-45,0-1-260,-1-2 0,0-2 260,-1-6 90,-5 3-90,-1-11 627,-4-7-627,-2-7-90,0-17 90,4 5-90,3-3 0,1-1 0,2-1-60,3 7 0,0-5 0,1 4 15,1 7 0,2-1-135,1-8 0,3-3 1,0 2-6,5 3 1,-1 2 229,1-6 0,0 2 319,-2 8 0,0 2-274,-1 2 0,-1 1 0,3-3 0,-1 0 0,-1 2 90,-3 2 360,2-4-360,-8 9 629,0 0-539,-2 12 0,0 17-90,0-2-90,0-5 0,0 2 45,3 3 0,-1 0 784,-1 9-799,1-7 0,2 3 0,-2-3-30,-1-7 0,-1 0 0,1 8 0,0 2 0,0-3 0,1 6 0,-2 0 0,1-1 0,2-9 45,-2-1 0,-1-2-45,2-7 359,-1 3-359,-1-17 0,0-6 0,0-6 0,0-1 0,0-8 0,0-3 0,0-2-397,0 1 397,0 8 0,0-3 0,0 4 427,6-7-427,-4 0 0,1 2 0,3 8 0,0 0 0,-1 2 0,-1 5-90,11-8 90,-3 14 0,1-2 0,0 10 0,-9-3 322,1 10-322,-4-3-90,-7 8 0,-1-5-809,-13 8-900,5-7 989,-2 1 1,11-6-2468,3-5 2994,18-7 0,-5-3 1,12-7-1</inkml:trace>
  <inkml:trace contextRef="#ctx0" brushRef="#br0" timeOffset="171611">6611 6365 15718,'-18'-4'720,"7"6"-630,-2 5-90,9 4 0,-5 0 0,7 1 0,2-5-180,5 5 90,3-7-360,16 2 450,-9-5 0,16-7 0,-19 3 270,7-15 90,-13 2-270,-7-1 179,-7-1-269,-8 11 0,-2 0-90,5 3-3187,-5 2 0,41 5 2621,-18-3 1,11 0-1,1-2 1,-6-5 0</inkml:trace>
  <inkml:trace contextRef="#ctx0" brushRef="#br0" timeOffset="171812">6864 6223 12660,'2'-21'2698,"-1"7"-1798,-5 5-810,3 13-90,-6 13 0,6 0-90,-1 4 0,0 0-180,2-1-450,-1 4 1,1 0 89,0-2-674,2 1 0,1 1-136,-2-5 1440,3 1 0,0-1 0,-3-6 0,2 8 0</inkml:trace>
  <inkml:trace contextRef="#ctx0" brushRef="#br0" timeOffset="172960">6863 6401 11221,'-14'-14'359,"2"4"1,0-5-270,5 6 0,-1-1-90,3-2 0,3 4 0,6-10-90,4 9-180,15-12 180,-1 7-511,-7 3 0,-1 1 601,4-5 45,-5 5 0,-1-1 45,0 0 494,1-2 1,0-1-225,-6 4 496,7-8-676,-11 14 900,-1-1-721,-1 11-179,-6 10-90,3 1 45,-2 1 0,-1 1-45,1 0-90,-1 12 180,0-6-1852,4-5 1672,-2 5 63,2 4-63,0-10-327,0 0 1,1-2 326,0-3-90,0 9 180,5-16-90,-1 4-180,9-8 180,-6-8-90,5 3 90,2-22-90,-5 15 888,2-5 1,0-2-799,3 2 0,0-2 1118,-2 9-1118,-9 5 883,5 8-793,-2 3-90,0-2 0,1 12 0,-3-14 0,5 12 0,-5-13-90,8 4 0,-6-6-90,9 1 90,-7-3 90,10-7 0,-10 0 0,9-13 0,-10 8 90,6-13 0,-10 15 90,2-7 0,-4 14-91,-10 13-89,-1 6 0,-1 4 0,4 2 0,7-15 0,0 7 0,5-8 0,-3 2 0,9-5 0,-4 0-89,9-1 178,-6-2-89,6-12 0,-10 10 0,10-19 0,-10 14 0,6-7 0,-8 7 0,1 1 0,2 0 0,2 1 0,-1 1 0,5 1-89,-7 3 178,6 6-89,-6-5 0,7 11 0,-8-6 90,2 8 0,-5-5-90,-1 2 0,-1-3 0,0-2 0,-6 0 0,-1-1 0,-1-2 90,0 0-180,4-3 90,0-4-90,6-2 90,5-7 0,0 3 0,6-2-90,-3 0 90,3 3 0,9-6 0,-12 10 0,8-2 0,-13 6 0,2 1 90,-3 7-90,-1 1 0,3 10 0,-3-5-90,2 1-269,-2-3-1,1-3-2069,2 7 1440,-4-9 989,2 5 0,-9-9 0,-1 1 0</inkml:trace>
  <inkml:trace contextRef="#ctx0" brushRef="#br0" timeOffset="173378">7487 6257 12030,'-3'-10'180,"2"4"90,0 2-270,11 11-90,-7 0-540,15 14 360,-15-8 1,15 11 269,-12-13 45,5 1 0,1-1 134,-2-3 451,11 5-450,-14-11 540,6 0-451,-7-8 541,4 0-540,-5-5 180,3 2-361,-4 4 1,1-1-90,-3 5 0,-1-2 0,2 3 0,-1 0 0,3 12 0,-1-9 90,4 24-90,-4-19 0,6 22 0,-5-19 90,4 12-90,-7-15 90,1 7-90,-8-10-180,-6 4-89,4-6-3008,-9 1 0,14-10 3004,-5 1 0,7-2 0,0 3 0</inkml:trace>
  <inkml:trace contextRef="#ctx0" brushRef="#br0" timeOffset="173648">8223 6222 14639,'-15'-15'3276,"-4"1"-2775,5 2-231,-1 9-90,5 25-180,7-5 0,1 1 45,0 0 0,0 0-45,0 11 0,2 0-387,-1-2 162,1 4 0,0-1-45,0-2-315,0 1 1,0 0-46,0-5 225,0-6 1,0-1-2744,0 11 1619,0-12 1529,0 14 0,0-21 0,0 4 0</inkml:trace>
  <inkml:trace contextRef="#ctx0" brushRef="#br0" timeOffset="174147">8080 6494 12480,'-16'-12'989,"0"-1"-809,7 6-180,-2-5 0,8 5-90,5-6 90,0 6-180,24-5 90,-14 7 135,11 0 0,2 1 0,-7 2 0,0 0 0,0 0 0,-1 0 180,1 1 0,-4-1 45,-6 2 449,7-1-449,-11 1 450,3 5-630,-5 0 270,0 7-180,-2 9-91,0-1-89,0 0 0,0-2 0,0-12 0,0 3 0,5-20 0,2 2 0,2-5 0,0 0 0,5-1 0,4-2 90,-1 5 0,-6 6 540,9-2-360,-13 7 359,7 13-539,-10-9 180,6 24-270,-6-19 0,5 19-90,-5-17-2878,9 10 2968,4-14 0,-2 3 0,3-7 0</inkml:trace>
  <inkml:trace contextRef="#ctx0" brushRef="#br0" timeOffset="174847">7045 6557 14099,'8'-26'3148,"-2"16"-2068,-5 31-901,-1-1 46,-2 7 0,-1 1-45,-3-6-90,1 5 0,-1-1-90,-5-4 45,6 2 0,1 1 0,0-6 0,1-2 0,1-1 0,0-1-45,1 13 180,6-12-180,0-6 90,10 8-90,-4-12 0,13 2 0,-10-6 45,6 0 0,0-2-135,1-6-45,7 4 0,0-2-445,-1-7 280,-7 7 0,3 1 1,-3-1-151,8-8-450,-6 7 1,2-1-1,-3 1 91,3-5-810,0 2 0,-2 0 270,-11 2 1349,4-7 0,-12 6 0,-1-4 0</inkml:trace>
  <inkml:trace contextRef="#ctx0" brushRef="#br0" timeOffset="175095">7470 6682 11670,'-11'-6'900,"4"1"269,0 1-989,6 10-90,5-6 270,10 22-270,1-13 45,1 7 0,1 1-135,-1-3 45,2 3 0,-1 0 44,-2-3-89,-2 4 0,-2 0 90,-5-4-90,-4 3 0,-4-1-179,-5-4-316,-7 2 0,-1-1-135,-4-1-1009,-6 2 1,-1-1-1639,1-1 3073,5-3 1,0 0 0,1 0 0,0-1 0</inkml:trace>
  <inkml:trace contextRef="#ctx0" brushRef="#br0" timeOffset="178112">861 5003 10771,'-10'0'1619,"2"1"-1619,5-5 0,7 0 0,3-1 0,2-3 90,16-3-90,-9-1-180,8-1 0,0 0-540,1 0 150,-6 4 1,2-2-1,-3 2-150,7-2-540,0 1 1,-2 1 719,-8 4 540,5-2 0,-16 6 0,-1 0 0</inkml:trace>
  <inkml:trace contextRef="#ctx0" brushRef="#br0" timeOffset="178394">772 5351 10411,'7'0'630,"3"3"-450,5-28-180,-1 12 0,2 1 0,-2-3 0,0 0-194,2 0 0,2 1 194,3-1 0,0 2 0,-7 4 0,1 1-330,7-4 0,2 0 1,-2 2-31,-7 4 0,-1 0-540,6-1 1,3 0 0,-4 1 269,4 0 521,-7 2 0,0 1 1,-6 2-1,-2 0 1</inkml:trace>
  <inkml:trace contextRef="#ctx0" brushRef="#br0" timeOffset="178628">942 5582 9871,'-12'25'540,"5"-5"-540,7-5-180,30-24-490,-6 1 190,-4-2 0,3-3 1,0 0-1160,5-1 1,-1-1 1551,0 0 0,0 1 1,0 0-1,-3 2 1,0 0-1</inkml:trace>
  <inkml:trace contextRef="#ctx0" brushRef="#br0" timeOffset="178812">977 5873 10681,'-12'15'0,"2"-2"0,5-2-90,2-4-720,14 2-89,-2-7 899,14-9 0,3-3 0,-11 4 0,0 0 0,12-8 0,0 0 0</inkml:trace>
  <inkml:trace contextRef="#ctx0" brushRef="#br0" timeOffset="196011">7745 3054 13199,'-13'5'900,"1"-4"-360,-4 4 449,-10 3-359,1-4 179,3 7-629,22-8 180,30-2-270,0-1-1183,-3-1 1,5-1 0,-2 0 1079,-6-1 1,2 0 30,-2 1 0,3 0 0,3 0 0,-2 0 0,-4-1-238,-2 0 1,-4 0 0,4 0 201,6 0 0,3 1 0,3-1 0,-1 1 0,-3-1-275,-4 1 1,-3-1 0,0 0 0,1 0 157,2 1 0,0 0 0,0-1 0,-2 1-495,3-1 1,-1 1-1,-5-1 1,-5 1-1786,10-2 1605,-19 4-2467,1-1 3129,-7 5 0,0-3 1,-1 4-1</inkml:trace>
  <inkml:trace contextRef="#ctx0" brushRef="#br0" timeOffset="196246">7818 3342 11400,'-18'5'630,"-5"-2"629,17-1-1079,-1 0 45,19-7 0,9-1-45,5 4-1273,0-4 1,4-2 0,-2 1 694,-4 4 1,1 0 397,-3 0 0,4-2 0,2 0 0,-1 1 0,-3 0-99,7 0 1,0 1-118,-4-1 0,5 1 0,2 0 0,-2-1 0,-5 2-783,-3 0 0,-3 0 0,1 1 616,3-1 1,2-1 0,1 1 0,-1 0 382,1 1 0,-1-1 0,0 1 0,-2-1 0,-1 0 0,-2 0 0,2 0 0,4 0 0,-1 0 0,0 0 0,1 0 0</inkml:trace>
  <inkml:trace contextRef="#ctx0" brushRef="#br0" timeOffset="196778">10272 3036 11670,'-14'0'1709,"-3"-5"-1079,8-1-540,1-1-90,4-1 0,9 5 0,11-4 0,0 3 0,11 1 0,5 0-270,-10 1 0,1 1 0,1 0-120,-2 0 0,-1 0 0,2-1-360,7 1 1,1 0-1,-5 1-329,4-1 1079,1-1 0,-2 0 0,-7 0 0,-6 0 0,1 0 0</inkml:trace>
  <inkml:trace contextRef="#ctx0" brushRef="#br0" timeOffset="197046">10165 3200 11580,'-21'5'360,"2"0"-270,13-3 180,6 0-270,12-1 0,7 0 0,2 0 0,-5-1 0,1 0-1093,9 1 1,5-1 0,-4 0 561,-5 0 0,0 0-99,4 0 0,5 0 1,0 0-1,-6 0 135,-2 0 1,-1 0 494,8-1 0,4-1 0,-5 0 0,-1-3 0,-7 1 0,-1 0 0</inkml:trace>
  <inkml:trace contextRef="#ctx0" brushRef="#br0" timeOffset="197278">10128 3447 10861,'-24'11'359,"1"0"1,0 5-360,17-8-90,24-5-360,5-2 1,3-1 134,-9 0 0,2 0-505,3-1 1,5 0 0,0-1 0,-4 1-820,1 1 1,0-1 1447,0-1 1,4 0-1,0 0 1,-4 0-1,-2 0 1,-2-1-1,11 0 1,0-1-1</inkml:trace>
  <inkml:trace contextRef="#ctx0" brushRef="#br0" timeOffset="197478">10214 3606 11580,'-16'6'540,"0"0"0,8 3-2179,30-5 1,12-2 713,-11-1 0,1 0 515,6-2 0,2-1 1,-2 0-1,-6 1 1,-1 1-1,1-3 0,0 0 1</inkml:trace>
  <inkml:trace contextRef="#ctx0" brushRef="#br0" timeOffset="202446">5790 8313 15718,'12'10'810,"10"0"-631,-13-5 1,10 2 0,2-2-90,4-1-737,-6-1 0,5 0 0,3 0 1,-1-1 682,-1 0 0,2-2 0,-1 0 0,1 1 0,-1-1-451,5 1 0,-2-1 0,1 1 1,3 0 414,-6-1 0,3 0 0,1 0 0,0 0 0,-1 0 0,-1 0 0,-5 0 30,6 0 0,-4 0 0,4 0-30,-5 0 0,3-1 0,3 1 0,0-1 0,0 0 0,-2 1 0,-4-1 0,6 1 0,-3 0 0,3-1 0,-6 1 0,3-1 0,3 1 0,0-1 0,0 0 0,-3 1 0,-3-1 0,4 1 0,-3 0 0,3 0 0,-2 0 0,3 0 0,3 0 0,-1 0 0,-2 0 0,-4 0 0,-1 0 0,-3 0 0,3 0 15,0 0 0,3 0 0,2 1 0,0-2 0,-1 2 0,-2-2-340,-1 1 1,-1 0 0,-2 1 0,2-2 324,1 1 0,2 0 0,-2 0 0,-1 0 0,2 1 0,-2-2 0,-6 1 0,-4 0-540,2 0 427,-21 0-516,-1 0-2160,-17 0 1260,6 0 1185,-7 0 344,1 0 0,4 0 0,-6 0 0</inkml:trace>
  <inkml:trace contextRef="#ctx0" brushRef="#br0" timeOffset="205026">259 1882 11490,'3'-12'630,"-1"1"-180,-2 4-90,0 1-91,0 1-89,0 1-90,0 1-90,0 1-90,0 1 90,2 6 0,0-3 0,6 25 90,-5-13-90,1 12 0,0 2-317,-2-1 287,-1-6 0,0 4 0,0-4-150,-1 9-450,0 2 0,0-2 91,0-8-946,0 0 1,0-3 315,0-6 1169,0 7 0,0-16 0,0 0 0</inkml:trace>
  <inkml:trace contextRef="#ctx0" brushRef="#br0" timeOffset="205392">398 1863 11760,'-6'31'90,"12"-4"0,-4-2-90,14-8 0,-2-6 0,0-5 0,15 1 90,-13-6-45,3-3 0,-1-3-45,-1-5 180,0-1 0,-2-2-90,-5-5 0,-2 1 0,-2 0-90,-4 0 90,-10-2 0,-3-1 0,1 3-1729,-12-3 1,-1 2 573,5 5 979,-1 2 0,0 2-184,8 6-1536,-9 7 816,14-2-2248,-4 20 3238,8-14 0,0 12 0,2-10 0</inkml:trace>
  <inkml:trace contextRef="#ctx0" brushRef="#br0" timeOffset="205860">455 1627 10951,'-26'-3'584,"1"1"1,4 4 0,0 2-1,-2 2-472,0 0 1,-2 1-1,0 1 1,2 1-631,0 0 1,1 1 0,0 2 562,3 2 0,0 3 0,1 0 0,3-2-45,3-1 0,2 2 150,-6 6 0,0 4 0,4 7-559,9-8 1,3 4-1,2 3 1,2 2-1,0 0 1,0-1-1,0-2 1,-2-4 408,-2 3 0,-2-5 0,1 0 0,4 5-12,1-3 1,2 6 0,2 2 0,1 2-1,1-3 1,0-3 0,0-6 0,1-8 335,4-7 0,3-5-384,8 2 0,3 0 0,-2-2 15,-9-2 0,1-3 15,9-4 0,4-4 0,-4 1-1005,-8 0 0,-1-1 1035,1-1 0,1-3 0,-1-1 0,3-5 0,-3-1-540,-3 4 0,-2-2 495,5-5 0,0-3 45,-7-1 0,-1-3 0,-2 1-45,1 1 0,-2-3-129,-3 5 0,-1-5 0,1-1 0,-2 1 0,0 3 174,-1 4 0,-1 3 0,-2-3 36,-2-4 0,-1-4 0,-2-1 0,0 2 0,1 4 9,-2-5 0,-3 2-27,-1 6 0,-2-2 0,-2-1 0,1 2 0,0 3-18,-2-1 0,-2 2-23,-1 3 1,-5-3 0,0 3-1,3 3 23,1 3 0,-1 5 196,-2 3 1,-5 1 0,-1 3 0,4 4-467,-2 8 0,3 4 0,0 0 90,-1-4 0,-1-1 1,2 4-608,7 3 0,0 3 0,3 0 0,4-3 67,3-3 0,2 0 720,3 15 0,4-2 0,8-3 0,0-9 0,-1-1 0</inkml:trace>
  <inkml:trace contextRef="#ctx0" brushRef="#br0" timeOffset="206277">1222 1564 9961,'-28'4'180,"10"-2"-45,0-1 0,1 0-135,4 0-270,-4-1-2248,12 0 2518,20-6 0,-2-4 0,1 1 0,0 0 0</inkml:trace>
  <inkml:trace contextRef="#ctx0" brushRef="#br0" timeOffset="206563">1900 1286 11760,'-21'0'1350,"8"0"-631,3 0-629,8-5-90,8-1 0,10-7-90,1 2 0,8-1-450,-6 3 1,1 1-481,6-3 210,-5 2 1,4-1 0,-3 2 314,-7 2 0,1 0 495,6-2 0,3-2 0,-3 3 0,7-3 0,-7 3 0,-1 0 0</inkml:trace>
  <inkml:trace contextRef="#ctx0" brushRef="#br0" timeOffset="206977">2296 1281 11850,'-6'-2'1529,"8"-1"-1529,5-3-45,7-1 0,2 0 45,3 4 0,5-6 0,0 1 0,-2 6-45,-1-2 0,0 1 45,-7 2 90,8 5 0,-18 2-90,2 8 90,-12-3-90,5 1 90,-20 9-90,13-8 90,-7 3 0,0-1 0,4-2-45,1 0 0,1 0-45,2-4 180,1 8-180,3-13 90,10 3-90,4-5 0,5-1-45,3-3 0,2-2-135,4-4-913,-5 1 1,4 0 0,-2-1 165,-7 1 0,0-2-166,7-1 1,2-1 0,-3 1-559,5-5 1651,-3-1 0,-2-1 0,-5 0 0,3-7 0</inkml:trace>
  <inkml:trace contextRef="#ctx0" brushRef="#br0" timeOffset="207359">2580 1066 10231,'-21'3'449,"0"0"1,-1 4 0,-3 2 0,3-1-270,4-3 0,-1 1-841,-5 4 0,-4 4 0,-1 1 0,3 0 721,2 2 0,2 0 0,0 0-38,2-4 1,-1 0-1,0 2 1,1 1-5,3 2 0,0 3 0,1 1 0,2-1 0,2-2 27,-2 3 0,2 0-45,0 3 0,0 5 0,0-1 0,4-5 45,3-4 0,2-2-45,4 6 0,2 3 0,1-4 0,9 3-30,1-10 0,6 0 0,-2-2 30,-4-6 0,2-2-120,11 2 0,4-1 0,-2-2 75,-8-2 0,2-2 0,2-3 0,4-1 0,1-2 0,-4 1 45,1 0 0,-1-3-36,-2-2 0,3-2 0,3-2 0,-2-2 0,-3-1 36,-2-5 0,-2-2 0,-1-1 0,1 1 0,2 3 0,1 1 0,-1-2 0,-3-2 18,-4-3 0,-2-3 0,-2-1 0,-2 1 0,-3 5 72,0-4 0,-4 1 22,-2 0 1,-2-4-1,0 0 1,-1 5-68,-2 3 0,-3 2 15,-6-6 0,-5-2 0,1 6-15,3 9 0,-3 4-45,-3 0 0,-5 1 0,-1 2 0,3 3 0,-2 4 0,-1 3 0,0-1 0,-3-1 0,0 3 0,5 4 0,-1 2 0,1 2 0,2-2-90,1-2 0,2 0 0,-2 2-450,-3 2 0,-3 3 1,-1 2-1,1-2 0,4 0-360,-3 3 1,1 0 899,4 0 0,-2 2 0,0 1 0,5-3 0,0 2 0,3-1 0,2-1 0,0-1 0,-1 1 0</inkml:trace>
  <inkml:trace contextRef="#ctx0" brushRef="#br0" timeOffset="209177">510 1702 14459,'16'-11'269,"0"0"1,6-3 0,1-1-1142,0-2 0,1-2 917,-5 5 0,2-1 0,0 1 0,-2 0-45,1 0 0,0-1 67,1-1 1,5-3-1,-1 0 1,-3 3-1601,0-1 0,-2 1 1533,1 0 0,1-1 0,1 1 30,-2 1 0,1 0 0,-2 2 248,0 1 0,0-1-256,0 1 1,3-2-1,0 1 1,-3 2-23,-2 1 0,-1 1 0,5-2 0,2-2 0,-4 1 0,4-1 0,-7 3 0,-1 1 90,1-3-90,-5 4-90,5-6 0,-9 8-756,4-6-2431,-8 8 2898,0 4 1,-3 0 0,-1 5 0</inkml:trace>
  <inkml:trace contextRef="#ctx0" brushRef="#br0" timeOffset="210077">731 2045 13199,'-7'-3'2879,"26"-8"-2789,-5 5-45,14-4 0,3-1-1050,-1 2 1035,-7 3 0,5-1 0,-4 1-30,-6 2 0,0 1 0,8-2 0,4 0 0,-4 0 0,-9 2 0,1 1 30,9-2 0,5-1 0,-5 2-30,-11 1 0,-1 0 0,7-1 0,2 0 0,-5 1 0,-1 0 0,12-2 0,-21 3 323,5-2-323,-11 3 166,2-1-436,-4 1 270,0 0 0,0 0 0</inkml:trace>
  <inkml:trace contextRef="#ctx0" brushRef="#br0" timeOffset="211109">1328 1106 6543,'17'2'0,"-1"0"0</inkml:trace>
  <inkml:trace contextRef="#ctx0" brushRef="#br0" timeOffset="211492">2521 1489 10501,'-10'2'-820,"4"-6"1,4 3 0,2-3 0</inkml:trace>
  <inkml:trace contextRef="#ctx0" brushRef="#br0" timeOffset="211826">1893 2202 12570,'0'-12'-3277,"-5"6"2926,3-2 1,-3 7 0,5-2 0</inkml:trace>
  <inkml:trace contextRef="#ctx0" brushRef="#br0" timeOffset="-209337.73">10549 8352 8432,'-11'-6'450,"2"0"-90,2 2-90,0 0-1,1 0 91,-2-1-90,2 1 0,-1-1 90,0 1-90,0 0-1,0-1 91,0 1-90,0 0 90,-1 0-90,1 1 89,-2-1 1,1 1-90,0 0 90,-1 1 0,2-1-1,-1 1 91,2 0-90,0 1-90,2 0 0,0 0-90,1 0 0,2 0 89,0 1-179,13-4-90,-3 1 45,12-3 0,3 0 45,5-1-1161,-3 2 1,5-1-1,-2 1 1071,-7 0 0,1 2 45,4-1 0,4 0 0,0-1 0,-4 2-341,0 0 0,0 0 332,-3 0 0,5 1 0,1-1 0,0 0 0,-2 1-14,-2 0 1,-2 1-1,0-1 1,0 1-23,2-1 0,0 0 0,0 0 0,-2 1 0,8-1 0,-2 0 0,-6 1 0,-3-1-391,9-1 211,-23 3-3097,0-1 0,-21 1 3166,-12 5 1,-5-4 0,13 1 0,0 1-1</inkml:trace>
  <inkml:trace contextRef="#ctx0" brushRef="#br0" timeOffset="-208770.73">10285 8488 11850,'-3'-27'2159,"1"9"-1799,9-3-270,1 13 180,13-7-180,-8 11 359,10-2-269,-14 6 540,9 16-91,-13 13-449,-6 2 0,-5-5 0,-4-1-2890,-7-2 2755,5-6 0,1 0 45,0-4 0,1-2 635,-6 6-680,2-1 0,0-1-45,2-2 0,-5 6 180,13-8 0,1-3-180,10-1 2344,-5-3-2344,29-4 0,-17 0 0,11-5 0,3 0-251,-3 2 251,-6-3 0,2-3 0,-2 2 0,9 5 0,-9-5 0,3-1 0,-2 1 0,5 3 0,5-5 0,-2 1 0,-8 4 0,-2 1 0,-3 0-179,-9 2-3098,-1 1 2589,-9 4 1,-1-3-1,-5 4 1</inkml:trace>
  <inkml:trace contextRef="#ctx0" brushRef="#br0" timeOffset="-207970.73">12529 8212 11940,'-17'0'2519,"5"0"-1170,-5 0-899,8 0 359,-7 0-539,11 0 630,-3 0-810,16 0 89,8 0-134,2-2 0,3 0-865,3 1 1,4 0 0,-1 0 849,-6-2 0,-1 1 0,1-1-30,7 2 0,2 0 0,1 0 22,-5-1 1,2-1 0,-1 1-1,-1 0-22,-3 1 0,-1 1 0,3-1 15,-1 0 0,4 0 0,1 0 0,1-1 0,-2 1 0,-4 1-15,1-1 0,-3 1 0,3-1 0,-1 1 0,3 0 0,3 0 0,-1 0 0,-2-1 0,-3 1 0,-1 0 0,-2 0 0,2 0 0,3 0 0,3 0 0,1 0 0,-1 0 0,-5 0 0,2 0 0,-1 0 0,5 0 0,2 0 0,-5 0 0,0 0-180,-8 0 0,-1 0 0,-11 0-179,1 0-1980,-6-3 0,-2 0 1440,-6-1-2378,-10 0 1157,-1 3 2120,0 0 0,0 1 0,-4 5 0,-9 1 0</inkml:trace>
  <inkml:trace contextRef="#ctx0" brushRef="#br0" timeOffset="-207603.73">12555 8346 12300,'-23'2'607,"-1"1"0,1 0 0,-1-1 1,2 1 201,-3-1 1,6 0-451,16-1 361,27 1-495,-10-5 0,4-1-1045,6 2 1,7 1 0,0-1 0,-3-1 674,-5-1 0,-2-2 0,3 1 160,3 1 0,4 1 0,3 0 0,0 1 0,-1-1 0,-5 0-257,4-1 0,-4 0 0,4 0 254,-5 1 1,4 0 0,3 1 0,0-1 0,-1 1 0,-1 0 0,-5 0-13,-1 0 0,-3 1 0,-1-1 0,4 1 25,1 0 1,4-1 0,2 0-1,1 1 1,-1-1 0,-2 1 0,-5 0 3,6 0 1,-5 0 0,5 0 47,-7 0 0,5 0 0,1 0 0,1 0 1,0 0-1,-2 0 0,-2 0-461,4 0 1,-2-1 0,-1 1 0,0-1 383,-3 1 0,0 0 0,0 0 0,-1 0 0,-1 0 22,2-2 1,0 1-1,-2-1 1,-5-1-427,6-3 359,-9 3 0,-2 0-196,-3-2-569,-8 4 236,-1-1-595,-2 2-2108,-20-5 2477,7 2 0,-17-3 0,12 3 0</inkml:trace>
  <inkml:trace contextRef="#ctx0" brushRef="#br0" timeOffset="-206587.73">13931 7680 9781,'1'-14'1619,"0"1"-1259,1 6 90,-1 0-180,0 0 0,-1 1 90,1-2-271,0 5 631,0-2-180,-7 20-136,1 4 1,-1 3-360,0-4 0,0 2-1034,-1 8 1,-2 3 0,2-3 1033,2-8 0,0 1 22,-2 2 1,0 4 0,0 0-1,1-4-67,0 0 0,0-1 67,0-1 1,-2 4-1,1 0 1,1-4-23,0-2 0,1-1-655,-2 5 0,-1 4 1,1-4 609,-1 5-36,2-8 0,1 3 0,0-2-1089,2-2 1,1-1-515,-3 5 1,3-2 818,6 0 1,-3-12 0,4-9 0</inkml:trace>
  <inkml:trace contextRef="#ctx0" brushRef="#br0" timeOffset="-205771.73">14096 7948 11221,'9'-9'-2249,"-4"0"989,13 6 1,5 1 1259,0-3 0,-4 2 0,1 0 0,5-2 0</inkml:trace>
  <inkml:trace contextRef="#ctx0" brushRef="#br0" timeOffset="-204836.73">13446 8406 12390,'-7'-17'2069,"3"6"-1620,1 1-359,3 7 0,0-5-90,5 5 90,1-4 0,6 4-90,4 1 90,-4 1 0,8 7 180,-12 5-270,2 3 90,-14 9-90,3-9 0,-10 0 0,-2-1 0,4-2 0,-7 3 0,-2-2 0,2 0 0,-4 2-90,13-9 180,5-3-90,1-1 0,7 0 0,3-1 0,15 0 0,-8 0 0,15 0 0,-17 0 0,16 6 0,-17 4 0,3-2 90,-10 13-90,-12-16 0,-7 16 90,-1-14-90,-2 1 0,0-1 0,-1-1 0,-2-1 0,-1 0 0,3-2 0,-1 0 0,0-1 0,4-2 90,-12 1-90,18-1 0,-4-5-540,16 1-1439,4 3-989,11 7 1259,-5 1 1709,3 7 0,-11-12 0,5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35:51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7176 3012 7892,'2'10'2159,"-1"-1"-1889,-4-4 270,2-1-360,-8-2 90,8 0-91,-3 1 1,0-2 720,3 0-900,16-7 0,0-2-1093,5 1 1,6-1 0,-2 1 321,-2-1 1,2 0 114,-1 2 1,5-1-1,2-1 1,0 2 0,-4-1-438,-1 2 1,-1-1 0,1 1 1047,4-2 1,3 0 0,0 0 0,-4 1 0,-3 0 0,-3 1-1,0-1 1,1 1 0,-1-1 0,1 0 0</inkml:trace>
  <inkml:trace contextRef="#ctx0" brushRef="#br0" timeOffset="8050">8160 4689 7803,'-11'4'719,"2"2"-629,4-3 270,-5 3-270,5-1 270,-11 3-270,9-4 359,-10 6-269,10-7 270,-7 4-270,11-5 629,-2 0-719,17-9-180,-4-2 90,10-3 0,3-1 0,2-5-1093,1 3 1,4-2 0,1 1 1030,-7 4 1,0 0 0,1 0 0,3-2 0,0-1-1,0 1 1,-5 4 0,-1-1 0,1 1 0</inkml:trace>
  <inkml:trace contextRef="#ctx0" brushRef="#br0" timeOffset="20000">5133 5127 10321,'-10'-6'1529,"1"2"-1349,6 4 0,1 0-90,-1 0 90,0 0 90,-3 5-180,2-4 269,-7 6-269,5-6 180,-7 4-180,8-3 270,-3 1 899,5-2-1259,12-16 0,-1 4-45,11-10 0,4-2-490,-11 11 0,3 0 377,4-3 1,5-3 0,0-1 0,-2 4-487,-4 3 1,-2 1 0,3-1 174,2-1 1,3-2 0,4-2 0,0 0 0,0 0 0,-1 2 0,-4 1-352,-1 1 1,-2 2 0,0 0 0,2-2 664,2 0 0,2-2 1,3-1-1,0 0 1,-1 0-1,-2 1 0,-3 2 1,4-2-1,-3 2 1,0-1-1,0 0 1,1 0-1,-1 1 0,0-1 1</inkml:trace>
  <inkml:trace contextRef="#ctx0" brushRef="#br0" timeOffset="27616">5170 6957 8162,'-9'6'720,"0"0"-360,8-4 0,-4 1-91,3 0 91,-3 1-90,2-2 0,-2 2 0,1-1 0,-2 0-1,0 0 361,-9 3-360,5-3 449,-16 4-539,13-5 270,-15 2-270,17-4 90,-7 1-180,12-1-90,1-7 0,14-3 45,9-9 0,7-4-45,-5 7 0,4-1 0,1-1 0,-1 1-578,-4 2 0,-1 0 1,0-1-1,3 0 578,2-1 0,3-1 0,1-1 0,-1 0 0,0 1 0,-5 2-30,2 0 0,-3 2 0,3-3-86,-4 4 0,3-3 1,3 0-1,0-1 1,-1 0-1,-1 1 1,-3 3-65,4-4 0,-2 2 0,2-1-225,-1 1 0,3-2 0,1-1 1,1 1-1,-3 1 0,-3 2-75,-1 1 1,-3 2-1,2-1 480,0-1 0,4-1 0,0-1 0,-2 1 0,-3 3 0,1-1 0,-2 2 0,-1-1 0,0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36:37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9032 1342 9512,'-4'-9'899,"1"1"-539,3 5 0,0-1-91,0 0 1,-1 1 720,0-4-720,1 2 539,-2-4-449,1 6 719,0-4-719,1 5 720,-1-4-721,0 4 271,-2-3-540,1 4 90,-3-1-180,2 2 0,-1 0 90,-3 5-90,2 2 0,-10 12 0,7-6 45,1 2 0,0 0 45,1-1-45,1 3 0,2 1-45,1-3 0,1 2 0,0 1 90,1-4-90,4 3 0,2 0 0,11 5 0,0 1 44,-2-13 1,0-3-45,-2-4 0,18 1 0,-17-9 0,2-2 0,0-2 0,-3-7 90,0-5 0,-1-1-90,-3-3-1011,-5 3 1,0-4-1,-1 3 1011,0-6 45,-4-3 0,-3 3-45,-4 13-613,-12-8 613,6 19-135,-2 1 0,0 2-135,1 10-540,-4 0 1,0 1 89,2 8-629,0 3 0,1 0 179,5 0-469,3 7 1,1 1-931,4-2 2388,1-5 0,1 0 0,1 2 0,0 0 1</inkml:trace>
  <inkml:trace contextRef="#ctx0" brushRef="#br0" timeOffset="484">9071 1989 13469,'0'-14'3238,"-5"-3"-2158,4 7-900,-3 0 269,1 4 91,2 5-90,-2 10-360,2 3-45,0 5 0,1 1 45,-2 6-135,1 3 0,-1 1-225,1-2-945,0 4 1,-1 0-225,1-4-200,1 0 1,-1 0 818,1-5 1,0 9 0,0-15 0</inkml:trace>
  <inkml:trace contextRef="#ctx0" brushRef="#br0" timeOffset="1467">8278 1691 11131,'-7'-2'1169,"-2"1"-270,-1 0 271,-9 0-810,3 0 629,-7 1-629,14 4 719,-9-3-719,11 2 450,-5-1-361,9-1 541,-1 1-900,10-2 180,18-15-181,-1 7-1073,-2-2 1,3-2-1,-2 2 1029,-3 3 0,0 0-23,4-1 1,4-1-1,1 0 1,-4 1-23,0 0 0,1 0 45,2 0 0,4-2 0,0 1 0,-4 1 0,-2 1 0,-1-1 0,1 1 0,3-2 0,0 1 0,-4 1 0,-3 0 0,-1 1-45,4-3 0,4-1 0,-5 2 90,3-4-135,-3 1 0,-2-1-135,-8 4-1259,7-8 719,-17 12-2557,2-2 78,-5 4-78,-5 0 1157,-3 2 2120,-5 0 0,-3 5 0,1 2 0</inkml:trace>
  <inkml:trace contextRef="#ctx0" brushRef="#br0" timeOffset="2350">8185 1740 10951,'0'-7'1799,"0"1"-360,0 4-1079,0 1 809,0-2-809,-4 3 629,0-3-719,-1 3 540,0-2-451,3 2-89,-2 0 810,2 0-810,1 5-91,7-4 541,-5 7-450,20 2 449,2 7-674,-10-9 0,2 0-916,10 5 1,-1 1 960,1-1-60,-5-3 0,2 2 0,-2-1-248,-6-3 1,1-1 277,9 7 0,5 1 0,-5-2-60,-8-4 0,0-1 0,7 5 0,3 1 0,-4-1 0,2 0 0,0 1 0,-1-1 89,-4-2-89,-1-1 0,0 1 0,-4-4 90,8 4-90,-9-5-90,-3-2-2521,12 2 2341,-12-3-160,14 1-379,-17-3-1988,9-1 1268,-11-5-1748,5-1 2457,-8-5 1,2 6 0,-4 1 0</inkml:trace>
  <inkml:trace contextRef="#ctx0" brushRef="#br0" timeOffset="3952">9331 1344 12930,'-9'0'2518,"1"0"-1348,4 0-811,2 0 541,-1 0-540,2 0 359,-2 0-449,1 3 809,0-2-809,5 3-180,-1-4 0,5 0 180,-3 0-180,15-5-90,-1 2 0,3-2 0,1 1 0,1-1 0,2 0-820,-2 1 1,1 0 0,0 0 0,-1 0 780,1 0 1,-1 0 0,1 0 68,7 0 0,1 0 0,-5 1-160,-10 2 0,0-1 130,6 0 0,3 0 0,-4 0 0,6 0 0,-2 0 0,-3 0 0,-7 1 0,8-2 0,-14 1 0,0 0 0,-4 0 3264,-3 1-3264,-1 1 388,1-1-568,-2 1-3097,0 0 2457,4 0 1,-3-4 0,4-2 0</inkml:trace>
  <inkml:trace contextRef="#ctx0" brushRef="#br0" timeOffset="4486">10348 1218 6633,'14'0'-120,"3"-6"0,0-2 0</inkml:trace>
  <inkml:trace contextRef="#ctx0" brushRef="#br0" timeOffset="5650">9303 2166 11760,'-8'0'1260,"2"0"-721,4 0-89,-1 0 0,1 0 2788,1 0-3148,21 0 0,-4 0 0,1 0-90,2 0 0,1 0-786,2 0 1,1 0 0,-2 0 785,-5 0 0,0 0 30,7 0 0,3 0 0,-3 0-30,8 0 26,-10 0 1,3 0 0,-2 0 18,-3 2 0,-2-1-45,3 0 0,-1-1 0,6 3 0,-19-3 0,1 0-360,-6 0-2917,1 0 0,0 0 3232,0 0 0,1 0 1,1 0-1</inkml:trace>
  <inkml:trace contextRef="#ctx0" brushRef="#br0" timeOffset="7435">10279 1223 9871,'10'-8'1619,"-2"0"-1079,-4 4-90,-1 0 0,0-1-1,1 1 1,-1-1-90,-1 1 90,1 0-1,-1-1 811,0-2-901,-2 3 271,1-4-540,-1 6 90,-5-2-180,0 3-90,-9 0 90,-2 7-270,0 6 180,6 3-449,4 11 89,16-5 360,-8 1-45,9-9 0,-1-2 135,-8 0 0,13 4-90,-11-2 180,0-4-90,-1 1 0,-8-4-180,-1-6-450,-4 1-1438,1-1 1258,5-6-359,21-12 809,-1 5 0,1-1 360,0 2 0,1-1-824,9-2 1,-3 2 1093,-5 3-268,0-1 0,-2 1 358,-6 1 459,8-8-549,-15 10 270,1-4-540,-4 7 1537,0 0-1627,-1 3 1442,-4 6-1352,-5 9 0,4-1 363,-6 7-273,5 5-90,3-10 0,-1 1 0,1 0 0,1 0 0,0 8 0,1 0 90,1-3-90,0-4 0,0 0 0,5 8-2662,-4-7 2662,8 4-475,-5-1 475,1-9 359,0 5 91,-4-12-360,1-16 0,-7 2 45,3-10 0,-1-1-45,-2 0 1157,3 4 1,0-1-1203,0-2 0,1 0-45,1-5 0,0 0 0,0 2 0,2 1 0,-1-6 0,3 4 642,6 9-732,3-10 90,-4 17 0,11-1 0,-10 7 0,14 0 0,-12 8-90,6-6 90,-7 11 0,-4-6 0,0 0-90,-5 11 90,-9-11-360,-8 14 91,0-12-316,0 0 0,0-1-44,2-2-1890,-12 5 2519,19-8 0,3 1 0,10-3 0</inkml:trace>
  <inkml:trace contextRef="#ctx0" brushRef="#br0" timeOffset="7883">10869 1152 13199,'2'-9'1170,"-12"-1"-990,-5 8-90,-2-1-90,-9 9 0,15 0 0,-14 7 90,16-2-180,-7 3 90,12-5-90,-1 5 90,5-9-180,10 9 180,-7-9-90,19 4 90,-16-7 0,15 1 0,-13-3 0,10-7 0,-11 0 0,9-6 0,-10 0 90,5-1 90,0-11-180,-5 12 90,2-9-90,-7 19-90,0-1 90,0 3-360,1 11 90,0-8-809,3 22 719,-1-17-1349,4 18 899,-4-15-2467,10 12 3196,-6-14 1,6 4 0,-7-9 0</inkml:trace>
  <inkml:trace contextRef="#ctx0" brushRef="#br0" timeOffset="8433">11040 1088 12660,'0'21'539,"0"-4"-89,0 4-270,0-10-90,0 12-90,0-14 90,0 7-90,0-11 810,0 3-631,3-7-179,-3-5 0,6-2 0,-4-8 0,5-7 0,-3 5 0,3-3 90,2 1-90,-3 9 0,9-9 0,-8 14 0,3-2 180,-2 5-180,-1 1 180,7 8-90,-6 0 180,7 12-270,-8-6 90,6 10 0,-8-14-90,3 5 90,-3-5 0,-2-5 449,1 3-449,-3-7-90,0-7 0,0 4 0,2-18 0,0 12 90,6-21 90,-3 15 0,7-11-180,-7 19 540,3-3-360,-6 14 0,3 2-90,-4 8-90,6 4 0,-3-5-360,14 5-360,-5-13-919,9-1 1,3 0-1639,4-5 1638,-5 2 1,1-2 1363,-10-4 0,0 0 0,15 2 1,-15-2-1,-1 0 0</inkml:trace>
  <inkml:trace contextRef="#ctx0" brushRef="#br0" timeOffset="9466">9934 2163 13739,'7'-18'1169,"-3"6"361,3-11-1350,-4 14-1,0-4 1,-2 10 0,0 8-180,0 8 90,-1 3-90,4 13 0,-3-15 0,1 2 0,1 0 0,-1-3 0,-1 12 0,3-16 0,-4 5 0,2-10-90,-1 1 0,1-10 90,0 3 0,0-10-90,3-2 90,-2 0 0,8-12 0,-6 16 0,8-9 0,-7 13-90,8-1 90,-7 6 90,9 0-90,-8 7 0,15 1 0,-11 3-45,2-4 0,2-2-135,8 4 180,-3-3-89,1 0-1,-16-4 0,1-6 0,-5 3 0,1-7-450,-2 8 450,4 2 90,6 5-90,-1-1 180,10 2-180,-11-6 180,13 2-90,-14-3 0,7-6 0,-12 1 0,0-7 0,-3 0 0,-10-4 0,7 6-90,-20-5 90,17 10-540,-17-2 91,14 5-1350,-7 1 899,9 1-179,-1 0 1079,5 4 0,1-2 0,1 2 0</inkml:trace>
  <inkml:trace contextRef="#ctx0" brushRef="#br0" timeOffset="9716">10530 1854 12660,'-12'-9'-90,"5"3"270,-1 2-180,8 20 90,-5-6-90,4 15 90,-2-2-90,2-3 0,-1 6-90,1-5 0,0 0-90,0 7-390,0-8 0,1 3 1,-1-2-331,1 6 900,2 5 0,0-2 0,0-8 0,0-4 0,1 0 0</inkml:trace>
  <inkml:trace contextRef="#ctx0" brushRef="#br0" timeOffset="9884">10495 2133 12120,'-17'-22'1079,"4"3"-2338,4 5-1349,20 6 1258,-2 7 1350,21 1 0,-12 4 0,7 1 0</inkml:trace>
  <inkml:trace contextRef="#ctx0" brushRef="#br0" timeOffset="10749">10977 2128 12660,'-6'-21'2788,"4"2"-2518,-9 8-90,10 2 0,-12 5-180,7 2 0,-9 2 0,8 6-90,-4 1 90,8 7-270,-1 5 0,3-5 0,7 5-269,1-3 359,-1-3-45,5 1 0,-1 0 225,-3 0-45,5 2 0,0-1 45,-6-4 180,3 7-90,-9-15 450,-14 1-361,-3-9-179,-2 4-89,1-14-451,14 3 360,0-3-450,18-2 450,-6 10-135,11-2 1,1 1 314,-4 1 0,6-1 0,-1 0 0,-5 1 225,1 1 0,-1-1 134,-4 1 541,9-8-540,-14 9 359,3-5-629,-7 6 90,0-1 0,-7 25-180,-2-10 45,2 13 0,-1 1-45,-6-3 45,5 7 0,0 1-289,-2-2 244,1 3 0,2 0 0,0-4 45,2 3 0,0 2-45,1-13 0,1-1 0,-1 2 0,1-1 90,-1 8 0,2-19 90,-1 0-90,1-6-90,0-8 0,0-3 90,0-18-90,0 6-1080,1 3 1,1-4 0,0 2 1079,-2 6 0,1-1 59,3-11 1,2-5 0,-2 5-226,-3 9 0,0 1 196,4-8 0,2-4 0,-2 5-30,-1-6 0,3 0 0,0 3 0,-2 8 0,1 2 0,1 3 0,-1 6-90,9-1 90,-8 7 0,9 10 0,-9 3-135,0 5 0,-1 1 135,-2 4-45,-1 0 0,0 0-45,-3-6-270,-7 1 1,-1-2-1,-1-3-180,-6 0 0,-2-1 91,2-3-1620,-14 4 1079,18-8 1797,-2 0 0,15-11 0,4-2 0</inkml:trace>
  <inkml:trace contextRef="#ctx0" brushRef="#br0" timeOffset="11184">11427 2043 13379,'7'-12'1979,"-2"2"-1079,-3-1-720,-2 5 0,-13-2-91,-8 6 1,-1 5-90,4-1 0,1 2 0,2 8 0,-1-3 0,2 0 0,2 4 0,-7 11 0,13-13-90,-1 17-359,11-8 269,-3 1-180,11-3 270,-5-14-180,11 0 180,-6-3 90,11-8 0,-11-1 0,1-2 0,-1-1 0,-1-4 0,5-4 90,-4 0 0,-6 6-180,6-10 90,-8 17 0,1 4 90,0 17-360,2 15-89,0-7-1280,-2-5 1,0-2-636,-1-3-527,7 11 1452,-5-16 1316,11 4 1,-8-9 0,7-1-1</inkml:trace>
  <inkml:trace contextRef="#ctx0" brushRef="#br0" timeOffset="11752">11627 2058 12030,'1'-11'1619,"0"-7"-899,-1 4-630,0 0 90,0 12 89,0 15 1,0 0-180,0 4 0,0 1 0,0-2-45,0 5 0,0 0-45,0-6 0,4 15 0,1-19 0,0 6 90,0-12-180,-4 0 0,3-16 90,-2 4-135,3-10 0,0-3 90,1 4 0,0 0-1398,1-2 1,0 0 1442,-1 2 0,1 2-656,9-7 656,-5 8-201,10-4 201,-13 14 52,9 6 38,-11-1 270,7 23-180,-7-14 134,-1 7 1,0 2-225,-1-3 2624,2 10-2624,1-3 0,-3-9 0,5 9-90,-6-15 1290,1 0-1290,-3-14 346,4-12-346,2-13 0,5 1-1639,1 3 1,1 2 1493,4 4 145,0 0 0,1 1 0,-4 10 90,15 5-90,-18 5 90,0 10 0,-2 6-45,-2 6 0,-2 2-975,-1-5 1,0 1-1,0-1-59,0 8 0,-1-2 989,-1-4 0,0-4 0,-2-9 0,1 3 0</inkml:trace>
  <inkml:trace contextRef="#ctx0" brushRef="#br0" timeOffset="20649">1635 2246 9152,'-12'-4'270,"1"-3"-1,1 6 91,1-6 90,0 6 0,0-5-180,1 5-1,0-5 1,0 4-90,1-3 90,1 3 0,0-2 90,1 1 359,-3-1-629,4 1 90,-2-1-90,5 3 540,-1 0-540,7 0 179,17-4-209,-3 1 0,4-1 0,-1 1-652,3-1 1,3 0 591,-5 0 0,3 1 0,2-1 0,-2 0 0,-2 1-485,-3 1 1,-2 0-1,3 0 503,5-1 0,5 0 0,1-1 0,-1 1 0,-4 1-18,-4 0 0,-3 0 0,3 1 0,4-1 0,5 0 0,0 0 0,0 0 0,-6 1 0,-4 0 0,-3 1 0,2 0 0,4-1 0,3 1 0,2-1 0,-2 1 0,-4 0 0,4 0 0,0 0-18,-6 1 0,4-1 0,1 0 0,-1 0 0,-3 1-302,2-1 1,-2 0-1,1 0-220,6-1 0,1 1 1,-3 0 179,-2-1 0,-5 0-2917,3-1 1829,-22 2 1698,-13-2 0,0 1 0,-12 0 0</inkml:trace>
  <inkml:trace contextRef="#ctx0" brushRef="#br0" timeOffset="20983">1429 2211 12210,'-12'2'90,"4"0"90,36-1-90,-9-1-1183,7 1 1,5 0 0,-2 1 125,-7-2 0,1 1 1034,5 0 1,5 0-1,1 0 1,-5 0 88,-7-1 1,-2 0-1,3 0-141,3 0 0,6 0 0,2 0 0,0 0 0,-1 0 0,-6 0-60,1 0 0,-4 0 1,3 0 44,-3 0 0,4 0 0,2 0 0,0 0 0,0 0 0,-3 0 0,-4 0 0,1 0 0,-3 0 0,3 0-18,3 1 0,3-1 0,2 1 0,-1 0 0,-1 0-382,-2 0 1,-1 0-1,0 0 1,-1 0 399,-1 0 0,-1 0 0,-1 0 0,1 0-90,2 1 0,1-1 0,-2 1 0,-6-1 1238,6 0-2787,-6 1 1,-2 1-122,-9-2 591,0 1 1333,-8 0 1,-7-1 0,-3 0 0</inkml:trace>
  <inkml:trace contextRef="#ctx0" brushRef="#br0" timeOffset="30549">11181 4127 11221,'-8'3'719,"2"0"-629,5-2 1979,0-1-1439,28-11-226,-1-2 1,3-2-1213,-2 3 1,3-3 919,-4 2 1,3-3-1,0 0 1,-4 1-579,1 1 0,1-1 484,-4 2 0,4-2 0,1-1 0,0 0 0,-5 3-435,-1 1 0,-3 2 0,2-2 417,1 0 0,3-1 0,2-1 0,1-1 0,-3 2 0,-3 2 0,2-1 0,-4 1 0,5-1 0,-4 2 0,4-2 0,1-1 0,2-1 0,0 1 0,-2 0 0,-1 0 0,0 0 0,-2 0 0,0 1 0,0-1 0,1 0 0,1 0 0,1 0 0,0 0 0,-1 0 0,-1 0 0,3-3 0,-1-1 0,-2 0 0,-5 4 0,5-6-533,-6 2 0,-2 0 263,-8 5-9,2-5-261,-9 12-61,1-1-1018,-8 5-539,-8 9 898,-2 5 1235,-2 0 0,0 1 0,6-2 1,-1-1-1,-5 3 0,0-1 0</inkml:trace>
  <inkml:trace contextRef="#ctx0" brushRef="#br0" timeOffset="31048">11163 4150 11221,'-22'-4'1709,"7"3"-990,-8-4-629,14 5 630,-5 0-271,18 0 91,13 0-495,0 0 0,3 0-1138,6-2 1,3 0 0,-1-1 947,-7 0 0,-2 0 0,5-1 160,0 1 0,4-1 0,2-1 0,1 1 0,0-1 0,-2 1-279,0-1 0,-2 1 1,1-1-1,-1 1 0,2 0 264,-3 0 0,0 0 0,1 0 0,0 1 0,0-1 0,1 1-253,3-1 0,1 0 0,1 1 1,-1-1-1,-2 1 0,-3 1 253,1-1 0,-2 1 0,1 0-138,2-1 0,2 0 0,1 1 0,0-1 138,-4 1 0,1 1 0,-2-1 0,-1 1 0,-2-1 0,-3 1 0,4 0 0,0-1 0,5 1 0,0-1 0,-1 1 0,-4 0-45,2 0 0,-1 0-45,-2 0 0,3 0 0,-1 1 0,-4-1-90,9 0-323,-5 1 1,-10-1-938,-21 1 2400,2-1-2599,-21 6 1,-7 3 1404,2-5 1,0 6 0,0 2-1,14-6 1,0-1 0</inkml:trace>
  <inkml:trace contextRef="#ctx0" brushRef="#br0" timeOffset="31483">11239 4238 12390,'-12'-8'1259,"-4"-2"-449,7 3-540,8 1 179,13 11 1,6 5-360,10 0-1183,-1 1 1,4 4 0,-3-3 829,-7-3 1,2-1 284,3 2 1,4 2 0,1 1-1,-4-3-35,-1 1 0,1 0 31,-5-2 0,3 3 0,2 0 0,-2-1 0,-3-1-18,4 3 0,0-1 18,-3 0 0,4 2 0,1 1 0,-1 0 0,-1-1-41,-2-1 1,-1 1-1,-1-1 1,0 0 22,2 0 0,-1 1 0,1 0 0,-1-1-383,-1 2 1,1-1 0,-2 0 0,-4-3-2895,6 3 1638,-8-2 1,-2-6 1608,-5-17 1,-5-1 0,1-12-1</inkml:trace>
  <inkml:trace contextRef="#ctx0" brushRef="#br0" timeOffset="32483">12682 3301 11490,'5'-20'1799,"-1"5"-809,1-12-720,-3 15 269,1-10-449,-2 15 0,0-2 0,-13 13-90,5-4 0,-9 12 0,0 2 0,2-4 0,-2 7 0,2 1 0,5-3 0,3 1 0,1 1 0,3-2-90,3 2 0,2-1-90,6-2-135,2 0 1,2-1 134,5-3-315,3-1 0,0-2 136,0-2-734,-2-5 1,5-2 0,-4 1 257,7-1 790,1-8 0,-1-2-1914,-8 2 2004,-7 0 0,-1-3-160,-1-2 1,-2 0 294,2-4-54,-4 0 0,-2 0-36,-2 7 2123,-9-4-2033,-10 21-180,1-5 45,0 12 0,0 3-45,3-4 0,-3 11 0,2 0 0,4-6 0,2 1 0,0 0 0,6-7 2440,0 8-2440,8-13 1124,1 2-1124,7-6 0,3-5 0,-4-3 0,11-12-90,-14 11 90,8-12 0,-13 18 900,2-5-900,-4 7 0,-1 5 0,0 2 0,0 5 0,-1 1 0,2 1 0,-1-3-90,5 3 0,-2-9-899,16 2 629,-9-6-135,6-5 0,0-2 226,-1-1-1,1-8 0,-1-2 180,-4 0 90,-2-8 0,-2-2-295,-3-1 385,-4 6 0,1-4 0,-2 3 0,0 7 0,0 0 60,-1-7 0,1-2 0,-1 3 30,0-5-91,1 8 1,-1 1 180,0-2-270,0 10 0,0-2 0,0 17 90,-4 10-90,3 1 45,-1 3 0,1 0-45,1 0 0,0-4 0,0 2 0,0 3 0,0-1-180,0 7-270,-1 4 1,2 3-1190,1-4 1,1-1-1,-3-3 1,1-1 1622,4 1 0,-1-3 1,-3-7-1,4-2 1</inkml:trace>
  <inkml:trace contextRef="#ctx0" brushRef="#br0" timeOffset="32698">13132 3264 11311,'-9'-11'719,"0"3"-449,4-1-360,2 5 90,9-4 0,7 5 0,4-1-45,2 0 0,4 1-720,6-1 1,2-1 359,-5 1 0,0 0 405,1 0 0,3 0 0,-6 1 0,0 0 0,-5 0 0,0 1 0</inkml:trace>
  <inkml:trace contextRef="#ctx0" brushRef="#br0" timeOffset="33582">13046 4010 12210,'0'-16'1079,"1"2"-179,-16 0-720,12 6-90,-12 2 0,-2 1 0,8 3 0,-9 7 0,-1 3-90,3 1 0,-3 7 0,0 2 0,2-1 0,-3 6 0,1 3 0,10-9 0,0 1 0,-1 0 0,0 1 44,5-1 1,3-3-45,8-6 0,2 5 0,8-11-89,9-8-1,-5-2-45,-1-7 0,-1-3-45,0-3-513,-7 2 0,2-4 0,-2 2 693,-4 4 0,-1-1 0,4-9 0,-1-2-45,-1-1 0,-3 1 45,-1 10 0,0 0 60,0-3 0,0-3 0,-1 4-60,0 0 0,0-9 90,-9 31-90,-5 16 0,3 1 0,-1 4 0,1 1 0,6-4-1337,-3 8 1,1-1 1336,3-4-416,2 3 0,2-1 416,3-9 317,1-1 0,2-1-317,2-6-90,13 5 90,-13-11-46,13-6 46,-15 3 2552,5-11-2552,-9 11 1487,0-5-1487,-4 13 0,1 1 0,-1 8 0,2 3 0,0-7 778,4 4-778,-2-10 89,10 0-89,-8-4 0,19-14 0,-14 5 0,1-7 0,-1-2 0,-4 2 0,-1-5 0,-2-1 0,-2 1 45,-1-1 0,-1 0-45,-1 4-90,-11-9 90,8 19-90,-20 0 90,16 12-900,-15 2 451,13 8-181,-3-4-1259,5 8 1170,4-9-2160,-1 14 2250,4-14 629,5 4 0,-4-8 0,5 0 0</inkml:trace>
  <inkml:trace contextRef="#ctx0" brushRef="#br0" timeOffset="34068">13413 3989 11400,'6'-22'1979,"-8"6"-1709,-12 9-270,0 6 90,-3 5 0,-1 3-90,-5 8 0,-5-2 0,8 8 0,16-15 90,-2 8-90,14-10 0,7 1 0,1-4 0,1 0 0,-2-1 90,0 0-90,1 0 0,1 0 90,-5 0 270,16 7-180,-18-6 269,8 20 271,-12 7-630,-1 1 45,-3-3 0,-2-1-135,-6-1 45,3 5 0,0 1-311,-11-1 266,8-8 0,1 4 0,-1-3 45,0-6 0,0 0 45,-1 5 0,-1 4 0,2-4-2335,-2 7 2379,2-8 1,0 1-574,2-5 1,0-1 528,-2 4-101,1-2 1,-1-1 280,2-5 508,-3 3-778,2-19 1837,0 5-1927,0-15 0,2-7-495,6 1 1,0 0 269,-4-2 0,1 0-778,8 1 1,4-1 0,-1 3 115,2-4 977,2 6 0,4-2 0,-2 3 0,-5 6 0,0 0 0,8-6 0,-1 0 0</inkml:trace>
  <inkml:trace contextRef="#ctx0" brushRef="#br0" timeOffset="35450">12545 4977 12390,'-3'-20'1529,"1"5"-360,-7-10-899,5 16 0,-6-6-270,6 13 180,-5-1-180,4 3 0,-3 7 90,-1 0-90,1 0 0,-1 6 0,-2 0 0,4 1-90,-4 10 180,8-14-90,1 11-90,8-12-180,1 7 90,1-10-359,13 3 359,-12-7 0,7 0 0,1-1 90,4-7 90,-3 0 0,-1-2 0,1-4 0,-6 0 0,-3-1 0,-3 4 0,1-7 0,-6 26 0,-4 0 0,2 12 0,2 5 0,6-17 0,13 11-90,-5-14-90,1-2 0,0 0 90,0-3 0,1 0 0,0-1 90,-2-7 0,10-1 0,-17-6 90,1-6 0,-8 5 0,-6-3 90,-3 2-180,-7 7 0,-7-5 0,7 9 0,-12 1 0,16 2-90,-9 6 90,14-4 90,-2 7-180,12-4 90,3 0 0,4-2-90,12-2 0,-10 0 90,3 1 0,1-2 0,-3-3 0,17-1 0,-19 0-90,11-2 90,-14 6 0,8-2 0,-11 3 0,5 0 0,-6 6 0,2-4 0,0 15 90,-2-11-90,6 14 0,-6-12 0,9 9 0,-7-11 0,5 4 0,-2-5 0,-2-1 0,13-1 90,-5-7-90,3 4 0,-8-10 0,-1 3 0,-4-4 0,5 0 0,-7 1-90,2 3 90,-4 3 0,1 2 0,-1 2 0,3 6 0,-3 1 0,5 4 0,-3-1 90,12 0-90,-8-5 0,17 1 0,-14-5 0,16-6 0,-15 3 0,12-15 0,-15 11 90,1-18 0,-8 13 0,-1-6 180,-15-2-180,11 8-45,-11-1 0,-1 2-45,8 2 0,-17-3 0,17 9 0,-5-1-90,9 9 90,0 0-720,17 6 181,-5-2-1100,13-5 1,2-2-1292,-2 3 2677,-1-4 1,0 0 0,-1-1 0,1-1 0</inkml:trace>
  <inkml:trace contextRef="#ctx0" brushRef="#br0" timeOffset="42365">6218 3485 10231,'0'-14'1080,"0"1"-631,0 5 1,0 0-90,0 1-90,0 1 0,0 1-91,0 1-89,-4 2-90,2-1 90,-2 2-90,4-1-90,0 1 90,0 8 0,0 2 90,0 4-90,0 2 0,0 5 0,0-4-605,0 7 605,0-6 90,0 1-260,0 7 80,5 1-90,-4 1-630,4-6 1,0 0-90,-1-3-740,1 3 1,1-1 327,-2-7 1311,0 5 0,-2-11 0,0 0 0</inkml:trace>
  <inkml:trace contextRef="#ctx0" brushRef="#br0" timeOffset="42600">6403 3714 13379,'0'-9'0,"0"2"0</inkml:trace>
  <inkml:trace contextRef="#ctx0" brushRef="#br0" timeOffset="44949">6792 3686 9332,'-13'0'1439,"-1"0"-1169,2 0 0,1 0-1,3 0 1,0 0-90,0 0 0,1 0 0,-1 0 0,0 0 0,0 0 0,1 0 89,-2 0-179,3 0 990,-2 4-361,26-1-629,-8 1-400,11-2 0,4-2 310,-3-2 0,2-2-782,-3 1 0,4-1 1,0 0-1,-1 0 812,0 0 0,-2 0 0,4-1-30,1 1 0,3-2 0,2 1 0,-1-1 0,-4 2-376,-3 1 1,-3 0-1,4 0 391,0 0 0,3 0 0,3-1 0,0 1 0,-3 0 0,-3 1-15,2-1 0,-4 2 0,3-1 0,-1 0 0,4 0 0,2 1 0,0-1 0,-2 1 0,-4-1 0,-1 2 0,-3-1 0,4 1 0,3-1 0,4 1 0,1-1 0,0 1 0,-5 0 0,0-1 0,-4 2 0,1-1 0,4 0 0,0 0 0,-3 0 45,-1 0 0,-6 0-45,-12 0-3277,1 0 0,-6 0 2979,1 0 0,0 0 0,1 0 0</inkml:trace>
  <inkml:trace contextRef="#ctx0" brushRef="#br0" timeOffset="45581">8537 3477 12210,'-5'-14'1709,"-5"2"-1799,-4 4 90,2 3 90,-3 10-180,-2 15 90,3-6-1639,2 5 1,1-1 574,5-4 1556,-2 13-582,7-16-450,7 8 270,2-10 1,3 4-631,13-7 540,-10-3 90,4 0 1,0-3 269,-1-6 89,1 3 1,-1-1 0,-3-10 1548,-2 4 0,-1-1-175,-4-6-1003,1-2-460,-12 11 0,-5 4 0,2 10 0,-10 0 0,15 5 0,-11-1 0,12-2 0,-3 0 0,4-3 0,5 0 0,2-3 0,6 0 0,-1-2 0,-2 0 0,3 0 0,-7 0-90,5 0 90,-7 0 90,2 0-90,-3 0 0,3 5 0,-3-4-180,9 6 0,-6-4-719,11 1 449,-9-2-1349,13-9 1169,-11 5-1079,13-19 1259,-13 13 450,0-5 0,0-1 0,0-1 0,2-5 0</inkml:trace>
  <inkml:trace contextRef="#ctx0" brushRef="#br0" timeOffset="45764">8849 3415 8972,'8'-29'1709,"-2"8"-1215,-2 1 1,-1 1-225,-2 3 90,2-9-360,-3 18 180,1 1-180,-1 22 0,0-6 0,0 8 0,0 2 0,0-1 0,0 5 0,0 0 0,0 0-540,0-4 0,0 2 1,0 0-1100,0 0 1,0 0 1171,0 1 1,0-1 0,0 10 0,0-23 0</inkml:trace>
  <inkml:trace contextRef="#ctx0" brushRef="#br0" timeOffset="45964">8835 3468 12030,'-7'-3'180,"2"0"-90,10 0-90,2 0-90,7-2 0,3 0-360,4-2-643,1 0 1,5-2 0,-3 1 545,-8 2 1,-1 0 0,14-5 0,-1 0 0,-8 1 0</inkml:trace>
  <inkml:trace contextRef="#ctx0" brushRef="#br0" timeOffset="46616">6431 4368 11940,'-10'-27'180,"6"12"0,-2-16-180,13 22 90,17-9-90,-8 15 0,0 0 45,0-2 0,-1 2 135,2 8 0,-4 2 0,-5 0 269,-4 23-359,-6-15 45,-10 4 0,-2-1-45,2 0-1183,-1-4 1,-5 1 0,3-1 477,-3 2 1045,-1 1 0,1 1-340,5-3-90,1 1 0,6-6 90,6-4-90,8-4 0,8 2 0,2-3-405,2-4 0,2-1-224,1-3-464,-4 1 1,3 0 0,-2 0-1898,9-5 2990,-7 5 0,2-2 0,-2 2 0,7-2 0,-6 1 0,0 0 0</inkml:trace>
  <inkml:trace contextRef="#ctx0" brushRef="#br0" timeOffset="47084">6906 4379 11221,'-22'0'869,"0"0"1,-3 0-1,3 0-689,9 0 270,-12 0-360,17 0 359,-3 4-269,15-3-90,21 2-90,-3-3-1093,-2-3 1,4-1 0,-3 1 1121,-4 2 0,1-1-29,10-4 0,6-3 0,-5 2 0,-7 4 0,1 0 0,-2-1 0,4-1 0,1 0 0,1 0 0,-2 1-106,2 0 0,-2 1 1,1 0-1,1 0 106,2-1 0,2 1 0,1-1 0,-2 1 0,-1 0 0,-3 1 0,-1-1 0,-2 1 0,1 0 22,2 0 1,1 1 0,-3-1-1,-4 1 68,8-1-45,-4 1 0,-1 0-45,-10 0 0,7 0-3058,-15 1 294,-5 4 2764,-6-3 0,-4 4 0,1-5 0</inkml:trace>
  <inkml:trace contextRef="#ctx0" brushRef="#br0" timeOffset="47936">8301 4198 11490,'-5'-9'720,"-5"1"180,0-1-631,0 5 1,-11-4-180,10 7 90,-18-1-90,14 2-90,-7 5 0,0 1 0,4-4 0,-4 9 0,1 1 0,7-6 0,0 5 0,2 0 0,5-2 0,-3 10 0,8-11 0,9 6-90,2-9-90,16 1 90,-8-4-90,4-7 0,2-4 135,-8-2 0,-1-1-1594,4-1 1,-1-1 446,-5 0 1,-3-2 1191,-2-5 0,-2 0 1073,1-9-1073,-3 6 0,-1-4 0,0 4 0,-1 6 0,-1 1 30,0-7 0,0-3 0,0 4-30,0-4 498,-1 4 0,-2 3-498,-1 11 0,-1 4 89,-1 6-89,3 13 0,2 4 0,-3-3 45,1 14 0,1 3 2827,1-3-2872,3-7 0,1 3 0,-1-3 0,0 8 0,4-10 0,4 2 0,-3-3 0,2 5 45,6-2 0,0-1-45,-2-5 190,0-4 0,1-1-190,0-5 0,10-5 0,-12-2-90,7-21 90,-12 13 0,1-7 0,-1 0 0,-1 3 0,4-13 0,-6 17-90,3-3 90,-4 10 0,2 0 0,-1 2 302,-1 0-302,2 5-52,2 2-38,6 3 90,-3-2 90,9-4-90,-12-1 0,7-3 0,-9-6 0,0-1 90,-4-8-90,-7-4 0,-2 5 0,1-2 0,-17 4 0,16 5 0,-20-1 0,18 6-269,-6 6-1,11-3-1619,-1 14 90,11-1 1169,3 1-89,4-1 719,13-9 0,-10 0 0,10 0 0</inkml:trace>
  <inkml:trace contextRef="#ctx0" brushRef="#br0" timeOffset="48383">8723 4067 10591,'13'-15'989,"-1"2"1,-8-3-450,-8 4-361,4-2 181,-22 7-270,15 6 0,-21 5-90,18-2 0,-8 7 90,12-5-90,5 2 0,8-3 0,14-1 0,-6-2 45,2 1 0,1 0-45,-4 0 45,3 2 0,0 1 45,-5 0 180,11 13-180,-14-7 89,0 5 1,0 1-90,-3 0 0,-1 4 0,0 0-90,-3-1 45,0 1 0,-1 0 45,0-3 0,-1 0 0,0-1 90,0-3 0,-4 6 360,-2-8-360,1-4 89,-9 2-269,9-7 90,-14 0-90,10-2 0,-9-12 0,11 9-90,-3-17-269,7 7 89,2-4-180,1-4-585,6 4 1,4-2-605,6-8 1,1 0-1,-2 4 1,2 1 1016,3-4 1,-1 4 0,-1 5 0,0 3 0</inkml:trace>
  <inkml:trace contextRef="#ctx0" brushRef="#br0" timeOffset="49115">6938 4818 12480,'-9'-10'1259,"-3"-3"-1079,7 7 0,-2-4-180,6 8 0,6-1 90,3 3 0,11 5-90,-6-4 90,4 16 0,-9-10-90,-2 20 90,-3-15-90,-10 8 0,-1 0 0,-6-7-90,1 13 90,1-16 0,5 9 0,3-13 0,4 6 0,6-8-180,13 4 180,-3-6-90,2 0 0,0 1 90,-2-2-45,0 1 0,1 1 45,-5 0 90,8 7-90,-15-5 0,1 9 0,-12-7 0,-7 8 0,-2-8 45,-3 1 0,-3 1-90,0-3 0,0-1 45,1 1 0,-1-1 45,-6 1 0,2-1-135,6-2-135,2 0 0,0 0-314,6-1-2738,-3 1 2589,17-3 1,-4 1-1,6-1 1</inkml:trace>
  <inkml:trace contextRef="#ctx0" brushRef="#br0" timeOffset="49801">7388 5120 11580,'-24'-5'2699,"2"4"-1980,4-3-449,25 4-270,0 0 45,21-6 0,4-1-773,-15 6 0,2-1 728,5-3 0,4-3 0,2 0 0,-4 2-1295,3 2 0,-1 1 1295,-6-1 0,2-2 0,1 1 0,-2 1 0,5 0 0,-2 1 0,0 0-966,5-1 0,0 0 966,-5 1 0,2 0 0,1 1-338,-1-1 0,1 1 0,1 0 0,-3 0 338,-2 1 0,-1-1 0,2 1-114,0 0 0,3-1 1,2 1-1,0-1 1,-2 1-1,-4 0 114,1 0 0,-4 0 0,4 1 18,2-1 0,4 0 0,2 0 0,-3-1 0,-4 1-18,3 0 0,-1 0 102,-3 0 0,3 0 0,-1 0 0,-5 0-12,-5 0 0,-1-1 625,10 0 0,-4 0-715,-12 0 1434,0 0-1434,-10 0 1109,0-1-1648,-6 2 780,4-2-3518,-7 3 3144,5-1 1,-1 1 0,2 0-1</inkml:trace>
  <inkml:trace contextRef="#ctx0" brushRef="#br0" timeOffset="50582">8989 4840 12750,'-6'-8'899,"5"1"-539,-10 5-180,5 1-90,-11 7-90,6 0 90,-10 6-90,7 8 0,0-8-90,2 10 90,10-15 0,-1 8-90,8-9-450,7 5 270,1-8-1369,6 0 1,1 0 84,0-2 250,8-3 1,1-3 1213,-4-3-457,4-3 1,-1-1 726,-5-3 74,-1 1 0,-3-1 106,-7 3 2173,3-11-2083,-26 17-360,4-2 0,-12 14 1892,-2 1-1982,9 4 0,0 1 0,-9-3 0,2 16 0,16-21 2192,5 7-2192,-1-8 0,25 0-90,-15-2 90,10-3 0,0-1 0,-4-4 1586,9 1-1586,-8-3 0,-8 8 0,7-2 0,-12 3 0,2 4 0,-5-3 0,0 10 0,-2-6 0,0 6 0,0-3-90,0 1-270,5-5-90,2 1-90,13-12 451,-7 5 44,2-9 0,-1-3-45,-2 3 90,3-9 0,-1-3 0,-2 1-838,-3 3 1,0-3 0,0 1 882,-4 6 0,1 0 75,2-8 0,1-3 0,0 3-75,-4 7 0,0 1 45,3-7 0,0 0-739,3-3 649,-5 12 270,2-2-90,-6 30-90,0-5-90,-2 11 0,0 2 0,0 1 0,0 5 0,0 0 2303,0-2-2333,0-5 0,0 4 0,0-3 977,0 5-1442,0 3 0,0 0-134,0-10-1010,3-1 1,0-1-122,-1-4 1760,12 5 0,-9-13 0,8-1 0</inkml:trace>
  <inkml:trace contextRef="#ctx0" brushRef="#br0" timeOffset="50782">9502 4798 12030,'-11'-9'1349,"-4"-3"-989,5 3-90,-2-7-270,8 9 0,24-12 0,4 8 0,2 2-487,-3 0 0,1-1 307,4 0 0,2-1 0,-4 2-180,-9 2 1,0 0-734,5-2 1,4-3 0,-5 2-1838,6-4 2704,-8 3 0,0 0 0,-4 0 1,-2 1-1</inkml:trace>
  <inkml:trace contextRef="#ctx0" brushRef="#br0" timeOffset="51731">7220 5944 11131,'0'-28'1619,"-5"9"-1529,4-1 0,-9 20 90,4 27-180,1-4 44,-2 6 1,2 0-45,3-3 0,-2 2 0,1 0 0,1-7 0,1 1 0,0-1 0,1-7 0,0 6 90,0-12-90,0-3 0,4 0 0,1-4-90,9-7 90,-4 4-179,4-11-271,4 1 360,-7 0-450,15-4 270,-16 8-719,12-3 629,-14 5 0,4 0-359,-3 0 629,-3-3 90,0 1 0,-4-2 450,-1-4-271,-1 6 541,0-15-450,-5 12 629,4-10-719,-7 12 90,7-4-270,-4 9 90,4 7-90,-1 5 90,7 6-90,0 12 0,0-11 45,0 7 0,-2-1-45,-2 1 0,2 3 0,-1 1-1460,-1-2 1325,-1-7 0,1 2-854,1 6 89,-1-7-739,1-1 1,1-1 1580,-1-1 0,3 6 1,-2-13-1</inkml:trace>
  <inkml:trace contextRef="#ctx0" brushRef="#br0" timeOffset="52332">7802 6155 11580,'-9'0'1440,"1"0"-811,3 0-269,3 0 360,6-5-541,15 0 1,0 0 0,3-2 0,0 2-763,1-1 0,3 0 619,-4 1 0,5-1 0,0 0 0,0 0 0,-4 1-543,-1 1 0,-3 0 0,4-1 522,1 1 0,3-1 0,3-1 0,0 1 0,-1 0 0,-4 1-507,2-1 0,-4 1 1,5 0 491,-1 0 0,4 0 0,3-1 0,-1 1 0,-1-1 0,-5 2-652,2 0 1,-4 0 0,2 0 673,2 0 1,3-1-1,0 1 1,0 0 44,-4 0 1,0 1-1,0 0 1,-1-1-235,-1 1 0,-1-1 0,0 1 0,1-1 189,0 1 1,0 0-1,0-1 1,-2 1 195,0-1 0,-1 0 0,-2 1-83,-2-2 0,-2 1-135,1-2 90,7-2-90,-21 4 714,1-1-1074,-5 3 52,1-1-2969,-12 1 3528,2 0 1,-9 1 0,5 0 0</inkml:trace>
  <inkml:trace contextRef="#ctx0" brushRef="#br0" timeOffset="53585">9405 5823 11131,'-13'-6'2158,"-4"3"-1708,-2 0-360,5 2 180,-7 1-270,13 0 90,-8 5-90,10-3 0,-6 13 0,8-9 0,-6 16 0,7-13 0,-3 12 0,4-13 0,0 5 90,2-3-90,0-4 0,5 4 0,1-7 0,9 1 0,-5-3 0,12-17 0,-12 6 0,2-7 0,-1-3 0,-1 1 0,-4 5 0,1-2 0,-1-2 0,-1 0 0,2-5 0,0-5 0,0 0 0,-2 4 45,0-1 0,-1 0 45,-1 7-90,2-11 0,-4 22-90,0-2 180,-1 26-90,0 6 0,-5 7 0,5-4 0,-1-1 90,-4-2-90,7 4 0,1 0 0,-2-7 0,3 1 0,2-1-90,0-3-45,1-1 0,0-1 45,3-4-90,8 3 90,-9-11 0,13-7 90,-11-6 0,5-3 0,0-12 0,-7 11 0,0 0 0,0 0-90,-3 5 90,4-4 0,-7 10 90,1 1-90,-2 8 0,1 1 0,-1 7-90,3 2 90,-3-5 90,3 1-90,2-4 0,9-5 0,-3 2 0,8-17 0,-13 9 90,4-23-90,-10 18 0,1-19 0,-9 16 0,-1-13 0,-6 15 0,6-5 0,-7 8 0,12 2-270,-11 1-539,10 9 179,-2-1-90,3 8 181,8-2 269,0 0 90,8 0-270,6-2 360,-5-3 90,5-3 90,2-2-90,-8-1 225,2-6 0,0 0 45,-3 3 45,0-8 0,0-2-136,-4 7 451,5-16-360,-10 13 270,0-7-450,-3 10 89,-1-5-89,0 9-90,0-2 0,-5 3 0,1 0 0,-4 1-90,2 0 90,1 5 90,1-4-180,1 7 180,1-5-90,1 2-90,1-2 90,0-2-629,0 0 449,0 1-90,0-1-809,-5 2 629,4-2-1529,-6 2 1170,6-2 809,-6 0 0,4 0 0,-2-1 0</inkml:trace>
  <inkml:trace contextRef="#ctx0" brushRef="#br0" timeOffset="54751">9381 5743 9602,'-8'-1'719,"2"6"-359,0 1-180,4 8 0,-4 3-90,5-4 0,-1 14-90,2-16 90,7 18-90,1-18 0,14 9 0,-7-13 0,3-2 0,1-1 0,0-2 0,5-4 0,1-1 0,-2 1 44,4-10 1,1-4-45,-12 3 0,-1-2 45,2 0 0,-1-2 135,-2-5 0,-3 2 0,-4 4 90,0 0 0,-1 1-90,-2 4-90,2-5 90,-5 13-180,0 13 0,-5-3 0,3 23 0,-3-9 0,4 1 0,5 0 0,0-15 0,10 6 0,-4-9 0,11 2 0,-11-5 90,5-1-90,-3-12-90,-4-5 90,0-2 0,-5-8 90,-10 17-90,1-11 0,-7 13-90,2-2 90,0 8-180,-3 1-90,4 7-1439,-3 1 809,7 5 900,-1 5 0,5-9 0,0 3 0</inkml:trace>
  <inkml:trace contextRef="#ctx0" brushRef="#br0" timeOffset="55248">9896 5719 11670,'0'-9'1529,"0"0"-899,-4 6-540,8 22-90,-7-12 0,16 20 0,-7-22 0,12-1 0,-9-3 0,12 0 0,-11-1 0,11-4 0,-13 3 0,6-4 0,-9 3 0,4 1 0,-6-1 90,8-2-90,-5 2 0,10-7 0,-9 6 0,15-6 0,-12 5 0,16-7 0,-15 6 180,12-10 0,-14 8 180,6-16 89,-10-2-449,0 2 90,-15-7-90,8 21 0,-13-4 0,10 8-90,0 2-180,-6 1-89,7 1-1260,-8 14 809,8-5-2467,0 19 1427,3-15 1787,8 7 1,-6-8-1,6-2 1</inkml:trace>
  <inkml:trace contextRef="#ctx0" brushRef="#br0" timeOffset="55381">10351 5740 11940,'9'-6'450,"-2"-4"-1889,-5 5-1620,-1-3 3059,-1 2 0,0 1 0,0 1 0</inkml:trace>
  <inkml:trace contextRef="#ctx0" brushRef="#br0" timeOffset="70347">1619 4157 11670,'-14'-7'0,"0"-3"90,0 9-342,1-7 612,1 7 90,1-6-1,1 7 233,2-4-322,2 4-19,1 0 379,2 0 0,25 5-630,0-1 0,1 1-46,-1-2 1,3 0-983,3 2 0,4 0 1,-4 0 1027,-7-3 0,1 0-46,3 1 1,6 0 0,-1 1 0,-3-2-488,1 1 0,1-1 479,-4-1 0,5 1 0,1 0 0,-1 0 0,-3-1-378,-4 0 0,-2 0 0,3 0 357,0 0 0,4-1 0,2 1 0,0 0 0,-2 0 0,-3 0-15,1 0 0,-2-1 0,2 1 15,1 0 0,3-1 0,2 1 0,1 0 0,-3 0 0,-4-1-550,2 1 0,-4-1 0,2 1 535,2 0 0,2 0 0,1-1 0,-2 1 22,-2 0 1,-1 0-1,0-1 1,1 1-23,1 0 0,1-1 0,0 1 0,-1-1 0,-2 1 0,0 0 0,-1-1 0,1 1-188,0-1 0,2 1 0,-2-1 0,-6 0 9,5 1-103,-6-1 0,-2 0-2326,-9 0 2207,-6 0-2387,-19 0 1438,-2 0 1480,-3-2 1,-1 0 0,7 2 0,0-1 0,-7 0 0,0-1 0</inkml:trace>
  <inkml:trace contextRef="#ctx0" brushRef="#br0" timeOffset="70831">1386 4273 13919,'-24'1'-540,"3"-1"630,4 0 810,7 0-720,8-4 539,19 3-89,-5-3-315,13 2 0,4 1-816,-13 1 1,1-1 590,6 0 0,5-2 0,1 1 0,-4 0-701,4 1 0,2 0 656,-8-1 0,4 1 0,3-1 0,-1 0 0,0 0 0,-5 1-587,5 0 1,-4 0-1,4 0 554,-4 0 1,3 0 0,3 0 0,1 1 0,-1-1 0,-2 0 0,-4 1-639,8-1 0,-4 1 0,2 0 626,-4-1 0,2 1 0,1 0 0,-1 0 0,-1 0 22,-1 0 0,-1 0 1,-1 0-1,-1 0 8,1 0 0,-1-1 0,1 2 0,5 0 1,2 1 0,-1-1-31,1 0 0,0-1 0,-2 1 45,-3 3 0,1 0 15,4-4 0,2 0 0,-6 0 30,1 4 45,-7-4 0,-2 0-45,-9 0 1017,4 0-1017,-11 0 1389,4 0-1389,-5 0-2055,1 0 1965,0 0 0,-2 0 0,2 0 0</inkml:trace>
  <inkml:trace contextRef="#ctx0" brushRef="#br0" timeOffset="82381">1045 1631 9422,'-9'-14'809,"2"1"-449,1 4-90,2-1 90,-1 2-91,0 1-89,-1 0 0,1 2-90,-2 1-90,1 1 0,-1 0 0,0 2 0,0 0 90,0 1 270,-5 12-180,1-2 0,-3 12 0,-1 4-553,6-11 0,0 1 395,-1 3 1,-2 5-1,1 0 1,1-2 21,0-1 1,1 3-9,2-1 0,-1 5 0,0 2 0,2-1 0,0-4-639,1 3 0,2 1 621,0-3 0,1 4 0,1 1 0,0-2 0,2-4 27,4 1 0,2-1-23,0-2 1,1 4 0,1 0-1,0-6 23,3-2 0,3-3-15,3 5 0,4 0 0,-1-3-30,-6-9 0,2-1 0,8 0 0,6 0 0,-4-3 0,-6-5 0,0-2 0,3-2 0,3-2 0,1-1 0,-4 0-45,-1-4 0,0-2 27,-1-3 0,2-4 0,2-1 0,-2-1 0,-4 3-453,-4 2 0,-4 1 0,2-3 456,0-2 0,1-3 0,1-3 0,-1 0 0,-2 1 0,-2 4-15,-3 1 0,-2 1 0,-1-2 12,1-3 0,0-5 0,-1-1 0,0 2 0,-3 4-27,-3-5 0,-3 1 22,-1 2 1,-1-5-1,-2 1 1,0 6 22,-4 2 0,-4 5-180,-4 0 0,-6-1 0,-2 3 0,0 7-640,0 10 1,-2 7 0,0 3 0,-1 0 770,6-4 1,-1 1 0,0 0 0,0 1 0,0 1 0,2 1 0,-2 3 0,2 1-1,0 1 1,1 1 0,2 0 0,1 3 0,1 0 0,-1 0 0,0 1 0</inkml:trace>
  <inkml:trace contextRef="#ctx0" brushRef="#br0" timeOffset="83064">766 3884 12300,'-13'19'494,"3"-2"1,1 2-450,3-4 0,0 1-1138,-2 9 1,-1 5 0,1-4-55,3-8 1,1 1 1146,-1 10 0,-1 5 0,2-6 519,3-11 1,0 0-520,2 7 0,0 4 0,3-4 0,1-7 0,1-2-30,3 7 0,3 1 0,0-3-15,-1-7 0,2-2 15,8 4 0,5-1 0,0-5 30,-1-8 0,1-7 0,1-1-251,-4 0 1,3-2-1,0-1 1,-1 0-1,-1-1 251,-1-1 0,-1 1 0,-1-2 0,0-3 0,-2-1 0,0-2 0,0-2 0,0-1 0,-3 1 0,-2 3-186,0 0 0,-3 1 0,0-3 240,1-4 0,2-5 0,0-1 0,-2 1 0,-2 3 5,-3 4 1,-2 3 0,1-3 102,-1-3 0,0-4 0,0-1 0,-1 1 0,-3 5-27,-3-5 0,-4 2-23,1 1 1,-3-3-1,0 1 1,-2 5-68,-4 4 0,-3 2-23,-1 4 0,-4-2 1,-1 1-1,3 4 23,-2 3 0,-2 3-27,1 4 0,-5 3 0,-2 1 0,2 0 0,3 1-18,-3 2 0,-1 3 0,5 0 0,-5 4 0,0 1 0,1 0 0,6-2 0,-2 4 0,4 2-108,4-3 0,-3 4 0,1 1 0,1-1 1,4-2-118,-3 6 0,4 1-293,1 1 1,0 6 0,2 0 0,1-4-158,3-1 1,3 0-146,3 1 1,2 3 0,1 1 0,1-6 660,2-2 0,1-2 0,2 0 0,1 1 0,1-3 1,-1-6-1,1-1 0</inkml:trace>
  <inkml:trace contextRef="#ctx0" brushRef="#br0" timeOffset="85348">107 2752 10861,'0'-11'1259,"-5"-1"-989,4 7-90,-4-1-90,5 3-180,-4 2 270,3 5 0,-2 7-180,3 0 180,0 14-180,5-14 179,-1 11-179,6-15 180,5 5-90,-4-9 90,16 1-135,-13-11 0,0-2 45,5-4 0,0-1-90,-5 0 0,-2-2 45,1-8 0,-2 1 45,-4 3 90,-1-3 0,0 1-90,-3 4 44,1 1 1,-2 1-135,-1 5-179,1-3 358,-2 19 91,0 24-270,0-1-1039,0-3 1,0 5 0,0-4 1038,2-4 0,0 0 22,-1 3 1,-1 4-1,0 0 1,0-4-23,2 1 0,0-1 22,0 0 1,-1 4-1,0 0 1,0-5-23,-1-2 0,1 0 30,0 5 0,2 4 0,-1-5-149,-2 6 164,1-2 0,0-1-45,0-7 225,-1-2 0,0-1 45,-5-6-90,4 4 89,-7-12-269,4-3 90,-10-7-90,4-5 0,-2-1 0,0-2 0,0-5 0,-1-1 0,1 2 0,2 0 0,0-1 0,2-1-90,2 4-135,2-5 1,2 1-46,0 2-405,9-3 1,1 1 44,1 3-540,9-3 1,1 0 0,0 1 76,-3 5 1,2-2 0,-2 2 1270,9-7 0,-6 5 0,0-1 0,3-1 0</inkml:trace>
  <inkml:trace contextRef="#ctx0" brushRef="#br0" timeOffset="85531">564 2608 11221,'-10'-7'-180,"-1"-2"-1979,17 5-360,11 0 2519,-1 3 0,7 1 0,-13 0 0</inkml:trace>
  <inkml:trace contextRef="#ctx0" brushRef="#br0" timeOffset="85682">540 2784 10591,'-9'3'899,"0"-2"-809,7-1-1169,0-5 269,18-1-179,-6 0 989,10-2 0,2 0 0,0 2 0,-3-2 0,-1 0 0</inkml:trace>
  <inkml:trace contextRef="#ctx0" brushRef="#br0" timeOffset="86731">778 2634 10861,'0'-9'1079,"0"2"-629,-4 5-180,-5 7-180,-3 10 0,1 0-90,4 2 0,1-1 90,1 0-45,1 4 0,0-1-45,3-4 0,0 15 0,7-21 90,0 6-90,7-9 89,4 0-89,-5-4 0,15-7 0,-14 4 0,2-10 0,-1-1 0,-3 2 0,5-14 0,-10-5 0,-3 10 0,-4-3 0,-2 1 0,1 4-45,-11 1 1,-3 3 44,4 5 0,-10 3 0,-1 1 0,3 4-45,-4 4 0,0 4-270,10 1 0,1 1 90,-2-1 0,1 2-630,5 5 1,4-1 225,4-4-1440,9 14 1259,2-16 810,11 4 0,-3-10 0,-1-1 0</inkml:trace>
  <inkml:trace contextRef="#ctx0" brushRef="#br0" timeOffset="86997">935 2404 10771,'0'-9'450,"-4"-1"-91,3 7-89,-3 17-180,4-5-90,2 11 0,0 1 0,-1-2 45,3 7 0,-1 1-239,-2 1 104,1-3 0,1 6 0,0-2-1003,-1-8 1,0 0 0,0 0 790,0 3 1,0 1-1,0-1-791,2 3 1,1 1 0,-1-5 321,1 3 771,0-3 0,0-3 0,0-7 0,0-3 0</inkml:trace>
  <inkml:trace contextRef="#ctx0" brushRef="#br0" timeOffset="87214">1226 2503 13110,'1'21'44,"2"-3"1,1 4-1138,2 1 1,0 3 0,0-1-547,1 5 1,0 0 1228,0-2 0,0 1 1,-1-3-1,-3-5 1,0-2-1,0 2 0,0-1 1</inkml:trace>
  <inkml:trace contextRef="#ctx0" brushRef="#br0" timeOffset="88046">571 3252 10591,'0'-8'1259,"-1"0"-629,1 5-450,0 1 180,-1-1-270,0 2-90,0 1 89,0 5-134,2 11 1,1 2-136,-1 3-720,3 7 1,0 1-91,-3-9-649,2 1 1,1 1 1580,0-5 0,1 7 1,1-13-1</inkml:trace>
  <inkml:trace contextRef="#ctx0" brushRef="#br0" timeOffset="88548">936 3172 12750,'0'-15'719,"0"2"-539,0-1-180,0 8 90,7-7-90,2 8 90,13-3 0,-7 5 180,14 1-270,-17 7 180,11 1-180,-16 7 270,1 6-180,-6-5 269,-8 15-269,4-14 90,-6 0 0,-1 0-180,6-2 90,-11 10-90,10-14 360,-1 5-180,2-10 539,12 1-629,-1-4 45,11-6 0,2-2-135,5 4-942,-4-5 0,5-3 0,-3 1 942,-6 6 0,1 0 29,8-6 1,4-1 0,-4 0 15,-9 5 0,0 1 0,8-4 0,1 0-345,-9 3 0,-1 1 300,7-3 45,-5 2 0,-1 1-45,-2 0-3277,5-1 0,-23 9 2457,0 1 1,-9 2 0,3-2 0</inkml:trace>
  <inkml:trace contextRef="#ctx0" brushRef="#br0" timeOffset="89863">1849 3617 13649,'-5'-10'270,"4"2"-90,-5 3 0,6 0 0,-3 1-180,2 1 0,-3 0 0,4 1 0,0 0-90,0 0 0,0 0-90,7 0-90,-5-1-180,13 0 1,-8 0-91,9 0-90,-3 0-590,2-1 230,0 1-179,1-1 0,1-1 1169,6-2 0,-6 0 0,5-1 0</inkml:trace>
  <inkml:trace contextRef="#ctx0" brushRef="#br0" timeOffset="90063">2123 3340 11940,'0'-8'270,"1"1"450,-1 1-720,0 33-900,0-11 1,0 1 404,2 5 0,0 1-1144,1 5 1,1-2 1253,4-5 0,-3-6 0,0 1 0,2-2 0</inkml:trace>
  <inkml:trace contextRef="#ctx0" brushRef="#br0" timeOffset="90583">2953 3250 13559,'-7'-6'1260,"-1"2"-1081,7 18-269,-3-3-765,6 17 1,3 6-785,1-4 1,0 0 1169,-3-7 1,0 0 0,0-1 0,5 9 0,0-4 0,-2 3 0</inkml:trace>
  <inkml:trace contextRef="#ctx0" brushRef="#br0" timeOffset="101480">1503 6996 9602,'-7'-1'809,"1"0"-539,6 1 3006,-1-1-3044,18 9-52,-8-6 45,9 3 0,2 1-136,-2-4 91,7 0 0,5-1-1273,-5 1 1,2-1 0,-1 0 917,-4-1 0,-1 1 1,2-1 218,6 1 1,4-1 0,0 1 0,-6-1 80,-1 1 0,0-1-107,-1 0 0,3 0 0,3 0 0,0 0 0,-2 0 4,-1 0 1,-1 0-1,-1 0 1,1 0-354,3 0 1,1 1 0,0-1 0,1-1 330,-2 1 0,1-1 0,1 0 0,-2 0 0,-3 1 30,-4-1 0,-2 1 0,4 0-30,0-1 0,6 0 0,2 1 0,0-1 0,-2 0 0,-5 1 0,-1 0 0,-3 0 0,4 0 0,-1 0 0,5 0 0,1 0 0,0 0 0,-2 0 0,-4 0 0,6 0 0,0 0 18,-6 0 0,3 1 0,2 0 0,-1 0 0,-4 0-18,3-1 0,1 1 0,0 1 0,5 0 0,-1 0 0,-4 0 0,-4 0 0,1-1 0,0 1 0,5 0 0,0-1 0,-5 1 0,-2 0 0,0-1 0,4 1 0,6-1 0,-1 0 0,-4 0 0,-4 0 0,1-1 0,1 1 0,4 0 0,1-1 0,-6 1 0,-5-1 0,0 0 0,7 1 0,4-1 0,-5 0 0,-9 0 0,0 0 30,9 1 0,4-1 0,-2 1-30,0-1 0,-1 0 0,-7 0 0,1 1 0,0-1 0,2 0 0,1 0 0,-3 0 0,10 1 0,-7-1 0,6 0 0,-5 0 0,-10 0 0,1 0 0,8 0 0,4 0 0,-5 0 0,6 0 0,-9 0 0,3 0 0,-3 0 0,9 0 0,-9 0 0,3 0 0,-2 0 0,7 0 0,-8-1 0,2-1 0,-2 1 0,6 1-389,4-2 1,0 0 388,-3 2 0,-7 0 0,1-1 0,1 1 0,0-1 0,8-1 0,-9 2 0,4 0 0,-3 0 0,-7 1 0,0-2 0,7 1 0,3 0 0,-3-1 0,9 1 0,-11-1 0,4-1 0,-4 1 0,7-1 0,0-2 0,0 1 0,-6-1 0,2 0 0,-2 0 2051,-3 0-2051,7-1 0,0 1 0,-5 0 0,6 0 0,1-1 0,-6 2 0,-1-1 303,-2 2 0,0-1-303,8-1 0,-2 0 0,-6 2 45,1-1 0,-1 0 45,-3 0 1003,2 0 0,0-1-824,-1 0-179,3-1 1527,-10 3-1527,-2 0 0,-4 1 0,2 0-1439,-4 0 629,-5-1-2557,-16 0 0,1-1 433,-12 0 2844,8 1 0,-5 0 0,-1 0 0</inkml:trace>
  <inkml:trace contextRef="#ctx0" brushRef="#br0" timeOffset="112430">11210 6234 12840,'-3'-7'3058,"12"11"-2788,2 1-180,7 8 180,10-7-91,-12-3-134,7-2 0,0-1 45,0 0-1514,6-4 1,1-1 1423,-1 2 0,-5-4 0,5-3 0,-3 2 45,-9 4 0,-1 1-75,10-6 0,3-2 0,-4 1 30,4-3 0,-10 3 0,2-2 0,-3 1 0,3-7 0,-1-5 0,-3-1 0,-5 0 0,-3-4 0,-1 0 0,-4 3 422,-3-3 0,-3-1-377,-4 13 0,-1 1-45,4-3 0,-2 2 0,-7 3 0,0 4 0,5 5-90,-17 0 180,14 3 370,-18 6-460,6 8 0,-2-4 0,9 2 0,1 1 0,2-7 0,-6 8 0,4-6 0,7-2 1539,-6 2-1449,10-5 4,-2 1-364,14-6-89,-7 0-991,10-1 1350,-11 2 0,2 2 0,-2 0 0</inkml:trace>
  <inkml:trace contextRef="#ctx0" brushRef="#br0" timeOffset="119329">7642 7819 11670,'-8'-8'540,"-2"1"-90,9 2 179,-8 1-179,5 1 180,-3 1-540,8 1 0,13-7-90,4-1-430,9-6 400,-10 5 0,2-1 0,-1 0-752,2 1 0,1-1 126,-2 1 1,4-2-1,3-2 1,-1 1 0,0-1 458,-1 1 1,1 0-1,-1 0 1,0-1 0,0 1-1,1-1 1,-1 1 0,0 0-1,0-1 1,0 1 0,0-1-1,0 0 1,1 0 0,-1 0-1,0 0 1</inkml:trace>
  <inkml:trace contextRef="#ctx0" brushRef="#br0" timeOffset="126850">9626 6602 10951,'-8'-7'1169,"2"2"-899,4 3 450,1 2 359,0 0-360,-1 0-89,1 0-360,-1 0 270,1 0 539,-1 0 180,1 0-899,7 0-225,11 0 0,3 0-45,8 0-1139,-2 0 0,4 0 0,-3 0 1049,-8 0 0,2 0 22,3-1 1,4 0-1,1-1 1,-4 0-23,0 0 0,1-1 0,2 1 0,4-1 0,1 1 0,-5-1 0,-2 1 0,-1-1 45,0 2 0,3-1 0,0 0 0,-4 1-1,-5 1 1,0-1 105,3 0 0,2-1 0,-5 0 30,1 2 180,11-3-270,-24 2 0,5 0-90,-9 0 90,4 0-90,-5 1 3276,5-2-3225,-4 1-51,5-4 0,-2 1 0,1 0 0,-2 1 0,-2 2 0,0 0 0,0-1 0,-1 2 0,1-2 0,-2 1-3277,1 1 2457,-7 0 1,0-6 0,-4-2 0</inkml:trace>
  <inkml:trace contextRef="#ctx0" brushRef="#br0" timeOffset="127629">10483 6490 9422,'-8'5'719,"2"-2"271,1 2-361,2-1-359,-1 1 0,2-1 2428,1-2-1528,19-7-900,-6-3 89,11-2 1,2-1-270,0-5-1086,-2 4 0,5-1 1,-4 0 995,-4 4 0,1-1 22,2-2 1,5-3-1,0 0 1,-3 2-435,0 0 0,1-1 412,-6 3 0,3-2 0,3-2 0,0 0 0,-2 1 0,-3 2-307,0-1 0,-3 3 1,3-3 321,1 1 0,3-2 0,2-1 0,-1 0 0,-1 2 0,-4 2-15,6-4 0,0 2 17,-5 3 1,2-2 0,1 1 0,-1 0 0,-4 2-18,4-1 0,-2 1 30,6-3 0,4-1 0,-6 2-30,-10 5 0,-1 0 0,4-2 0,3-2 0,-4 2-275,7-4 275,-10 5 0,-1 0-90,0 0 1401,-8 3-1941,-3 2-1834,0 0-813,-19 6 1247,6-3 2030,-7 3 0,0 1 0,-4 3 0,6-2 0,1 0 0</inkml:trace>
  <inkml:trace contextRef="#ctx0" brushRef="#br0" timeOffset="128263">10582 6453 10321,'-24'1'2789,"-1"2"-2430,6-1 541,1 1-630,12-2 2338,0 1-2338,19-6 450,5 3-511,8-4 1,7-4 0,-2 2-598,-5 3 0,1 0 418,-4 0 0,5-2 0,3 0 0,-1 0 0,-1 0 0,-5 1-677,-1 1 0,-4 1 0,4-1 647,2 0 0,4-1 0,2 0 0,-2 0 0,-5 1-1216,6 0 0,-3 0 1216,-4 1 0,1 0 0,3-1 0,0 1 0,2 0 0,2 0 0,-2 0-385,-3 0 1,-1 1 0,1-1 0,0 1 384,4-1 0,0 0 0,0 0 0,0 0-222,-1 1 1,0-1 0,-1 1 0,-4 0 221,-3 0 0,-1 0 17,7-1 1,2 0 0,-5 1-18,4-2 379,-3 1 0,0 0-379,-8 1 691,0-1 1,-1 1-692,-3-1 0,6 0 2230,-1 0-2230,1 0 0,-2 1 1906,-1-1-2086,-14 3 164,2-1-3261,-3 1 2457,-13 0 1,3 0 0,-11 0 0</inkml:trace>
  <inkml:trace contextRef="#ctx0" brushRef="#br0" timeOffset="182192">1027 7019 12750,'5'13'719,"2"-1"-269,13-4-360,-6-4 270,17 0-270,-17-4-45,5-6 0,0 0 45,-2-1-90,6-7 0,-1-2 0,-2 1 0,-4-1 0,2-4 0,-2 2-243,-7 6 0,0-2 243,4-8 0,0-3 0,-2 2-226,-6 8 1,-1 0 195,0-9 0,0-5 0,-1 5 30,-1 5 0,-2 1-30,-1-9 0,-1-4 0,-1 4 30,-2 8 0,0 1 0,-3-6 0,0-3 0,-2 5 45,2 8 0,-2 2 0,-8-13 0,-1 2 45,0 7-1,-2 2 1,-2 1-90,3 4-1330,-9 3 0,0 1 1330,5 3 0,-6 6 0,1 3-152,7 1 197,-3 10 0,0 3-45,4 1-626,6-2 0,-1 4 1,2-1 670,5-6 0,0 3-23,1 3 1,-2 4-1,1 3 1,2-3-325,2-1 0,2-2 0,0 1 302,-2 5 0,-1 0 0,3-2 45,0 4 0,3-3-45,3-2 0,1-3 44,0-9 1,2 1-15,0 3 0,2 2 0,3-3 298,9 0 1,3-3-329,-7 0 0,2-2-207,3-4 1,4-2 0,-2-2 206,-8-3 0,2-2 30,8 0 0,5-1 0,-3-2-30,-8-2 0,0-2 30,9-2 0,4-2 0,-4 0-75,-9-1 0,-2-1 45,1 2 0,1-1 0,-1-1 0,-2-3 0,-2-1 0,-1 1 0,0-1 0,-1-1-23,-1-2 1,1-4 0,0-1-1,-3 3 23,-2 0 0,-1-2 0,-2-2 0,1-4 0,-1-1 0,-1 4 0,-1 0 0,-2 0 0,-3 0 0,-2-5 0,-1 1 0,0 4 45,1 3 0,-2 1 45,-4 2 0,-2-4 0,0 2 0,0 3-45,2 4 0,-1 1-15,-6-2 0,-3-1 0,2 4 1357,-8 2-1387,3 8 0,-5 4 0,3 1 642,9 2 0,0 3-665,-4 4 1,-3 2 0,0 2-1,3-1 303,2 3 0,2 2-676,1 0 0,-1 3 0,-1 3 1,1 0-1,3-4 71,2 0 1,1-1 0,0 3-223,0 1 1,-1 3 0,0 3 0,0 0 0,1-2 0,2-3 218,0 2 0,2-2 0,0 1 1,-1 3-1,-1 3 0,1-1 1,1-2-1,1 1 0,1 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40:34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6043 2349 14369,'8'-9'899,"0"-3"-629,-1 8-90,0-6 0,3 2-1153,1-2 1063,4-2-90,4-1 0,-3 2 0,5-2-820,1 1 1,3-1 0,4-2 0,0 0 350,-5 3 1,2-1 0,1 0 0,1 0 0,0-1 0,0 1 0,-1 0 285,1-1 1,0 1 0,0 0 0,-1 0 0,1 0 0,1-1 0,-1 1 0,1 0 0,1-1 0,0 1 0,-2 0 0,0 0 0,-3 2 0,1 0 0,0-1 0,1 0 0,-1 1 0</inkml:trace>
  <inkml:trace contextRef="#ctx0" brushRef="#br0" timeOffset="1164">7815 4937 12030,'-8'2'1349,"1"-2"-809,4 1 0,1-1 1259,0 0-1170,1-6-269,13-9-270,0-2-543,-1 4 1,4 0 137,7-7 1,1 1-1325,-1 1 1,2 0 560,-1 1 0,1-1 0,3-1 422,-5 5 1,1-1-1,2 0 1,0 0 0,-1 0 450,3 0 0,-2-1 0,2 1 0,1-1 1,-3 2-1,1-2 0,1 1 0,1-1 0,-1 1 1,-2 0-1,1 1 0,0-1 0,0 1 0,0 0 1,0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41:34.7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1915 4214 10951,'-17'0'270,"2"0"-1,4 2 181,0-1-90,1 3 0,0-3-90,1 2-90,0-1-91,2 0-89,2 0 0,0 0 0,2-1 90,1 0 0,1 0 810,0 2-630,8-1 269,7 4-359,3-2 225,10-1 0,6 0-285,-5-3 0,2-2 0,0 0-692,-3 1 1,-1 0 0,4-1 588,-3-1 1,4 0 0,1 0 0,-1-1 0,-5 1-18,-4-1 0,-2 0 0,3 0 15,0 1 0,4-1 0,1 0 0,1 0 0,-1 0 0,-5 0-15,2 1 0,-3-1 0,3 0 15,-1 1 0,3-1 0,2-1 0,0 1 0,-2 0 0,-4 0-15,0 0 0,-3 1 0,2-1 0,3 0 0,4-1 0,1 0 0,-2 0 0,-4 1 0,3-1 0,0 0-23,-2 1 1,3-1 0,0 0-1,-5 0 23,-3 2 0,-1 0-120,5-2 0,3-1 1,-5 1-151,-1-1-734,-3 0 0,-2-1 284,-12 3-2338,-6-10 1529,0 8 1529,-13-4 0,-5 2 0,1 1 0,-2 1 0,-1 1 0</inkml:trace>
  <inkml:trace contextRef="#ctx0" brushRef="#br0" timeOffset="344">1757 4261 12660,'-23'2'-45,"6"0"0,-1-1 315,-9 0 539,2 0-89,38-1-450,3 0-31,9-1 1,8-1 0,0-2-1333,-2-2 1,-1-3 0,1 2 960,-6 2 1,0 1 0,2-1 0,0-1 149,1-2 0,2-2 0,1 0 0,-2 0 0,-3 1-488,-2 1 1,-3 1 0,2-1 491,2 0 1,2-1-1,1 0 1,0-1-403,0 1 1,1 0 0,-1-1 0,-2 2 379,-1 0 0,-3 1 0,3-2-185,2 1 0,4-3 0,1 1 0,-1 0 0,-5 2 185,3-2 0,0 1-23,-4 1 1,4-1-1,-1 0 1,-5 1-23,-4 3 0,-1-1-217,4-1 1,2 0 0,-5 1-3016,-1-1 3396,6-4 0,-30 8 0,-4-1 0</inkml:trace>
  <inkml:trace contextRef="#ctx0" brushRef="#br0" timeOffset="2766">2931 3875 10051,'4'-21'90,"3"4"90,3-10 0,-1 11 90,-5-4 0,-2-1-90,1 1 134,-5-2 1,-3-1-45,-3 3 180,-2-3 0,-2 1-360,-2 5-90,-4-4 179,10 16 1,-1 18-90,4-5-45,0 9 0,0 2-45,1 0 45,0 4 0,1 1-45,1-3 0,0 1 0,2-1 0,5-4 0,-2-1 0,1-1-90,10-4-180,-2 0 1,2-2-271,6-9 0,1-1 405,-3 4 0,0-1-812,1-8 1,2-4 0,-3 1 766,7-2 120,-9-1 0,2-3 0,-2 2 150,2-4-133,-3 2 1,-3-1 942,-6 6-540,-7-1-91,-11 26-269,3-7 45,-1 8 0,1 1-45,6-4 0,-9 15 0,11-18 0,-1 9 0,2-13-90,10 3-359,5-12 449,1 3-90,6-15 90,-15 13 2087,6-11-2087,-8 10 567,2-1-567,-5 2 0,2 7 0,-2-3 0,3 7 0,-2-8-270,8 6-1259,4-6 899,-2-5-539,9-9 1169,-12-1-360,0-1 0,-1 0 91,-1-1 493,-1-4 1,-1 0 225,-3 0 314,-3-4 1,-2 0-315,1 2 89,-6 0 1,-1 0-270,6 6-90,-11-5 0,9 13 180,0 15-270,1 9 0,8 4-45,-3-2 0,2-1-45,1-2 45,3 3 0,-1 0-45,-2-1 0,8 7 0,-1-2 0,-5-9 0,8 11 0,-10-17 359,4 6 91,-6-11-450,-1-4 0,-7-4-90,0-15 0,-4-4 0,5 3-180,1-5 270,3 19-179,5-7 179,3 11-90,3-2 90,0 5 0,0 11 0,-3 8 0,0 1 90,-6 9-90,-2-18-90,-5 12 90,4-15 0,-8 7-90,8-9-1260,-3 0 1171,10-10-1,-5-2-180,15-9 90,-9 3 0,9-3 0,4-5 270,-7 7 180,0-2 0,0 2 90,-5 2 629,2-10-629,-9 14 180,-6-4-360,4 9 90,-9 0-90,4 8-90,-4-4 0,5 9 90,0-1-90,5 0 90,-2 12-90,2-11 0,11 13 0,-8-12 0,8 0 0,3-1 0,-7-1-135,8-1 0,3-2-495,6-2 360,2-5-1369,-10-8 1,-3-3 984,-3-5 118,-1-5 1,-2 0 535,-4 2 0,-5-6 0,-2 1 90,3 2-45,-6 5 0,0-1-105,0-7 240,-1 8 45,1 3 0,0 1-136,5 2-89,-10-2 90,12 10 0,-3 9 2564,3 4-2654,5 16 0,-3-7 0,4 1 0,1-1 0,-5-1 45,7 3 0,1 0-135,-4-3 135,6 2 0,0-1-45,-1-3 0,2-1 0,1 0 0,-1-4 1485,6 4-1485,-1-8 0,-7-3 0,11-7 0,-13 3 0,0-12 0,-2-3 0,0 3-30,-3-5 0,-1-6 0,0 0 30,-2 0 0,0-1 0,-1 1 65,0 1 1,-1 0 0,0-1 144,-1-8 0,1-1 0,-2 5-75,0 12 0,0 1 135,-1-12 0,1 3-270,-4 11 0,1-1 90,-5 28-90,8-4 0,0 5 0,0 2-90,3-1 90,2 2 0,2 0 90,-3 1-180,13 9 90,-3-7-1851,3-7 1851,2 6-584,-4-8 1,0-1 583,3 4-198,2 0 1,-1-1 197,-2-2-225,0-1 1,-1 0 224,-5-2 1487,5 12-1397,-11-12 1043,-5 13-1133,2-12-90,-11 7-539,2-2-181,-2-3-829,-2 3 1,0 0 818,1-2 1,-9 9 0,14-15 0</inkml:trace>
  <inkml:trace contextRef="#ctx0" brushRef="#br0" timeOffset="4149">8291 2965 12300,'-7'6'90,"-3"-5"180,9 10 0,-9-10 89,9 11-89,-10-7 0,9 7-180,-8-2 0,9 0 0,-7 0-90,7 0 90,-2 0-90,3-1 0,0-1 90,0 0-90,5 0 0,-4-1 0,11 0 0,4 1 0,1-3 0,1-2 0,1-1 0,0-1 0,7-6 0,2-3 45,-7-2 0,-1-2-45,2 1 0,-2-1 135,-1-4 0,-5-1 854,-7-7-719,-1 3-90,-10 0-90,3 17 0,-4 6-90,5 18 90,0 0-60,2 1 0,2 3 0,-1-1-378,0-7 0,0 2 370,2 3 1,1 5-1,0 1 1,-1-5-23,0-1 0,0-1 0,1 3 0,0 4 0,1-1 0,-2-3 0,0 0 0,1-2 30,1 9 0,0 4 0,0-6-30,-3-9 0,0-2 0,0 7 0,1 2 0,-1-2 179,-1 6-134,0-11 0,-2-1 135,-5-4-360,-3-25 1,-5 3-181,2-13 0,2-3 0,-3-1-733,5 3 1,0-4 0,1 3 521,2 6 0,1 0 1,-1-7 1,1-3-1,0 3 433,2-8-956,4 10 1,2-2 0,0 2-380,4-3 1472,4 1 0,2 2 0,0 7 0,5-4 0</inkml:trace>
  <inkml:trace contextRef="#ctx0" brushRef="#br0" timeOffset="4449">8944 2994 10771,'-7'-9'809,"5"1"-89,-20 6-540,14 1-45,-8 7 0,-2 4 135,-5 11-270,9-8 0,1 2 45,-1 12 0,3 0-45,3-1 29,3-6 1,0 3 0,2-1-1405,4 3 1,3-1 1374,-1-3 0,2 0-45,6 5 0,3-4-135,4-8 45,-5-4 0,0-2-944,11-3 878,-4-3-1438,1-3 1,0-4 508,1-7 907,-4 4 1,-2 0 0,1-11 0,-2 5 0</inkml:trace>
  <inkml:trace contextRef="#ctx0" brushRef="#br0" timeOffset="4649">8901 3179 12030,'-14'5'90,"-5"2"0,5-4 90,-7 4-180,13-3-360,7-1-1889,23-9 1799,-5 1 1,1-2 39,2-1 0,2 0 1,-2-1-1,1-1 1,0 0-1,4-2 0,1 1 1</inkml:trace>
  <inkml:trace contextRef="#ctx0" brushRef="#br0" timeOffset="4865">9454 2869 13379,'-16'7'1260,"1"3"-991,-1 10-179,3-3-45,2 1 0,2 1-45,-2 3 0,0 5 0,2 2-690,2-2 330,2 4 1,0 0 166,4-4-527,6-7 1,3 2-1,0-4-269,5 4-104,2-7 1,4 0 0,-2-3 719,7-3 1,-5-2-1,1-2 1,2-2 0</inkml:trace>
  <inkml:trace contextRef="#ctx0" brushRef="#br0" timeOffset="5216">9746 3000 13020,'-17'5'629,"1"12"-629,4-4-45,4 3 0,2 0 45,3-3-135,0 6 0,0 0 45,2-4-89,5 15 89,-2-20-270,19 3 270,-13-9-45,7-3 0,1-2 135,-2-8 90,0-2 0,1-1 90,-3-5 45,-3 0 0,-2 0-46,-3 0 1,-1-8 180,-8 6-180,-4 5-90,2-4 0,-18 2-90,16 7-45,-5 4 0,-2 1-45,6 3-989,-10 14 449,13-9-1009,0 10 1,2 2 238,3-8 1400,-1 16 0,3-14 0,0 1 0</inkml:trace>
  <inkml:trace contextRef="#ctx0" brushRef="#br0" timeOffset="5417">9918 3066 13649,'5'10'270,"-4"-8"-360,9 19-1079,-3-4-1620,11 1 1530,-6-1 1259,11 1 0,-14-12 0,5 1 0</inkml:trace>
  <inkml:trace contextRef="#ctx0" brushRef="#br0" timeOffset="5600">10069 3006 13020,'0'10'-900,"-2"3"-2377,19-5 3174,-8 4 0,7-2 1,-6-2-1</inkml:trace>
  <inkml:trace contextRef="#ctx0" brushRef="#br0" timeOffset="5849">10268 2566 13919,'0'-10'1079,"0"3"-719,6 4 0,-5 11-45,11 0 0,3 2-135,-4 10-1261,2-4 1,3 3 0,-2-2 1080,-4-3 0,-1 2 0,4 9 0,2 5 0,-2-4-911,-5-6 1,0 0 820,0 1 0,0 1 0,-1-1-540,-2 4 1,-1-1 93,-1-6 0,-1 2-557,-1 7 1,-2 4 0,-1-3-547,-3-8 1,0-1 1252,1 4 1,-1 1 0,0-4 0,-11 5 0,3-1 0</inkml:trace>
  <inkml:trace contextRef="#ctx0" brushRef="#br0" timeOffset="6315">9815 3584 14279,'-18'8'450,"1"-1"269,2-1 1,0 0-360,-3 1-136,3 0 1,1 0-135,6-3 180,5 1-270,14-4 0,4-7 0,4-4-60,1 1 0,4-2 0,-2 1-623,4-5 1,0 0 187,-3 3 0,1 0 1,2-1-1,-3 2-598,2 0 1,-1 0 0,-1 0-1,-2 1 1,0 0 0,0 0 824,2 0 1,1-1-1,-5 2 1,1-2 0,3-2-1</inkml:trace>
  <inkml:trace contextRef="#ctx0" brushRef="#br0" timeOffset="6635">10119 2931 13469,'-11'-8'2699,"-2"1"-2519,7 5 0,0-1-90,3 8-1,3 3-89,0 15 0,5-5-45,-2 3 1,1 2-226,9 1-823,-6-4 1,-1 4 0,1-3-465,0-5 1,0-1 566,3 10 1,0 2 989,0 0 0,-1-1 0,-3-9 0,0 0 0,3 8 0,0 1 0</inkml:trace>
  <inkml:trace contextRef="#ctx0" brushRef="#br0" timeOffset="7066">9755 3521 14369,'-10'1'120,"15"0"0,7-1 0</inkml:trace>
  <inkml:trace contextRef="#ctx0" brushRef="#br0" timeOffset="7316">10381 3276 14998,'-11'0'-820,"1"0"1,5 5 0,2 1 0</inkml:trace>
  <inkml:trace contextRef="#ctx0" brushRef="#br0" timeOffset="10498">10327 3201 12840,'-7'-7'989,"1"2"-719,5 5 360,0-1 1708,0 0-1618,0 4-450,24 8-180,-11-2 44,10 1 1,3-2-45,-4-2-90,7 0 0,-1-1-337,1-1 367,-7-1 0,3 0 0,-2-1-30,9 2 30,-6-1 0,5 0 0,-2 0 105,2-1 0,-1-1-46,-3 1 1,2 0 0,-3 0-45,-1-2 0,-2 0-45,-3-2 0,-4-1 0,-7-2-90,4-1-179,-10 2-3008,1 2 0,-21-1 0,7-2 2538,-17 3 1,10 1 0,-1 1 0</inkml:trace>
  <inkml:trace contextRef="#ctx0" brushRef="#br0" timeOffset="11734">9838 3345 12660,'0'-7'1619,"0"-4"-1349,0 5-90,0-7-1,4 4 91,-3-5-180,2 7 270,-1-4-270,0 5 90,0-1 360,2 1-360,-3 3 269,1-5-269,-2 5 270,1-3-360,-1 4 450,0-1-451,0 1 1081,0 0-810,0 16-91,0-6 136,-5 11 0,-1 2-225,0 1-980,-2-1 1,-2 5-1,2-3 890,1-4 0,0 0 22,-3 7 1,-2 4-1,-1 1 1,2-4-68,0-3 0,-1 1 9,2-4 0,-2 3 0,-1 2 0,1-2 0,2-3-54,-2 0 0,1-1 30,0 0 0,0 1 0,0-1-649,-1 0 1,2-1 663,2-5 0,1 0 135,-7 12 0,1 1-90,0-2 0,5-6 0,-2 4 0,2-5 0,-2 5-1020,0 1 0,1-1 930,2-9-56,-4 11 56,7-16 1681,-3 5-1771,6-9 584,-2 0-944,6-3 2907,-1-1-3447,3-1-1508,0 0-779,-3-5 0,0 3 3273,0-7 1,-1 8 0,2-4 0</inkml:trace>
  <inkml:trace contextRef="#ctx0" brushRef="#br0" timeOffset="28898">10201 3155 9512,'-6'7'1079,"1"-2"-719,4-5 2608,0 0-2338,-1 1-181,2 0 181,-1 1 90,14-1-450,-4 0 44,6 0 1,4-1 45,5 0 0,1 1-315,-5-1 0,1 0-938,6 0 1,2 0 0,-3 0 892,-8 0 0,0 1 30,11-1 0,4 1 0,-3-1-30,-9 1 0,1-1 0,3 1 0,4-1 0,0 1 0,-4 0 0,-1 0 0,1 0 0,0-1 0,5 1 0,0 1 0,-5-1 0,-1 0 0,-1 0 0,1-1 0,5 1 0,-1 0 0,-2 0-563,-3 0 1,-3-1 0,1 1 562,2-1 0,0 1 0,-1-1-356,6 0 0,-4 0 356,-9 0-359,14-4 359,-18 3 1600,12-5-1600,-14 5 1944,9-3-1944,-11 4 1175,10-5-1175,-5 4 0,0-3 734,-1 3-734,-9 0 251,2 0-251,-3 0 0,0 1 0,0 4 0,3-4-3277,-3 6 2457,-5-6 1,2 2 0,-5-2 0</inkml:trace>
  <inkml:trace contextRef="#ctx0" brushRef="#br0" timeOffset="37614">10327 3174 15178,'17'8'1170,"-4"-7"-856,2 6 1,0 1-135,4-4 45,8 2 0,2 0-821,-14-4 0,2-1 716,10 1 0,6 0 0,-3-1-672,-6 0 1,0-1 587,-1-1 0,3-2 0,2 1 0,-1 0 0,-3 0-397,6 1 1,1 0 360,-4-3 0,4-1 0,2 0 0,-2 0 0,-3 2 0,-5 2 0,-3 0 0,4 0 15,3-2 0,4-1 0,3-1 0,0 0 0,-3 1 0,-4 1-45,0 2 0,-4 1 0,3-1-120,0-2 0,5 1 0,1-2 0,0 1 1,-2 0-1,-6 2-165,7 0 0,-3 1-315,-1-1 1,4-1-1,-2 1 1,-4 1 134,-6-1 0,-1 2-1144,14 0 1,-4 2-212,-13 5 1850,2 3 0,-15 0 0,-2-2 0</inkml:trace>
  <inkml:trace contextRef="#ctx0" brushRef="#br0" timeOffset="39363">9772 3463 9242,'0'-10'629,"0"2"-269,0 2-90,0 1 0,0-1 180,0-3 89,0-1-359,0 1 90,0-2-270,0 8 270,0-1 180,0 9-270,0 6 269,0 13-359,0-8 0,0 3-1017,0 1 0,1 3 1,-2-1 971,-3 3 0,0 2 22,0-2 1,-1 3-1,0 1 1,0-4-23,-4 1 0,-1 1-10,2-4 1,0 4 0,-1 2 0,0-1 0,2-4-36,0-3 0,1-3 0,-1 4 30,0 1 0,-2 3 0,0 3 0,-1-1 0,1 1 0,1-4-573,-2 4 0,1-2 0,1 0 0,-1 0 543,-1 2 0,1 0 0,-1 1 0,1-2 22,1-1 1,-1 0 0,2-2-1,1-1-643,0 5 1,2-1 620,-1-3 0,0 0-135,2 7 0,3-5-225,6-9-1079,-3-1 0,1 0 1439,10 0 0,-7-3 0,0-2 0</inkml:trace>
  <inkml:trace contextRef="#ctx0" brushRef="#br0" timeOffset="49080">10435 3201 12120,'-12'0'3238,"3"0"-2968,27 0 90,-4 0-1389,4 0 0,1 0 1299,10 0-1147,-12 0 1,0 0 921,4 0 0,0 0 45,2 0 0,0 0-45,3-3 0,0 0-615,1 3 1,1-1 569,0-4 0,1-2 30,-1 4 0,2 0 0,-1 0 0,-7 0 0,-1-1 0,3-1-12,1 1 0,5 0 0,0 0 0,0 0 0,-4 1-18,-1-1 0,-3 1 0,4 0 0,-2-1 0,3 1 0,2-1 0,1 0 0,-3 0 0,-4 1 0,0 0 0,-2 1 0,2-1 0,3-1 0,4 0 0,1 0 0,0 0 0,-4 0-485,0-1 0,-2 1 1,1 0 484,2-1 0,0 0 0,-1 1 45,5-2 0,-6 0 384,-11 2-339,11-3-90,-18 5 1173,5-3-1173,-9 3 2129,2 0-2129,-3 1-3277,2-1 2830,-10 2 1,-5 0-1,-8 0 1</inkml:trace>
  <inkml:trace contextRef="#ctx0" brushRef="#br0" timeOffset="50630">9682 3517 10411,'-6'-12'989,"-3"2"-629,8 4-90,-8 3-90,8 0 0,-7 2 0,5 0 0,-3 9 90,1 0-1,2 10-450,-1 0 406,0 1 0,1 0-477,-1-3 0,1 2 431,-3 9 1,0 4 0,0-2-792,0-3 1,0 0 647,1-2 0,-2 4 0,1 1 0,-1-1 0,1-3-6,1-3 0,0-2 0,-1 3 30,0 2 0,-1 4 0,-1 3 0,0 0 0,-1 0 0,1-3-24,0-1 0,0-1 0,0-1 0,0 0 0,0 1-316,0 0 0,0 1 0,0 0 0,0 0 0,0 0 298,-1 0 0,0 2 0,0-2 0,1-1 0,1-5-18,0 0 0,1-1 0,-1 7 0,0 3 0,2-5-45,2-10 0,0 0-405,0 13 0,0-1 57,3-8-1246,-1-2 1,1 0-661,5-7 2424,-4 6 0,8-14 0,-4 0 0</inkml:trace>
  <inkml:trace contextRef="#ctx0" brushRef="#br0" timeOffset="86464">4141 5773 9691,'-13'1'720,"2"0"-360,3 0 0,1-1-91,0 0 91,0 0-90,1 0 90,0 0-90,2 0-90,-1 0 90,2 0-1,0 0 1,0 0-90,1 0 90,1 0-90,-1 0 1529,1 0-1169,6-3-91,11 0-359,-1-1 135,6-1 0,3 0 0,2 2 0,3-1-1006,-7 0 1,3 0-1,0 0 1,-1 1 780,0-1 0,-1 1 0,2 0 22,2 0 1,2-1-1,0 1 1,-4 0-305,-3 1 1,1-1 348,1 0 1,5-1-1,0 1 1,-4 0-374,0 0 0,1 0 351,2 0 0,4-1 0,2 0 0,-6 1 0,1 0 0,0-1-15,-7 2 0,4-1 0,2 1 0,1-1 0,0 0 0,-2 0 6,1-1 0,0 1 0,-1-1 0,0 1 0,1-1-279,0 1 1,-1 0-1,0 0 1,2-1 0,-1 1 257,2-1 0,1 0 0,0-1 0,0 1 0,-2-1 0,-5 2-15,1-1 0,-4 1 0,3-1 0,-1 0 0,5 0 0,1-1 0,0 0 0,-2 1 0,-3 0 0,1 0 0,-4 0 0,3 0 0,4-1 0,4-1 0,1 0 0,-1 0 0,-5 1 0,-4 1 0,-4 0 0,3 0 0,2 0 0,4-1 0,2-1 0,-3 1 0,-3 1 0,3-1 0,-1 0 0,0 0 0,3 0 0,0 0 0,-5 0 0,-3 1 0,-1 0-30,9-1 0,3-1 0,-4 0 30,2 0 60,-8 2 0,1-1 0,-3 2-60,1-1 630,0 0 1,0 1-631,-4 1 100,0 1 0,-1 0-100,-4 1 901,9 0-901,-14 0 0,2 0 1895,-5 0-1895,-1 0 1358,1 0-1268,-2 0 703,-5 3-793,2 2-630,-17 5 180,12-3-1709,-17 3 990,14-7-2108,-14 3 0,14-5 2644,-7 0 0,9-7 1,-1 0-1</inkml:trace>
  <inkml:trace contextRef="#ctx0" brushRef="#br0" timeOffset="89328">11071 4932 13110,'0'-12'719,"0"1"-179,0 0-1,-6 1-89,5 2-90,-5 1-180,6 1 0,-4 2 360,3 0-271,-3 8-179,4 9 0,0 2-90,0 6 0,0 4 45,-3 1 0,1 0-299,2 0 1,-1-1 223,-2-2 0,-2 1 0,2-3-150,2 4-270,-6 3 1,1-2-91,5-3-540,-5 0 1,1 0 90,3-5-650,-2 0 1,-1-1 1108,2-7 0,-3 5 0,4-13 0</inkml:trace>
  <inkml:trace contextRef="#ctx0" brushRef="#br0" timeOffset="89530">10950 5076 12930,'-5'-19'2518,"-4"-10"-1438,-1 4-1,2 0-629,19 20-360,0 5-45,9 13 0,3 3-45,-2-4-1093,-4 2 1,3 3 0,-1-2-46,-6-4 1,1-1 117,8 6 1,3 2 0,-2-3-620,-6-4 1,-1 0 393,10 5 1,0 0 1244,-5-4 0,-2-2 0,-5-1 0,-1-1 0,5 2 0,0 0 0</inkml:trace>
  <inkml:trace contextRef="#ctx0" brushRef="#br0" timeOffset="90179">11558 5161 13199,'1'-9'720,"0"18"-720,-1 11 0,0 8-491,0 0-139,0-4 1,0-4-49,0 5-2599,4 5 1247,-3-11 1924,6 7 0,-4-15 0,4-1 0</inkml:trace>
  <inkml:trace contextRef="#ctx0" brushRef="#br0" timeOffset="90846">11746 4696 13919,'-13'-9'1079,"6"10"-1079,10 9 0,3 4 0,3 2 45,6 8 0,2 0-45,-5-6 0,0 1-370,2-2 1,1 2 0,-1-4 369,4 0 132,-4-3 1,1-2-88,2-3 0,-1-2-45,6 1 45,2-1 0,-1-3-45,-3-7 90,-1-1 0,-1-1 0,-4-8 0,0-1 0,-2-1-90,-2-2 90,-2-6 0,1 0-208,-3 0 433,-1-5 0,0-1-1606,-1 5 1426,-1 6 0,-1 0-305,2-8 260,-2 13 0,2-6 359,-1 17-201,-1 8-68,7 14-90,-2 2-126,2 8 0,2 1 81,-6-13 0,0 2-45,3 7 0,0 7 0,1 0 0,-1-4 0,-1-1 0,0 1 18,0-3 0,0 4 0,1 2 0,0-1 0,0-1-472,0 0 0,-1-1 0,0-1 0,1 0 454,-2-3 0,1 0 0,-1 0 0,1 1 0,0 5 0,0 2 0,0-2 0,-2-5-61,-1-6 1,-2-2 60,1 4 0,-1 3 0,0-5 0,-1 3 0,0-3 0,-2-1 0,-4-7 90,-1 8-90,-5-15 0,5 2 0,-10-6 0,11-5-90,-13-9 90,12-1-45,1-4 0,1-1-45,2-3-20,2 3 0,2-4 0,-1 3-25,-1 5 1,2-1-466,4-10 0,4-3 1,-1 3 149,-3 7 0,0 1 60,3-1 0,1-1 1,1 0-1250,3-2 1,0 1 533,-3 5 0,1 0 340,4-5 1,1 1 764,-5 7 0,1 1 0,-1-1 0,1 0 0,0 1 0,0-1 0</inkml:trace>
  <inkml:trace contextRef="#ctx0" brushRef="#br0" timeOffset="93216">12600 4944 13829,'2'-13'2339,"1"8"-2339,2 13 0,1 4-90,10 13-90,-6-14-810,1 4 1,-2-1-360,0-2-290,1 1 1,1-2 1063,-1-3 0,5 2 0,-7-9 0</inkml:trace>
  <inkml:trace contextRef="#ctx0" brushRef="#br0" timeOffset="93813">12246 4096 13649,'-5'-15'1889,"-1"5"-1889,0 7 0,2 16 0,8 0 90,2 17-90,-1-18 0,6 16 0,-9-17-180,10 12 90,-8-15-90,2 1 180,-4-11 0,-12-17 0,7 4 0,-6-9 0,-2 0 0,3 3-692,1-1 1,0 1 781,1 6 0,0-7-90,5 14 0,-2-1 0,19 21 0,-7-9 0,8 11 0,1 2 0,-3-8-450,5 6 0,2 0-359,-1-4-830,2-1 1,0-1-1639,-2-4 3068,7 2 1,-15-6 0,-2 0-1</inkml:trace>
  <inkml:trace contextRef="#ctx0" brushRef="#br0" timeOffset="95997">12453 3829 11940,'-8'-11'630,"2"3"-360,1 3-90,4 1-90,-4 1-90,10 19-180,-1 11 0,1-12 0,0 1-900,-2 10 1,1-1-180,3-2 1259,-2 3 0,0 0 0,2-3 0,-1-7 0,-1 1 0</inkml:trace>
  <inkml:trace contextRef="#ctx0" brushRef="#br0" timeOffset="98163">7563 5276 11940,'0'-14'1080,"-7"-1"-451,5 2 1,-5-1-270,1 2-1,5 2-179,-9 1 0,9 2-90,-2 3 0,0 1-90,2 1 90,-3 1 0,4 9-90,-1 4 0,1 6-620,5 1 620,-4-2 0,4 1 0,-5 0-45,2-1 0,0 0-45,2 5-270,0 1 0,0-1 0,1-3-315,0-2 1,-1-1 224,-1-4-1888,6 8-91,-3-15 2159,1-4 270,2-14 180,-5-1 180,0-4 0,-1 0 0,0-2 359,-1-6 1,-1 0-271,0 2 271,-1-6 0,0 0-1,-4 1-674,4 12 0,-1 0 935,-3 4-890,9 18 0,-3 3-90,14 13 0,-9-7 0,5 1 0,0-1 0,-1-1-90,4 1 0,-1 0-179,0-3-181,9 6-2249,1-6 1350,-8-5 1349,-1-2 0,0-1 0,-4-1 0,4-2 0</inkml:trace>
  <inkml:trace contextRef="#ctx0" brushRef="#br0" timeOffset="98346">7792 5135 11131,'-9'-14'1259,"1"2"-450,-1 3-809,5 5 0,-2-2 0,5 20 0,5-5-495,-1 11 1,2 4-1145,4-4 1,0 0-1,-2 2 1,-1 1 1338,2-2 0,0-2 0,-1 3 0,0 0 0</inkml:trace>
  <inkml:trace contextRef="#ctx0" brushRef="#br0" timeOffset="98945">8180 5205 13649,'-12'0'2519,"-12"0"-1170,-4 0-1259,4 0 180,1 0-180,18 4 359,0-3-89,21 7-360,-5-7 90,12 2 0,2 0-90,2-3-1093,0 2 1,7-1 0,-5-1 1079,-9-3 1,1 0 12,2 2 0,5 0 0,0 0 0,-5-2-206,-3-3 1,-1 0 145,9 3 0,3 0 0,-4 0-30,-9-1 0,-1-1-210,6 2 0,3 2 1,-3-2-646,-1-2 1,-1 1 629,-1 2 0,-2-1-1934,11-7 1440,-25 7-181,0-4-2287,-4 0 2057,0 1 1220,-6-5 0,-1 5 0,-7-2 0</inkml:trace>
  <inkml:trace contextRef="#ctx0" brushRef="#br0" timeOffset="99212">8649 5063 11760,'-18'-8'3276,"-3"-1"-2324,4 3 217,5 2-809,13 10-90,6 0 0,11 12-180,-4-6 89,0-1 1,1 1-90,0-2-45,4 3 0,0 0-45,-1-1-1639,5 4 1,-1 0 1613,-6-1-364,0 2 0,-2 1 389,-9-5-270,-3 4 1,-3-1 89,0-1-495,-13 4 1,-3 0-315,1-1-104,-2-4 1,-4 1 0,2-1-547,5-5 1,1 1 1610,-3 2 1,-3 1-1,3-2 1,-8 6-1,9-6 1,0-1 0</inkml:trace>
  <inkml:trace contextRef="#ctx0" brushRef="#br0" timeOffset="99861">9512 5525 12840,'1'-15'2968,"1"-2"-2788,-2 6 0,-5 0 90,3 7-180,-2 1 89,1 1-179,-3 13 0,0-3 0,0 8 0,-1 1 0,0 1-45,-1 4 1,0 0-136,1-1-630,0 5 1,-1 0 179,2-6-540,-1 1 1,-1 1-2108,-3 2 2859,2-3 1,0-5-1,5-13 1</inkml:trace>
  <inkml:trace contextRef="#ctx0" brushRef="#br0" timeOffset="100062">9388 5558 12030,'-5'-12'1259,"4"2"-89,-4 1 89,5 5-989,16 12-270,-7-1 0,8 7 0,2 1 0,-2-1-1154,5 3 1,2 1 433,0-2 225,-6-4 1,2 1-1145,2-1 1,0-2 1160,6 4 0,-5-3 0,-2-1 0,1-1 0</inkml:trace>
  <inkml:trace contextRef="#ctx0" brushRef="#br0" timeOffset="101544">9481 5302 11041,'12'5'1889,"-3"2"-1440,-4 11-44,-3-3 0,-1 2-225,1 6 0,-2 0-135,-3-4 0,0 1-1337,1 10 1,-2-2 1291,-9-5 0,6 3 0,0 0 0,-3-4-444,2 2 1,0 0 263,2-5-804,0 1 0,1-1 354,1-5-2498,-3 13 1689,5-19 1798,-2 3 0,3-9 1,-2-1-1</inkml:trace>
  <inkml:trace contextRef="#ctx0" brushRef="#br0" timeOffset="101747">9327 5428 11131,'-11'-6'539,"2"0"361,2 3-720,4 8-90,12 15-90,-1-1-30,4-4 0,3 2 0,1-1-810,1-1 1,1-1-1,-1-1-34,-1 1 0,0 0 1,1 0 873,8 4 0,1-1 0,-3-2 0,-8-6 0,-2-1 0,9 5 0,0 0 0</inkml:trace>
  <inkml:trace contextRef="#ctx0" brushRef="#br0" timeOffset="101980">9932 5698 14099,'0'14'90,"0"2"-180,4 2-630,2 10 271,3-10-766,-4-3 1,1 0-45,1-3 1259,7 8 0,-7-13 0,3 1 0</inkml:trace>
  <inkml:trace contextRef="#ctx0" brushRef="#br0" timeOffset="102545">10193 5442 13289,'-13'-4'1619,"2"2"-1529,5 14 0,17 5-90,-3 4 45,7-8 0,1-2-45,-2-3 0,4-1 0,1-1 0,-2-3-45,2-1 0,1 0 45,-4-2 0,1-6 0,0-1 0,-4-1 0,6-11 90,-6-3-90,-5 6 360,0-3 0,-1 1 0,-2 2 179,-1 0 1,0 1-360,-2 5 0,0-3 1439,-2 10-1259,0 14 179,0 7 1,0 2-587,0-4 0,0 1 167,1 9 0,1 3 0,-1-3-460,2-7 1,-1 1 406,1 2 0,-1 4 1,0 0-1,1-3-67,-1 1 0,0 0 22,1 1 1,-1 5 0,1-1-1,-2-3 23,0-2 0,0 1-23,0-1 1,2 5 0,-1-2-1,0-3-22,-2-4 0,0 0 30,1 5 0,0 2 0,0-4 60,-1 2 180,-6-3 0,1-2-180,2-10 90,-15 3-270,10-29 0,0 6-360,3-10 0,2-3 1,2 1-361,6-8 0,1-2 370,-2 17 1,1 0-311,4-8 0,4-3 1,-2 4 209,-2 6 1,0 0-554,9-7 1,3-3 0,0 3 682,-2 5 0,1 2 1,-2 1-1,1-1 1,-2 2-1,1 2 0,-1 1 1</inkml:trace>
  <inkml:trace contextRef="#ctx0" brushRef="#br0" timeOffset="113044">2341 4744 9781,'-8'-8'900,"2"1"-630,4 5 0,0 0-1,1 0 91,0 0-90,0 0 90,0 1 359,0 0-359,1-1 0,-1 1-90,1-1 360,-1 2-361,0-1 361,-2 0-360,1 0 449,0 0 271,1 1-450,22 0-361,0-6 1,3 1-135,-3 3 0,2 1-996,4-5 0,4-2 0,-4 2 996,-9 4 0,1 0-45,10-3 0,3-1 0,-3 1 0,-8 2 0,-1 0 30,10-1 0,4-1 0,-4 1-30,-9 1 0,0 0 0,6-1 0,4-1 0,1 1 0,-5-1 45,-2 1 0,0 0-68,3 0 1,5-1-1,-1-1 1,-5 1 67,-5 1 0,-2 0-45,8-1 0,3-2 0,-5 2-108,4-2-252,-3 1 1,-3 0-1,-9 3-1529,6-1 1169,-16 3-2158,0-1 1619,-4 0 1259,-14-5 0,4 4 0,-11-2 0</inkml:trace>
  <inkml:trace contextRef="#ctx0" brushRef="#br0" timeOffset="113493">2292 4777 11221,'-10'0'1889,"1"0"-1530,6 0 2700,0-4-2340,7 3-449,10-3 0,2-1 0,5 2 0,2 0-181,4-2-1044,-4-1 1,4 0 0,-2 1 999,-6 2 0,0-1-23,3-1 1,4-2-1,-1 0 1,-2 1 22,-1 1 0,0-1-45,1 0 0,5-1 0,-1-1 0,-4 1 0,0 1 0,0-1 0,1 0 0,5-1 0,-1 0 0,-3 1-456,-2 0 0,1 0 478,2 0 1,3-2 0,1 1-1,-4 1-22,-3 1 0,1 0-135,1-1 0,4 0 0,0-1 1,-5 2-136,-6 2 0,0-1-600,4-1 1,1 0-1,-4 1-569,-7 2-1838,2-2 2589,-18 4 1,-3 0 0,-5 1 0</inkml:trace>
  <inkml:trace contextRef="#ctx0" brushRef="#br0" timeOffset="114377">2502 5220 11940,'-12'-4'2069,"-1"3"-1080,5-4 91,27 9-990,-6-3 179,15 2 1,4 0-553,-2-3 350,-10-1 1,4-1-1,2-1 1,0 0-837,-1-1 1,0 0 0,0-1 0,0 1 768,0-1 0,-1 0 0,0 0 0,2 0 18,1-1 0,3 0 0,0 0 0,-2 1 0,-4 0-390,5-1 1,-2 0 371,1 0 0,5-1 0,-1 0 0,-5 1 0,-3 0 0,0 1 0,5-2 0,4-1 0,-5 1 0,-12 3 0,-1 0-135,13-4 0,-2 1-225,-9 3-1349,10-5-1568,-21 7 0,-12-1 2943,-2 2 1,-15 1 0,9 0-1</inkml:trace>
  <inkml:trace contextRef="#ctx0" brushRef="#br0" timeOffset="114645">2659 5261 13110,'-16'1'1709,"6"-1"-1080,11-5-449,18-1 90,0 0 0,3 0-225,-4 1 0,1 1-1138,4-2 1,2 0 0,-2 0 1089,-5 2 1,0-1 2,10-1 0,5-2 0,-4 1 0,-8 2 0,0 0-315,2 1 0,4-2 1,-1 1-1,-3 0-270,-1 0 1,-2 1-509,8-2 1,3 0 0,-4 0-2185,3 0 2873,-8 1 1,-2 1-1,-8 1 1,-2 2-1</inkml:trace>
  <inkml:trace contextRef="#ctx0" brushRef="#br0" timeOffset="130476">2319 4761 9152,'-4'-10'989,"1"1"-719,1 5 0,2-1 0,-3 1 0,2 0 89,-2-3 271,1-2-360,0 1 719,-1-5-449,2 7-90,0 0-90,1 3-1,5 2-179,15 1-90,-3 0 45,10 2 0,5 0-75,-11-1 0,0 0 0,1 0-414,8 1 0,2 0 384,-2-1 0,1 0 0,-4-1-30,-10 0 0,0 0 0,8-1 0,4-1 0,-4 1 0,-8 0 0,0 1 0,7-2 0,4-1 0,-4 0 0,-8 1 0,1 0 0,6-1 0,4-1 0,-4 0 0,-7 1 0,1-1 0,7-1 0,3-1 0,-3 0 0,-9 3 0,1-2 0,8-1 0,4-3 0,-2 0-115,-1-2 1,0 0 114,-1 0 0,1-1 0,-2 0 0,-1 1 0,-1-1 0,2-4 0,-3 1 0,-5 3 0,6-7 0,-8 3 0,-4 4 0,0-5 0,-2-1 0,-1 0 0,-1-4 0,-3-2 0,-10 3 0,-2 2 0,5 2 0,-1 0-689,-8-1 0,-3 1 1,1 2 688,-7-4 30,2 6 0,-3-2 0,1 3-30,5 3 0,-1 0 22,-2 1 0,-5-2 1,0 0-1,4 2 23,-1 1 0,-1 0-9,2 1 0,-5 0 0,-1-1 0,1 1 0,5 2 9,-4-2 0,0 2-23,-1 0 1,-6 0 0,0 1-1,6 0-22,5 2 0,1 1 22,-2 0 1,-2 1-1,-1 2 1,4-1 22,1 3 0,1 1-23,-2 0 1,-2 2-1,-1 0 1,5 0-23,0 3 0,1 1 45,-1 0 0,-2 1 0,-1 1 0,5-2-45,0 1 0,2 1 30,-6 5 0,-2 5 0,3-3-30,9-7 0,1 1 30,-4 6 0,0 4 0,3-4-30,5-6 0,1 0 0,-2 6 0,0 3 90,6-2 0,1-2 297,-1 8-252,10 2 0,4-1-135,2-5-663,3-7 1,6 1 0,-2-2 662,-4-6 0,2-1-90,5-1 0,6 1 0,1 0 0,-4-3-120,-5-2 0,-3-1 1,4-1-338,2 0 1,4 0 0,2 0 0,1 0 0,-1-1 0,-5 0-547,5-2 1,-4-1 0,4 0 1026,-3 0 1,3 1 0,1-1 0,1 1 0,-2-1 0,-4 0 0,6-2 0,-4-1 0,1 0-1,1 2 1,-1-1 0,0 0 0,1 0 0</inkml:trace>
  <inkml:trace contextRef="#ctx0" brushRef="#br0" timeOffset="138628">5668 6386 10321,'-16'-7'810,"3"1"-361,3 3 91,2 1-180,0-1 0,1 2-90,1 0-1,2 1-89,0-1 90,1 0-90,1 1 90,1 0 3006,-1 0-2415,7 0-681,3 0 0,5 0 90,4-2 0,2-1-90,5-2-1037,-1 1 1,4 0-1,-3 0 947,-4 0 0,0 0 22,4 0 1,5 0-1,0 0 1,-4 1-23,1 0 0,1-1 0,-3 2 0,5-2 0,1 1 0,-1 0 0,-3 1-60,-3 0 0,-3 0 0,5 0-5,-2 0 1,6-1 0,1 1-1,2-1 1,0 0 0,-3 1-1,-3 0 5,5-1 0,-4 1 0,5 0-19,-7-1 0,3 1 1,3-1-1,2 1 0,-1-1 1,0 0-1,-3 1 0,-4 0-11,1-1 0,-3 1 0,-1 0 0,4 0 11,-1-1 0,4 1 1,3-1-1,0 0 0,1 1 1,-2-1-1,-1 0 0,-4 1-11,3 0 0,-3 0 0,0 0 0,4 0 0,-5 0 0,3 0 0,3 0 0,0 0 0,2 0 0,-1 0 0,-2 1 0,-1-1 0,-4 1 22,7-1 1,-4 1 0,0 0-1,4 0-22,-5 0 0,3 0 0,2 0 0,2 1 0,0-1 0,0 0 0,-2 0 0,-2 1 0,-3 0 0,6-1 0,-5 0 0,1 1 0,4 1 8,-9-1 0,2 1 0,2-1 0,2 1 1,0 0-1,2 0 0,-1 0 0,1 1 1,-2-1-1,0 1 0,-2-1-292,4 1 0,-2 0 0,0 0 0,0 0 0,-1 1 0,1-1 0,-1 0 0,1 1 284,0-1 0,1 0 0,-1 0 0,1 1 0,-1-1 0,1 0 0,-1 1 0,1-1 11,0 1 0,2 1 0,1-1 1,-1 1-1,-1-1 0,-2 0 1,-2 0-1,-4 0-184,4 0 0,-5-1 0,2 0 173,2 1 0,4 1 0,1-1 0,-2 0 0,-6-1 0,2 0 0,-3-1 30,6 1 0,2 0 0,-6-1-30,3-1-704,-3 0 0,-1 0 704,-10 0 838,9 0-1107,-18 0-1192,-1-4-1816,-22 1 0,4-1 3159,-15-1 1,-4 2-1,15 1 1,0 1 0,-13-3-1,0 0 1</inkml:trace>
  <inkml:trace contextRef="#ctx0" brushRef="#br0" timeOffset="190742">1096 7054 8342,'-12'-2'900,"2"0"-630,6 1-1,0 1 1,0-1 90,1 1 0,0-1 0,0 1-1,1 0 1,-1 0-90,1 0 0,-1 0-90,1 0 0,1 0 2158,-1 0-1978,6 0-90,1 0 270,12 4-270,12 1-91,-7 0 1,2 0-60,-3-3 0,2 0 0,-2 0-273,4 2 1,-1-2 242,-1 0 0,1-2 0,-3 1 0,7 0 0,-7-1 0,4 1 0,-4-2-45,-5-1 0,0-1 45,9 2 0,4 0 0,-3-2-412,-7-2 1,1 0 366,6 0 0,5 1 0,2-1 0,-2 0-395,-2-1 0,0 0 0,0 0 1,2 0 379,-3 0 0,2 0 0,0 0 0,1 1 0,-1-1 0,-2 0-8,4 0 1,-2 0-1,0 0 1,1 0-6,-2 0 1,3 0 0,-1 0 0,-2 1 0,-3 0-18,2 0 0,-1 0 18,-4 2 0,3-2 0,2 1 0,-2 0 0,-4 1-18,5-1 0,-1 0 22,1 1 1,3-1 0,1 0-1,-5 0-22,-3 1 0,0 0 0,-1 0 0,3 0 0,-3 0 0,4 0 0,-2 1 0,-6 0 0,2 0 22,1-1 1,4 1 0,2-1-1,-1 1-616,-1-1 0,1 1 0,-1-1 1,1 0 593,-2 1 0,1-1 0,-1 1 0,2-1 0,5 0 0,3-1 0,-2 1 0,-6 0-83,-3 1 0,-2-1 105,1 0 1,4 0-1,-1 0 1,-3 0-23,-3 1 0,0-1 0,8-1 0,3-1 0,-3 1 0,-10 1 0,0 0 0,8-1 0,3-2 0,-3 2 0,-9 0 0,1 0 0,10-2 0,4-2 0,-5 2 0,-9 1 0,0 0 30,7-2 0,5-1 0,-5 0-30,3-1-30,-8 2 0,3-1 0,-3 0 30,8-3 45,-7 3 0,0-1-45,-5 2 0,-1 0 0,8-3 0,0 0 0,-1 1 0,0 0 0,1 1 0,-2 0 0,-5 2 261,12-6-261,-17 7 0,4-1-90,2 0 180,-5 2-90,16-5 0,-15 5 0,14-7 0,-16 7 0,11-5 0,-13 6 1290,5-4-1200,-8 4 3186,1-3-3086,-5 3 523,1-2-623,-2-3 57,0 3-147,-5-9 0,0 6 0,-12-13 0,4 10-45,-3-3 0,-2 0 45,-1 1 0,-8-2 0,-1 0-269,0 3 246,9 4 1,-5-1-1,-1 0 1,4 2-490,1 0 1,-1 0 511,-4 0 0,-5-2 0,0 1 0,4 1-544,3 1 1,-1 1 520,-4 0 1,-4-1-1,0 0 1,4 1 22,0 1 0,-1 0-18,5 1 0,-4 0 0,-2-1 0,2 1 0,3 1-576,-6-1 1,0 1 575,6 0 0,-5 0 0,-1 0 0,1 1 0,4 0 18,3 0 0,3 0 0,-3 1 0,-2-1 0,-4 1 0,-2-1 0,-1 1 0,0-1 0,2 1-18,-1 0 0,1 0 0,0 0 0,1 0 1,-1 0-261,0 0 0,0-1 0,0 1 1,0 0-1,-1 0 263,1 1 0,-1 0 0,-1 0 0,1 0 0,2-1 0,5 1 15,0-1 0,5 1 0,-4-1 0,-4 2 0,-5 1 0,-1 0 0,2 0 0,4-1-30,4-1 0,3-1 0,-2 1 30,-3 1 0,-4 2 0,-1-1 0,1 1 0,5-1 0,-4-1 0,0 1-23,0 0 1,-4 2 0,0 0-1,5 0 23,2-1 0,1 0 0,-3 1 0,-4 1 0,0 0 0,5-1 0,0 0 0,1 1 22,-1-1 1,-4 2 0,0 1-1,4-2-22,2 0 0,2 0 0,0 0 0,-2 1 0,2 0 45,-7 4 0,4 0-45,8-5 0,1 2 30,-6 3 0,-3 1 0,4-1-30,8-3 0,-1 1 30,-5 4 0,-2 3 0,2-1-30,6-5 0,0 2-30,-6 6 0,-3 5 0,3-4 30,6-4 0,0 1 0,-7 6 0,-2 4 0,3-4 0,7-6 0,-1-1 0,-5 8 0,-1 2 190,4-5 0,2 1-145,0 5 0,0 0-45,1-3 0,1-1 0,1 9 0,3-2 787,4-8-787,6 2 0,0 1 90,-1-4-45,13 4 0,3 0 819,-3-3-834,3-5 0,5 1 0,-2-2 15,-6-4 0,1-1-23,7 1 1,5 1 0,1 0-1,-5-3 459,1-2 0,0-1-481,-1-1 0,6 0 0,0-1 0,0 0 0,-4-3-491,-4-2 0,-3-2 0,4 0 266,0 0 0,5 0 0,2 0 1,0-1-1,-2 0 0,-3 0-559,3-3 1,-4 1 0,5-2 314,-6 3 1,4-2 0,2 1 0,0-1 0,0 0 0,-2 1 0,-4 0-625,6 0 1,-4 0 0,4-1 1084,-3 0 1,5 0 0,1-1-1,0 0 1,-2 1 0,-4 1-1,-1 0 1,-3 0 0,2 1 0,3-2-1,0 1 1,0 0 0,0-1-1</inkml:trace>
  <inkml:trace contextRef="#ctx0" brushRef="#br0" timeOffset="196958">4200 6209 11400,'0'-9'900,"0"1"-540,0 5-90,0 0-1,0 0 1,0 1-90,0-1 0,0 0 0,0 0 90,0-1-90,5 1 0,-3-1 269,18 0-269,-9 1 90,8 1 0,2 0-180,0 1 135,3 4 0,1 0-135,-3-1 224,5 9 1,1 6-90,-8-2 0,-1 3-1139,-1 2 0,0 2 1,-1-1 958,-1 2 0,-1 0 15,-5-2 0,-1 1 0,-2 0-888,0 6 1,-1 0 872,0-5 0,-1 2-440,-1-1 1,0 1-1,-1-3 395,-1 5-379,1 1 1,0 0 378,-1-6 0,1 4 0,-1-1 0,1-6 595,-1 0 1,1 0-686,-2-8 1542,1 11-1452,-1-14 1674,0 4-1674,-1-8 1689,0 0-1689,-11-9 866,4 4-866,-6-7 0,0-2-90,0 2 135,-6-9 0,1 0-45,3 2 90,-2-1 0,1 0 0,6 5 90,-7-6-180,12 12 364,-1 0-184,6 10 270,11 12-270,-9-2-1,11 2 1,1 0-90,-6-1 90,7 1 0,0-1-90,-3-2 135,2 0 0,0-1-45,-3-2 0,1 0 0,0 0-91,-2-3 361,9 6-360,-12-9 360,7 1-360,-9-5-90,10-13-90,-8 4-495,2-10 1,0-1-46,0-2-585,1-5 1,1-3-347,-5 10 0,0 0 121,3-9 1,-1 0 450,-3 10 0,0 1 989,3-6 0,-2 1 0,0 2 0,-1 4 0,0 1 0</inkml:trace>
  <inkml:trace contextRef="#ctx0" brushRef="#br0" timeOffset="200343">7904 6752 10771,'-11'-10'1259,"1"1"-809,5 5-90,1 1-180,0 0-1,1 1-179,1 1 90,1 0 1170,0 0-901,1 6-89,5-4 0,-4 11 0,9-6 0,-9 7-90,11-1-461,-6 0 461,6 1 0,-2 1 0,0-2 0,1 1 0,5 3-90,-4-5 90,1 0 0,1-2-90,1 0-1,4 0 1,0-2 0,1-2-96,7-1 0,3-1 6,-5-2 0,0-1 0,-2-2 0,0-1 0,-1 0 0,2 2 0,-3-1 0,0-5 0,-3-1 0,-7 7 0,8-10 0,-12 9 0,2-4 450,-6 5-360,-16 14-90,4-5 0,-9 8 0,-2 0 0,0-1-684,3-3 1,-4 2 0,3-2 683,4-3 0,-1 0 0,-6 4 0,-4 2 0,3-2 0,7-4 0,0 0 0,-4 3 0,-3 1 0,3-1-1519,-3 4 1474,6-4 0,0-1-196,1 7 61,4-6-225,1 3 1,0 0 44,2-2-540,0 2 1,1 0 90,4-4-2251,0 7 1620,8-11 1929,8 0 0,1-5 0,5-2 1</inkml:trace>
  <inkml:trace contextRef="#ctx0" brushRef="#br0" timeOffset="200740">8588 7055 13469,'-14'-1'2429,"-1"1"-1620,-7 5-629,6 3 90,-5 0 180,3 10-270,3-10 0,-5 11 0,3-6 0,-1 1-642,-5 4 492,5-3 0,-4 2 0,3-2 15,5-5 0,0 1-15,-8 6 0,-3 1 0,2-1-321,7-5 1,-1 0 320,-6 6 0,-4 3 0,3-4-30,8-5 0,0 0 0,-2 2 0,-2 3 0,-1 0 0,5-3 0,3-3 0,1-1-45,-11 12 0,3-2 45,12-10-636,-1 7 276,7-10-1259,-1 6 720,3-9-2378,13 1 189,-5-4 3088,5-8 0,1-3 0,3-3 0,-4-1 0,0 0 0</inkml:trace>
  <inkml:trace contextRef="#ctx0" brushRef="#br0" timeOffset="201373">8861 6687 13199,'-6'-9'2069,"0"0"-1169,-9 6-540,5 6-91,-5 12-179,8 1-45,2 1 0,0 0-45,2 0 0,0 3 0,1 0 90,1-3-90,0 2 0,2-1 0,5-3-90,0 15 90,6-18-90,-1 1 0,1-1 0,3-3 0,3-1 1,-1-1-91,0-5 45,6-6 0,2-3 135,-5-1-1038,2-4 0,-2-3 1038,-7 0 0,-2-7 0,-2-3 0,-4 0 0,-3-2 0,-2 0 90,-2 4 0,-10-6 318,6 14 1,-2 1-319,-4 2 0,-2 2-90,-5-11 0,-7 17 0,17 5-270,-10 20 90,12-12-675,2 7 1,0 2-45,2-4-740,5 2 1,1-1-1022,-2-2 1071,15 6 1589,-9-10 0,10-3 0,-4 0 0</inkml:trace>
  <inkml:trace contextRef="#ctx0" brushRef="#br0" timeOffset="201558">9260 6734 14639,'-10'-7'1169,"-3"0"-719,12 4-270,-11 0 0,10 0-270,-12 0-90,13 1-1080,-9-1-2017,10 3 2769,7-1 1,-5 1 0,7 0-1</inkml:trace>
  <inkml:trace contextRef="#ctx0" brushRef="#br0" timeOffset="201974">9407 6519 14009,'-4'-10'2069,"3"3"-540,-8 5-1439,9 7 0,-4 1-90,4 7 0,14 5 0,10 2 0,1-4-273,-9-7 0,0-1 273,-2-2 0,3 3 0,1 2 0,-6-4 0,8 11 0,-13-10 0,6 11 90,-8-11-90,4 11 0,-5-11 0,1 9 0,-3-9 0,0 9 0,-2-10 0,0 4 0,-11 2 0,9-4 0,-22 10 0,17-10-720,-18 9 360,14-11-2152,-18 4-765,10-8 618,-3-8 2659,5-5 0,10-5 0,-3-1 0</inkml:trace>
  <inkml:trace contextRef="#ctx0" brushRef="#br0" timeOffset="202156">9467 6569 13559,'3'-21'2249,"-1"6"-1979,5-1 0,2 0-270,0 2 45,8-3 0,1 1-135,1 3-495,5-1 0,0 0-404,-1 4-650,1-1 1,1 1-1639,-6 3 2457,10-2 1,-16 7 0,-1 1 0</inkml:trace>
  <inkml:trace contextRef="#ctx0" brushRef="#br0" timeOffset="208524">14710 4971 12030,'0'-9'1529,"0"0"-989,0 4-90,0 0-180,-5 1-1,4 0-89,-4 2-90,5-1 0,-3 2 720,2-1-91,-2 13-89,8 15-540,-4-1 135,5 1 0,1 0-45,-5-2-46,5 5 1,0 0-324,-5-3 279,3 5 0,0 0-90,-2-4 90,1 2 0,0 0 0,-1-6-45,0 2 0,0 0 45,1 2-90,1 1 0,-2-10 90,-3-14 179,1 0 1,0-3-360,-1-18 45,1 2 0,-1-4 45,-2-2 0,-1-3 0,1 1-160,1-3 1,0 0 129,-3-1 0,-2-1 0,2 4 30,1-5 0,-3-2 0,-1 2 0,2 7 0,1 5 0,0 1-90,-2-3 90,2 6 90,-4-10-90,4 14-90,-1-6 180,3 13 89,1 15-89,1-3 45,1 10 0,2 2-45,2-1 0,0 7 0,-1 1-279,0-2 219,-1-7 0,0 3 0,-1-3 60,-1 9-90,2-7 0,1 3 0,-2-3 90,1 6-90,0 2 0,0-2 582,-2-10-582,1-1 0,-1-1 0,-1-5 90,3 7 0,-3-12 1465,1 0-1600,0-19 0,-2-6-45,2 1-821,-2-3 0,-1-7 0,1 4 911,0 7 0,1 0-30,-2-9 0,-1-4 1,0 3 29,1 9 0,1 0-30,-1-7 0,0-3 0,0 5 13,-5-7 17,4 4 0,0 0-90,-1 10 90,0-6-180,2 15 270,1 11 90,0 20-90,7-1-45,-4 6 0,1 2 2149,4-2-2284,-5-5 0,1 2 0,-2-2-90,0-6 0,-1 0-720,2 7 1,1 3-1,-1-3 180,-1-8 1,0-1-374,1 6 1,1 2 0,-1-3-2185,2 4 2621,-2-7 1,1 0-1,3-1 1,-1-2 0</inkml:trace>
  <inkml:trace contextRef="#ctx0" brushRef="#br0" timeOffset="-213755.73">9010 7995 10141,'-11'-3'720,"2"0"-360,4 3-91,0 0 1,-1 0 0,1 0 0,-1 0 0,1 0-90,-1 0 90,1 0-1,-1 0 1,1 0-90,0 0 90,0 0-90,0 0 90,0 0-90,2 5 0,0-4-1,1 4 271,-1 0-180,2 0 0,0 4 0,1-1 0,6-1-91,-4-1 1,13 1 0,-7-1-462,11-1 462,-1 0-1091,4-1 1091,2-2 0,5 0-90,-6-2 0,3 0-990,-1-2 1,1 0 0,0 0 899,-4 1 0,-2 1 0,3-1 18,2-1 0,2-1 0,2 0 0,-1-1 0,-1 1-499,0 0 0,-1 1 0,-1-1 0,1 0 481,1 0 0,-1 0 0,1 0 0,-1-1-197,2 0 1,0 0 0,-2 0 0,-5 1 286,9-3-44,-3 1 1,-2-1 43,-9 2 1220,9-3-1310,-18 5 1919,2-1-1919,-7 3 2162,1-2-2522,-1 2-2367,2-3 2727,1 0 0,1 0 0,1-1 0</inkml:trace>
  <inkml:trace contextRef="#ctx0" brushRef="#br0" timeOffset="-212974.73">10957 6974 14369,'21'-8'-410,"0"0"0,2-1 1,0-1-1,3-1 1,0 1-1,-1-2 0,0 1 1</inkml:trace>
  <inkml:trace contextRef="#ctx0" brushRef="#br0" timeOffset="-174959.73">4219 6229 10411,'10'5'720,"-2"-1"-540,-4-4-91,1 0 271,3 0-270,-1 0 270,11 0-360,-7 0 180,17 0-90,-13 0 0,4 1 0,1 1 0,-2-1-45,8 4 0,3 3 45,-5-1 0,-1 0-185,1 1 1,0 0 139,4 5 0,-3 0-45,-7-2 90,0 4 0,-1 1-90,-4-1 45,0 3 0,-1 0-45,-2-1 45,-1 4 0,0 0 45,-2-1-45,1 8 0,-1 3-45,-2-7 0,-1-1 45,0 1 0,1 1-45,-1 1 0,-1-3 89,0-7-89,1 15 0,-3-19 90,1 9-90,-1-14 90,-1 2 279,0-5-279,0-2 809,0 1-899,-11-13 0,9 2-45,-9-3 0,-2-1 45,-1-10 0,-6 2-45,7 3 0,0 0 45,2 3 0,-2-2 0,0-1 0,-5-4 0,2 3 0,-3 0 0,13 14 0,-5-4-90,7 6 90,-2 0 0,4 1 0,0 1 0,2 6 0,4 13 90,-3-2-45,4 2 0,0 0-45,2-3 45,1 4 0,1 0-45,2-3 45,1 2 0,-1 0-45,0-3 90,1 1 0,-1 0-90,-1-4 45,0 1 0,0-1-45,-2-2 180,8 12-180,-10-16 180,4 8-90,-7-11 90,0 2-90,-2-5 270,0 1 539,0-1-899,2-13 0,-2 4 0,3-7 0,0-1 0,0 0-45,3-6 0,0-1 45,0-1 0,0 3 0,1-3 0,0 0 0,2 1 0,-1-1-1639,2-3 1,-1 0 1580,-2 9 1,0 2-768,3-3 825,-5 9 0,3-3 0,-7 11 0,-1 0 0</inkml:trace>
  <inkml:trace contextRef="#ctx0" brushRef="#br0" timeOffset="-172159.73">4280 6185 11850,'13'0'180,"8"-3"-90,-10 2 0,15-4 0,-14 4-45,4-1 0,2 2 45,-3 5 0,0 2-90,0-3 0,0 1 45,6 7 0,-3 2 45,-3 0-45,2-1 0,1 1 0,-1 2 0,-2-1-183,-1-2 1,0 1 227,7 9 0,-3-1-22,-4-3-38,-4-3 0,3 4 0,-3-3 60,3 7-60,-4-6 0,2 4 0,-2-2-1225,1 5 0,-1-1 1195,0-3 0,-1 0 90,3 9 0,-1-4 0,-3-7-45,0 1 0,-1 0-45,-1-5 90,-1 2 0,-1-1-90,0-4 246,0 16-156,-2-13-90,1 3 0,-1-7 0,2-3 2530,-1-3-2530,1 4 0,-3-6 0,2 1 0,-2-3 1079,1 1-1079,-11-7 0,5 0-90,-20-7 90,12 5-45,-8-1 0,-3 0 45,4 2 0,1 1-1624,-4-2 0,1 1 1624,5 1 0,-1 1-468,1 0 0,1 2 468,-5-2-45,-1 0 0,1 1 45,4 2-226,0-1 0,1 1 226,5 0-12,-8 1 12,14 0 2598,-1 0-2688,15 0 180,7 4-90,1 0 0,11 7 0,-16-3 45,2-1 0,1 1-45,-2 0 1267,8 5-1267,-5-2 0,-4-3 90,14 8-90,-13-8 761,6 4-761,-2-3 0,-6-3 90,9 6-90,-13-8 22,7 4-22,-9-5 360,3 1-180,-6-3 450,2 0-630,-3-1 0,2-14 0,-1 4-45,2-10 0,0-2 45,0-1-930,1 2 1,0-4-1,0 3 930,-1 5 0,0-1 0,2-8 0,2-5 0,-1 3 0,-2 9 0,0 0 0,2-7 0,1-3 0,-1 4-38,-2 10 0,0 0 83,4-12 0,0 2-45,-4 10 0,3-8 0,-6 17 0,0-2 0,-1 2 0,-1 3 2580,0-1-3299,0 2 719,1 1 0,-1 0 0</inkml:trace>
  <inkml:trace contextRef="#ctx0" brushRef="#br0" timeOffset="-164909.75">6075 7195 9152,'-10'-3'3276,"4"1"-346,2 5-2660,4-6-180,0 2 0,6-7-90,-4 1 180,17-9-180,-10 5 45,6-4 0,1 0-45,-1 2 0,6-3 0,1 1 0,-4 3-1639,2-1 1,-1 0 1523,-6 5-157,10-8 272,-15 10 90,6-3-90,-10 6 0,1 0 90,-3 2-3367,-1 1 2650,0-7 1,5 1 0,1-7 0</inkml:trace>
  <inkml:trace contextRef="#ctx0" brushRef="#br0" timeOffset="-163393.75">2844 7633 9961,'0'-7'2069,"0"1"-900,-3 4-89,0 2-630,-3 0 269,3 0-539,1 0 720,-1 0-91,2 0 360,0 0-899,6-5-180,2 4-90,5-3 360,9-5-270,-7 4 0,3-3 0,2 0 0,0 1 0,6-1 0,1 0-493,0-1 433,-5 2 0,3 0 0,-2 0 15,-6 2 0,1-1-23,3-1 1,4-1 0,1 0-1,-4 0-22,-1 2 0,-1-1 22,2-1 1,3 0 0,1-1-1,-1 1-1109,1 0 1,-1 1 0,-1 0 1086,-2 0 0,0 1 0,0 0 30,9-3 0,1 1 0,-4 2-126,-11 2 0,-1 1 96,6-1 0,4-1 0,-5 1 0,6 0 0,0-1 0,0 1 0,-8 1 45,1-1 0,-1 1-45,-6 1 90,12-3-90,-18 3 180,6-3-180,-8 3 351,4-4-351,-5 4 3276,2-4-3169,-3 4 282,1-2-389,-2 2-90,1 0-3187,-2 1 0,1 1 2457,-8 5 1,6-3 0,-7 3 0</inkml:trace>
  <inkml:trace contextRef="#ctx0" brushRef="#br0" timeOffset="-161476.75">5589 8143 10321,'-5'7'810,"1"0"-451,4-4-179,0-1 180,0 0-180,3-1 1439,-2 0-1529,-2 1-90,-2 0-90,-6 6 90,5-5-1169,-10 10 179,6-7-2287,-17 12 2904,11-10 1,-9 5-1,9-6 1</inkml:trace>
  <inkml:trace contextRef="#ctx0" brushRef="#br0" timeOffset="-160208.75">3033 8316 10861,'-12'-5'1169,"5"1"-359,-6 1-630,11 1 719,-13-2 90,8 1-359,-6-1-450,4 2 270,2-1-270,4 2 179,-3-1-179,4 0 360,-4-2-360,3 1-90,-1-1 360,2-1 89,1 0-449,1-1 180,-1 3-270,1 2 720,-1 0-360,24 1-271,-10 0 46,13-2 0,3-1-559,-2-3 484,-4 1 0,3 0 0,-3 0-400,-5 0 1,0-1 399,10 0 0,4-1 0,-3 1-60,-9 1 0,1 0 0,2-1 0,3 1 0,0-1 0,-4 1-1469,0 0 1,-1 0 1468,1 0 0,1 0 0,-2 0 45,-3 2 0,-1-1-1057,8 0 0,0 0 1012,-7 1 0,1 0-314,4-1 1,4 1 0,-4 0 313,-5 1 0,-1 0-132,7 0 0,1-1 0,-2 1 222,4 0 221,1 0 0,-1 1-221,-5-1 460,1 0 0,-1 1-460,-4-1 647,1 0 0,-1-1-647,-4 1-90,7-2 1567,-9 1-1567,-3 1 0,1-1 1711,-1-1-1711,-3 2 1379,2-4-1379,-5 4 536,2-4-536,-3 3 0,2-8-90,-2 6-1799,1-7 990,-2 8-1530,0-2-848,-6 6 3212,-15 7 1,2 1 0,4 0 0,1-1 0</inkml:trace>
  <inkml:trace contextRef="#ctx0" brushRef="#br0" timeOffset="-148476.75">5950 7236 8252,'0'-11'360,"-1"2"-180,1 3 90,-1-1 90,0 1 89,0 0-89,0 0 0,0 1-90,0 0 0,0 0-1,0 1 1,0 0 360,0 1 359,0 0 1,-1 1-361,0 1-359,0 1-270,1 0 90,-5-5 0,2 3 90,-14-16 0,-3 6-90,-3-6 0,-1 5 45,10 7 0,-1 1-45,-6-4 45,-4 1 0,-1 0-292,2 1 337,-6 0 0,0 1-91,3 2-29,7 1 0,-2 1 0,2 1 30,-6 0 0,7 1 0,-4 2 0,2 1 0,2 4 0,2 1-90,-5-2 0,0 2 60,6 5 0,0 4 0,3-2-468,-5 8 468,5-1 0,-1 6 0,3-3-445,5-7 1,1 2 429,-1 2 0,0 5 0,1 1 0,0-4 0,2 0 0,0 2 44,1-3 1,0 5 0,0 3 0,1-1 0,0-2 0,0-1 0,1-1 0,1-1 0,0 2-457,0 2 0,1 1 1,0 0-1,0 0 403,1-1 0,0 0 0,1 1 0,-1-2 0,2-4-36,2 7 0,1 0 18,-1-7 0,-1 4 0,1 1 0,0-1 0,0-4 27,1 4 0,1-2-675,0 1 0,1 2 0,0-4 675,-2-6 0,1-1-45,5 6 0,0 0 10,-3-7 1,1 1-11,3 3 0,4 2 0,-2-3 0,-3-4 0,1-1 30,7 4 0,4 3 0,-3-4-30,-6-7 0,0-2 30,9 4 0,3-1 0,-3-2 15,-7-5 0,0-1-45,7 0 0,4 0 0,-4-3 0,-8-3 0,-1-1 0,9 3 0,1-2 45,-2-11 0,-2-6-45,-2 3 0,0-2 0,-1 0-49,-2 2 1,0-1 0,0-1 48,0-6 0,0-3 0,0 0 0,-4 4 0,-1 0 0,-3-1-23,0-3 1,2-4-1,-2-2 1,-1 5 179,-1 0 1,-3-1-176,0 4 0,-1-5 0,0-1 0,0 2 0,-1 3-137,-1 3 1,0 2 0,-1 0 131,1-4 1,0-1-1,-1-1 1,0 2 22,-2-3 0,-1 1 0,0 1-174,0 5 0,0 2 1,-2-4 158,0 0 0,-2-4 0,0-2 0,0 0 0,-1 1 0,1 4-104,-1-2 1,-1 2-1,-1-2 104,1-1 0,-2-3 0,-1-3 0,0 1 0,1 2 0,1 5-15,0 3 0,1 4 0,-2-1 12,-1-3 0,-3-2 0,-2 0 0,1 1 0,2 5 18,-3-2 0,-3 3-18,1 5 0,-5-1 0,-3 0 0,0 2 0,2 5 18,-1 3 0,0 5 0,0 1 0,-1 0 0,-2-4 0,-1-2 0,0 3 0,0 5 0,6 3 0,-2 5 0,0 2 0,1 1 0,0 1 0,2-1 0,3-2-105,-5 5 1,4-1 0,-2 4 70,5-3 0,-2 2 1,-1 4-1,-2 0 0,2 1 1,0 0-1,2-2 1,3-3 14,0 3 1,3-4 0,1 2 0,-1 3-252,1-1 0,-1 3 0,0 2 0,-1 2 0,0 0 1,2-1-1,0-2 0,3-4 0,-1 4 0,2-4 0,1 0 1,1 4-141,1-3 0,0 3 1,0 2-1,1 2 1,0-1-1,1-1 0,0-2 1,2-4-684,0 9 1,3-4 0,1 2 1063,1-5 0,0 2 1,2 2-1,0-1 0,0-2 1,1-4-1,2 0 1,1-3-1,1 1 0,4 4 1,-1 1-1,1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46:45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5152 2978 11490,'-6'-9'270,"2"0"-270,-1 8-90,4 0 0,-3-1-2878,3 2 2968,15-1 0,-4 1 0,13 0 0</inkml:trace>
  <inkml:trace contextRef="#ctx0" brushRef="#br0" timeOffset="382">6682 3815 10951,'-6'7'809,"2"0"-359,4-4-360,0-1-90,0 0 0,0-9 0,0-1 0</inkml:trace>
  <inkml:trace contextRef="#ctx0" brushRef="#br0" timeOffset="751">4982 2946 9781,'-12'0'-359,"5"-5"359,-2 4 0,8-4 0,-4 5 0</inkml:trace>
  <inkml:trace contextRef="#ctx0" brushRef="#br0" timeOffset="1167">7055 4220 11400,'-8'7'180,"-3"-1"900,5-5-1080,0 4 0,2-1-900,4 5-179,0-4 1079,2 2 0,-1-5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48:16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3156 7108 11221,'0'-10'1169,"-3"3"-899,2 5-90,-4 1-180,5-1 989,-2 0-719,7 7-180,7 13-90,-1-3 45,-1 3 0,0 0-45,-2-4 45,0 2 0,1 0-45,1 3 0,4 7 0,-6-11 0,4 8-1170,-3-6-2107,2 5 1247,-5-10 2030,0-5 0,-4-6 0,1-1 0</inkml:trace>
  <inkml:trace contextRef="#ctx0" brushRef="#br0" timeOffset="1085">3953 7194 13469,'1'-8'450,"0"1"-90,-6 1-270,4 1 90,-9-9-180,6 6 180,-6-13-90,4 11 179,-4-12-179,5 13 90,-4-9-90,5 11 0,-4-8 180,5 8-180,-1-1 0,3 4 180,0 3 269,0 0-539,1 6 0,-4 5 0,-1 1 0,-2 6 0,0-9 0,4 2 0,-3 0 0,5-3 0,-5 8 90,4-10-180,-2 6 90,3-8 0,0 0 0,1-14 0,0 5 0,4-10 0,1-2 0,-2 4 0,4-3 0,-1 0 0,-5 7-90,5-6 90,-5 12 0,3 0 0,1 10-89,0-4-991,5 16 361,-4-12-91,2 10-2467,1-5 797,-2-7 2480,6 6 0,-5-10 0,1 3 0</inkml:trace>
  <inkml:trace contextRef="#ctx0" brushRef="#br0" timeOffset="1771">3998 6518 14009,'0'23'180,"4"-4"-180,0 9 0,1-12 0,-1 5 0,1 1-270,4 8 180,-5-14 0,2 1-675,2 2 1,0-2-1215,1 3 990,2 4-181,-4-11-629,-3-5 1799,-2-3 0,0 0 0,-2-1 0</inkml:trace>
  <inkml:trace contextRef="#ctx0" brushRef="#br0" timeOffset="2117">3991 6738 13829,'23'7'810,"2"6"-810,-4-4-943,-3 5 943,-9-8 180,3 2-90,-3-1 174,5 4-264,-7-6 298,4 3-208,-8-6 89,2 1-89,-3-2 524,0-1-704,-2-6 90,1-6 0,-1-1-360,-3-5 0,1 0-89,0 1-451,-2-4 1,-1-1-181,4 7-2197,-2-15 2949,3 18 1,0-4-1,0 8 1</inkml:trace>
  <inkml:trace contextRef="#ctx0" brushRef="#br0" timeOffset="2734">4776 6492 13199,'-8'-7'1080,"2"2"-91,5 4-359,6 12-450,-3-4 270,14 20-360,-11-15-46,5 5 1,-1-1-45,-1 0 0,3 6 0,0 1 0,-2-4-523,2 1 1,0 0 432,-2-4-180,3 3-899,1 2 719,-5-9-1349,6 12 1169,-10-16-2428,3 5 1709,-6-8 1349,1-1 0,-2-2 0,0-2 0</inkml:trace>
  <inkml:trace contextRef="#ctx0" brushRef="#br0" timeOffset="3135">4839 6624 11490,'-4'-10'1889,"0"-3"-719,3 5-271,-1 1-359,0 9-360,0 0 90,-2 13-270,2-12 90,-5 18-90,4-16-90,-1 7 180,0-5-180,1-2 0,0 0 0,0-3 0,3-8 90,0-2-180,-1-13 180,1 6 0,-1-15 0,1 18 0,5-6 0,2 8 0,2 5 0,0 0-90,5 15-90,-6-7-450,4 9 1,-1 1-91,0-5-919,3 4 1,0-1-752,-1-2 2390,13 3 0,-14-9 0,5-1 0</inkml:trace>
  <inkml:trace contextRef="#ctx0" brushRef="#br0" timeOffset="3703">5157 5939 13469,'0'-8'2159,"0"2"-2069,0 18 90,5 5-180,-1 4 0,0-4 0,1 0 0,3 0 0,-3 2 0,0 1 0,3-2-180,-2 1 0,1 1-180,-1-4 1,3 8-1171,-1-4-1708,0 1 2069,-1-2 1169,-2-1 0,-5-14 0,0 1 0</inkml:trace>
  <inkml:trace contextRef="#ctx0" brushRef="#br0" timeOffset="4067">5135 6157 11221,'-9'-9'1079,"0"1"-989,7 6 360,-1-1-91,7 3-89,17 14-180,-6-11-45,2 11 0,-1-1 45,-4-7-45,0 4 0,1 1-45,-2-3 0,11 8 0,-13-10 180,6 4-90,-10-6 90,1-1-180,-4-2 0,1-7 0,-2-2 90,2-14-90,-3 7 314,1-4 1,-1 0-45,0 4 0,0-2 0,0 1-180,0 6-90,0-2-180,0 15-3097,10 15 797,-8-3 2480,6-1 0,1 0 0,-7-2 0,5 2 0</inkml:trace>
  <inkml:trace contextRef="#ctx0" brushRef="#br0" timeOffset="4984">3952 6415 12210,'-17'0'989,"-1"0"-719,6 5-180,1 7-90,3-1 90,4 8 0,10-8-90,-5 0 90,19-5-90,-13-5 0,19-7 0,-16 0 0,7-6 0,-11 3 90,1-1-90,-6 2-360,-7-1-2878,-22 0 3238,3 9 0,7-1 0,2 3 0,-2 9 0</inkml:trace>
  <inkml:trace contextRef="#ctx0" brushRef="#br0" timeOffset="5733">3142 7012 13110,'-11'0'899,"1"0"-269,1 0 179,4 0-719,-1-3-180,4 0 90,-2-5 0,3 3 90,-7-3-180,8 4 90,-3-1 0,0 2 0,3 1 0,-3 0 0,3 1 0,0 0 0,6 0 0,-1 1 0,7 0 90,-7 4 0,4-3 0,-9 7-90,3-3 0,-3 2 90,-12 3-90,9-5 90,-11 2 0,-2-2 0,7-2-90,-21 3-630,16-12 180,1 4-1798,6-22 1078,13 14-469,2-8 1,2-1 1376,10 2 0,-7 3 0,1 1 0,5-1 0</inkml:trace>
  <inkml:trace contextRef="#ctx0" brushRef="#br0" timeOffset="6252">4010 7284 13289,'-9'-9'270,"1"1"-450,5 1-3058,7-4 1619,1 1 1619,8-7 0,-6 8 0,0-3 0</inkml:trace>
  <inkml:trace contextRef="#ctx0" brushRef="#br0" timeOffset="6717">5210 6877 14729,'-11'0'2428,"-3"0"-1888,4-4-450,0 3-180,5-5-900,5 0 271,0-1-2558,4-11 1067,-3 7 321,2-9 1889,0-1 0,0 3 0,2-7 0</inkml:trace>
  <inkml:trace contextRef="#ctx0" brushRef="#br0" timeOffset="7217">5981 6095 10321,'-6'-12'-820,"2"1"1,4 3 0,0 0 0</inkml:trace>
  <inkml:trace contextRef="#ctx0" brushRef="#br0" timeOffset="7617">5742 5514 15808,'1'10'2069,"-1"0"-2159,0-4 90,0-2-180,0-1-2429,0-2 810,3-1-1478,-3 1 2499,5-1 1,-5 0 0,1 0 0</inkml:trace>
  <inkml:trace contextRef="#ctx0" brushRef="#br0" timeOffset="27749">3998 6578 13469,'-9'3'630,"2"0"-270,2-3-270,2 0 359,1-3 1,1 2-180,0-3 719,1 3-809,-1 0 360,1-1-450,4 11 0,-3-3 0,11 18-180,-10-13 135,6 3 0,0 1 45,-4-2-90,3 4 0,1-1 0,-1-2 0,0 3 0,0-1 0,0-3 0,1 2 0,0 0 0,-2-5 0,5 10 0,-8-15 0,2 3 0,-4-6 90,0 0-90,-1-1 0,-10-1 0,4-4 0,-9 3 0,-1-7 0,5 4 0,-14-6 0,14 3-90,-14-3 90,15 5 90,-13-3-180,14 6 90,-7-3 90,10 4-180,-2-2 90,6 2 0,10 0 0,0 5 0,15 1 0,-10 1 0,3 0 0,-1-1 0,-1-2 45,2 4 0,0-1-45,-3-2 0,12 5 0,-5-2 0,-3-1 0,1 1 0,-12-6 0,2 2 0,-3-1 0,-2-1 0,2 2 0,-4-2 360,1 1-450,-1-13 180,-1-5-180,0-5 90,-4-2 90,3-8-90,-5 12-45,5-3 0,0 0 45,-2 5 0,2 0 0,0 1 0,1 4 0,0-8 0,0 14 0,0-3 0,0 6 0,3 1 0,1 1-90,3 11 90,-2-1-630,1 13 90,-5-9-2248,2 10 1439,-3-12-1928,0 11 2769,0-14 1,0 4-1,0-7 1</inkml:trace>
  <inkml:trace contextRef="#ctx0" brushRef="#br0" timeOffset="35901">4245 6812 8342,'-17'3'-450,"4"-6"181,4 2-181,1-10-90,0 5 1,-1-6 252,-2 0 0,-1-2 0,-1-2 0</inkml:trace>
  <inkml:trace contextRef="#ctx0" brushRef="#br0" timeOffset="38131">2612 7880 8522,'8'3'270,"-2"-1"-90,-3-1 270,1 0-270,0 0 629,0 1-629,-3-1 2968,1 0-3058,-5-8-90,0 6 180,-3-13-180,2 11 90,0-11-90,3 8 90,-2-8-90,3 7 0,-1-12 0,5 4 0,-3-2 90,9-3-90,-4 12 90,9-10-90,-5 11 90,8-12 0,-9 11 0,12-13-90,-10 10-1639,6-4 1,0-1 1613,-1 2 70,6-5 0,0 1-205,-4 1 250,5-2 0,0-1-90,-2 2 30,-5 4 0,2-2 0,-1 2 59,6-5-89,-5 4 0,3-1 0,-3 1 0,-5 5 0,0 0 30,6-5 0,3-2 0,-3 2-30,-6 5 0,0 0 0,8-7 0,4-3 0,-3 3-178,-8 6 0,0 0 208,8-6 0,2-3 0,-2 3-30,-10 7 0,1 0 0,5-4 0,4-2 0,-4 3 0,-4 3 0,-1 1 0,6-3 0,3-2 0,-3 1 0,-5 5 0,-1-1 0,7-3 0,2-2 0,-2 2 45,-7 4 0,1-1-15,6-3 0,3-2 0,-3 2 15,-7 4 0,1 0 14,9-6 1,3-2 0,-3 2-60,-8 5 0,-1-1 30,8-4 0,4-3 0,-4 3-30,-9 5 0,0 0 30,5-4 0,3-2 0,-3 2-30,7-6 0,-8 7 0,3-3 0,-3 3 0,6-4 0,1-1 0,1 0 0,-5 3 0,3-1 0,-1 0 0,-3 3 0,-4 3 0,0-1 0,1 0 0,0 1 0,5-3 0,4-2 0,1 0 2938,-3 2-2938,4-1 0,0 0 0,-4 3 0,3-1 0,-1 2 90,-3 1-90,1 0 0,0 0 0,-4 1 0,2 1 0,0-1 0,-3 0 45,3 0 0,-1 0-45,-2 0 221,11-2-41,0-3-90,-10 6-45,3-3 0,-1 1 45,-2 1 0,3-1 0,1 0 0,-2 0-90,5-1 0,0 0 413,-2 1-323,5-2 0,-1-1-90,-4 2 45,3-1 0,-1 0-2578,-3 1 2533,-7 2 0,2-1-395,-2 1 1,-1 0 394,5-2 45,2-1 0,0-1-45,-2 2 45,2-2 0,0 0-45,-1 1 45,3-1 0,-1 0-45,-1 0 45,1 0 0,1 0-45,-4 1-971,6-2 1,0 0 970,-5 2 90,4-1 0,2 0-555,-7 1 0,0 1 509,-2 2 1,0-1 159,9-4 0,-2 0-114,-4 3-117,2-2 0,1 0 27,-4 1 0,4-1 0,0 0 0,-4 1 90,3-1 0,0 1-90,-3 0 917,-6 4 0,2-1-872,0 1 0,0 0-45,4-2 45,4-1 0,0 0-45,-2 1 45,3-2 0,1-1-45,-1 2 0,-6 2 0,3-1 0,-3 1 1472,9-4-1472,-7 3 0,4 0 0,-4 0 0,-6 2 0,0 1 0,9-5 0,5-1 0,-2 0 30,-6 2 0,0 0 0,0 0-30,0 0 0,0 0 0,0 0 0,4-2 0,0-1 0,-4 1 0,5-2 60,-7 4 0,4-2 0,-3 1 30,8-3-60,-8 3 0,5 0 0,-1-1-185,1 2 1,-1 0-1,1 1 185,-4 0 0,-1 0 0,1 0-30,3 0 0,0 0 0,-1 1 0,7-3 0,-3 1 0,-9 4 0,2-1 60,6-3 0,4-1 0,-4 2-15,-8 2 0,-1 1-15,7-3 0,2-1 0,-3 1-30,5-3-114,1-1 1,-1 1 203,-6 1-283,-2 0 1,1-1 282,-6 2 216,1-1 0,0 0-36,-2 0-180,3-1 1636,-10 6-1726,-5 2-33,-1 2-3244,-6-1 0,-22 2 2621,6 0 1,2 2-1,0 2 1,-3 3 0</inkml:trace>
  <inkml:trace contextRef="#ctx0" brushRef="#br0" timeOffset="117296">10296 2393 10231,'-7'-3'1080,"1"1"-91,4-1-629,1 1 719,-1-3-719,1 3 809,-1-4-809,1 4 719,-2-4-629,0 4-540,1-1 90,0 3 0,2 5 0,-1 10 0,6-2 45,-3 4 0,0 2-180,3-2 0,-1-1 0,0 1 1,-1 0-1505,1 4 1,-1-2-1446,3-6-193,2 13 127,-5-17 3150,5 5 0,-5-9 0,2 0 0</inkml:trace>
  <inkml:trace contextRef="#ctx0" brushRef="#br0" timeOffset="117980">10339 3077 13649,'-13'0'2069,"2"0"-1799,4-5 270,1 4-361,3-7-89,7 3-90,-3-1 90,12-1-90,2 2 0,0 3 45,1 1 0,0-1 45,-1 2 0,14 7 0,-18 0 180,3 14-270,-11-7 135,-8 4 0,-3 0-45,-1-2 90,-5 3 0,-2 2 134,4-8 1,1-1-225,-8 11 0,0-3-90,14-16 180,2 1-540,14-5 90,-4-4-719,8 1 0,2 0-91,-1-7-269,12 4-290,-10-1 1,-1 0 982,7 3 1,-5-2-1,0 1 1,2 0 0</inkml:trace>
  <inkml:trace contextRef="#ctx0" brushRef="#br0" timeOffset="118496">10556 3702 15088,'-14'8'585,"0"-1"0,-11 5-405,23-10 179,13-1-179,1 0 0,7-1 180,3 0-360,-12 0 90,11 0 0,-12 0-90,2 0 180,-8 11-180,-7 5 0,4 2 0,-14 7 0,12-15 0,-9 12 0,8-14 0,-1 5 0,2-10 0,12 2 0,9-5 0,0-5-90,-3 5 0,0-1 90,-3-3 0,13 4 0,-17 0 0,5 7 90,-11 5-90,-8 1-45,-4 2 0,-4 0-1594,-8 2 1,-1 0 636,4-1 0,1-1 507,-3 2 1,0-2-2783,-6 1 0,7-6 3161,4-4 0,0-2 0,-2-1 0,-4-2 1</inkml:trace>
  <inkml:trace contextRef="#ctx0" brushRef="#br0" timeOffset="119445">11077 2161 12300,'-7'-7'1169,"2"1"-719,1 1-180,3 2-90,-2 0-180,3 1 0,-3 1 90,2 7-90,-2 3 0,7 6 90,-3 0-90,9 8 0,-9-5 45,4 5 0,1 1-45,-4 2-135,5 3 0,0 1-135,-3-5-450,2 1 1,1-1-1,-2-5-919,1 1 1,-1-2 148,0-5 1490,3 10 0,-5-17 0,1 2 0</inkml:trace>
  <inkml:trace contextRef="#ctx0" brushRef="#br0" timeOffset="119729">11074 2239 11580,'-7'-14'1034,"0"-1"1,-2-8-1035,-2-6 0,14 16 0,5 7 0,7 5 90,13 6-90,-2 9 0,1-1 0,-14 4 0,-3 0 0,-4-3-135,-1 4 0,-2 0-135,-2-3-809,-7 0 0,-2 1-91,1-3-469,-7 1 1,0-1 1557,3-2 1,-7 4 0,9-9 0</inkml:trace>
  <inkml:trace contextRef="#ctx0" brushRef="#br0" timeOffset="119998">11349 1996 13110,'-6'5'1349,"-2"12"-1214,5 0 0,3 3-135,-2-5 0,0 2-1379,0 13 0,1-2 1469,1 0-90,0 4 0,0-1 0,0-4-45,3-7 0,0 0-405,3 7-2534,1-9 2535,4 5-1785,3-1 794,0-9 1440,2-2 0,0-2 0,0-5 0,11 1 0</inkml:trace>
  <inkml:trace contextRef="#ctx0" brushRef="#br0" timeOffset="122111">11559 2080 13199,'0'-9'1709,"0"1"-1259,0 5 0,0-1-90,0 1 0,0 0-1,0 0-89,0 0-90,0 1-90,0 0 0,0 1-90,-4 0 90,3 5 180,-2 3-180,3 13 0,5-4-699,-3 6 609,3-7 0,0 0 90,0 9-270,0-7 1,1 2-1460,-1 1 1,0 0-1,0 1 1,1-2 818,1 4 1,-2-12 0,-3-10 0</inkml:trace>
  <inkml:trace contextRef="#ctx0" brushRef="#br0" timeOffset="123028">11827 2128 14279,'16'-3'-450,"-1"-4"0,-5 6 91,0-6-181,0 6-90,0-5-179,-1 5-181,0-4-2287,4 3 3241,-6-1 1,3 2 0,-6 0 0</inkml:trace>
  <inkml:trace contextRef="#ctx0" brushRef="#br0" timeOffset="123212">11840 2214 10771,'-6'7'629,"1"-2"-539,4-4-359,6-1-271,2 1 90,7-6 0,-1-1-179,1 0-1440,8-13 1529,-9 10 540,0-3 0,-2-2 0,-1 0 0,1-4 0</inkml:trace>
  <inkml:trace contextRef="#ctx0" brushRef="#br0" timeOffset="123465">11970 2017 10951,'-5'-15'2159,"4"5"-1800,-7 2-269,4 7 90,0 5 90,2 6-270,2 2 90,6 3-90,0-5 0,2-1 90,11 2 90,-12-4 180,21 8-270,-17-8-90,14 8 0,-16-9 0,7 7 0,-12-7-90,0 11-90,-10-8-2069,-1 14 900,-7-12 1349,-4 13 0,5-14 0,-2 5 0</inkml:trace>
  <inkml:trace contextRef="#ctx0" brushRef="#br0" timeOffset="125778">12302 1936 14189,'3'-11'2069,"0"0"-1620,-3 7-89,0-1 0,0 3 0,0-1-90,0 0 449,0-1-539,0 1 0,0-1-180,0 12 90,0-1-90,4 17-90,2-1-180,-1-1-450,-1-6 1,0 1-90,-1-2-830,0 6 1,1-1-1639,-1-4 3139,2 14 0,-3-21 0,0 2 0</inkml:trace>
  <inkml:trace contextRef="#ctx0" brushRef="#br0" timeOffset="126112">12384 1733 13649,'8'-7'720,"15"7"-720,-2 1 135,3 8 0,1 2-547,-2-2 472,-5 1 0,2 2 0,-2-1-60,6 5 30,-6-2 0,2 3 0,-3 0-30,-4 1 0,-1 0 82,4 3 0,-2 1-172,-6 6 0,-5-1-269,-1-4-586,-7 4 1,0 0-52,2-9-643,-4-1 1,0-1 1332,2-6 1,0 4 0,1-10 0</inkml:trace>
  <inkml:trace contextRef="#ctx0" brushRef="#br0" timeOffset="126279">12933 1862 13289,'-7'-10'-1079,"2"-3"-2159,20 7 1889,-6-1 1349,19 3 0,-14 3 0,6 1 0</inkml:trace>
  <inkml:trace contextRef="#ctx0" brushRef="#br0" timeOffset="126446">13052 1911 12480,'-21'9'1619,"6"-3"-989,-7 5-540,12-5-90,-7 2 0,13-6-450,0 1-360,9-3 361,5 1-1710,17-12 989,-6 8 1170,3-10 0,0-1 0,-1 5 0,-4-2 0,0 0 0</inkml:trace>
  <inkml:trace contextRef="#ctx0" brushRef="#br0" timeOffset="126811">13336 1742 14099,'1'-11'1709,"-5"5"-1619,0 13-90,-2 7 0,4 3 0,0 8-360,11-12 180,-7 2-539,24-2 539,-1-10 449,-4-5 1,-1-2 540,8-8-630,-8-5 450,-24-7-361,3 12-44,-8-1 0,0-1-135,6 3 0,-21-7-90,17 12-90,-9-1 0,7 6 0,2 1-90,-2 0-2068,-2 6 1078,4-5 1170,-4 15 0,8-9 0,-1 9 0</inkml:trace>
  <inkml:trace contextRef="#ctx0" brushRef="#br0" timeOffset="126995">13682 1777 16618,'-7'-6'2338,"-4"1"-3507,5-6-2108,-1 4 0,3-1 0,9 3 3013,-4-2 1,10 2 0,-3 0 0</inkml:trace>
  <inkml:trace contextRef="#ctx0" brushRef="#br0" timeOffset="127594">13999 1578 14459,'4'-12'1529,"0"-3"-1349,0 5 270,0-9-271,-4 8-89,1-6 270,-1 1-270,0 5 90,0-5 180,-6 1-360,-1 7 0,-8-5 0,4 11 90,-14 5-90,12-2-45,-5 9 0,-1 3 135,2 3-90,4-4 0,2 1 0,4 4 0,6-1 0,7-5 90,7 13-90,1-14-45,0 2 0,1-1 45,-1-1 0,3 1 0,1 1 0,-3-3 45,1 2 0,0 0-45,-4-2 0,6 5-90,-8-5 90,-3-2 90,-1 1-90,-2 0 0,-3-4 90,-4 4-90,1-6 0,-18 3 0,12-5 45,-8 1 0,-1-1-45,2 0 45,-2-2 0,1 0-45,2 1 44,0-7 1,1-1-134,4 3-181,-4-11-1259,10-4 719,1 7-829,8-6 1,4 0-1471,1 1 2725,7-1 1,1 0-1,2 1 1,-6 7-1,1 0 1</inkml:trace>
  <inkml:trace contextRef="#ctx0" brushRef="#br0" timeOffset="128547">11264 3019 12210,'-10'-13'1529,"3"3"-1079,0 0-540,5 7 90,-1 5 90,7 6-90,2 15 0,0-7 0,4 8 0,-5-2-1813,3-5 1903,-1 6-90,0 0-90,-2-7 90,2 5-1203,2 2 1024,-3-10-326,3 9 415,-5-16-180,-1 0 270,-2-11 90,-7-8-90,0-1 135,-3-3 0,0 1-45,-4-3-526,-1-7 1,1 0 615,1 3 210,0-3 0,0 0-300,5-3-180,0 3 219,12 2-129,4 17 0,4-1 0,5 3 0,-6 3-90,16-1 90,-13 2 0,7 1 0,-7 6 0,-7 0 3276,2 13-3340,-25 0-116,6 0-405,-8-6 1,-1-3 134,2 1-630,-1-1 1,1 0-90,3-2 1169,-5 4 0,14-9 0,0 1 0</inkml:trace>
  <inkml:trace contextRef="#ctx0" brushRef="#br0" timeOffset="128794">11569 2731 12480,'3'-12'270,"0"2"0,-2 3-91,-7 4-89,1 9 0,-2 2 0,2 7 0,2 4 0,2 2-90,-3 8 0,0 2-262,4-1 262,-1-8 0,-1 4 0,2-4 90,0 9-120,3-9 0,3 2 0,0-4-3247,2 7 3027,2-8 0,2 1-1189,0-5 0,0-2-362,6 3 1801,-1-3 0,2-2 0,0-5 0,8-1 0</inkml:trace>
  <inkml:trace contextRef="#ctx0" brushRef="#br0" timeOffset="129762">11826 2875 11940,'-8'0'1529,"-2"-4"-809,6-5-540,0-5-180,2 3 90,8-1-90,1 7 0,9-4 90,-5 5 0,11 1-90,-12 2 180,15 6-180,-16 1 359,6 11-179,-12-6 360,-1 14-450,-7-13 180,-1 17-90,-4-16 89,0 14-269,1-17 90,-2 11-90,7-14 90,-1 5 0,5-9 90,6 0-180,8-2 0,-1 0 0,4-3 0,1-1 180,9-7-180,3 3 45,-14-1 0,-2 2-45,-5 2 0,7-5 0,-13 6-90,-1 0 0,-1 2-1529,0-1-630,-1-1 1350,1 1-2378,0-5 1067,1 2 2210,0-4 0,1 3 0,0 0 0</inkml:trace>
  <inkml:trace contextRef="#ctx0" brushRef="#br0" timeOffset="130429">12269 2731 12840,'-6'-3'1709,"-3"-1"-1529,8 1-180,-6-1 0,6 2 0,-2-1 0,3 1 0,5-1 0,3 0-270,21-7 0,-10 4-270,2 0 1,0-1 89,-4 2-180,1 0 0,-1 1 1,-4 2-1440,13-1 1529,-18 3-179,4 12 1258,-10-3-89,-5 10-90,1-8 450,-15 5-451,9-7 361,-16 9-450,13-10 179,-9 5-359,13-8 90,-6 3-180,10-6 0,0 0-270,15-12 181,7-10 89,1 1 44,-6 0 1,-2 0 135,-4 4 135,-1-3 0,-1 0-45,-2 4 449,-1-12-539,-2 18 360,-7-6-450,4 11-180,-7-1 90,6 3 90,-1 10-90,2 3 0,7 2 0,1 4 0,5-10 90,6 14-90,-6-12 0,7 9 0,-10-12 0,5 7 0,-8-5 0,1 6 0,-11-6-1079,-3 8 179,-7-10-2377,-5 12 797,7-12 2480,-1 4 0,10-7 0,2-1 0</inkml:trace>
  <inkml:trace contextRef="#ctx0" brushRef="#br0" timeOffset="130846">12758 2625 14729,'-11'-1'0,"3"4"0,18 23-180,-7-9-585,6 2 1,-1 1 44,-6-5-919,4 3 1,2 0-122,-4-3 1570,5 6 0,-3-11 0,-1-1 1</inkml:trace>
  <inkml:trace contextRef="#ctx0" brushRef="#br0" timeOffset="131165">12772 2449 13289,'-6'-9'900,"2"2"-900,3 4 90,21 9-90,-9 2 45,6 0 0,1 2-2377,-2 5 2332,6 2 45,-6-3 0,-1 1-45,5 6 30,-6-5 0,1 4 0,-2-3-30,5 9-30,-7-6 0,1 3 0,-2-3 30,0 9-240,-4-9 0,0 3 0,-2-3-210,-1 5-562,0 0 1,-3-1-68,-5-6-450,3 7 1529,-7-10 0,8-7 0,-3 2 0</inkml:trace>
  <inkml:trace contextRef="#ctx0" brushRef="#br0" timeOffset="131361">13357 2583 13199,'0'-10'270,"0"0"-540,5 4-989,12-1 540,0 2-920,7 3 1,1 1-1639,-3 0 2712,-2 1 0,-1 0 0,-7 0 0,1 0 0</inkml:trace>
  <inkml:trace contextRef="#ctx0" brushRef="#br0" timeOffset="131512">13491 2623 11760,'-20'10'1304,"1"1"1,-8 2-1170,12-5 0,2-2-135,4-2-360,-3 2-540,18-5 181,4-6-920,5 2 1,2-1 1579,4-6 0,0-1 1,-2 5-1,0 0 0,0-4 1,0 0-1</inkml:trace>
  <inkml:trace contextRef="#ctx0" brushRef="#br0" timeOffset="131894">13731 2490 13739,'0'-8'1709,"0"0"-1799,-4 6 90,1-1 90,-2 8-90,-4 6 0,6-1 0,-8 12 0,7-12-270,0 13 90,3-13-539,6 11 449,-4-13-629,16 5 629,-14-9-180,27 1 540,-21-12 135,6 2 0,0-2 44,-6-7 361,6-14-450,-12 14 135,-1-4 0,-1 0-135,-1 2 89,-5-3 1,-1 0-90,4 5-135,-8 1 0,0 1-135,7 4 90,-15 0-90,14 6-1079,-11 13 179,10-8-2287,-1 23 348,5-18 2929,1 10 0,0-10 0,0-2 0</inkml:trace>
  <inkml:trace contextRef="#ctx0" brushRef="#br0" timeOffset="132095">14049 2512 14819,'-5'-11'3238,"4"0"-2879,-8 2-448,5 0 89,-1 3-1170,2 0 361,3 3-181,0-1-2287,5-1 618,-3 0 2659,18-7 0,-12 5 0,12-5 0</inkml:trace>
  <inkml:trace contextRef="#ctx0" brushRef="#br0" timeOffset="132512">14231 2303 14189,'0'-9'2518,"0"-2"-2428,0 6 180,0-6-90,6 8 90,6-3-180,0 5 180,13-1-270,-14 8 90,15 4-90,-18-2 90,4 13-90,-11-16 90,-6 16-90,-2-12 0,-6 10 0,-1-10-90,-1 8 90,6-10-90,-1 5 0,9-8 90,-1 2 0,2-5-90,10 2 90,-8-2 0,22 3 0,-17-2-90,17 5 180,-15-4-90,5 7 0,-10-6 180,0 7-90,-3-6 90,-1 3-1,-6 4-179,4-4-90,-11 3 1,-5-1-451,3 1-553,-4-3 1,-4 1 0,1-2-547,6-1 1,0 0 1228,-6 0 0,-3 1 1,2-1-1,4-1 1,1-1-1,-7 2 0,0-1 1</inkml:trace>
  <inkml:trace contextRef="#ctx0" brushRef="#br0" timeOffset="133361">11730 3726 13110,'-11'-10'1349,"2"2"-810,4 3-539,3 2 0,-1 0 0,2 9 90,10 11-45,-4-1 0,1 2-45,6 10 45,-4-4 0,0-2-45,-5-5 0,3 2 0,1 0-90,-3-5 90,2 7 90,-2-8-90,-2-6 180,2 4-180,-3-16 0,-5-7 0,2-7 0,-3-2 45,0 5 0,1 1 45,2-6 0,-5-4 0,0-1-90,5 4 0,2 2 0,-3 1 0,0 0 0,6-3 0,1 4 0,-2 7 0,19-7-90,-14 13 90,22-2 0,-17 6 0,9-1-90,0 7 90,-8-4 90,7 15-180,-15-10 90,-7 18-90,-9-12-225,-2 1 0,-2 1-899,-7-1 0,0-1-425,2-1 1,1-1 1286,1 0 0,3-2 0,2-5 0,12-3 0</inkml:trace>
  <inkml:trace contextRef="#ctx0" brushRef="#br0" timeOffset="133628">12120 3405 14189,'-10'22'719,"6"0"-494,-3-6 0,0 1-225,5 5 45,-5 6 0,0 0-45,5-2 30,1-5 0,-2 5 0,2-5-30,1 7-60,1-8 0,0 3 0,2-3-300,3 1-809,2 0 0,2-1-180,2-6-290,2-2 1,0-1 1287,-1-4 1,10-1 0,-10-5 0</inkml:trace>
  <inkml:trace contextRef="#ctx0" brushRef="#br0" timeOffset="134644">12303 3577 13919,'5'-15'989,"0"3"-809,5 4 90,3 3-180,-3 1 90,7 2-180,-10 0 0,10 7 0,-12-4 90,4 9 0,-8 6-90,-5-4 0,-3 13 0,-6-8 0,6-1 0,0-2 0,7-9 90,0 1-90,5-3 0,1 0 0,13-1 0,-7-1-90,15 2 90,-17-1 0,10 5 0,-13-3 90,5 6-90,-9-6 0,0 8 0,-2-6 0,-7 8 0,-2-8 0,0 3 0,-11 0-450,0 2 0,0-2-2788,-3-1-39,17-6 2994,-2-7 1,13-4-1,1-6 1</inkml:trace>
  <inkml:trace contextRef="#ctx0" brushRef="#br0" timeOffset="134911">12728 3541 13289,'-11'0'2159,"4"-6"-2249,2 1 90,5-4 0,7 2-90,8-2-449,14 0 269,-4 1-585,-3 2 1,-1 1 314,-5 2-585,1 1 1,-1 0 135,-8 2-2069,4 9 3058,-10-1 0,-6 3 0,-3-6 0</inkml:trace>
  <inkml:trace contextRef="#ctx0" brushRef="#br0" timeOffset="135312">12801 3571 10321,'-26'18'2069,"6"-6"-1979,2-2 0,9-6-90,16-8 0,2 3-180,12-10 90,5-1-225,-7 1 0,-1-2 225,-5 3 0,0-1-135,10-11 1,-2 0 224,-6 3 269,-1-6 1,-2 1 90,-8 6 45,-1-1 0,-1 2-135,-2 4 359,-6-9-539,5 16 90,-9-3-90,6 8-90,-3-1 90,3 8 0,1 0-90,3 8 270,5 6-270,1-4 45,2-2 0,1 1-45,3-2 45,0 2 0,0 1-45,-1-3 90,0 1 0,0 0-90,-3-2 269,5 14-179,-10-15-90,-7 13 0,2-14 0,-14 7-629,-4-1-1,0-5-1009,-1 2 1,-1-1-1639,2-1 3020,3-4 0,1 1 0,0-2 1,0 0-1</inkml:trace>
  <inkml:trace contextRef="#ctx0" brushRef="#br0" timeOffset="136960">13136 3366 9602,'8'-6'1169,"0"0"-809,-7 3-1,3-1-89,-2-1 180,1 0 0,0 1 89,-1-1-89,1 1 0,-1 0 0,-1 0-91,0 1 1,-1 1 360,0-1-540,0 2 90,0-1-180,-4 2 89,0 12-89,-4-4-45,3 8 0,1 3-45,-2 11 45,3-8 0,1 0-45,5 8 0,4-2 0,-1-19 0,12 7 0,-12-10-180,19 0 90,-15-5 45,6-6 1,-1-2 44,-2-1-45,1-6 0,-1-2 45,-5 2-45,-3-5 0,-1-1 45,-3 0 0,-7-2 0,-3-1 0,0 2-45,-9-1 0,-3 1-45,-3 6 90,10 5 0,-1 2-1170,-11 10 541,17 5-1710,-6 11 1350,11-4 989,0 10 0,10-10 0,1 6 0</inkml:trace>
  <inkml:trace contextRef="#ctx0" brushRef="#br0" timeOffset="137247">13248 3169 11850,'-3'-18'2069,"2"2"-2069,-2 1 180,16 5-90,-5 8-45,10 2 0,2 3 0,-2 7 0,-1 2-45,1-5 0,0 1 45,2 12 0,-3 1-45,-5-3 0,-1 6 0,-1 2-2976,-3-2 2976,-2-4 0,-1 1 45,-2 0 0,-2 1-1518,-2 4 0,-1 0 1248,1-3 0,-1 1-1259,-2 4 0,-1-4-225,1-9 1709,-3 9 0,8-18 0,-3 0 0</inkml:trace>
  <inkml:trace contextRef="#ctx0" brushRef="#br0" timeOffset="137427">13726 3230 13289,'-6'-12'720,"0"2"-450,1-2-360,4 6-1259,-5-3-630,11 8-810,9-1 1620,-1 9 1169,6-6 0,-8 10 0,0-4 0</inkml:trace>
  <inkml:trace contextRef="#ctx0" brushRef="#br0" timeOffset="137579">13748 3352 12390,'-13'11'2159,"6"-4"-1530,-1-3-449,6-3-540,-2-1-2917,7-10 0,17-5 1916,-4-2 1147,-2 8 0,-1 1 0,2-1 0,1-1 0</inkml:trace>
  <inkml:trace contextRef="#ctx0" brushRef="#br0" timeOffset="137912">14024 3203 13379,'-6'-10'1799,"5"2"-1709,-10 2-90,6 4-90,-1-1 90,0 2-180,5 10-539,-1 0 359,7 2-629,1 1 809,6-10 90,-3 3 0,7-4 180,-7-1 449,10 1-269,-11-1 1080,3-10 89,-21-8-1079,8 1-91,-11 4 1,-2 2-270,7 4 0,-7-1 0,-2 1-1259,2 3 449,-2-1-1708,9 5-759,8 6 3219,5 0 0,-3 5 0,5-2 1</inkml:trace>
  <inkml:trace contextRef="#ctx0" brushRef="#br0" timeOffset="138077">14193 3203 14279,'-12'-8'1799,"4"-4"-1889,-2 6-720,8-5-1169,-5 4-1079,7 0-90,8-1 3148,-6 2 0,15-2 0,-6 3 0</inkml:trace>
  <inkml:trace contextRef="#ctx0" brushRef="#br0" timeOffset="138482">14476 3007 12480,'1'-13'1529,"0"1"630,-1-13-1709,0 10 809,-6-16-989,-1 21-90,0-4 179,-10 6-359,11 4 0,-17 0 0,14 3 0,-10 7-90,13-5 90,-3 22-90,14-2 90,-4 7-180,10-5 1,3 1 134,-3-2 0,1 0 45,1-1 0,1 1 0,1 5 0,-2-3 0,-6-7 45,-1-1 0,-1 0-45,-3-5 359,-7 7-269,-3-14 540,-20 2-450,13-11 0,0-2-225,-1-1 0,0-1-135,-6-11-405,17 4 1,3 1-136,8 0-919,0-4 1,2 1-122,9-1 121,-4 2 1,1-1 1018,7-5 0,0 1 0,-1 2 0</inkml:trace>
  <inkml:trace contextRef="#ctx0" brushRef="#br0" timeOffset="139227">9653 2779 12480,'-15'8'0,"2"-2"0,2-4 0,5-2-270,0 0-1369,22-3 1,8-3 58,-2-3 1243,0 3 0,5 0 0,-4 0 1,-6 0-1,-1 0 0,7 0 1,-1 0-1</inkml:trace>
  <inkml:trace contextRef="#ctx0" brushRef="#br0" timeOffset="139578">9911 3754 11670,'18'-1'-3277,"1"0"3266,8-3 1,-4 2 0,-7 0 0,0 0 0</inkml:trace>
  <inkml:trace contextRef="#ctx0" brushRef="#br0" timeOffset="139827">10093 4533 14639,'16'-20'-1799,"-3"5"160,4-1 1,2 1 982,1-2 1,-3 3-1,1 1 1,1-3 0</inkml:trace>
  <inkml:trace contextRef="#ctx0" brushRef="#br0" timeOffset="146094">14143 1544 19496,'12'-23'0,"0"2"-90,-2 4 0,2-2 0,0 0-1511,0 1 1,1-1 1024,2 0 0,3-3 1,3-1-1,-2 0 0,-1 3-466,0 1 1,-1 2-1,3-4 1042,-4 5 0,3-3 0,2-3 0,2 0 0,0-1 0,-1 0 0,0 1 0,-1 2 0,-3 2 0,5-5 0,-3 3 0,-1 0 0,3-3 0,0 1 0,0 0 0,0-1 0,0 1 0,0-1 0,0 1 0,0 0 0</inkml:trace>
  <inkml:trace contextRef="#ctx0" brushRef="#br0" timeOffset="147844">14582 2274 15268,'-7'-1'3276,"2"-1"-2864,9-2-502,4-4-1549,14-10 1,4-3 476,-9 8 1,3-2 614,-2 3 1,4-2 0,2-1 0,1 0 0,-1 0 0,-1 2-274,2-2 1,-3 3 0,2-1 0,4-1 740,-5 2 0,3 0 0,2-2 0,1 0 0,1 0 0,-1 0 0,1 1 0,-2-1 1,-2 2-1,1 0 0,-3 1 0,0 0 0,0 1 0,0-1 0,0 0 0,3 0 1,0-1-1,0 1 0,0-1 0,0 0 0,0 1 0,1-1 0,-1 1 0,0-1 1,0 1-1</inkml:trace>
  <inkml:trace contextRef="#ctx0" brushRef="#br0" timeOffset="149660">14666 3025 17067,'-4'16'1439,"6"-4"-1079,-1-1 90,13-3-1186,-7 2 1185,10 1-179,-1 1-955,4 0 865,3 0-1157,6 1 1022,-14-7 0,2-1-799,1 1 0,2 0 709,1 0 0,0-1-180,3 0 0,2 0-910,1-1 0,1 1 715,-4-2 0,1 0 0,3 0-236,-1 0 1,2-1-1,2 0 1,1 0 0,0 1 490,-3-1 1,1 0-1,0 1 1,0-1 0,0 0-1,0 0 1,0 0 0,1 0-1,0 0 1,-1 0-1,0 0 1,0 0 0,-4-1-1,1 1 1,0 0 0,-1-1-1,1 1 1,-1 0 0</inkml:trace>
  <inkml:trace contextRef="#ctx0" brushRef="#br0" timeOffset="155682">8545 6017 8072,'-6'-11'-480,"2"1"1,4 6-1</inkml:trace>
  <inkml:trace contextRef="#ctx0" brushRef="#br0" timeOffset="157694">9647 5097 14998,'6'6'630,"0"-1"-630,-4-11 0,0 5 90,2-14-90,-2 9 0,1-7 90,-2-4 0,-1 5 180,-6-16-180,4 16 90,-6-2 0,0 1-91,5 2 271,-20-8-360,16 12 90,-21-2 0,8 15-90,-3-6-1639,3 15 1,2 3 1613,1-3 55,5 1 0,-3 4 0,4-3-2,-2 6-28,0 3 0,2 0 0,5-2 0,0 3 0,2-1 90,3-3-90,0 2 0,1 0 90,6-6-180,-5 11 180,10-8-90,-10-9 90,8 8 0,-6-14 0,2 1 989,-1-6 2197,-4-4-3190,1-2 6,-1-2-92,-3 2 0,2-2 0,-6 4 90,4-7-180,0 5 90,-4-8 0,3 6 0,-11-16 0,6 8 0,0 0 0,-7-12-323,5 9 1,0 1 322,3 2-90,-3-2 180,-2-1-90,6 7-90,-6-11 90,8 12-90,-2-2 90,5 15-2657,5 22 2657,-1-6-477,4 4 0,1 0 477,-2-5 0,4 3 0,0 0 90,0-4-354,1 1 0,0-1 354,-1-5-138,0 0 0,0 0 138,-1-4 90,12 6-180,-12-11 90,13 2 0,-12-12-90,19-7 0,-14-2 45,3-1 0,1-1-45,-3-1 0,1-3 0,-1 1 0,-4 2 0,-2 1 0,-1 0 0,-3 5 2477,1-11-2477,-4 16 0,-1-2 1344,0 6-4621,0 1 2457,-1 6 1,0 3 0,0 4 0</inkml:trace>
  <inkml:trace contextRef="#ctx0" brushRef="#br0" timeOffset="157895">10178 5343 7353,'-18'-6'0,"1"2"0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51:07.8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5487 1115 8432,'-9'10'270,"-1"-5"-180,8-1 0,-2-4 0,1 0 0,-1 2 0,-1-2 90,-1 4-90,0-4 90,0 2-1,-1-1 1,1 1 180,-4 0 450,-6 0-630,5 0 539,-7 1-539,11-3 540,-6 2-540,6-1 539,-5 0-449,6 0 719,-7 0-89,2 0-720,1 0 359,0 0 91,6 0-450,0 0 0,1-1 719,2 0-719,14 0-90,-7 0 0,19 0-90,-15 0 90,20 0-90,-15 0 45,6 0 0,0 0-45,0 0 45,6 0 0,0 0-2962,-1 0 2917,-6 0 0,2 0 45,-3 0 0,-1 0-2471,11 0 2426,-11 0 0,2 0 45,8 0 0,0 0-210,-11 0 0,2 0 165,9 1 0,4 0 0,-3 0 45,-8 0 0,0-1-45,2 1 0,4 0 0,0 0 0,-3 0-250,-1-1 0,2 1 272,1-1 1,5 0-1,0 1 1,-4-1 381,0 0 1,0 1-405,-4-1 0,4 0 0,1 0 0,0 0 0,-5 0 0,7 0 0,-1 1 0,0-1 0,3 0 0,-1 0 30,1 0 0,0 0 0,-2 0-240,0 0 0,1 0 210,-5-1 0,4 0 0,1 0 0,-1 1 0,-3-1 0,-5 1 0,-2-1 0,3 1 18,4-1 0,5-1 0,2 0 0,-2 0 0,-4 1-48,-4 1 0,-3 0 0,3-1 45,-1 1 0,5-1 0,0-1 0,2 1 0,-3 0 0,-3 0-125,0 0 1,-2 0-1,3 1 110,0-1 0,3 0 0,2 0 0,0 0 0,-1 0 0,-4 0-94,0-1 1,-2 1-1,3 0 94,-1 1 0,4-1 0,2 0 0,-1 0 0,-1 0 0,-4 1 0,1-1 0,-4 1 0,4-1 0,-3 1 0,4-1 0,3 1 0,0-1 0,-1 1 0,-1-1 0,-5 1 30,4 0 0,-4-1 0,4 1-30,0 0 0,4 0 0,2 0 0,1-1 0,-4 1 0,-4 0 0,-2 0 0,-4 0 0,3 0 18,3 0 0,5 0 0,1 0 0,-2 0 0,-4 0-18,5 2 0,-1 0 18,-5-1 0,3-1 0,1 0 0,-1 0 0,-4 0 27,4 2 0,0 0-23,0-1 1,4 0 0,0 0-1,-5-1-22,-3 0 0,0 1 90,6 0 0,3 1 0,-4-1 972,-8-1 1,-1 0-838,9 1 0,-1 0 853,-3-1-718,1 0-270,-18 0 1691,5 0-1691,-9 0 2130,4 0-2130,-6 0-3367,1 0 2457,-22-6 1,8 5 0,-18-5 0</inkml:trace>
  <inkml:trace contextRef="#ctx0" brushRef="#br0" timeOffset="22981">12264 3797 10501,'0'-13'1169,"0"1"-809,-5 4 0,4 2 0,-4 0-180,5 1-90,-4 1 89,3 2-89,-5 1 0,3 8-90,-1-5 90,1 15 0,-2 4 0,1 0-90,1 0 0,0-1 0,1-2 0,0 4 0,2 1 90,12 4-90,-9 4 0,11-17 0,3-4 0,9-2 0,-4-14 0,1-4 0,-7 5 0,-2-2-45,2-17 0,-4-3 45,-5 5 0,-1-5 0,-4 0 0,-8 0 0,1 6 0,-1-2 0,-3 2-45,-6 4 0,-1 2 45,3-6 0,-1 5-315,-4 13 1,1 6-316,5 7-1009,-2 9 1,2 2 148,3 3 1187,1 0 0,3 1 0,2 1 0,2-10 0,0 1 0</inkml:trace>
  <inkml:trace contextRef="#ctx0" brushRef="#br0" timeOffset="23598">12368 4497 11940,'0'-13'1170,"-5"5"-901,-1 1-179,-6 13-90,3 1 0,-2 15 0,6-7 0,-4 15 0,8-17 0,-1 6 0,0-1 0,1-3 0,4 2 0,0-1 0,3-7 0,11 9 0,-7-13 0,4 1-90,0-6 90,-3 0 0,14-18 90,-13 7-90,1-12 0,-2-5-45,-8 8 0,0 0-1122,2-3 0,-2 1 1167,-5 3 0,-3 3 90,-3-7-1741,-1 7 1651,-6-1-402,0 9 402,-1 4-270,2 9 0,-1 3-270,3 3-809,-3 10 0,0 2-90,4 0 1439,0 1 0,2 1 0,3 2 0,2-10 0,0 1 0</inkml:trace>
  <inkml:trace contextRef="#ctx0" brushRef="#br0" timeOffset="25415">12293 3720 12840,'-13'-4'1349,"-3"-2"-1169,9-2 0,-2 2 179,2-1-179,2 5 90,-5-3-180,2 4 0,0 1 180,-4 12-180,8-2 90,-5 19-90,8-13 0,0-1-90,-1 11 45,4-6 0,1-1-45,-2-4 0,7 1 0,1 0 90,-3-5-45,4 2 0,2 0-45,-3-3 90,12 10-90,-11-13 89,17 2-89,-10-14 90,4 5-90,-9-12 0,-2-3 0,-2 5 0,0-8 0,-2-2-90,-3 3 90,-1-4 0,0-1 0,-2 1 45,-5-5 0,-1 0 135,3 4 45,-8-3 0,-1 2-135,4 7-45,-1 1 0,-2 3-135,3 7 90,-7-1 0,8 12 90,-12 10-90,10-1 45,-3 4 0,0 0-45,2 0 0,0 4 0,0 0 0,3-1 45,1 6 0,2 0-45,1-4 0,1 3 0,2-1 0,5-6 45,-3 0 0,2-1-45,9-5 0,3 13 0,-4-19 90,13 2-90,-14-8 0,16-7-90,-14-5 90,1-3 0,0-2 90,-3-4-90,0-3 0,0 0-2172,-4 0 2172,-2 5 0,-1-1-1382,-3-2 1,0 2 1381,0-7 0,-6-1 0,0 0 0,2 5 0,-9 3 0,1 0 0,8 7 0,-22-3 0,18 11 0,-18 8 0,15-3 0,-7 13 0,0 2 0,6 0-45,0 1 0,0-1 45,4 1 45,0 2 0,2 0-45,2-2 726,0 2 1,2 3-682,5-1 0,2 0-45,2 2 0,1-1 0,-2-2 0,2-2-683,4-4 0,0-4 683,-3-5-190,13 2 190,-12-7 0,14-15 0,-15 5-45,2-9 0,-2-1 45,-2 0 0,-1-6 0,-2 0-90,-2 1 90,-4-4 0,0-1 0,0 3-877,-10-3 1,-1 0 876,3 8-45,-5 1 0,-1 4 45,5 10 752,-11 7-842,11 5-720,-1 8 1,0 1-270,2 3-560,-1 6 1,1 1-1639,3-1 3056,2-5 1,1 0 0,1 3-1,0 0 1</inkml:trace>
  <inkml:trace contextRef="#ctx0" brushRef="#br0" timeOffset="36746">12441 5281 11041,'0'-16'719,"0"0"-359,-5 6 180,4-1-90,-4 0-91,5 1 1,0 2 0,0 0-90,-4 3 90,4 0-91,-4 2 1,4 0 0,0 1 90,-2 1-270,1 1 0,-2-1-90,1 1 90,1 0 0,-1 0 90,0 6-90,-1-5 89,-1 14-179,1-8 180,-5 20-180,5-13 0,-1 4 0,2-1 0,0-1 0,1 0 0,0 1 90,1-3-90,11 15 0,-8-19 0,8 1 0,2-1 0,-6-5 0,20 1 0,-16-5 0,6-6 0,2-4 0,-7-1 0,-1-1 0,4-2 0,-2-1 0,-2-10 0,-4 1-2663,-3-1 2663,-2 4 0,-1 0 45,-10 0 0,-1 1-110,-2-4 65,-7 0 0,-2 3 0,2 6 0,-2 5 0,0 2 0,2 4-135,-1 9 0,0 3-224,4 1-1280,-1 11 1,3 3-1,9-7 1,3 1-1,0 2 1,2 0 1348,3-4 1,2-1 0,11 0 0,-3 1-1</inkml:trace>
  <inkml:trace contextRef="#ctx0" brushRef="#br0" timeOffset="43647">12290 3694 8972,'8'-11'630,"-2"5"-361,-5-3 1,0 6 0,0-5 0,0 3 0,-1-1 0,0 0-1,0 0-89,0 1 90,0-1-90,0 1 90,0 0-90,0 1 0,-5 1 0,3-1 0,-3 2-1,1 0-89,3 0 180,-7 1 270,-4 1-450,3 6 360,-14 0-360,14 9 179,-12 6-179,11-4 45,1 5 0,0 1-45,3 0 0,1 6 0,1 1-337,3-5 292,3 6 0,1 0 44,-1-4-89,3-8 0,2 4 0,-1-4 0,2 7 30,1-9 0,3 3 0,0-3 15,4-2 0,1-3 0,6 5 0,1-5-45,0-13 0,-1-5 0,-6 2 0,-3-3 0,2-16 0,-5-3-243,-3 2 213,-4 4 0,-1-5 0,0 4 30,-2 5 0,0-1 0,-4-10 0,-1-4 0,-2 2 135,-2 2 0,-1 1-75,2 5 0,0 0 0,-1 1 74,-10-8 1,1 6-45,3 7-45,-4 2 0,1 2-45,4 8-90,-16-1 90,16 11 121,-2 0 0,-1 4-76,5 6 0,2 1-45,-1-4 0,0 1 0,1 8 0,3 3 45,5-4 0,0 0-159,-1-3 1,1 1 157,7 11 1,0-2-45,-3-6 0,9 3 0,2-1 0,-7-3 0,7-1 0,1 0 0,-2-5 45,3 0 0,1-2-45,5-4 0,3 3 244,-8-11-244,-1-8 0,-6-3 0,1-4 0,-1-1 0,-2-6 0,0-4 0,-2-1 0,-2 0-815,-2 5 0,0-3 0,-1 3 815,0-9-145,-4 6 1,-1-4 0,-2 2 144,-2 3 0,-1 1 0,0-5 0,-2 1-45,-4 2 0,0 4 45,4 6 0,-1 1 0,-1 1 0,4 6-104,-11 0 104,12 4 0,-10 7 0,10-5 0,-9 19 0,9-12 0,-1 7 0,2 2 0,0-1 2280,-2 10-2280,6-9 0,1-1 0,-1 6 45,2 4 0,-1 0-45,2-2 45,3 2 0,0 1-45,-2-4 0,6 5 0,1-2 0,-6-3 0,8 2 0,0-1 876,-4-5-876,7 2 0,0-1 0,-3-7 74,2 1 1,2-1 15,7-5-90,-3 0 0,9-11 0,-17 2 0,13-20 0,-13 12 0,1-10 0,-1-4 0,-4-1 0,0 0 0,0 3 0,0-2-30,-3 0 0,-1-2 0,0 2-792,-2 5 0,1 2 867,-1-5 0,0 0-642,-5-10 597,0 20-129,-5-9 129,5 14 90,-5-6-90,7 8 0,-9-5 0,9 7 1505,-6-3-1505,6 4 700,-2-1-700,3 1 165,-3 0-165,4 1 0,-2 0 0,2-5 0,-5 4-90,5-5 90,-5 4-90,6-1 90,-5-1 0,4 0-90,-7-1 180,8 2-90,-3 2-90,3 0-90,0-1 180,-1-1 0,1 0 0,-1-2 0,1 2 0,0 0 0,0 1 0,0 1-270,0 0 270,-5 0 0,2 0-90,-3-2 0,4-2-719,-2 2 809,3-4 0,-8 6 0,7 11 0,-3 5 0</inkml:trace>
  <inkml:trace contextRef="#ctx0" brushRef="#br0" timeOffset="51080">12292 3735 10051,'3'-15'720,"-1"1"-360,-2 5 269,0-4-539,0 5 360,0-4-270,0 8 180,0-1-270,-3 3 179,2 0-179,-4 2-90,3-1 180,-6 18-90,2-9 45,0 7 0,0 1-135,1-3 90,-1 3 0,2 1 0,0-2 0,1 3 0,1 1-90,0-3 45,1 4 0,1 2 45,5 7-90,-5-13 0,1 0 45,6 2 0,1-1-45,-2-3 0,9 8 0,-2-4 0,-4-7 0,13 9 0,-12-13 90,14 6-90,-14-9 0,16 2 90,-8-11 0,4-2-90,-8-9 0,-5 3 0,-2-18 0,-3 13 0,1-6 0,-1-1 0,-2 3 44,0-6 1,-1 1-45,-8 2 90,2-3 0,-3 0 0,-6 4 0,0 0 0,-1 1 0,0 6-90,-4 2 0,-1 2 0,4 6 0,-3 1 0,1 3 0,5 2-270,-12 15 0,15-11-360,0 11 1,3 1 90,1-7-1440,0 20 1079,6-17 900,22 9 0,-12-14 0,19 4 0</inkml:trace>
  <inkml:trace contextRef="#ctx0" brushRef="#br0" timeOffset="52230">12305 3614 9961,'0'8'810,"0"-2"-91,0-2-539,0-2 360,5 3-450,-4-3 450,6 2-270,-6-3 1439,1 0-1530,-2-5 91,0 0-180,-8-24 0,6 14 45,-4-7 0,-1 0-45,5 5 0,-1-6 0,-1-2-45,3 6 0,0 1 0,0-3 0,0 0-45,0-3 0,1 2 0,7 2 0,-6-11 0,9 15 0,0 2 0,-1-5 0,7-1 0,2 2 0,-1 3-165,-3 3 0,1 0 165,10-2 0,-5 4 0,7 1 0,2 1 0,-6 4 0,1 1 0,2-2 0,1 2 30,-5 4 0,1 3 0,-3 0-30,4 2 0,5 6 0,-3 2 0,-7-2 45,0 4 0,0 2-45,-4 2 0,-1 1 0,-2-4 0,1 0 0,-1 3 0,0 1 0,-2-4 210,0 2-210,-1 0 0,0-1 0,-3-6 0,5 14 0,-6-17 90,2 12-90,-6-18 180,1 3-180,-7-6 0,-2 1 0,-7-7 0,-9 0 0,6-1-45,-1-1 0,1-1 45,1 3 299,-9-9-299,5 4 0,8 3 0,-8-5 0,14 8 0,-2-1 0,13 4 0,-6 6 0,20 1 0,-11 6 0,12-4 0,4 7 0,-8-7 0,4 1 0,0 0 0,-2-1 45,2 0 0,0 1-45,-2-2 0,-1 1 0,0-2 0,-4 0 180,11 3-90,-16-7 90,3 1 450,-5-2-540,-3-1 0,3-6-90,-4 4 0,2-22 0,-1 12 0,-1-10 0,1-2 0,-1 1-45,1-6 0,-1-2-256,1 3 301,0-3 0,-1 1-1802,1 6 1757,-2 6 0,1 1-1843,0-3 1169,0 8-2558,-1-5 2457,-1 21 1,1-7 0,-1 11 0</inkml:trace>
  <inkml:trace contextRef="#ctx0" brushRef="#br0" timeOffset="65796">11553 6327 8522,'0'-9'630,"0"1"-180,0 4-181,0 0 721,0-5-630,0 3 719,0-5-719,0 6 719,-5-6-269,-5 6-720,1-1 269,-7 4-179,10 2 360,-10 7-450,8 2 135,-2 3 0,0 1-135,1 6 269,0 6 1,1 5-180,5-5 0,1 1-391,-3 3 1,3 1 269,4 0 1,3 1 0,0-3-60,1-9 0,0-1 30,3 9 0,2 3 0,0-5-30,-3-12 0,2 0 45,8 12 0,0-1-45,0-7 45,3 0 0,1-3-45,-1-5 45,5-2 0,1-2-45,-1-3 0,-5-6 0,4-2 0,0-3 0,-5-3 0,0-2 0,-1 0-280,1 2 1,0 0 0,0-3 279,-4-2 0,1-4 0,-2 1 0,-3 2 0,-2 1 0,-3-1-30,2-10 0,-1-4 0,-3 4 30,-5 7 0,-3 0-23,-1-2 1,0-2 0,-2-1 0,0 4 22,-3 0 0,-3 0 0,1 1 0,-2-4 0,-1 0 0,1 5 0,0 1 0,-2 1 0,-4-4 0,-4-2 0,2 5 0,7 8 0,-1 2 0,-6-4 0,-2 2-45,0 12 0,2 2 45,-9 4-300,9 3 0,-4 3 0,4 0-60,6-1 1,1 1-734,-5 8 1,-3 5 0,4-2 211,7-7 1,1 1 880,-1 8 0,1 4 0,2-3 0,5-9 0,1 0 0,0 10 0,0 0 0</inkml:trace>
  <inkml:trace contextRef="#ctx0" brushRef="#br0" timeOffset="66546">10019 6197 12120,'-15'-6'1092,"0"0"0,-2-1 0,1 1-841,-1 0 0,1 0 19,-10-3 0,9 5 359,9 3 181,37 11-540,-5 1-1090,-3-5 1,7 1 0,1 0 0,-4-1 556,1 1 1,2 0 298,-3-2 0,5 0 0,1 0 0,-1 0 0,-3-1-210,-3-1 0,-2 0 1,3 0 173,0 0 0,4 0 0,2 1 0,0 0 0,-1-1 0,-4-1 30,1 1 0,-3-1 0,5 1-18,-3-1 1,4 0 0,4 1 0,0-1 0,0 1 0,-3-1 0,-4 0-13,3 0 0,-3-1 0,4 1 0,-6-1 0,5 1 0,2-1 0,0 1 0,-1 0 0,-2-1 0,-5 0 0,0 0 0,-3 0 0,2-1 0,2 1 0,4 0 0,0 0 0,-1-1 0,-5 1 0,2-1 0,-2 1 0,4-1 0,1 0 0,-4 1-180,-2-1-1979,3 0-629,-29-5 1149,-11 4 1,-5 1-1639,-8-4 2890,3 6 1,0 1 0,-2-1 0,-1 3 0</inkml:trace>
  <inkml:trace contextRef="#ctx0" brushRef="#br0" timeOffset="66913">9945 7230 13289,'-14'6'1350,"3"0"179,6-6-540,17-11-629,-3 4 0,16-9 0,3-1-964,-11 7 0,1 1 671,4-3 1,4-3-1,1 0 1,-2 2-587,1-1 0,1 0 537,-3 1 0,4-2 0,2-1 0,-1 0 0,-4 3-18,-3 1 0,-1 1 0,3-1 12,-2 1 1,4-3 0,3 0 0,1-1 0,0 0 0,0 0 0,-2 1-13,1 1 0,-1-1 0,0 1 0,-1-1 0,1 1 0,0 0-331,-1-1 1,1 1 0,0 0 0,0-1-1,0 0 1,0 1 330,-2 0 0,1 0 0,0 0 0,0-1 0,-1 2 0,-3 0 0,-4 3-45,9-5 0,-3 1-158,-3 1 1,3-1 0,-1 0 0,-5 2-428,7-3-863,-7 3 1,-6 1 323,-13 6-2108,-27 9 2655,6 7 0,1-4 0,0 2 0,-1 8 0</inkml:trace>
  <inkml:trace contextRef="#ctx0" brushRef="#br0" timeOffset="67430">10468 7921 17067,'-10'-11'900,"9"2"-540,13-18-181,4 6-868,-7 6 0,1-2 778,3-4 1,2-1 0,-1 1-553,1-1 0,1-1 481,-1 2 0,2-4 0,2-1 0,0 0 0,-3 4-401,-1 2 1,-2 2 0,3-3 397,0-1 0,2-2 0,2-3 0,0 0 0,-2 2 0,-1 3 15,0-1 0,-2 3 0,3-3 60,-2 4 0,1-3 0,3-2 0,0-1 0,0 1 0,-1 1 0,-1 3 67,2-3 1,-1 4-1,-1-1 1,2 0-548,-3 1 0,2-2 0,0 1 0,-1 0 1,-1 3 449,2-2 0,-1 2 0,-2 2 119,3-4 1,-2 1 231,4-4-366,-2 2 0,-1 0-45,-5 5 0,-2 1 0,0 2-90,-4 3-3187,4-4 0,-9 15 2457,0 1 1,-2 5 0,0 1 0</inkml:trace>
  <inkml:trace contextRef="#ctx0" brushRef="#br0" timeOffset="67746">11073 6638 12570,'-3'-16'-1709,"11"-5"270,0 2-1064,13-3 2503,-5 10 0,1 1 0,-3 1 0,1 1 0,6-4 0,-1 1 0</inkml:trace>
  <inkml:trace contextRef="#ctx0" brushRef="#br0" timeOffset="69246">11748 6225 12390,'0'-12'1259,"1"1"-269,-5-3-721,-1 6 271,-5-8-270,1 10 450,-8-5-540,6 6 449,-14-3-539,14 7 0,-8-1 270,1 7-180,5-4 0,-1 8 0,-1 2-1,3-2 1,-3 9 0,1 2 0,3-1 0,0 7 0,0 0-511,3 1 450,4-7 1,0 4 0,2-3-30,0-5 0,1 0 0,0 8 0,0 3 0,1-3-327,3-6 1,1-1 266,0 9 0,-1 3 0,2-3-648,2-9 1,0-1 647,0 4 0,0 1 0,0-2-30,2-2 0,1-2 45,-1 0 0,1-1-45,8 3 0,0-3 0,2-1 45,6-3 0,0-3-45,-2-3-169,6-3 0,1-4 169,-12-5 0,-1-2 0,4 4 0,-1-3 0,-1-10 0,-3-2-90,-3 1 90,-3 4 0,0-3-90,-3-5 0,-2-1 90,-2 9 0,0-2-60,0-9 0,0-4 0,-1 4-90,-1 7 0,-2 0 120,0-10 0,-1-3 0,-1 4 30,-2 9 0,-1 0-30,-1-8 0,-2-3 0,-1 4 30,1 9 0,-1 1 0,-3-6 0,-1-3 0,1 5 0,3 7 0,-1 2 0,-11-12 0,-1 2 0,2 8 180,-10 4 0,0 2-90,5 4-1,4 8 1,-3 2 0,4 1 90,-5 4-30,8 3 0,-3 3 0,3-1-105,5-4 0,1 0 105,-5 8 0,-1 3 0,2-2-105,5-5 0,1 1 75,-3 8 0,-1 5 0,2-3-1120,4-7 0,1 0 1030,0 0 0,0 2 0,1-1 60,1 7 0,2-2-90,0-5 0,1 0 45,-1 5 0,1 2-304,4-6 0,0 1 1,0-1 258,-3-2 0,2 1 30,5 5 0,5 4 0,-3-5 15,-3-9 0,0-2-45,8 5 0,3 1 0,-2-4 193,6 3-193,5-2 0,1-1 0,-1-7 0,-5-3 0,4-1 0,-1-4 0,1-6 0,-1-2-639,5 4 1,-1-2 593,-7-4 0,-3-4 0,1-3 0,-3-1 1342,4-7-1417,-6 3 0,1-3 1,-3 1 712,-5 6 1,-1-2-684,-1-2 0,0-4 0,0-1 1,-1 3 44,-1 1 0,-2-2 45,-1-1 0,-1-3 0,0-1 0,-2 4 0,-1 2 0,-3 0-45,1-1 0,-2-3 0,-1-1 0,-1 3 45,-4 3 0,-2 2 0,1 0 0,3-2 0,-1-1 0,-1 3 30,-4 1 0,-2 2 0,3 4-30,-5 1 90,-4 4 0,-1 1 0,4 5-1,-3 7 1,-1 3 0,5 2-30,5 1 0,-2 4 0,3-1-60,-6 9 60,7-4 0,-1 4 0,2-2-60,5-5 0,1 1 30,-2 10 0,-1 5 0,2-4-30,4-6 0,1 0 18,2 0 0,-1 4 0,0 2 0,2-1 0,0-4-273,3 4 0,2 0 277,-1 2 1,1 5 0,0 0-1,2-7-22,2-5 0,1-2 30,3 6 0,2 4 0,-1-5-30,-3-10 0,1-1 0,5 7 0,2 0 0,-4-9 0,0-2 0,9 6-45,1-5 0,0-1-45,2-2-90,4-2 1,0-4-1,-3-10 135,-6 5 0,0-1-180,2-12 0,-2-2 135,-7 8 0,0 0-60,6-9 0,3-4 0,-4 1 60,-6 6 0,-1-2 0,-1-4 0,2-4 0,0-1 1,-3 3 843,-2-1 1,-1-1-791,-2 4 0,0-4 0,-1-2 0,0 1 1,-1 4 35,1-6 0,-3 0-23,-3 0 1,-1-5-1,0 1 1,-1 4 22,-1 4 0,-1 0 0,-4 0 0,-1-2 0,-2-1 0,2 5-1016,-1 3 0,0 2 1046,-1-1 0,0-1 0,-2 2 105,-7-2 0,-1 4 33,8 6 0,0 1-138,-8-1 0,-4 1 0,4 3-30,6 6 0,0 4 0,-4 1 0,-4 4 0,-1 1 0,3 2-150,-1 6 0,3 2 0,-2 1-46,4-6 0,0 0 0,-1 1 0,1 1-366,-1 6 0,1 4 0,1-1 0,3-3-515,2 2 1,1-1 686,0 0 0,-1 2 0,3 1-703,4 1 1,2 1 0,1-1-386,0-1 0,0 1 1478,1-3 0,0 2 0,1 1 0,0-4 0,4 0 0,0-1 0,1 6 0,-1 1 0</inkml:trace>
  <inkml:trace contextRef="#ctx0" brushRef="#br0" timeOffset="70429">11700 6176 9961,'0'-13'1619,"-4"6"-449,-1-11-900,-1 12 899,-8-17-360,2 14-539,-5-2 540,-12 7-451,14 14 1,-1 2-270,1-7 0,0 3-710,1 6 1,-1 5 0,3-3 798,-3 9-29,4-4 0,0 3 0,2-2-105,2-6 0,2 2 45,0 3 0,0 6 0,0 0 0,3 0-274,1 3 1,2 0-1,2 2 220,-1-7 0,0 1 0,0 1 0,2 0 0,1-2-14,3 5 1,1-1-1,2 0 1,-1-3 7,0-1 0,-1-3 0,4 0-30,3-2 0,3-1 0,-2-4 0,6 0 45,3-3 0,2-3-45,-3-4-51,-5-4 0,3-1 0,-1-4 51,4-6 0,0-5-30,-1-1 0,1-3 0,-2 0-186,-7 5 0,-1-1 1,-1-2 192,-2-3 1,0-4-1,-2 0 1,-2 3 22,-2 1 0,-2-1-23,0-2 1,-1-5-1,0 0 1,-1 4 22,-1 1 0,-1-1-23,-3-1 1,-2-3-1,-1-1 1,1 5 22,-1 1 0,-2 1-23,-3-3 1,-4-3-1,-2-1 1,1 4 22,0 4 0,-2 3 0,1-1 0,-1-5 0,-1 0 0,-2 3 0,-6 4 0,-2 3 0,4 4 0,8 4 0,0 2 0,-8 4 0,-4 2 0,4 2 0,-4 9 0,8 1 0,-3 4 0,4 0 0,6-5 0,0 2-30,-4 8 0,-3 5 0,4-4-60,5-6 0,1 0-480,-3 9 0,0 4 1,2-4 74,5-8 0,1 0-598,-1 9 1,1 4 0,1-5-547,3-7 1,0-1 1614,2 4 0,1 3 1,0-3-1,-1-7 1,0 0-1,2 5 1,0 0-1</inkml:trace>
  <inkml:trace contextRef="#ctx0" brushRef="#br0" timeOffset="71661">12257 6259 11400,'-10'-5'900,"0"3"-360,5-7-450,-3 5-90,8-5 0,2 2 0,0 1 0,24-5 45,-8 4 0,1 0 44,9-2 1,1 0 0,-7 2 0,0 1 315,0 0 0,-4 1-135,-9 2-270,1 0 0,-3 2 0,1 1 0</inkml:trace>
  <inkml:trace contextRef="#ctx0" brushRef="#br0" timeOffset="84561">12380 6223 10051,'-16'0'1529,"3"0"-1259,5 0 180,-2 4-180,3-3 359,-5 6-449,6-7 180,-2 3-270,25-13 0,-2 2 0,4-2-60,3-1 0,3 0 0,-1 0-405,3-2 1,1 0 464,1 1 0,2-1 0,-4 2 0,-9 4 0,0 0-90,7-4 0,3 0 0,-3 1 45,-9 3 0,0 0-69,5-2 0,2 0 0,-4 0 204,2-1-90,5-2 0,-20 8-540,-6 4-90,-4-1 271,3 0 202,-9-1-113,6 1-102,-10-4 192,8 2 90,-9-6 0,9 4 0,-3-3 360,0 0-180,4 3 539,-6-5-539,7 6 180,-4-4-270,5 6 0,-2-1 0,16 8 0,-6 2-90,9 1 0,2 1 0,-2 3 0,2-2 0,1 0 90,-4-1-90,0 1 0,-1 1 0,-3-1 0,6 13 0,-10-13-180,0 14 0,-5-13-720,-4 4 1,-3 1-1800,1 3 1440,-7 2 90,7-8 1169,5-9 0,-2-1 0,3-1 0</inkml:trace>
  <inkml:trace contextRef="#ctx0" brushRef="#br0" timeOffset="85129">13143 6025 11670,'-7'-7'720,"-9"-5"-720,11-5 0,-6 1 0,11-1 0,2-1 0,-1-1 0,2-5 0,-1-2 0,-2 0-1639,-2-5 1,-1 0 851,-3 4 1297,0 7 0,0-4 0,-1 4-150,-7-6-360,5 7 0,1 4 790,-1 14-790,5 25 0,1-2 45,7 3 0,1-1-45,-3-3 0,8 3 0,0-1 0,-3-4 0,5 2 0,1-1 90,-1-4-135,3 1 0,2-3 135,-2-4-135,4-2 0,0-3 45,-2-2 2212,9-2-2212,-3-19 0,-10 8 0,0-9 0,-2-1 0,-2 1-45,-3-1 0,0-1 45,-2 4 341,0-7-341,-2 11 0,-1 6 0,2 0 0,-1 5 0,6 8 0,-2-4 90,15 16-90,-12-9-90,14 10 90,-15-8 0,9-3-180,-10-2-449,4-4 269,-7-1-2917,0-1 3016,-8-8 1,3-1 0,-5-9 0</inkml:trace>
  <inkml:trace contextRef="#ctx0" brushRef="#br0" timeOffset="85261">13244 5570 9422,'-15'-2'-90,"6"0"-810,2 1 1,6 1-1</inkml:trace>
  <inkml:trace contextRef="#ctx0" brushRef="#br0" timeOffset="86062">13539 5641 11850,'-11'13'540,"6"2"-540,-7-3 90,9 10-90,3-13 90,6 12-90,0-14 90,4 6-90,-4-9 90,-3 1-90,-3-11 0,0-9 0,0 1 0,0-12 0,0 17 0,6-3 0,0 8 0,10 4 0,-7 0 0,13 0 0,-11 0 0,19-5-90,-16-1 90,3-2 0,0 0 0,-5-2 90,9-8-90,-17 11 270,-1-6-270,-3 9 90,-10-1-90,-3 11 0,-5 4-180,7 1-90,12 2-180,11-10 90,2 0-180,3-5 1,0-1 269,3-3-90,6 0 0,1 0 91,-1-6 134,2 4 0,0 0 135,-6-2 359,-3 4 1,-1 0 0,-7 3 1169,2-1-1079,-17 11-450,-3-6 0,-3 11 0,3-7 0,1 2 0,5-2 0,5-4-360,10 1 270,-1-8-90,17-3 180,-18 1 0,11-2 90,-18 9-90,1 2 0,-5 6-90,-1 2-1259,0 0-1889,11-5 3238,0-7 0,5 1 0,-3-3 0</inkml:trace>
  <inkml:trace contextRef="#ctx0" brushRef="#br0" timeOffset="86318">14124 5470 8792,'0'13'899,"4"-2"91,4 3 89,3-4-359,-2-1-1080,-8-15-1439,-1-11 900,-4-2-676,7 2 1,2 0 1574,5 0 0,4-11 0,0 11 0</inkml:trace>
  <inkml:trace contextRef="#ctx0" brushRef="#br0" timeOffset="87311">14543 5165 11670,'0'-10'1080,"0"2"-720,0 1-360,-5 5 89,4 6-89,-6 19 0,7-7 0,1 5 0,1 0 0,4-1 0,6 5 0,-6-10-179,12-5-1,-11-5-270,18 2 270,-15-5-180,16-14 360,-10-6 0,3-5 180,-11 4 0,-3 0 0,-1 3 135,-2-1 0,0 1-136,-2 7-89,0-4-90,0 16-90,0 6 1,10 8-1,-8-3-90,23 0 180,-18-10-90,20 1 90,-19-4 0,8-6 0,-11 4 90,0-11 0,-4 7 0,-7-6-90,4 2 90,-13 0-90,12 4 0,-12-4 0,14 6-90,-5-3 90,6 5 0,5-3 0,-3 3 0,16-2 0,-11 1-90,22 0 90,-18 1 0,9 0 0,-14 1 0,2 0 0,-6 0 0,1 3 0,-3 0 0,0 4 0,0-4 0,0 0 90,0-2-90,3 0 0,-1-7 0,7 0 0,-4-7 0,8-2 0,-6 5 0,10-6 0,-10 11 0,8-4 0,-9 8 90,10-1-90,-10 7 0,8 0 0,-8 1-900,5 6 1,-7-10-2378,4 14 2994,-6-10 0,0 8 1,-2-6-1</inkml:trace>
  <inkml:trace contextRef="#ctx0" brushRef="#br0" timeOffset="88248">13203 6295 12120,'-17'-2'990,"5"1"-271,-11 0-629,13 0 270,-5 1 180,12 4-91,15 2-179,-1-1 90,11 0 0,3-1-270,5-4-1183,-3 0 1,5 0 0,-3-2 739,-6-2 1,2-1 352,-4 1 0,5-1 0,1-1 0,-1 0 0,-3 1-1,-2-1 1,-3-1 0,4-1 0,0 1 0,3-2 0,3-1 0,1 0 0,-1 0 0,-2 1 0,-3 1-477,5-3 1,-3 1-1,3-2 477,-6 3 0,3-3 0,2 0 0,1-1 0,0-1 0,-1 1 0,-2 1 0,-4 1-30,7-4 0,-4 2 0,2-4-35,-3 4 1,2-4 0,2 0 0,1-2 0,-1 1 0,-2 1 0,-4 2 34,5-3 0,-3 1 0,3-3-15,-7 4 0,4-2 0,1-2 0,1-1 0,0 0 0,-1 0 0,-1 0 0,-3 1-257,2-3 0,-2 1 0,-2 0 0,0 0 0,1-1 302,1 2 0,0 0 0,1 0 0,-1-1 0,-1 0 0,-2-1 15,-3-2 0,-2-2 0,-1 0 0,-1 0 0,-2 2 0,-1 3 515,1-7 0,-3-1-463,-4 1 1,-2-4-1,-2 0 1,0 7-68,-2 7 0,-4 1 30,-7-3 0,-6-2 0,1 5 15,4 6 0,-2 4 0,-3 1 0,-6-1 0,-2 2 0,0 3-203,1 5 1,-3 3 0,0 2 0,1 0 0,0-1 175,4-2 0,2-2 0,-1 1 0,-1 0 0,-2 3 12,4 1 0,-2 1 0,-2 2 0,0 1 0,-1 0 0,1 0 0,1 1 0,2-2 0,3 0-126,-7 2 1,5 0-1,0 0 1,-2 2 107,5-3 1,-2 0 0,0 2 0,-1-1 0,-1 2 0,1-1 0,1 2 12,-2 0 1,0 2 0,1 0 0,-1 0-1,0 1 1,0 1 0,0 1 1,4-4 0,0 2 0,0 0 0,0 1 0,0 0 0,-1 1 0,1-1 0,0 0 0,0 0 0,0-1-5,-2 2 1,-1-1-1,1 0 1,-1 0-1,1 1 1,0-1-1,0 2 1,0 2-64,4-4 1,-1 3 0,0 1 0,-1 0-1,1 1 1,0 0 0,1-1 0,1 0-1,1-2 1,2-1 0,3-2 62,-5 6 1,5-4-1,1 1 1,-1 2 2,1 0 1,0 2 0,0 3 0,0 0-1,1-1 1,1-2 0,3-4-26,-1 2 0,3-2 0,3 1 0,1 7 0,3 4 0,1-1 0,2-5 0,2-5 0,4-3 22,4-1 1,6 1-1,1-1 1,-2-4-23,2-2 0,4-4 0,-3-4 0,6-1 0,3-1 0,1 0 0,-2-2 0,-4 0 0,2-1 0,-3-2 0,4-1 0,-7 0 0,5-1 0,1-1 0,2 0 0,0-1 0,-2 0 0,-2 0 0,-3 1 30,7-3 0,-5 0 0,5-3-43,-7 3 0,3-2 0,3-1 0,0-1 0,-1 1 1,-2 0-1,-3 2 13,4-4 0,-4 2 0,3-2 0,-3 1 0,4-2 0,1-2 0,-1 1 0,-1 1 0,-5 1 0,0 1 0,-4 1 0,2-1 0,0-2 0,3-1 0,0 0 0,-2 0 0,-4 2 0,0 1 0,-1 0 166,0-3 1,2-1 0,-4 3-167,-3 0 1232,4-10-1232,-12 17 0,0-5 1872,-2 2-1872,1 4 2799,1-5-2799,-2 7 1708,1-3-1618,-2 5-1718,1-1-621,-6 3 2249,-11-1 0,4 1 0,-6 0 0</inkml:trace>
  <inkml:trace contextRef="#ctx0" brushRef="#br0" timeOffset="90613">13212 6361 10591,'-11'0'809,"2"0"451,0 0-990,4 0 629,-6 0-359,8 0 1798,0 0-1258,19-5-900,-1 5 0,3-1-135,-3-3 0,3-1 44,6 3 1,3 1 0,-4-1-245,-7-1 1,-1-1 244,9 1 0,3 1 0,0-1 135,5-2 0,-2 0-180,-4 2 0,2-1-902,-2-2 1,2-1 0,-4 1 901,-8 2 0,-1-1-15,11-3 0,5-3 0,-2 0 0,-7 3 0,-2 0 0,1-1-30,4 0 0,-1-1 0,0 0 0,4-2 0,-1 0 0,1-2 0,-2 0 0,-10 5 0,1-1 0,7-5 0,3-3 0,-4 2 0,-7 4 0,-1 0 0,8-6 0,2-4 0,-3 2 0,-7 7 0,0-1 0,6-6 0,2-4 0,-3 4 0,-6 7 0,0-1-30,5-5 0,3-2 0,-3 2 30,-6 7 0,0 0 0,6-6 0,1-1 0,-5 4 0,-2 2 0,8-8 0,-8 7 0,0-1-45,1-4 0,-1 0-169,4-6 214,-6 6 0,0-3 0,-1 2 0,2-8-30,-3 6 0,0-3 0,-2 3 30,-2 6 0,-1 0 0,2-8 0,0-3 0,-1 3 0,-2 7 0,0 1 30,0-6 0,0-4 0,-1 5-30,0-7 0,-3-1 0,-3 1-90,-5 8 90,-4-2 0,-1 1 111,-7 7-66,-5-2 0,-2 2 985,14 8 1,-1 1-1031,-10-2 0,-5-1 0,4 2-236,6 2 1,0 1 257,-3 0 1,-3-1-1,0 1 1,3 1-451,0 0 1,-1 1 449,-2 0 1,-3 0-1,-1 0 1,4 0-1209,-1 0 0,1 2 1186,-1 0 0,-2 1 0,1 0 30,5 0 0,0 1 0,1-1-807,-5 1 0,1 1 807,4 0 0,-1 1 0,-1 1-346,-4 0 0,-2 1 0,2 0 316,2 2 0,-2 2-107,6-2 1,-4 1-1,-1 1 1,2-1 0,3 0 106,-5 3 0,0 1 36,5-1 0,-4 3 0,-2 1 0,2-1 0,4-1-6,2-2 0,3-1 0,-2 2-1,0 0 1,-2 3 0,-2 1 0,0 0 0,2-1 0,3-3-30,0 2 0,2-3 0,-2 3 54,-1 3 0,-4 2 0,0 2 0,1-2 0,4-2-9,-4 2 0,2 2 9,3-3 0,-2 5 0,-2 1 0,3-1 0,2-4-9,-1 5 0,1 0-27,2-3 0,-1 4 0,0 2 0,0-1 0,4-4 27,-1 3 0,2 1-9,2-5 0,-1 4 0,0 1 0,1-1 0,1-4 9,-1 4 0,2 1-23,0-2 1,0 5-1,1-1 1,0-4-23,3-4 0,0 0 92,1 6 1,1 3-1,2-5-92,3-9 0,1-1 85,3 6 0,2 1 0,1-3-40,-1-6 0,3-2 270,9 5 0,4 2 0,3-4-315,-8-8 0,2-3 0,1-1 0,2-1 15,-1-1 0,2-1 0,1-1 0,1-1 0,-1 0 0,-2 1 118,5-1 1,-2 0 0,1-2-1,1-2-133,-7 0 0,2-2 0,1-2 0,0 0 0,-2-1 0,-1 2 0,-3 0 0,3-1 0,-4 1 0,4-2-45,-1-1 0,4-1 0,1-2 0,1 0 0,-2 1 0,-4 1-15,1-1 0,-3 2 0,2-3-56,-3 2 0,2-3 1,2 0-1,0-1 1,0 0-1,-2 0 1,-3 3-54,5-6 1,-4 2 0,2-1 114,-3 2 0,1-1 0,1-1 0,0 0 0,-3 0-14,1-1 1,-1 0-1,-2-1 1,0 2 164,1-1 0,-1 1 1,3-4-150,-4 5 1,2-4-1,1-1 1,1 0 0,0-1-1,-2 3 1,-2 1-117,4-4 1,-2 2 0,2-3 154,-4 4 0,2-3 0,2-1 0,1-2 0,-2 2 1,-2 1-1,-2 4 13,-1-1 0,-2 3 0,0-3-18,2-2 0,1-4 0,0-1 0,-1 1 0,-3 4 18,0-3 0,-1-1 0,-2 2 0,1-3 0,-1-1 0,-2 6 0,-2 2 0,-1 1-30,0-7 0,0-3 0,-2 4 30,-4 10 0,-2 0-158,-3-9 1,-4-2-1,0 4 158,-1 8 0,-3 3 0,-3-2 0,-4-1 0,-1 1 0,3 4 427,-3 2 0,-1 3-409,2 1 0,-5 0 0,-2 1 0,0 0 0,5 2-61,1 2 1,2 1 0,-3 1 42,-1 0 0,-5 0 0,-2 1 0,0 0 0,1 1 0,5 0-40,-4 2 1,5 0 0,-5 2 39,5-2 0,-3 1 0,-3 1 0,-1 1 0,2-1 0,1 0 0,4-1 0,2-1 0,2 1 0,2-1 0,-5 2 12,1 1 1,-5 1 0,-1 1 0,0 0 0,0 1 0,2-1 0,4-2-13,-4 3 0,4-1 0,-3 2 0,5-1 0,-3 2 0,-2 1 0,-1 1 0,2 0 0,1-1 0,5-3 0,-2 3 0,4-2 0,-2 2 0,-2 2 0,-4 5 0,1 0 0,1-1 0,6-4 0,3 0 0,1-1 0,-2 6 0,-1 2 0,3-4 0,0 4 0,3-1 0,1-2 1769,4-6-1769,0 13 0,5-19 857,1 6-767,0-11 1394,0 2-1484,0-5 2470,0 0-2470,4-1-90,0-1 0,2 0-90,-1 0 0,-3 0-180,0 0-359,-1 0 179,0 0-2737,1 0 1607,0 0-1607,2 4 2702,-2-3 0,3 5 0,-1-3 0</inkml:trace>
  <inkml:trace contextRef="#ctx0" brushRef="#br0" timeOffset="92312">14108 6024 11221,'-11'-5'2158,"3"0"-1708,5 5 180,1 0-360,1 0 449,-1 0-449,1 0 540,-3 0-631,2 0 541,0 0 359,1 0-989,0-2 0,4-3-90,2 0 90,6-5 0,-2 5 180,16-8-270,-13 8 90,7 1 0,-1 0-90,-1 3 90,4 3 0,0 1 0,0-1-45,3 9 0,0 1-251,-2-2 236,-6 2 0,2 3 0,-2-2 60,4 7-90,-4-5 0,0 3 0,-1-2 0,4 8 30,-6-6 0,2 2 0,-2-2-30,3 8 60,-5-5 0,2 4 0,-3-4-60,2 7 30,-5-6 0,1 2 0,-2-2-30,-2 3 44,-1 4 1,0 0-45,-2-4 0,-1 5 0,0-1 0,0-3 0,-2-6 0,-2 3 0,1-2 45,0-2 0,0-2-1110,-4 6 0,0-2 1065,0 5-868,-6-4 868,6-9-439,-10 13 439,10-17 15,-8 8-15,8-12 1782,-6 2-1782,9-5 1007,-7-1-1097,6-1 836,-7-4-746,6 3 0,-4-9 0,-1 5 0,5-5 0,-10-3 0,10 4 0,-6-6 0,8 8 183,-3-11-3,4 8-180,0-3 90,2 5 90,0 2-180,0 2 180,0-2-180,1 3 270,0 0-180,5 9 0,0-5 0,3 10 0,8 1 0,1 9-90,0-4 90,-3 0-1,-2-2-89,-6-5 0,8 10 90,-10-12-90,5 8 0,-6-11-90,3 5 90,-4-7 0,1 2 0,-2-4 90,3 0-90,-1-1 0,3 0 0,8-10 0,-4 8-45,3-9 0,1 0 45,0 5 0,2-4 0,0 0 0,-2 3 0,7-3 0,-8 4 0,-4 2 0,5-3 0,-7 4 0,1-1 0,-4 2 0,-2 1 0,2-1 0,-3 2-3277,1-1 2457,-6 1 1,3 0 0,-4 0 0</inkml:trace>
  <inkml:trace contextRef="#ctx0" brushRef="#br0" timeOffset="111060">12530 2783 11670,'-11'-6'900,"1"2"-450,3 4-1,0-3 1,0 2-90,0-1-90,1 0 89,1 1 91,-1-1 270,1 1-630,1 0 989,-2 0-719,10 6 90,14 0-360,0 1 0,11-2 0,1-1-447,-13-2 0,0-1 357,5-1 0,3 0 0,1 0 0,-3-1 0,2-1 0,0-1 0,-2 0 0,5 0 0,2 0 0,1-1 0,-3 1-346,-2 0 0,-1 1 0,0 0 1,0-1-1,2 1 333,-1 0 0,1-1 0,2 1 0,0 0 0,-1 0 1,-1 0-1,-1 0 13,2 0 0,-2 1 0,-1 0 0,0 0 0,1 0 0,4 0 0,2 0 0,0 0 0,-3 1 0,-4-1 0,0 1 0,-1 0-23,-1 1 1,3-1-1,0 0 1,-5 1-23,-3-1 0,-1 0-270,14-1 0,-2 0-44,-10 0-2430,10-3-488,-23 3 0,3-1 3166,-17 2 0,6 1 0,-6 0 1</inkml:trace>
  <inkml:trace contextRef="#ctx0" brushRef="#br0" timeOffset="111510">12533 2931 13649,'-23'6'1979,"8"-3"-1259,11 3-450,12-5 269,13 2 1,6-2-360,0-4 0,2-2 0,-1 1-797,-3 1 0,-1 2 0,2-3 653,0 0 0,2-2 0,2 0 0,-2-1 0,-4 2 9,6-1 0,0 0-45,-5 0 0,5 0 0,1 0 0,-1 0 0,-4 1 0,-3 1 0,-4 0 0,4 0 0,4 0 0,3-1 0,2 0 0,-1 0 0,-5 1 0,5 0 0,0 1 18,-8 0 0,4 0 0,1 0 0,-2 0 0,-4 1 27,2-1 0,0 1-15,5 0 0,3-2 0,-4 2-30,2-1-1204,2 0 0,-2 1 1204,-10 0-282,1 1 0,-1 0 282,-8 0-330,14 1 330,-16 0 580,10 0-939,-14 0-2918,5 4 3021,-19 1 0,2 4 1,-13 1-1</inkml:trace>
  <inkml:trace contextRef="#ctx0" brushRef="#br0" timeOffset="114144">13030 2397 12840,'-6'7'1619,"2"-2"1259,4-4-2788,0-13-90,0 6 90,2-11 0,3-4-90,1-5 0,1 0-397,0 2 1,0-1 396,1-4 0,0-2 0,0 3 0,-3 9 0,1 0 30,3-8 0,1-3 0,0 3-30,-3 10 0,0 1 30,4-5 0,1-1 0,-1 3-30,3-3 0,2 3 0,-1 2 0,-2 4 0,1 1 0,1 0 0,6 2 0,0-2 0,-2 5 0,-13 5 0,9-2 0,-10 2 0,8-1 0,-8 2 793,4-1-793,-6 1 0,3 0 0,-4 0 0,3 0 0,-3 1 0,1 0 0,-2 0 0,1-1 0,-1 1-810,1 0-2467,0 0 0,0-1 3229,1 1 0,0 0 0,-1 0 0</inkml:trace>
  <inkml:trace contextRef="#ctx0" brushRef="#br0" timeOffset="119359">13392 1403 11311,'0'-15'1079,"0"1"-629,0 2-1,0 2 1,0 1-180,0 2-180,0 2 90,0 2 90,0 1-180,0 8 90,0 0-91,0 8 91,0-1-90,2 10 0,1 2-90,2 4-860,-2-6 1,1 5 0,-1-4 859,1 5 0,1 1 0,-1-2 0,-1-5 0,2-3 0,1 0-90,-1-7 90,7 7 0,-7-15 0,10 0 0,-9-11-89,8-8 89,-9-1-45,1-1 0,0 0-45,-1 0 90,1-3 0,-1 2-90,0 2-90,6-7 90,-6 16-180,5 1 270,-5 11-270,9 9 180,-8-6 90,9 17 0,-9-20 0,4 11 0,-5-12 2668,3-1-2668,-5-2 0,3-8 0,-4 4 0,0-27 0,-2 18 0,-2-8 0,-2-1 0,-3 6 0,-6-11-90,7 16 90,-4-1-630,2 6 181,0 2-1800,-7 14 1080,10-9 1169,-2 11 0,2 2 0,0-8 0,-1 14 0</inkml:trace>
  <inkml:trace contextRef="#ctx0" brushRef="#br0" timeOffset="119893">13792 1436 11311,'-14'6'1169,"1"1"-1079,0 9 0,4-4 0,-2 8 0,2-5-90,1 1 0,3-4 0,4-9 180,0 0-90,6-3-1,2 0 1,3-5 0,4-1 0,-6 0 90,7-4-180,-9 8 90,7-3-90,-7 5 180,6 5-180,-6-3 90,2 11 90,3 5-180,-4 1 0,2 2 0,0 0 0,-2 0 0,2 4 0,0 0 0,-2-3 45,0 2 0,0-1-45,-2-5 270,-1-1 0,0 0-1,-2-5 451,0 7-540,-2-13 0,0 1 0,-5-4-180,-7-2-90,-1 1-270,-8-12 90,11 7-180,2-11 1,2-1 89,1 4-450,2-8 1,2-2 179,0 4-585,6-4 1,1 0 405,-3 2-406,9-2 1,1 2 675,-6 2 351,11-9 0,-11 14 0,0-1 0</inkml:trace>
  <inkml:trace contextRef="#ctx0" brushRef="#br0" timeOffset="120059">13954 1479 9781,'5'-10'1260,"1"-4"-901,-2 6-359,-1 0 180,0 3-90,-2 4 180,4 8-180,-2 3-90,6 14-90,-5-7-270,0-1 1,0 0-271,-1-1-2647,3 12 3219,-4-17 0,0 2 1,-2-9-1</inkml:trace>
  <inkml:trace contextRef="#ctx0" brushRef="#br0" timeOffset="120577">14131 1446 11221,'8'-29'2608,"-3"11"-1618,2-11-721,-6 20 541,2-8-720,-3 13-180,0-1-540,-3 5 450,2 6 90,-3 6 90,4 1-90,12 16 90,-9-15 45,8 2 0,1-1-45,-6-2 90,12 12 0,-12-17 90,-1 5-180,-4-10-90,-7 1-1349,-4-2-720,-9-7 1170,5 4-2288,-2-18 3129,11 10 0,-2-12 1,5 7-1</inkml:trace>
  <inkml:trace contextRef="#ctx0" brushRef="#br0" timeOffset="121010">14226 1179 12750,'1'-11'1619,"1"2"-1439,1 6-90,-1 1 0,3 8-90,-1 0 0,5 12 0,-5-6-90,6 17 0,-7-13-1549,2 6 1,-1 1 84,-1-3-85,1 4 1,0 0 1164,-2-6-149,2 0 0,-1 0 533,0-5 321,2 10 219,-3-18 2279,-1 1-2549,0-10 450,1-4-450,-1-7 2814,5-14-2994,5 1 90,-1 2 0,5 4 0,-8 16 0,8-4 0,-8 7 905,11-1-905,-10 3-1,8 6-89,-10 1 0,5 9-90,-6-4-359,4 11 179,-6-10-180,1 6-2159,-2-1 1170,0-8 1439,0 5 0,-2-11 0,0-1 0</inkml:trace>
  <inkml:trace contextRef="#ctx0" brushRef="#br0" timeOffset="121145">14409 1189 10141,'-7'-30'-629,"4"11"-2340,5-3 2969,5 20 0,0 3 0,-1 4 0</inkml:trace>
  <inkml:trace contextRef="#ctx0" brushRef="#br0" timeOffset="121360">14639 1193 12480,'-7'10'1979,"2"-1"-1170,-8 5-359,1 11-450,3-9 0,0 0 0,-1 10 90,15-1-900,21-13 91,-5-3-920,7-7 1,1-4-1639,-9 0 2621,-1-4 1,-3-1-1,-10 1 1,-3-7 0</inkml:trace>
  <inkml:trace contextRef="#ctx0" brushRef="#br0" timeOffset="121778">13929 1327 9512,'14'0'989,"-3"0"-359,10 0-361,-9 0 1081,14-9-811,-17 7 991,5-16-1261,-12 13 361,-11-10-540,2 10-90,-21-1 0,15 5-225,-3 3 0,0 1-225,3 5-1079,-2 1 0,2 2-450,3 4 180,-4 5 1799,9 0 0,1-3 0,1 4 0</inkml:trace>
  <inkml:trace contextRef="#ctx0" brushRef="#br0" timeOffset="122295">13428 2157 15268,'-19'5'1259,"0"-1"1,-4 5-811,0-6 1,1 0-270,7 2 0,3-3 90,36-15-270,3 2-820,-8 1 1,5-2 0,1-1 0,-2 2 421,3-2 1,1 0 397,-6 4 0,4-3 0,2 0 0,0 0 0,-1 1 0,-3 1-200,2-1 0,-2 1 0,3 0 200,-4 1 0,3-1 0,3-1 0,0 1 0,0-1 0,-2 2 0,-3 0 0,5-1 0,-3 1 0,4-1 0,-5 2 0,3-1 0,2-1 0,2 0 0,0 0 0,-1 0 0,-3 1 0,-3 2-297,2-2 1,-5 2 0,0 0 0,5-1 329,-3 1 1,4-2 0,2 0-1,1 0 1,0-1 0,-1 2 0,-3 0-1,-4 1 27,5-1 0,-4 1 0,3-1 156,1 0 0,5-1 0,1-1 0,-1 1 0,-6 2-37,3-2 1,-3 1-150,-2 1 0,0 0 0,-4 1-47,1-2-3260,-17 7 347,-19 11-218,3-3 3148,-11 6 0,-3 0 0,1-1 0,3-2 0,1-1 0</inkml:trace>
  <inkml:trace contextRef="#ctx0" brushRef="#br0" timeOffset="170474">6488 4756 13020,'10'3'719,"3"-1"-449,-9-1 180,9-1-180,-4 0 359,16 0-449,-10 0 135,5-2 0,2-1-135,-1-3-1191,1 1 0,4 0 0,-2 1 1056,-7-1 0,1 1-23,4 1 1,5-1 0,0 0-1,-3 1-328,-1 0 0,0 0 328,3 0 1,4-1-1,1-1 1,-5 2-23,1 0 0,0-1 0,-5 1 0,4-1 0,2 0 0,-2 0 0,-3 0-372,6 0 0,-1-1 372,-4 1 0,4-1 0,2-1 0,-2 1 0,-3 1 0,5-2 0,1 0 15,-9 1 0,4-1 0,2 0 0,1 0 0,-1 0 0,-1 0-15,4-1 0,-1 0 0,-1 0 0,1 0-177,-5 2 0,0-1 0,-1 0 0,1 1 0,0-1 177,2 0 0,1 0 0,-1 0 0,-1 1 0,-5 0 0,2 1 0,-1 0 30,8-1 0,3-1 0,-4 1-30,-10 2 0,-1 0 0,5 1 0,2-1 0,-4 1-90,4-1 1231,-1 1 1,0 1-1232,-2-1 90,3 1-1169,-8 1 629,-11 0-1132,2 0-1605,-7 3 1236,-6 2 2041,-5-1 0,-5 3 0,-3-2 0</inkml:trace>
  <inkml:trace contextRef="#ctx0" brushRef="#br0" timeOffset="171174">6695 4752 11850,'-9'-4'1349,"2"1"-809,5 2 1529,1 1-1889,16 4 0,-6 2 134,11-2 1,3 0-135,-1 3-665,-2-5 1,1 0 619,2 0 0,0 0-1504,-3-2 0,-1 0 1459,8 2 0,2-2-30,-1-1 0,3-1 0,-2 0-563,0 1 0,2 1 521,-4-3 0,5 0 0,1-1 0,0 1 0,-5 0-380,-2 2 1,-3 1-1,3-1 377,1-2 0,4 0 0,2-2 0,0 1 0,-1 1 0,-5 0-15,3 1 0,-4 0 0,4 1 0,-5-1 0,3-1 0,2 0 0,0 0 0,0 0 0,-2 1 0,-3 0 0,5 0 0,-4 0 0,5 0 11,-8 0 0,3 1 1,2-1-1,2 0 0,0 1 1,-1-1-1,0 0 0,-3 1-11,4 0 0,-2-1 0,-1 1 0,1 0 0,0 0-187,-1 0 0,1 0 0,0-1 0,0 1 1,-1 0-1,-2 0 187,4 0 0,-1 0 0,-2 0 0,0 1 30,5-1 0,-2 1 0,-2-1 533,0 0 0,-1 1-563,-2-1 0,4 1 0,-1-1 0,-4 1 45,-5 0 0,-1-1 45,15 1 0,-2 0 0,-11 0 419,11 0-509,-21 0 1308,6 0-1308,-11 0 2925,3 0-2925,-5 0 453,0 0-3730,-1 0 0,-8 0 2457,-4 0 1,-5 0 0,-2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59:26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6514 4747 11131,'-8'-4'1169,"1"0"1979,6 4-2968,19 0 0,-9-1-45,7 1 0,2 0-45,-5 0 90,18 0-90,-16 0 0,8 0 89,-4 0-89,-4 0 0,1 3 0,1-1-90,1-1-1516,9 5 0,1-1 1606,-2-3-30,-5 1 0,4 1 0,-4-2-194,8-1 194,-7 0 0,4 1 0,-4 0-60,-6-2 0,1 0 60,7 1 0,4 0 0,-3-1-60,-8 0 0,0 0 60,11 0 0,5 0 0,-2 0-60,-9 0 0,-1 0 0,1 0-732,3-1 1,0-1 0,-1 1 731,5 1 0,-2-1 44,3-2 1,-2-1-168,-10 4 1,1-1 122,7 0 0,4-1 0,-4 0 0,-9 1 0,0 0 0,9 0 0,4-1 0,-2 0 45,-2 0 0,0 0-45,3 0 0,2 0 0,-8 0 0,1 0 0,-1 1 0,0-1 0,-1 0 29,5 1 0,0-1-29,-8 1 0,0 0-655,1 1 0,-1 0 655,7 0 0,4 0 0,0 0 1434,-3 0-1434,4 0 0,0 0 0,-5 0 0,4-2 0,-1 0 0,-3 1 0,2-5 0,-1 0 0,-4 4 0,3-6 0,0 0 90,-4 4-90,2-3 0,0-1 0,-4 2 250,9-3-340,-3-2 180,-9 4-90,2-1 0,0-1 0,-2 1 0,2-2 0,0 1 0,-3-1 45,1-1 0,1 1-45,-4 0 2151,6-4-2151,0-1 0,-8 6 45,1-3 0,0-1-45,-2 1 45,0-3 0,1 0-45,-3 1 134,0-2 1,1 0-45,-4 2 45,0-3 0,-1 1-45,-2 1 0,-1-2 0,-1-1-90,-1 3 90,-8-6 0,-3 0 0,1 3-90,-11-5 0,-2 1 0,1 5-30,3 3 0,-5 0 0,3 1 30,4 3 0,0 1-428,-3 0 0,-4-2 1,1 0-1,2 1 428,0 1 0,0 1-419,-2-1 0,-3-2 1,0 1-1,3 2 419,1 0 0,-1 1 22,-1 0 1,-4-1 0,-1 0-1,5 1-241,0 1 1,-1 1 218,-1 0 0,-5 0 0,0 0 0,4 1 0,0 0 0,1 1 266,-1 0 1,-1 0 0,1 1-312,-5-1 0,2 1-132,6 1 1,1 0 176,-6-1 0,-2 1 30,6 1 0,-2-1 0,3 1 564,0 0 0,-1 0-594,-1 0 0,-4 0 0,-1 0 0,5 0 0,1-1 0,-1 2 22,0-1 1,-5 2-1,0-1 1,4 0 22,2-1 0,0 1-23,0 1 1,-4 0-1,0 1 1,4-1-23,2 0 0,1 0 44,-1 0 1,-2 0 0,-1 1 0,4-1-45,1 2 0,2-1 0,-11 0 0,-1 0 0,0 3 0,3-1 45,9-2 0,0 0-45,-8 2 0,-4 1 0,4 0 0,8-2 0,1 0 0,-7 3 0,-4 1 0,4-1 0,8-2 0,1 1 30,-6 2 0,-3 3 0,4-2-30,-7 4 0,9-2 0,-3 1 0,3-1 0,-5 5 0,6-4 0,-1 2 0,2-1 90,-5 5-444,5-3 0,-2 3 0,2-2 354,-2 4 0,5-4 0,-2 2 0,3-3 708,0 3-708,1 3 0,1-1 0,3-2 45,1 3 0,1 1-45,2-3 0,1 2 0,1 1 90,1-3-90,3 6 0,1-1 0,-2-4 45,7 4 0,2-1-45,-3-6-21,5 0 1,0 0 20,-1-4 709,2-1 1,0 0-710,-1-3 45,1-1 0,1 0-45,8 2 0,-2-1 90,3-1-90,-15-6 2686,3 1-2686,-4-1 0,-2-1 1165,2 0-1075,-5 0 1056,2-1-2239,-3 0 1,1 0 0</inkml:trace>
  <inkml:trace contextRef="#ctx0" brushRef="#br0" timeOffset="1468">7646 4668 9871,'-6'-1'1080,"-4"-1"-361,9 1-629,-2 0 450,3-1 1439,0 2-1350,0-2-449,3 1 270,2-3-360,-1 2 270,6-2-180,-7 1 90,8-1-180,-6 2 179,8-1 1,-1 2-90,7 0-90,-6 1 90,3 5-90,-10-4 90,7 10-90,-7-9 90,7 12-180,-6-10 90,10 14 90,-5-5-180,1 3 179,2 3-179,-9-10 90,3 5 0,-3 2 0,-3-7 90,4 15-180,-6-15 180,2 16-180,-2-14 90,-1 17 0,-5-16-90,3 7 180,-13 1 0,2 2-180,-3 0 90,-1-2 0,-3 0-90,6-7 90,-2 1 0,0 0-90,0-3 0,-8 8 0,3-5 90,5-3-90,-1 0 0,0-1 0,-2 1 0,-3 1 0,0-1 0,1-1 0,-4 2 0,-1-1 89,3 1-119,5-4 0,-3 2 1,2-2 29,-4 2 44,-2 0 1,0-1-134,7-4 89,0-2 0,1 0 89,3-1-89,-16 0 90,14-2 0,0 0-90,6 0 0,8 0 0,-1-3-90,2-2-89,1-3 89,-4 3-450,3-4 360,-5 7-630,2-8 271,1 6-1440,-3-6 1079,4 6-2377,-10-3 78,6 6 3199,-15-1 0,11 2 0,-6 0 0</inkml:trace>
  <inkml:trace contextRef="#ctx0" brushRef="#br0" timeOffset="2133">7274 5069 15178,'3'10'540,"0"1"0,-9 7-270,-4 4-180,2 1 44,-2-5 1,0-1-135,5-2 90,-3 2 0,0-1 0,4-5-90,-4 10 0,4-14 90,-1 7-90,3-10 540,-2 3-540,3-6 90,-2-4-90,2 2 180,-2-6-180,2 4 180,-2-3-90,2 4 269,-1-2-269,1 3 270,0-3 450,0 3-541,6 4-89,-4 2 90,14 7-180,-10-2 180,16 5-90,-11-8-135,6 4 0,0-1-45,-1-2 45,4 2 0,0 0 45,-4-3-90,5 0 0,0 0-90,-1-1-720,5-1 1,1-1-181,-3-1-649,1-1 1,0 0-1639,-7-1 3004,9-1 0,-19 0 0,1 0 1</inkml:trace>
  <inkml:trace contextRef="#ctx0" brushRef="#br0" timeOffset="6749">7759 4976 16977,'0'-9'270,"0"-3"-180,6 6-90,14-9 0,-4 9 45,0 0 0,0 0-45,0 2 0,5 1 0,2 1 45,-3 1 0,-1 1-1320,4 3 0,0 0 1275,-5-3 0,-1 2 0,11 10 0,-6-5 0,6 3-669,-11-1 1,0-1 668,4 2-366,0 1 1,-1 0 365,-6-1-162,0 0 1,-1 0 161,-4-1 1877,10 9-1877,-10-9 0,1 2 1434,-4-5-1344,-2-2 1134,-2-2-1224,2 3 766,-2-4-766,0 2 0,-2-3 0,1 1 0,-1-1 0</inkml:trace>
  <inkml:trace contextRef="#ctx0" brushRef="#br0" timeOffset="11115">1424 5243 10591,'-7'-5'809,"1"1"-539,4 0-90,1 3 90,0-3 0,-1 2 0,1 1 0,0-1 269,0 0-89,1 0 719,-1-1-989,0 2 90,0 0 450,10 10-540,6 3-1,0-1 1,0 0-180,7 3 45,-4-5 0,-1-1-45,-3-3 45,3 0 0,0-1-45,-1-2 45,4 0 0,2-1-45,7-6 45,-12 5 0,0-1-45,7-8 0,-2-1 0,-3 3 45,4-7 0,-1-1-45,-6 3 0,0-5 0,0-1 0,-4 2 0,0-4 0,-2-1 0,-3 2 0,-1-7 0,-3-2-45,-9 6 0,-4-1 45,2 3 0,-1-2 0,-1 3-162,-4-3 0,-3 3 162,-9-1 0,1 5 0,3 5 0,-4 1 0,1 1 0,4 4 0,-2 1 0,0 1 0,3 9 45,-1 1 0,-1 1-45,3 8 45,-3 2 0,1 1-45,4 0 0,4-4 0,0 1 0,4 0 0,2-1 0,-3 7 0,3 1 0,2 1 90,3-4-90,4 2 0,0 1 0,0-5-225,6 1 0,3 0-225,-2-4-809,8-2 0,1-2 89,2-5-469,5-6 1,2-2 982,1-7 1,-5 1-1,-1-1 1,5-6 0</inkml:trace>
  <inkml:trace contextRef="#ctx0" brushRef="#br0" timeOffset="11865">1446 4968 15178,'-12'-5'2249,"-1"1"-1170,4 8-629,0-3 899,-11 6-719,7-4 0,-8 1 629,0-2-719,4-2-46,-3 0 1,-1 0-225,-2 0-180,6-2 0,-1-2 45,0 1 0,0 0-180,2-2 0,-1 0-877,0 1 1,0 1 831,-7-1-1992,14 0 1093,4 4-2288,1-4 1067,4 3-1067,5-1 2457,-3 1 1,4 0 0,-5 1 0</inkml:trace>
  <inkml:trace contextRef="#ctx0" brushRef="#br0" timeOffset="12499">250 4939 13110,'-8'-3'1529,"-1"0"-1439,5 3 89,-1-1 1,2 7 90,1 9-270,1-1 90,1 18-90,5-18 45,-2 3 0,1-1-45,3-3 0,3 1 0,0-1 0,-3-3 0,8-1 0,1-2-90,-2-2 45,4-2 0,0-1-45,-1-7 90,3 0 0,-1-2 0,-3-6 0,0-1 0,-2-1 0,-6 0 0,-5-4 0,-4 0 0,-5 1-1639,-11-5 1,-2 0 1613,-1 4 25,-5 0 0,0 3 0,6 8-90,-1 6 0,0 1-90,5 2-720,1 10 1,2 2-90,4-4-650,2 8 1,2 0-572,2-4 2210,1 8 0,9-13 0,1 1 0</inkml:trace>
  <inkml:trace contextRef="#ctx0" brushRef="#br0" timeOffset="12800">942 4370 13379,'-11'-11'3149,"-1"4"-2610,2-3-629,2 8 180,8 14-180,5-4-585,4 9 1,2 2-405,4-1-14,-5-1 1,2 3 0,-2-1-547,-1-5 1,-1 1 1268,5 10 0,0-1 1,-4-8-1,-1-1 1,1 1-1,0 0 0</inkml:trace>
  <inkml:trace contextRef="#ctx0" brushRef="#br0" timeOffset="24197">9913 1032 12750,'0'-9'1529,"0"1"-1169,0 4-91,0 0-179,0 1 90,0 0-180,-3 2 180,2 4 0,-3 3-90,9 12 0,5 10-90,0-4-90,0-1 0,1-1-180,-1 0-823,-3-4 1,2 3 0,0-2 1084,0 3 1,-1-1 0,1 1 0,0 0 0,-3-5-1,1 0 1</inkml:trace>
  <inkml:trace contextRef="#ctx0" brushRef="#br0" timeOffset="24584">9386 1721 13469,'-16'3'944,"0"1"1,-5 0-855,3-1 450,15-2-270,7 0-90,2-1-1562,15-5 1,4-1 1471,4-1-23,-9 0 1,6-1-1,1-1 1,-4 1-586,2 0 0,1 0 536,-2 0 0,4-2 0,2-1 0,0 1 0,-5 1-391,-1 1 0,-3 0 1,4 0 372,-1-1 0,4 0 0,2-2 0,1 1 0,-2 0 0,-5 2 0,3-1 0,-4 1 0,3 0 0,-1 0 0,4-1 0,1 0 0,0-1 0,-2 2 0,-4 0 0,0 1 0,-3 1 0,1-1 0,3-1 0,3 0 0,1-1 0,-2 0 0,-4 2 45,1 0 0,-1 0-165,3-2 0,2-1 0,-5 2-909,-1 0 399,3-2-750,-21 7-329,-13 1 1709,-20 9 0,0-5 0,8 2 0,0 0 0</inkml:trace>
  <inkml:trace contextRef="#ctx0" brushRef="#br0" timeOffset="25282">9617 2195 12660,'-4'-9'899,"3"1"-359,-4 5-360,5 1-180,0 0 0,0 21-90,0 7 45,0-10 0,0 1-45,0-1 0,0 0-495,2 2 1,0 0-586,1 1 1,0-1-470,0 1 1,1 0-996,3 11 1555,-1-17 1060,-1-1 1,1-2 0,1-1 0</inkml:trace>
  <inkml:trace contextRef="#ctx0" brushRef="#br0" timeOffset="25549">9918 2059 13829,'0'-10'360,"0"3"-315,3 19 0,0 7-45,-1-3-90,2 3 0,2 4 0,-2-3-90,-2 5-585,5 4 1,1 0-46,-5-4-829,4 1 1,-1 0-1639,-1-7 2975,3 10 0,-4-17 0,0-2 0</inkml:trace>
  <inkml:trace contextRef="#ctx0" brushRef="#br0" timeOffset="25753">9970 2311 14099,'-17'-5'809,"5"1"361,-8-4-1170,13 4-90,-3-3 0,9 6-450,6-3 180,-4 3-89,13-1-990,0-2 449,5 0 443,8-2 1,2-1 0,-2 0 0,0 0 0,-1 0 0</inkml:trace>
  <inkml:trace contextRef="#ctx0" brushRef="#br0" timeOffset="26132">10242 2187 12390,'-12'4'1259,"2"-1"-1169,12-7 0,9-2-90,5-6 0,3 1 45,-7 0 0,0-1-1684,1-5 1,1-1 1715,-1 4 1,-1-1-835,1-8 0,-4 1 1026,-5 6 129,1-13-128,-5 21 180,-12-4-360,-3 10 0,-3 5 89,-7 10-89,16 1 1062,-3 5 1,1 2-1153,6-2 0,2 1 0,-4-1 0,2 1 45,6 2 0,3-2-45,5-7-90,3 0 0,2-3-89,4-3-1036,5-2 1,0-1-675,1-3 1889,4-3 0,1-3 0,-4-5 0,-5 0 0,-1 1 0</inkml:trace>
  <inkml:trace contextRef="#ctx0" brushRef="#br0" timeOffset="30947">10212 1740 12570,'-8'0'899,"2"0"-629,4 0-90,0 3 90,0-2 270,-1 2 449,2-3-809,4 0-90,20-9-90,-8 7 0,-1-4 0,1-1 0,8 2 0,-9-4-90,12 0-630,-14 2-359,-1 2-2198,-5 2 0,-6 2 3153,0 1 0,0-1 0</inkml:trace>
  <inkml:trace contextRef="#ctx0" brushRef="#br0" timeOffset="31464">10474 1535 13829,'-5'17'270,"5"-2"-90,4 4-90,1-6 0,5 15-90,-9-15 90,11 13-90,-8-16 0,5 6 90,-2-6-90,-2-2 180,6 3-180,-6-6 179,7 2-89,-7-6 270,9 1-270,-8-2-90,4-8 90,-2-3-90,-3-4 0,2-12 0,-5 12 45,0-5 0,-2 1-45,-7 1 135,5-3 0,-2 1 45,-10 4 90,4-13-270,-2 21 0,0-3 0,4 9 0,-10 6 0,11-2-90,-12 17 90,8-1-90,1 3-90,3 4 0,6-17-1169,6 9 629,2-11-2557,14 4 0,-8-7 3229,5-1 0,-8-2 0,-1 0 0</inkml:trace>
  <inkml:trace contextRef="#ctx0" brushRef="#br0" timeOffset="32447">10516 1652 13289,'0'-7'-2968,"-2"0"1169,12 5 1799,-1-3 0,4 0 0,1-2 0</inkml:trace>
  <inkml:trace contextRef="#ctx0" brushRef="#br0" timeOffset="35402">10792 1430 13469,'0'-10'1709,"1"3"-1709,-4 5 0,-1 13 0,1-7 0,0 8 0,3-10 90,0-1-90,0 1 0,0-1 0,0 1 0,0 0 0,0-1-90,0 2 180,0-2-90,-3 1 0,2-1 0,-2 0 0,3 1 0,0-1 810,0 0-810,0 2-3277,0 0 2457,-4-1 1,0-1 0,-3-1 0</inkml:trace>
  <inkml:trace contextRef="#ctx0" brushRef="#br0" timeOffset="35683">10835 1406 14998,'-3'17'180,"-3"1"-180,4-4 0,-5 12 0,3-12-90,0 2 0,0 0-179,1-2-541,-1 3 1,-1 0-2468,-1 6 1247,0 0 2030,-1-4 0,3-14 0,0 2 0</inkml:trace>
  <inkml:trace contextRef="#ctx0" brushRef="#br0" timeOffset="35915">10754 1512 12210,'-4'-14'1349,"-3"2"-269,6 0-900,-4 5-1,4-2 1,4 20-90,3-6-90,2 9 0,0 2 0,4-3-360,0 3 1,1 1-181,1-2-1099,3 3 1,2-2-392,-1-1 1841,2-3 0,0-1 0,2-1 0,7 1 0</inkml:trace>
  <inkml:trace contextRef="#ctx0" brushRef="#br0" timeOffset="36864">10579 1874 14099,'16'-9'-90,"0"-2"0,-3 7 0,-2-2-899,13-5 629,-11 6-1259,15-8 899,-18 9-2557,12-7 3174,-16 8 0,3-3 1,-7 5-1</inkml:trace>
  <inkml:trace contextRef="#ctx0" brushRef="#br0" timeOffset="37031">10647 1868 11041,'-9'9'1709,"1"-1"-1349,6-6-450,5 1-270,4-3-2917,14-5 977,-5 4 2149,7-7 0,-7 7 1,0-3-1</inkml:trace>
  <inkml:trace contextRef="#ctx0" brushRef="#br0" timeOffset="38780">9089 7452 10051,'11'-10'90,"1"4"0,-5-4-90,0 6 0,2-4 0,5-1 0,5-5 90,-4 4 360,9-8 359,-13 10 361,1 0-810,-16 11-181,-4-2 541,-13 15-630,6-13 135,3 6 0,0 2-135,1-7 269,-8 12-269,12-11-90,18-12 0,-2 5 0,10-11 0,0-1-90,-4 7 90,4-5 0,-2-1 0,-4 6 90,8-4-90,-24 9 0,4 7 90,-23 2-90,13 7 90,-19-1-90,18-1-90,-6-1 90,12-3-719,-2-1-541,5-4-2017,12 0 438,-3-3 2839,9-7 0,-6 5 0,0-5 0</inkml:trace>
  <inkml:trace contextRef="#ctx0" brushRef="#br0" timeOffset="42649">5727 6284 11400,'0'-9'0,"-6"2"90,4 2 90,-12 1-90,7 2 0,-7 0-90,3 1 0,-1 1 90,-1 0-90,-1 0-433,-1 5 523,0-4-90,-1 8 90,1-8 0,-1 8 286,-7-2-196,8-1 0,-1 2 90,0-2 0,0 0-180,-11 4 90,6-2-90,14-6 269,-6 5-179,9-4 360,-3 12-360,4-5 45,1 6 0,0 1-46,1 4 1,1 2 0,2 5 0,0 2-889,0-5 1,1 1-1,0 0 1,0 0 730,0-2 1,-1 0-1,1 0 1,0 2 13,1 3 0,1 2 0,-1 1 0,1-1 0,-1-5-371,1 4 1,1-1 388,-2-4 0,1 5 0,1 0 0,-1 0 0,-1-5-54,1-3 0,-2-3 0,2 2 35,0 5 1,1 3 0,1 2 0,-1-2 0,0-4 9,1 4 0,0 0-45,1-1 0,1 3 0,0 0 0,-1-4 0,-1-5 0,1-1 30,2 7 0,1 2 0,-1-4-738,-3-11 0,-1-1 708,4 8 0,-1-1-293,-1-5 1,0-2 292,2 3 745,-2-2 0,1-1-745,-4-5 893,3 3-893,-2-9 1987,-4 0-1987,26 1-270,-11-2 1,1-1 89,2 2 0,3-2-913,5-1 1,3-1 0,-3-2 583,-2-1 1,1-2-39,-5 2 1,4-1 0,2 0 0,1 0 0,-1 0 0,-3-1-547,5-2 1,-2 0 0,2 0 984,-3 1 0,4 0 0,0 0 0,-1 0 0,-2 0 1,-3 1-1,-2 0 0,-1 0 0,1 0 0,1 0 0,0 0 1,0 0-1,0 0 0</inkml:trace>
  <inkml:trace contextRef="#ctx0" brushRef="#br0" timeOffset="46065">8164 7561 11131,'-10'-5'1079,"2"0"-719,3 3 0,-1 0 269,-2 0-539,4 1 1439,-3-1-449,12 14-271,12 7-584,-2-4 0,3 0-180,-4-2 0,1-1 90,9 2 0,-1-2-45,-2-1 0,4 0 0,2 1-343,-3-3 297,6 1 1,0-1-45,-2-1 0,-7-4 0,3 1 0,-2 0 0,8 0 30,-4-1 0,4 0 0,0-1-30,-3-1 0,-1-1 0,1 0-341,-1 1 1,-1 0 0,2-1 340,-1 0 0,1-1 0,-1 0 0,-3 0 0,-4 0 0,-1 0 30,9-1 0,2-1 0,-3 0-30,-9 2 0,0-1 0,6-2 0,4-1 0,-4 1 0,7-2 0,-9 2 0,2-2 0,-2 1 0,7-3 0,-9 1 0,4 0 0,-4 0 0,8-3 0,-7 1 0,1-1 0,-1 0 0,1-1 0,4-5 0,0 0 0,-3 3 0,1-1 0,-4 0 0,1-1 0,-4 1 0,3-2 0,2-3 0,-2 0 0,-2 1-1485,3-5 0,0-2 1485,-4 4 45,2-6 0,-1-1-158,-5 6 113,2-5 0,-1 1 0,-3 1 90,2-2 0,-2-1-1,-2 3 1,0-2 0,-1 1 0,-2 3-45,-1-1 0,-1 0 45,-1 3-90,0-2 0,-2-1 0,-6 3 74,6 4 1,-2-1-120,-7 0 0,-1 1 45,1-6 0,-5-4 0,-2 1-363,1 3 363,4 4 0,-2 0 45,3 5 0,-1 0 45,-6-7-45,-3-1 0,0 0-45,-2-1 59,6 7 1,-2-2 0,1 2-60,-6-6 30,7 8 0,-3-3 0,3 2 60,-7-4-90,4 3 0,-4-2 0,4 3 0,-6-5 30,5 6 0,-2-2 0,3 3-30,-3-2 0,-3-2 0,1 2 0,2 1 45,-2 0 0,0-1-45,1 3 45,-1 0 0,0 0 45,3 2-45,-3 0 0,0 1-45,3 1 90,-8-1 0,1 0 0,3 2 0,-5-1 0,0 0 59,7 1 30,-3 2 1,1-1-180,2 2 45,-1-1 0,0 2-45,4 0 0,-2 1 0,1 0 0,4 0 0,-6 1 0,0 0 0,5 0 0,-5 2 0,0 1 0,6 3 45,-2-2 0,0 2-45,2 4 0,-2-4 0,1 1 0,1 3 0,-1-1 0,0 0 0,3 0 0,-2 1 0,0 1 0,3-2 45,-1 2 0,0 1-45,2-2 45,-2 2 0,-1 1 0,4-2 0,-1 0 0,1-1 0,0 1 0,-3 4 0,2-2-45,3-1 45,-1 1 0,1 0-45,2-2 0,-9 12 0,11-14 1152,-5 12-1062,7-13 0,-4 15-90,5-14 180,-5 13-91,5-14 271,-5 12-270,5-11 90,-5 14-180,4-13 3276,-5 13-3010,4-13-266,0 5 180,2-3-90,0-2-90,1 3 0,-1 4 0,1-6 90,-1 15-90,3-15 0,-1 15 90,1-14-90,0 14 90,0-14-1,0 18 1,0-17 0,5 18-90,-4-18 90,2 5 0,1-1-90,-4-2 0,2 4 0,1-1 90,-1-2-90,1 1 0,0 1 0,1-2 0,1 8 0,-1-8 90,0-4 0,6 14-90,-4-12 90,2 4 0,0 1 0,-1-3-45,1 2 0,0 1-45,-2-6 0,4 8 0,-3-5 0,-2-5 90,6 13-90,-5-13 0,7 14 0,-8-15 90,7 12-90,-7-13 0,6 10 0,-6-12 90,6 10-90,-7-11 0,4 8 0,-6-10 0,3 3 0,-3-4 0,2 2 0,-3-3 0,2 1 0,-2-3 90,0 2-90,0-1 0,0 0 0,0 1 0,0-1-90,0 0-3187,3 4 0,-8-3 2457,2 2 1,-5-9 0,2 0 0</inkml:trace>
  <inkml:trace contextRef="#ctx0" brushRef="#br0" timeOffset="64513">6394 4687 14819,'12'-8'44,"2"1"1,3-1-45,4-2 0,1 1 0,-3 1 0,2 0-45,6-2 1,-2 1-46,-8 4-270,11-3 270,-20 7-90,2-1 180,-25 9 0,5 1 0,-14 3 0,-4 2 0,4 1-796,4-4 0,-4 0 0,4-2 796,-5 2 90,-1 0 0,0 0 0,6-3-45,-1 0 0,2-1 45,5-1-90,-11 2 0,19-5 0,-2 1 0,21-9 0,-4 5 0,10-6 0,3-3 0,3 0 0,1 1 990,-4-1 0,0 0-990,0 0 0,1 0 0,-3 2 90,2-1-45,-3 2 0,-1 0-45,-7 3 270,2-1-270,-19 4 0,-4 6 0,-17 2 0,7 0 90,1 0 0,-1 0 0,3-3 203,-1 3 1,0 0-294,-5 0 0,3-2-90,3 0 90,20-4 0,12-5 0,-1 1 0,3 0 0,12-8 0,-7 4 0,-1 1 0,-4-3 0,0 4 0,-2 1 0,-7 1 90,3 1-90,-16 2 0,-9 5 0,-2 2-45,-2 1 0,-3 1 90,-1 1 0,-1 0-45,4-2 0,0 0 45,-9 3 0,4-2-45,8-3 0,-12 5 0,19-7 0,-2 0-90,17-3-180,4 0-764,5-3 0,1-1-316,6-4-289,2 0 1,1-1 1268,-3-2 0,-5 3 0,0 1 0,-1-1 0</inkml:trace>
  <inkml:trace contextRef="#ctx0" brushRef="#br0" timeOffset="67998">6472 4604 9062,'-9'0'1529,"3"0"-1079,4 0 179,1 4-269,0 3-270,1 0 90,4 3-90,-3-6 90,7 4-90,-7-4 180,8 2-180,-5-4 89,11 1-89,-8-2 180,12-1-180,-10 0 0,18-10 0,-16 8-90,4-9 0,-1 0 0,-3 3 0,1-4 0,0-2 90,7-11-90,-3 3-1639,-5 2 1,-3 2 1523,-2 2-14,-2 0 0,-1 0 129,-2 1 90,-1-4-2363,-6-7 2273,4 10-279,-6-3 0,-1-1 279,2 4 691,-5-1 1,-1-1-692,1 4 0,-1 0 0,-2 1 0,2 3 146,-4-1 0,-3 1-146,4 5 0,0 3 1368,-8-1 0,-2 2-1323,0 7 0,0 2 0,8-1 0,1 1-262,-7 10 1,2 1 306,4 0-60,6-3 0,-3 2 0,3-1 60,-4 8-60,6-5 0,-2 3 0,2-2 15,4-6 0,2 0-45,-3 10 0,1 4 0,4-1-30,6-6 0,3-2 0,0 1-60,-4 1 0,0 0 0,4-2-600,10 3 1,6-1-1,-2-5-30,-5-7 1,2-3 719,4 1 0,5 0 0,1-1 0,-4-1 0,3-2 0,-1-2 0,3 1 0,0-1 0,1 1 0</inkml:trace>
  <inkml:trace contextRef="#ctx0" brushRef="#br0" timeOffset="71180">6619 4361 9512,'-9'-9'899,"2"2"-539,4 4-90,0 0 0,0 1-91,1 0-89,0 1 90,1 0 450,1-1-450,-1 1 539,1 0-539,0-1 0,0 1 90,0-1-180,0 0 90,5 0-90,-4-1 90,9-1-90,-9 0 180,20-8-181,-11 2 46,9-4 0,2 0-135,-1-2 60,-2 1 0,5-2 0,-1-1-1071,-3 3 1,0 0-1,1 0 1041,-1 0 0,-1 0 0,2-1 30,2-2 0,1 0 0,-4 2 17,1-2 13,-1 1 0,-1 1-90,-5 4 90,7-8-90,-14 14-3277,2-2 2612,-7 12 0,0 0 0,-1 6 0</inkml:trace>
  <inkml:trace contextRef="#ctx0" brushRef="#br0" timeOffset="73526">9064 7221 5824,'6'10'0,"-1"-1"0</inkml:trace>
  <inkml:trace contextRef="#ctx0" brushRef="#br0" timeOffset="75398">10057 7434 12840,'-9'1'1169,"2"0"-809,5-1-450,0 0-540,16-4-2158,4-1 1169,6-3 1619,-4 0 0,-1-1 0,1 0 0,-4 0 0,0 1 0</inkml:trace>
  <inkml:trace contextRef="#ctx0" brushRef="#br0" timeOffset="75846">10353 7220 12660,'-13'-3'1799,"-1"0"-1529,5 2-180,0-2-90,7 3 0,6-3 0,4 1 0,14-3 0,-6 0 0,0 1 0,0-1 0,-2 1 0,13-4 89,-17 6 721,8 0-90,-13 16-540,2-6 44,-7 8 1,-4 2-45,-3-2 45,-2 4 0,0 0-45,-3-1 45,0 2 0,1-1-46,1-3-44,0 0 0,1-1-135,2-3 180,-4 10-90,9-15 0,-1 3 90,12-8-90,-2-1-90,8-2 0,2-4 0,3-4 0,5-3 0,4-1-1639,-3-3 1,-1-1 388,-2 4 1,-1 0-390,5-4 1,-4 0-1639,-11 5 2457,3-4 1,-13 8 0,-2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16:29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733 6569 8252,'0'-12'720,"0"-1"-360,0 0-1,0 1 91,0 0 0,0 1-180,0 1 90,-5 1 89,4-1-269,-4 4 180,1-1-270,2 4 0,-2 8 180,2 14 0,2 9-113,1-1 0,0 5 1,1 1-1,-1-1-646,0-6 1,0-1 0,1 0-1,-1 5 522,1-5 1,0 3 0,-1 2 0,1 2 0,1-1-1,-1-1 1,0-2 0,0-3-609,0 3 0,0-4 0,1-1 1,-1 5 596,1-1 1,0 3-1,0 3 1,0 1-1,0 0 1,0-1-1,0-2 1,-1-4-1,1 3 0,-1-5 1,1 1-1,0 4-22,-1-5 0,1 3 0,0 3 0,1 1 0,-1 0 0,1 0 0,-1 0 0,0-2 0,0-3-385,0 6 1,1-2-1,-1-2 1,0 1-1,0 0 385,0-1 0,1 1 0,-1 1 0,0-1 0,1 0 0,-1-1-234,1 3 0,0 0 0,0 0 1,0-3-1,0-1-859,0 0 1,-1-3 0,1 1-1,0 2 1,1 1 0,-2-3 1162,1 2 1,-2-8 0,-2-12 0,0-2 0</inkml:trace>
  <inkml:trace contextRef="#ctx0" brushRef="#br0" timeOffset="455">398 7767 10951,'-25'-7'539,"8"2"-44,-1 2 0,0 1-315,2 0-90,-12 2-180,20 0 360,-1 4-180,14-3 314,7 5 1,6 0-195,6-2 0,4-2 0,0 0-727,-6 1 0,-1 0 1,4 0 569,2-3 1,5 0 0,2-1 0,-2 0 0,-5 0-511,-1 1 0,-4 0 0,3-2 482,-2 0 1,4-1 0,1-1 0,2 0 0,-1 0-1,-2 0 1,-2 1-592,6 0 0,-3 1 1,4-2 576,-8 1 0,3-1 0,2 0 1,2-1-1,-1 0 0,0 1 1,-3 0-1,-2 0 11,2 0 1,-3 1-1,0 0 1,4-1-23,-3 0 0,4 0 0,2-1 0,2 0 0,-1 1 0,-1-1 0,-2 1 0,-3 0 22,2 0 1,-4 0-1,0 1 1,4-2-23,-3 2 0,3-2 0,3 1 0,0-1 0,1 0 0,-2 1 0,-2 0 0,-3 0 0,1 0 0,-3 1 0,-1 0 0,4-1 0,-1 0 0,4 0 0,3-1 0,0 0 0,0 0 0,-1 0 0,-2 1 0,-4 0 0,6-1 0,-4 1 0,4-1-26,-7 1 0,4-1 1,2 0-1,1 0 0,-2 1 1,-3-1-1,-4 2-64,8-2 0,-3 0-23,-3 2 1,2-1 0,-1 0-1,-5 1-1686,6 0 810,-6 5 989,-46 5 0,0-1 0,5-3 0,0-1 0</inkml:trace>
  <inkml:trace contextRef="#ctx0" brushRef="#br0" timeOffset="1283">1079 7372 8072,'-9'2'720,"2"1"90,1-2-361,2 0 900,-4 0-989,4 0 720,-3 0-721,5 0 451,-3-1-540,3 0 1169,-1 1-1169,2-5 90,13-7-270,-4 0 44,11-5 1,1-1-45,2-3-420,-6 6 1,3-3 0,2-1 0,-1 1 449,1-1 0,0 1 0,0 0-807,-3 2 0,0-1 1,1 0-1,-1 2 717,1-2 0,0 1 0,-1 1 15,4-2 0,-1 1-209,-5 4 0,1-1 209,2-1 0,3-3 0,1 1 0,-3 1-267,0 0 1,0 0 243,4-1 1,3-4-1,1 0 1,-4 4 22,-4 1 0,0 0-23,2 0 1,4-4-1,0 1 1,-4 2-23,0 0 0,-1 0 0,-1 0 0,2-2 0,2-1 0,-1 0 0,-1 1 30,3-3 0,-1 1 0,0-1-270,-3 3 1,1 0 0,-1-1 0,-1 2 239,1-1 0,-1 1 0,-1 1 0,1 0 0,0 2 0,-1 1 755,-1 0 0,1 0-725,7-4 0,3-2 0,-3 3-30,-9 6 0,0 0 0,5-4 0,3 0 0,-4 1 0,-7 4 0,0 0-30,6-4 0,2-1 0,-1 0 75,-2 0 0,-1 1-45,4-2 0,-1 0 0,-1-1 0,-3 1 0,-3 3 420,6-7-420,-6 3 0,-6 6 90,5-7-90,-10 10 192,2-3-462,-4 6 1636,-1-2-3705,-7 4-938,-10-1 708,-3 9 2353,0-3 0,-1 2 0,6 1 0,1 0 0,-7 1 0,0 0 0</inkml:trace>
  <inkml:trace contextRef="#ctx0" brushRef="#br0" timeOffset="2133">904 7482 13559,'-1'-11'1260,"1"-3"-1081,0 8 181,5-5-270,-1 6 450,12-9-360,-7 7 0,4-3 0,-1-1-1,1 0 1,6-5 0,1-1-90,2-1-1104,-2 3 0,3-3 0,-2 2 1059,-5 3 0,2-1 0,2-1 0,4-2 0,0-1 0,-2 2 0,-1 0 0,2 0-9,-2 1 0,6-3 0,0-1 0,0 1 0,-4 3-36,-4 2 0,-3 3 0,3-2 18,3-2 0,2-2 0,2 0 0,-1 0 0,-4 3-1166,5-2 1,-2 1 1177,-3 1 0,2-1 0,0 0-8,0 1 1,1-1-1,-1-1 1,-1 2-267,-2 1 1,-2 0-1,3-1 244,2-2 0,4-3 0,1 0 0,-2 0 0,-3 3 0,-5 2 0,-2 2 0,2-3 0,1 0 0,4-4 0,0 0 0,-1 1 0,-3 3 0,2-3 0,1 0 18,-4 3 0,4-2 0,1-1 0,-2 1 0,-2 2-18,1 0 0,0 1 0,1-1 0,4-2 0,0 1 0,-5 2 0,-4 4 0,-1 1 0,5-3 0,1-2 0,-2 2 0,3-2 0,-1 0 0,-1 1 0,-5 3 0,-1 0 0,0 0 0,-4 3 0,8-6 0,-12 8 1866,5-3-1866,-7 5 1328,0 0-4296,-3 1 624,-5 1 455,-6-1 1889,-12 1 0,-2 5 0,-5 2 0</inkml:trace>
  <inkml:trace contextRef="#ctx0" brushRef="#br0" timeOffset="6200">1406 7081 13379,'0'-12'540,"0"-1"-180,4 1-270,-3 2 180,6-8-180,-5 9 179,5-11-89,-4 11 90,5-14-90,-3 4-90,1 0 0,0-5 0,-4 15-90,2-14 0,-2 14 90,2-15-90,-3 15 90,3-14-90,-2 13 90,1-12-90,-1 12 90,2-13-90,-3 13 0,3-15 0,-2 14 0,1-6 90,2-1-90,-2 7 0,3-16 0,-3 16 90,5-14-90,-4 14 0,5-12 0,-4 13 90,6-13-90,-6 14 0,8-11 0,-8 13 0,8-5 0,-7 8 0,9-1 0,-7 3 0,10 0 0,-9 1 90,13-2-90,-11 1 0,7 0 0,2 0 0,-7 1 89,15 0-89,-17 0 0,13 1 90,-14 0-90,14 5 0,-13-4 90,16 3-90,-14-4 90,16 0-90,-16 0 0,15 2 0,-15-1 90,17 2 0,-17-2-90,16 2 0,-18-1 90,13 0-90,-14-2 0,12 1 0,-12-1 90,10 0-90,-11 0 0,15 0 0,-14 0-3277,15 0 3162,-15 0-22,13 0 47,-12 0 180,13-3-90,-13 2 0,17-2 0,-7 1 0,1 1 0,-5-3 0,-3 1 0,-6 0 0,8-2 90,-10 4 3186,5-3-3273,-7 2 337,3-1-340,-5 2-180,1-1 0,-2 1-1529,0-3 810,-1 3-2378,-7-4 0,-2 4 3184,-6-1 0,0 2 0,1 0 0</inkml:trace>
  <inkml:trace contextRef="#ctx0" brushRef="#br0" timeOffset="8800">964 7485 14099,'-4'-11'180,"5"4"0,3 0-180,1 5 90,0-4-90,-3 3 90,3 0 90,2-1-91,-2 0 91,4-4-180,-3 4 180,5-6-180,-6 5 180,10-6-90,-8 7 0,10-6 0,-9 6 90,10-8-180,-11 7 0,8-6 90,-9 7-90,2-2 0,3-2 90,-4 2-90,11-7 0,-10 6 90,14-11 90,-2 0-1819,-4 4 1,-1 1 1523,6-7-975,-8 8 1,-1 1 1089,-4 2-252,12-11 252,-12 11 90,11-13-90,-11 12 0,9-11 0,-9 13 90,9-9-90,-4 3 90,1 2 2054,-1-2-2144,-8 9 0,1-2 90,3-3-90,-3 4 180,6-8-180,-7 9 89,6-11-89,-7 10 3206,5-8-3116,-5 7-90,5-8 0,-5 7 0,2-3 0,-3 5 563,2-5-473,-2 4-90,5-10 90,-6 9 0,4-10-90,-4 11 90,2-10-90,-2 9 0,1-10 0,-2 10 0,2-15 0,-1 13 0,1-16 0,-2 16 0,1-15 0,-2 13 90,2-13-90,-2 15-90,1-16 90,0 7 90,0-1-180,0-3 90,0 14 0,1-13 0,-1 12 0,1-14 0,-1 13 0,1-13 0,0 11 0,0-6 0,0 9 0,1-6 0,-1 9 0,3-9 0,-3 10 0,4-8 0,-3 8 0,2-6 0,-2 6 0,5-7 0,-5 8 0,5-5 0,-6 6 0,6-4-90,-4 3 180,8-4-90,-5 5 0,8-3-90,-8 4 90,7-2 0,-8 3 0,7 0 0,-8 1 0,4 0 0,0 1 0,-3 0 90,8 0-90,-7 0 0,10 4 0,-9-3 0,11 6 0,-11-6 0,14 7-90,-8-4 180,3 3-90,0 0 0,-10-5 0,5 3 0,-1-1 0,-3-1 0,15 4 0,-14-4 0,12 4 0,-14-4 0,5 2 0,-5-1 0,1 0 0,3 1 0,-3-2 0,9 2 0,-9-2 90,10 2-90,-10-2 0,10 1 0,-10-1 0,8 1 0,-9-3 0,9 3 0,-2-2 0,0 1 0,5 1 0,-11-3-3277,12 4 3162,-10-4 15,10 2 100,-12-2 0,12 0 0,-10-1 0,15 0 0,-12 0 90,16-4-90,-15-1-1118,2 1 0,1-1 1118,-4-2-542,3 2 1,0 0 541,-5-1 1312,16-6-1312,-14 7 0,1-2 0,0 0 0,-1 0-81,2-1 1,-1 0 80,-1 1 0,2-1 0,0-1 0,-3 2 1134,3-2 1,0-1-1135,2-3 0,2-1 2164,-8 4-2074,-4 3 645,-2 3-735,2-4 492,-4 5-492,1-1 0,-3 2-3277,0 1 2457,-8 6 1,0-4 0,-7 4 0</inkml:trace>
  <inkml:trace contextRef="#ctx0" brushRef="#br0" timeOffset="10216">1432 7031 10141,'10'-5'990,"0"4"-631,-6-7-179,2 7 360,2-9-450,-4 8 270,6-14-270,-6 11 180,7-18-180,-7 11-1,4-18 46,-6 14 0,0 1-135,2-13 45,-2 6 0,0 0 45,-1 4-45,0-3 0,0 1 45,-1 1-90,1-5 0,0-1 0,0 5-237,0-1 0,0 0 237,0 4 0,1-5 0,2-6 0,-2 11 0,2-2 0,-1 1 0,1 3 45,1-1 0,2 0-45,6-9 90,-2 8 0,-1-1-90,6-4 180,3-2-180,-12 16 0,7-7 0,-8 8 90,10-4-90,-9 8 0,9-3 0,-8 4 564,12 0-474,-3 1 0,2 1 0,5 0-90,-13 0 90,7 0-1,0 4 1,-5-3 0,14 9 0,-14-8 0,15 9 0,-16-8 0,16 6 0,-16-5 90,18 4-180,-17-5 90,8 2 90,0-2-90,-7-1 0,17 1 0,-17-3-90,3 0 0,0 1 0,-1-1 45,3-5 0,1 0-45,-2 3 0,2-6 0,0 0 90,-3 6-90,1-5 0,1-1 0,-3 4 0,8-6 0,-1 1 0,-8 4-45,0-1 0,0-1-45,-4 3-1260,10-5-1927,-15 7 2457,-5 5 1,-7-2 0,-8 5 0</inkml:trace>
  <inkml:trace contextRef="#ctx0" brushRef="#br0" timeOffset="21916">1235 7118 6723,'1'7'0,"0"0"0,-1-5 0,0 1 0,0-1 0,0 0 0,0 0 0,0-1 0,0 1 90,0 0-90,0 0 270,0-1 719,3 1-269,0-2 0,2 1-451,-2-1 361,2 0-450,-4 0 270,5-3-360,-3 2 179,5-6-269,-4 6 450,6-9-270,0 3-180,0-3 90,-1 2 180,1 0-180,-3 3 180,8-4-90,-1-3-90,-2 2 0,8-11 89,-7 6-89,4-4 0,-6 5 0,-4 5 0,-2 0-90,-1 3 90,4-8-90,-4 7 90,3-9-90,-4 9 180,5-15-180,-3 6 90,1-2-90,1-7 0,-5 16 0,5-18 0,-4 17 0,2-15 0,-2 14 90,2-15 0,-3 15-90,3-12 0,-4 13 90,2-13-90,-2 3 0,0 1 0,-1-5 0,0 14 0,0-13 0,0 13 0,0-14 0,0 13 0,4-18 0,0 13 0,1-5-90,3 6 90,-7 8 0,7-7 0,-6 9 0,5-8 0,-3 8 0,4-7 0,-4 7 0,9-5 0,-7 5 0,7-5 0,-7 6 0,7-5 0,-1 3 0,-1 0 0,7-1 0,-9 4 0,12-3 0,-11 4 0,11-1 0,-11 1 0,11 0 0,-12 2 0,13-2 0,-13 2 0,6 0 90,-1 0-90,-5 0 0,9 5 0,-11-4 0,9 6 0,-9-6 0,6 4 0,-7-4 90,8 4-90,-7-3 0,3 1 0,-1-2 0,-2 1 0,1 0 90,2-1-90,-4 0 0,4 1 0,1 0 0,-4-1 0,10 2 90,-10-2-90,9 2 0,-9-2 0,9 1 90,-9-1-90,11 2 0,-10-1 90,10 1-90,-3 0 0,-2 0 0,5 2 0,-11-4 89,9 4 1,-9-4 0,9 4-90,-8-4 0,12 4 90,-12-3 0,13 2-90,-14-3 90,14 0-90,-11 0 90,16-1-90,-14 0 90,17-5-90,-15 4 45,2-5 0,1 0-45,-2 4 0,3-6 0,1 0 0,-3 3 0,9-6 90,-2 1-90,-8 5 45,2-2 0,0 0 45,-4 1-90,2-1 0,0 0 0,-3 0 90,15-7-90,-17 7 90,6-2 0,-6 3 0,-2 1 0,7-5 0,-8 5-90,4-3 180,-2 2-180,-4 2 89,5-3-89,-6 5 0,2-3 90,-4 4-90,2-2 0,-3 3-90,1-2-89,-1 1-3098,1 0 2457,-8 0 1,5 6 0,-6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0:54:20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3242 1695 13020,'-11'11'1709,"2"-3"-540,-2-2-180,1-2-719,-1 1 0,2-1 270,2-1-450,3-1 90,-3 1-180,5-2 179,-1 1-89,15-2-90,-4 1 45,12-3 0,2-2-135,-1-1 135,8 0 0,1-1-45,-5-3-45,2 3 0,1 1 45,-6-2-45,1 3 0,-1 0-44,-6 2 89,5-1 0,-15 7 89,-10 13-89,3-3 45,-7 2 0,-2 0-45,4-3 0,-7 4 0,0-1 0,1-2 0,-2 2 0,-1-1 0,2-2 0,-2 2 0,0-1 0,2-3 45,-1 2 0,0-1-135,3-2 90,-9 9 0,13-12 0,-2 2 0,5-4 0,2-3 0,-1 1 0,3-2 90,8 1-90,-6-1 0,14 1 0,-10-2 90,6 1-90,-7-1 0,0 0 0,-4 0 0,1 0 0,-2 0 0</inkml:trace>
  <inkml:trace contextRef="#ctx0" brushRef="#br0" timeOffset="437">3315 1834 9512,'5'-21'1888,"-4"4"-358,8-11-1171,-8 14 631,2-12-810,-8 18 0,4-2 0,-9 7-270,4 1 90,-4 1-90,-8 6 90,8-4 0,-10 14 0,14-13 0,-5 11 90,7-10-3367,0 0 2457,7 0 1,-3-3 0,4 0 0</inkml:trace>
  <inkml:trace contextRef="#ctx0" brushRef="#br0" timeOffset="902">3307 2033 13919,'-13'0'2339,"2"-2"-1170,2 1-629,4-1-540,-1 2 90,2 0 0,3 4 90,14-3-136,3-3 1,2 0-45,-2 2 0,0-1 0,8-4 0,4-3 0,-2 2-1083,-1 0 1,0 0 1082,5-3 0,-1 0 45,-5 2 0,-5 1-711,-6 0 486,2 2-540,-12 2 181,-2 2-271,0-2-2467,-1 0 2605,0 0 672,-5-5 0,3 3 0,-3-2 0</inkml:trace>
  <inkml:trace contextRef="#ctx0" brushRef="#br0" timeOffset="1117">4005 1770 13379,'-7'-5'-1169,"17"1"-720,5-1 630,8 1 1259,4 3 0,-15-1 0,7 2 0</inkml:trace>
  <inkml:trace contextRef="#ctx0" brushRef="#br0" timeOffset="1283">4072 1875 12480,'-10'10'2159,"-1"1"-1710,6-6 181,-4 2-450,6-5-900,13 1-269,-1-9-540,13 5-110,-5-7 1,-1 0 982,6 3 1,-4-2-1,0 0 1,2 0 0</inkml:trace>
  <inkml:trace contextRef="#ctx0" brushRef="#br0" timeOffset="4066">4930 1642 12480,'0'-10'1169,"0"0"-719,-4 5-180,2 0-90,-2 0-180,-1 2-90,4 0-90,-7 2 270,7 7 0,-2 3-90,3 4 90,0 14 0,0-10-90,0 3 0,0 1 0,0-3 0,3 2 0,-1-2 90,0-3-90,4 0 0,2 1 0,2-1 90,4 2 89,3-7-179,-10-8 90,10-6-90,-9 3 0,11-20 0,-9 12 0,1-7 0,0-1 0,-1 3-90,0-2 0,1 1 1,0 3 89,2-3 89,-3 12-89,-5 9 0,3-4 0,4 15 0,-4-15 0,13 21 0,-11-17 90,12 13-90,-12-13 450,9 2-90,-12-6 539,5 0-719,-8-2 90,4-15-180,-5 6-90,2-12 90,-3-5-180,-1 9 45,-3-4 0,0-1 45,1 2-450,-4-2 1,-1 2-91,1 4-2737,-5-8 78,4 19 1760,2 5 1439,0 1 0,4 12 0,-2-5 0</inkml:trace>
  <inkml:trace contextRef="#ctx0" brushRef="#br0" timeOffset="4385">5333 1340 13199,'-8'-4'-179,"1"1"89,6 8 180,11 11-90,-7-1 0,11 8-180,-8-2 0,-1-3-720,1 0 1,0 1-181,-4 1-179,6 10 1259,-4-5 0,-3-10 0,2 6 0</inkml:trace>
  <inkml:trace contextRef="#ctx0" brushRef="#br0" timeOffset="4600">5306 1420 11400,'-8'-24'1710,"2"7"-1351,-1-13-359,5 18-90,8-12 90,16 16 0,-3-1 0,10 6-359,0 9-91,-10 3-1079,2 3 0,0 2-302,-5 5 1831,-1-2 0,-1 1 0,-3 2 0,3 7 0</inkml:trace>
  <inkml:trace contextRef="#ctx0" brushRef="#br0" timeOffset="4899">5771 1637 13110,'0'-12'2428,"0"-5"-1978,-5 6-450,4 0-90,-5 5 90,3 6 0,-1 6 0,-2 6 0,1 2-135,-1 1 0,-1 1-135,-1 0-360,-2 3 1,1 1-450,-3 3 134,3-7 1,1 0-46,-1 2-179,0-2-1979,0-2 3148,3-6 0,-3 3 0,5-8 0</inkml:trace>
  <inkml:trace contextRef="#ctx0" brushRef="#br0" timeOffset="5086">5611 1730 11131,'-3'-18'1092,"1"0"0,-1 1 0,0 1-231,-6-12-951,4 9 180,9 16-90,8 14 0,2-3 45,0 8 0,0 0-225,1-1 0,-3-3 1,1 1-1261,1 1 1,0-1-360,4 3 1799,4 2 0,0-2 0,-3-4 0,-3-4 0,-1 1 0</inkml:trace>
  <inkml:trace contextRef="#ctx0" brushRef="#br0" timeOffset="5650">6173 1629 13919,'2'-9'1799,"0"1"-540,-1-1-1079,-1 4-450,-4-1 270,3 9-90,-2 5 0,8 15-89,-4-6-361,6 2 0,0 1 90,-4-1-854,6 4 0,2 2-335,-5-10 1,1 0-1,1 1 1,0 0 1551,6 4 0,-9-14 0,0-1 0</inkml:trace>
  <inkml:trace contextRef="#ctx0" brushRef="#br0" timeOffset="5850">6250 1786 12030,'-27'-14'2069,"9"5"-1529,-8-3-450,16 7-180,-5-1 90,12 4-180,-1-1 90,9 1-720,13-5 450,0 3-225,8-5 1,2 0-149,-14 3 0,2 1-137,10-5 1,3-1 0,-3 0 9,-6 3 1,0-1 859,1-1 0,4-3 0,-1 1 0,-3 0 0,0 0 0,-1 0 0,1-1 0,0 0 0,0 0 0</inkml:trace>
  <inkml:trace contextRef="#ctx0" brushRef="#br0" timeOffset="6284">6763 1329 11760,'6'-16'1034,"-1"0"1,0-4-451,-1 3 1,-1 1-315,-2 6-270,-1-4 90,0 16 0,-3 15-90,-1-1 0,2 1 0,0 1-381,-1 13 426,6-3 0,0 0-45,-3-7 0,1 1 30,4 5 0,1 3 0,0-2-1015,1-2 0,1 0 985,-3-6 0,1 1 0,0-2 0,4 7 0,-1-5 90,-3-5 0,7 12 90,-10-20 1259,3 4-1439,-5-17 90,-1-5-90,-5-3 0,4-15 0,-4 12 0,8-3 0,0 0-90,-1 1 318,10-9-318,-3 11 90,4 4 2123,1 0-2213,7 2 90,-7 6 0,2 1 0,1 1 0,-3 7 0,2-2 0,0 1 0,-5 10 90,7 6-90,-14-5 90,-12 15-360,-3-15-823,-7 0 1,-7 2 0,2-2-547,5-4 1,-1-1 1228,-4 2 0,-3 2 1,2-3-1,5-2 1,1-2-1,-1 0 0,1 1 1</inkml:trace>
  <inkml:trace contextRef="#ctx0" brushRef="#br0" timeOffset="7733">13067 1970 12300,'0'-10'1529,"0"0"-989,0 3 449,0-2-629,0 2 540,-6-5-721,5 7 91,-9-2-360,3 5 180,0 0 270,-6 22-180,6-7-262,2 2 1,0 4 351,-2 9 0,1 1-682,2-10 1,1 2 456,-1 3 0,0 4 0,1 1 0,0-4 0,1-1 0,0 1-23,1 1 1,-1 4-1,1 0 1,1-5-23,2-1 0,1-1 22,-1 0 1,1 4-1,1-1 1,0-3-23,1-3 0,3 1 22,-1 2 1,3 3-1,0 2 1,2-3-23,4-1 0,1-1 0,0 0 0,-2 1 0,0 1 0,2-2 22,2-7 1,1 0-1,1-2 1,-3-3-23,-2-4 0,0-3 0,7 0 0,3-2 0,0-4-993,-3-9 1,-1-5 0,0 1 992,-2 5 0,-1 1 0,1-4 0,1-6 0,1-5 0,-1-1 0,-4 4-436,-1 1 1,-3-1 435,2-3 0,0-3 0,1-1 0,-4 4 0,0 0 0,-3-1-18,-2 1 0,1-5 0,-1-3 0,0 2 0,-2 4 18,-1 4 0,-2 3 0,0-3 54,-2-5 0,-1-5 0,0-2 0,-1 3 0,-1 4-9,-1-1 0,-4 2 22,-2 1 1,-3-3-1,-1 1 1,1 5-68,-1 3 0,-2 4 22,-2 1 1,-4-1-1,-1 1 1,2 4-68,0 2 0,-1 4 45,-2 1 0,-5 0 0,0 1 0,4 1-90,0 0 0,1 2-630,-2 5 1,-4 3-1,-1 3 1,5 0-374,4 4 1,3 2 0,0 1 916,0-1 0,-1 3 0,2-1 0,2 1 0,2 0 0,2 1 0,3-1 0,2 4 0,1 0 0</inkml:trace>
  <inkml:trace contextRef="#ctx0" brushRef="#br0" timeOffset="8234">11712 1932 13829,'-19'-12'720,"4"3"449,-9-6-4337,10 8 3438,-2-2 623,1 5-982,7 2 816,-2 0-637,9 8 360,18 6-270,-4 1 45,13 1 0,4 0-453,-15-6 0,3 0 264,3 0 0,5 1 0,3 0 0,-1 0 0,-4-2-204,-2 0 0,-2-2 0,3 1 168,0 0 0,4 0 0,1 1 0,0 0 0,-1-2 0,-4 0-716,3 0 1,-2-1-1,0 1 716,0-1 0,0 0 0,2 0 0,1 0 18,1-1 0,1 1 0,1-1 0,-1 0 0,-2 0-418,4 1 0,-2-1 0,5 0 400,-7 0 0,3 0 0,3 0 0,1 0 0,-1 0 0,-3 0 0,-3-1 0,5 1 0,-4-1 0,4 0 0,-4 0 0,4 0 0,1 1 0,1-1 0,-3 0 0,-5 0 0,-2 0 0,-3-1 0,2 1-45,6 0 0,2 0 0,0 0 1,-6 0-1,-6-1 0,-3 0-1177,13 1 1,-11 0-2056,-28-1 168,5-1 3109,-14 0 0,-4 0 0,-3 0 0,7 0 0,0 0 0</inkml:trace>
  <inkml:trace contextRef="#ctx0" brushRef="#br0" timeOffset="8616">11874 2935 12660,'-16'12'450,"-3"3"539,4-1-629,4-3 809,4-3-719,16-7 539,17 0-719,0-9-1363,-3 3 1,3-1 0,-1-1 874,-4-2 1,1-2 217,-2 2 0,5 0 0,1-2 0,-1 2 0,-3 0-128,-1 0 0,-3 1 0,3-1 128,1-1 0,3-1 0,2-1 0,1-1 0,-2 2 0,-4 1-410,3-2 1,-3 3-1,3-3 425,-1 2 0,5-3 0,1 0 0,1 0 0,-3 1 0,-3 2-528,2-1 0,-4 2 0,2-1 513,2-1 0,2 0 0,0 0 0,-2 1 0,-2 1 0,-1 0 0,-2 2 0,3-2 0,-1 1 0,5-2 0,-1 0-56,-2 0 0,-2 0 56,5-1 24,-4-1 0,-1 1-204,-10 4 508,8-4-958,-17 9-2248,0-1-399,-10 9 2057,-3 3 1220,-6 5 0,1 1 0,1-2 0</inkml:trace>
  <inkml:trace contextRef="#ctx0" brushRef="#br0" timeOffset="8966">12604 3674 14189,'14'-23'427,"1"1"0,-2 3 1,2-1-1,1-1-337,-2 1 0,1-2 0,0 0 0,1 1-1183,3-3 1,-1 0 0,2 0 950,-2 5 1,0-1-1,1 1 1,-2 2 141,5-5 0,1 0 54,-6 6 0,4-1 0,0-2 0,0 2 0,-2 2-24,-1 0 0,-2 2 0,2-1 59,1 0 1,3-2 0,2-1 0,0 0 0,-1 1 0,-3 1 30,6-3 0,-3 1 0,1 0-98,-2 2 1,1-1 0,-1 0-1,-2 2 23,5-5 0,-4 2-45,0-5-460,-8 7 460,1-2 903,-7 4-993,-3 5-90,-1-2-1529,-2 1 810,-1 3-1585,-12-6 505,9 7 1979,-20-6 0,16 5 0,-9-2 0</inkml:trace>
  <inkml:trace contextRef="#ctx0" brushRef="#br0" timeOffset="9849">13212 1911 11221,'2'-9'1799,"-1"-3"-1260,-1 5-359,-5-1 270,-1 2-360,-1 5 90,-1-1 0,-6 2 179,-7 15-179,0-6 90,5 10 0,1 2-592,2 1 472,2-1 0,-1 4 0,2-1-60,3-6 0,0 2 22,0 5 1,-2 6-1,1 0 1,1-4-68,0-2 0,2 0-23,0 2 1,-1 5-1,1-1 1,2-5 22,1-5 0,1-1 15,-1 7 0,0 3 0,3-3-16,1-10 1,2 0 15,-2 7 0,-1 3 0,3-3-15,3-8 0,0 0 15,1 9 0,0 5 0,2-2-30,0-8 0,2-1 0,1 1 0,1 5 0,1 1 0,1-3-30,1 2 0,2-3 30,0-8 0,1-1 0,-1-3-30,6 2 60,-6-5 0,3 1 0,-3-3 30,4-1 0,1-1 0,-1-3 0,-2-6 0,1 0 0,0-2-90,-3-8 0,2-3 0,0-1 0,-3-3 0,-3-1 0,1-6 0,-2 3 0,-4 8 0,-2-2 0,2-2 0,1-6 0,-1 0 0,-1 4-448,-2 3 0,-2 0 425,0-2 1,1-4-1,-1-1 1,-1 5 22,-1 0 0,-2 0 22,-1-2 1,-2-4-1,0-1 1,-1 5 22,0 1 0,-3-1 0,-2 0 0,-3-5 0,-1 1 0,2 5-45,-2 1 0,-2 3-23,-2 1 1,-4-3-1,-1 1 1,2 5-509,0 2 1,-3 4 485,-3 2 0,-5 0 0,-1 1 0,5 2-1319,-2 1 0,0 4 1274,0 0 0,-3 1 1,1 3-751,0 4 1,1 1-1,2 2 55,1-1 1,-1 4-36,1 0 1,-2 4 0,0 0 0,5-1-820,2 0 1,2 0 1347,1 1 1,-2 2-1,3-2 1,4-3-1,1-1 1,1 1 0,-1 0-1</inkml:trace>
  <inkml:trace contextRef="#ctx0" brushRef="#br0" timeOffset="10583">11603 1941 11221,'-12'-9'2698,"1"0"-2428,5 3 989,-1 0-989,5 4 540,0-2-631,1 2 91,1 0-90,-1 1 0,7 1 0,3-1 360,17 6-450,-6 1 90,10 0-1,-8 3 1,0 0-281,-8-6 0,3-1 221,10 5 0,5 1 0,-3-1-751,-6-3 0,1-1 649,-2 0 0,5 0 0,1 1 0,0-1 0,-4-1-449,-2 1 1,-3-1 0,4 0 445,0 0 0,4 0 0,1 0 0,1 0 0,-2 0 0,-3-1-45,1 1 0,-3 0 0,4-1 45,-1 1 0,3-1 0,3 1 0,0-1 0,-2 0 0,-4 0-447,1 0 1,-3 0 0,4-1 431,-2 1 0,3-1 0,3 1 0,-1-1 0,-2 1 0,-4-1 0,0 0 0,-3 0 0,2 0 0,2-1 0,3 0 0,0 0 0,-1 0 0,-4 0 0,0 0 0,-2 0 45,11-1 0,-2-1-45,-5-1-634,-9 4 634,-1-7-586,-8 4-2473,-12-3 2851,6 2-1431,-16 1 1,-4 3-1639,2 9 3174,-3-6 0,-1 2 1,7 4-1,1 0 1,-2-1-1,1-1 0</inkml:trace>
  <inkml:trace contextRef="#ctx0" brushRef="#br0" timeOffset="11100">11890 3038 11131,'-15'7'1709,"-6"2"-1439,11-8 539,-9 9-629,12-8 450,-4 9-451,7-10 1980,0 3-1439,10-3-450,5-1 89,5-5 1,2-1-270,10-2-1101,-4-2 1,4-2-1,-3 1 1056,-3 2 0,0 0-27,-2-1 0,5-1 0,0-1 0,0 1 0,-3 0-308,-2 2 0,-3 0 0,4-2 290,-1 1 0,3-3 0,3 0 0,1-1 0,0-1 0,-1 2 0,-1 0 0,2-1 0,-1 1 0,-1 0 0,1 0 0,0 0-325,-1 0 0,1 0 0,0 0 0,-1-1 0,0 2 0,0 0 325,4-3 0,0 2 0,-1 0 0,-1 1 0,-2 1 0,0 0 0,-2 2 0,-1-1-198,7-2 1,-1 0 197,-2 1 0,2-2 0,0 0 0,-6 3 0,-4 2 0,-1-1 30,2-1 0,1-1 0,-3 1-120,-2 0 825,6-5-1455,-18 11-2557,-5-1 2985,-24 18 1,5-5 0,3 2 0,1-1 0</inkml:trace>
  <inkml:trace contextRef="#ctx0" brushRef="#br0" timeOffset="12317">12479 3878 13469,'-9'3'1350,"1"-1"1618,7-2-2698,11-10 89,-4 3-179,11-9 180,-4 4 0,-1-1-90,6-6-838,-4 3 0,4-3 1,-3 2 702,-2 4 0,-1-1-1,2-3 1,2-2 0,1-1 0,-3 3-45,1-2 0,-1 0-30,0 0 0,2-2 0,-1 1 60,-3 1 0,0 1 0,-1 1-1355,2-5 1,0 1 1294,-2 3 0,0-1 0,0 0 30,2-5 0,0 0 0,-1 2-248,-1 0 1,1 0 179,-1 2 1,2-4-1,0 1 1,-2 3 22,-1 2 0,-1 1-15,5-6 0,0-3 0,0 4-30,-6 7 0,1 1-30,2-5 0,2-3 0,-2 3 30,5-5 0,0-2 0,0 0 0,-1 4 0,-3 6 0,0-1 0,7-6-90,-6 6 90,5-4 90,-1-2-90,-7 9 90,10-10-90,-14 15 89,4-4-89,-7 10 1387,-1 4-1387,-11 4 0,7 9 0,-10-3 0,0 0 0,3 7 0,-7 1 0,-1 0 0,1 1 468,-1 5 0,-1 0-558,2 0 120,3-1 0,-3 4 0,1 0 30,2-6 0,0 0 0,1 1-60,-2 2 0,0 1 0,1 0 0,0-4 0,1-1 0,0 1 0,-1 2 0,0 0 0,0-1 0,1 0 0,0 1 22,-1 0 1,-2 3-1,1 1 1,1-4-23,2-3 0,-1 0 0,1-1 0,-2 3 0,-1-1 0,3-3 0,1-3 0,0 0 29,-3 3 1,-2 3 0,2-4-30,-3 5-200,-2-1 0,1-1 200,4-5 44,-2-1 1,0 0-45,4-3 0,-2-1 0,0 0 90,5-3-90,-6 3 180,11-9-180,0-4-90,13-16 90,-3 3-30,4-2 0,3-4 0,0-1-38,-1 1 1,0-1 0,0 0 0,1 0 139,-2 2 0,0 0 0,1 0 0,0-2-132,0-1 0,2-3 0,0-1 0,-1 0 0,0 2 0,-2 3 30,0-1 0,-1 3 0,1-4 0,-1 2 0,3-4 0,0-2 0,0 0 0,-1 2 0,-1 3 0,-1 0 0,-1 3 0,1-3 30,1-2 0,3-3 0,-1-2 0,1 2 0,-4 4-45,3-3 0,-2 1 45,1 2 0,1-4 0,0 1 0,-3 5 0,-1 2 0,0 2 0,2-4 0,2-3 0,-2 5 1044,2-3-1134,-1 2 0,0 3 90,-6 7-180,4-3 270,-9 19 90,-7 26-180,-4-5-823,1 0 1,-2 5 0,1-4 822,-1-5 0,-1 0 35,2-1 1,-2 3 0,0 2 0,0-1 0,1-4 9,-2 7 0,-2 1 27,2-4 0,-2 4 0,-1 2 0,0-1 0,2-4-352,1-2 1,2-3 0,-1 1 301,-2 3 1,0 2 0,-1 1-1,0-1 23,-1 1 0,0 1 0,0-2 0,1-1-321,1-3 0,1-1 0,-2 2 291,1-3 0,-2 4 0,-1 1 0,0 0 0,1-2 0,2-4-15,0 0 0,1-3 0,-2 1-18,-1 3 0,-2 2 0,-1 2 0,0-3 0,3-2-162,-2 1 0,1 0-472,0 0 0,-2 2 0,1 1 0,3-5-23,2-2 0,1 0-418,-3 5 1,0 4 0,3-6-2185,1 1 2621,2-3 1,2-4-1,4-10 1,1-2 0</inkml:trace>
  <inkml:trace contextRef="#ctx0" brushRef="#br0" timeOffset="20419">11746 1669 11400,'-8'-10'720,"-4"1"-360,11 3 0,-10-1-90,6 2-91,-6-1 1,4 2-180,0 0 90,0 1-90,0 1 0,1 1 0,-4 1 0,3 0 0,-3 6 0,3-4 0,-1 12 90,-4-3-90,3 4 0,-9 11 0,10-13 90,-7 13-90,10-16 0,0 5 0,4-6 0,1-3 90,0 4-90,5-6 180,-1 2-180,6-4 0,-3-1 90,4-7-90,-6-1 90,5-4-90,-8 2 90,2 2 0,-4 1-90,1 3-3277,-1-3 0,0 3 3071,0-2 1,0 2-1,0 1 1</inkml:trace>
  <inkml:trace contextRef="#ctx0" brushRef="#br0" timeOffset="20766">11630 1602 11760,'-5'-9'450,"1"1"-450,2 5 0,-2-1 0,3 3-90,-1-1-270,1 2-179,-1 0-901,-1 5 811,0-4-1710,-3 15 1709,4-14 630,-2 13 0,2-14 0,1 3 0</inkml:trace>
  <inkml:trace contextRef="#ctx0" brushRef="#br0" timeOffset="21166">11737 1598 11131,'-5'-12'1979,"0"-1"-1890,-2 7-89,3 0-89,1 5 89,0 0 89,-2 6-89,0 7 0,1 1 90,-6 16-90,4-13 0,-1 3 0,-1 1 0,0-2 0,-2 6 0,0 0 0,2-5-1639,-2 3 1,1 0 1254,3-7-480,0 0 1,0 0 233,2-4-2468,-2 10 2019,5-14 1079,-1 1 0,2-7 0,0 0 0</inkml:trace>
  <inkml:trace contextRef="#ctx0" brushRef="#br0" timeOffset="21399">11563 1701 11041,'-2'-11'1529,"-1"-4"-1079,0 5 269,-2-7-719,3 10-90,-2-4 180,16 20-90,-7-9 45,8 12 0,1 3-45,-2-6 45,4 7 0,1 0-45,-1-1-1639,2 1 1,1 1-236,-2-2 358,2 2 1,-1-1-14,-2-2 1529,-1-1 0,-1-1 0,-1-1 0,4 2 0</inkml:trace>
  <inkml:trace contextRef="#ctx0" brushRef="#br0" timeOffset="21699">11995 1747 12840,'0'-10'2518,"-6"-5"-2698,2 8 90,-3 6-719,4 17-181,3 4-649,2 5 1,0 1 982,-1 2 1,1-5-1,0 1 1,-2 5 0</inkml:trace>
  <inkml:trace contextRef="#ctx0" brushRef="#br0" timeOffset="22732">11733 2549 13379,'1'-11'630,"0"2"-270,-9 3 90,6 1-1,-13 0 91,2-1-540,0 2-90,-9 0 90,14 3 0,-11 8 0,12 2 45,-3 7 0,1 4-45,1 7 0,0 1-343,1-4 0,-1 1 133,2 0 0,1 3 1,0-4-241,0 5-540,1 1 1,0-1 0,2-6-650,0-1 1,0-1-482,1-6 2120,-1 6 0,0-14 0,1-1 0</inkml:trace>
  <inkml:trace contextRef="#ctx0" brushRef="#br0" timeOffset="22949">11483 2649 13199,'-14'-16'1709,"1"2"-1798,5 6 89,10 9 0,17 16-90,0-3-480,-4 0 0,3 2 1,0-1-1070,5 4 1,1 0 1169,-5-4 1,0 0 0,-1 0 0,6 2 0,-3-2 0,6 0 0</inkml:trace>
  <inkml:trace contextRef="#ctx0" brushRef="#br0" timeOffset="23349">11843 2696 13020,'-8'-17'899,"1"0"1,-7-10-900,16 9 0,-3 8 89,20 4-89,-10 4 45,7 1 0,1 0 45,-3 1 90,15 10 0,-20-7 0,1 14 450,-8 1-450,-8-1-1,1 2 1,-2 1-180,-5-2 90,0 2 0,0-1-90,2-3 0,1-2 0,1-1 0,2-5 360,2 3 0,2-8-90,9-1-180,10-7-1729,0-1 1,2-1 1580,-4 0 1,2 0 57,2-2 0,3-1 0,-3 1-143,8-4 83,-8 4 0,3-2 0,-4 2-210,4-3-630,-1 2 1,-1-1 0,-6 5-2378,9-2 2477,-15 6 0,2 7 0,-6 3 0</inkml:trace>
  <inkml:trace contextRef="#ctx0" brushRef="#br0" timeOffset="23849">12217 3480 14549,'-6'-15'1709,"-1"1"-1619,-1 8-90,-6 1 0,7 10-90,-10 9 90,7 1 0,1 3 0,-1 1 0,1 1-270,-1 6 0,-1 0-90,3-1-540,-2 2 1,1 1 0,2-5-740,1 1 1,-1 0-1639,2-5 2266,-2 9 1011,4-16 0,0-3 0,1 0 0</inkml:trace>
  <inkml:trace contextRef="#ctx0" brushRef="#br0" timeOffset="24082">11969 3537 14189,'-14'-8'989,"7"3"-359,-4 0-540,10 10 90,15 10-135,-4-3 0,1 1-45,2-1 0,1 0 0,-2-2 0,1 0-360,2 1 0,0 0-269,4 2-1010,3 0 1,2 1 1554,-7-7 1,-1 0-1,1 1 1,0-1-1,11 3 1</inkml:trace>
  <inkml:trace contextRef="#ctx0" brushRef="#br0" timeOffset="24549">12305 3539 14459,'-9'-9'1529,"-2"-5"-1349,5 5-180,1-1-90,16 3 180,10 5-90,1 0 45,-5 7 0,-2 1-45,-3-3 180,0 8 0,-1 0-91,-4-5 91,2 19-90,-15-8-90,5 1 0,-15 4 0,11-15 0,-7 8 0,8-12 0,1 2 0,3-4 0,0 0 0,6 0 0,2 0 0,11 1 0,-7-1 0,14 4 0,-15-2 0,16 7 0,-15-4 90,14 11-90,-18-9 180,5 12-180,-11-11 0,-18 14 0,5-10-630,-10 4 1,-2-1-865,0 1 401,3-4 1,-3 1 0,3-2-547,4-4 1,1 0 982,-9 5 1,0-1-1,-2-1 1,0 0 0</inkml:trace>
  <inkml:trace contextRef="#ctx0" brushRef="#br0" timeOffset="26715">13249 2066 11670,'3'-8'630,"0"2"-540,-3-1 270,2 0-180,-1 0 359,1-7-449,-1 8 270,0-9-270,-1 7 180,-5-5-180,4 6 360,-10-8-271,5 8 361,-8-8-360,5 9 90,-9-5-270,10 8 0,-16 0 0,13 2 0,-15 7 90,15 2 0,-1 5 0,1 1 0,1 7 29,1 0 1,-1 5 0,1 0-1142,3-3 1,1-1-1,0 1 1052,-2 2 0,0 0 0,2 2 15,1-1 0,1 1 0,1 0 0,1-4-45,-1-3 0,2 0 60,1 10 0,0 4 0,2-6-60,1-12 0,0 0 60,2 6 0,2 2 0,-1-3-46,-1-6 0,1-1 16,4 9 0,2 3 0,0-3 15,2 1 0,0-1-163,-3-6 0,-1 1 0,2 0 148,1-1 0,2-1 0,-2-2-1619,5 4 1633,-4-5 1,1-1 135,6 1 848,-4-3-938,5 0-620,7-4 620,-11-3-45,3 0 0,-1-2-45,-2-7 52,6-2 0,0-2-7,-8-3 0,-2-1-45,4 1 0,-1 0 0,1-7 0,-4 0 0,-2 0-178,-3 2 0,1-3 0,-2 2 178,1-6 0,-2 5 0,0-3 0,-1 3 999,-1-6-999,-1-3 0,0 0 0,-3 2-45,0-3 0,-2-1 665,-6 3-620,3 8 0,-1-4 0,-1 3-45,-2 6 0,0 0 45,-2-7 0,-2-4 0,2 4-977,1 6 1,0 1 976,-5-8 0,-1 0 0,3 6 0,-1 1 0,-6-7 0,6 9 0,-1-1-375,-4 1 1,0 0 374,-5-2 90,-3 1 0,0 1-90,4 5 45,-3 1 0,1 0 85,4 4-130,-2 0 0,1 2 0,4 0 1854,-8 2-1854,7 0 0,4 5 0,-2 2 0,-1 2 0,1 6-37,-3 5 0,2 1 127,5 2-60,4-3 0,0 4 0,1-2-30,3-5 0,0 1 30,0 9 0,0 4 0,1-4-30,1-7 0,0-1 30,0 9 0,1 4 0,0-5-30,-1-8 0,2-1 0,1 8 0,3 3 0,-2-4 45,-2-8 0,0-1-15,7 10 0,3 4 0,-2-4-30,-5-9 0,1-1 0,5 8 0,3 4 0,-2-4 90,3 3-90,-3-9 0,2 2 0,-2-2 0,5 3 45,4 0 0,0-1-45,-2-6-381,3 0 1,0-1 380,-3-4-143,2 0 0,0-2 143,-3-3 1154,1 0 1,2-3-1155,-5-5 0,0-3 0,14-4 45,-10-3 0,-2-2-45,-4-3-45,2-1 0,-1 0 45,-3-1 0,1-6 0,-1-2 794,-3 2-794,-4 4 0,1-3 0,-1 3 0,-2 6 0,-1 0-45,-1-5 0,1-4 0,-2-2 0,-2 2 22,-2 0 1,-2 1 0,0 0-1,0 1 35,2-1 1,2 2 0,-2-1-1,-1-1-30,-3 0 0,-2-2 0,-1 0 0,0 2 0,2 5 18,-1-3 0,-2 2 0,-1 2 0,-3-3 0,0 1 0,1 4 0,1 2 0,-1 3-30,-9-2 0,-3-1 0,3 4 30,7 5 0,0 1-45,-10-1 0,0 1 45,3 4 0,1 0-90,-5 1-1127,0 8 1,2 3 856,8 2-300,6 2 1,-1 5-1,3-2-10,3-4 1,2 1-424,-3 9 1,-1 4 0,3-3-508,2-6 1,2-1 1489,-1 5 0,1 2 0,0-3 0,1 8 0,2-10 0,0-1 0</inkml:trace>
  <inkml:trace contextRef="#ctx0" brushRef="#br0" timeOffset="28082">13709 2047 12120,'-12'0'2069,"0"0"-1709,2-4-1,2 3-89,2-3 270,-1 4-360,2 0 270,-2 0-1,4 0-269,6-5-180,6 4 90,5-6 0,0-1-90,10 2-887,-5-2 1,2-1-1,-1 1 887,-4 3 0,1 0 0,9-3 0,5 0 0,-4 0 0,-8 3 0,0 1 0,7-3 0,4 0 0,-4 1 0,-10 3 0,-1-1 0,16-4 0,-3 1 0,-8 2-135,-3 1 1,-1-1-1216,-7 1 811,2 0-1440,-9 0-450,-11-3 4639,6 2-2749,-19-9 718,16 9 811,-16-8 899,7 5-1439,2 1 539,-5-1-719,12 6-90,-4-1-180,7 3 0,-1-1 90,9 6 90,11 7-180,-1-1 179,3 0 1,0-2-90,-2 0 135,7 2 0,0 1-135,-3-3-45,1 2 0,-2 0 135,-6-4 360,6 10-361,-14-11 1,-1 12-180,-11-10-180,-2 6 1,-1 1-361,-10 1 45,7-3 0,-1 1-1144,-3 3 1,1-1-1639,-4 4 2721,5-4 1,0 0 0,4-3 0,0 0-1</inkml:trace>
  <inkml:trace contextRef="#ctx0" brushRef="#br0" timeOffset="29165">14065 2427 11850,'-4'-14'1619,"-2"-1"-1619,2 10 270,0 5-90,1 24-90,3-6-90,2 5 0,1-1 0,3-4 45,0 2 0,0 0-45,3-4 0,-1 2 0,-1-2 0,0-3 0,2 0 0,1 0 90,3-3-90,3-5 0,-7-4 0,-4-26 0,-4 15-45,0-6 0,-1-2 45,0 4-90,0-11 90,0 17 0,0-3 0,10 16 0,-3-5 0,14 12 0,-9-6 0,11 3 0,-12-5 0,15-1 0,-14-3 90,14-6-90,-16-2 0,5 0 0,-8-9 0,-4 9 0,0-8 0,-3-1 0,-5 2 0,2-3 0,-2 1 0,-9 4-180,0-10 90,0 16-1079,3-2 449,2 8-179,5 6-2378,-1 2 3151,4 11 1,-1-6 0,2 5 0</inkml:trace>
  <inkml:trace contextRef="#ctx0" brushRef="#br0" timeOffset="29415">14645 2299 11311,'1'-17'1529,"0"5"-1439,-5 14-90,-1 12 0,-1 1-45,1 2 0,0 1-225,1 0-495,-2 4 1,0 0-46,1-2-764,0 2 0,0-1 854,0-3 546,-1 7 0,2-13 1,1-2-1</inkml:trace>
  <inkml:trace contextRef="#ctx0" brushRef="#br0" timeOffset="29614">14436 2379 10501,'-4'-11'720,"1"3"-541,7 4-179,15 9 90,-2-3-90,9 11-45,-9-6 0,-1 0-134,5 7-1126,3 1 1,1 0-332,-4-1 1636,0 0 0,-2-1 0,0 0 0,4 3 0</inkml:trace>
  <inkml:trace contextRef="#ctx0" brushRef="#br0" timeOffset="29964">14906 2474 13379,'3'-8'630,"-1"3"-630,-2 21 0,0-7 0,0 15-465,5-13 465,-4 1 0,7 0-810,-4 11 361,4-8-631,-3 1 1,1 0-1,2-3-2197,7 12 3264,-9-16 0,2 3 1,-4-8-1</inkml:trace>
  <inkml:trace contextRef="#ctx0" brushRef="#br0" timeOffset="30265">14940 2365 11490,'-13'-5'360,"3"1"-270,-1 1-90,5 2-90,-3 0 90,6 1 0,0 5 0,3-1 90,5 1 270,4-1 270,2-10-181,-2-1-89,-6-5-180,-9 0-180,-7 0 0,-1 3 0,-12 3-90,14 4-90,-6 2-2338,6 6 2518,5 12 0,0-3 0,5 8 0</inkml:trace>
  <inkml:trace contextRef="#ctx0" brushRef="#br0" timeOffset="30815">15189 1991 12030,'0'-12'1259,"0"1"-539,-6 3-810,5 4 0,-5-2 180,6 11-90,0 5 0,2 5 0,1 2 90,2 8-392,-2-7 1,0 1 256,1 0 1,0-1-3233,0 11 3049,-2-11 0,1 1-672,3 4 1,1-2-864,-2 6 1178,1-7 1,0-1-2283,3 3 2058,-2-7 855,1 2 0,-2-8 1,-1-2-1</inkml:trace>
  <inkml:trace contextRef="#ctx0" brushRef="#br0" timeOffset="31415">15231 2219 9602,'-23'-20'1214,"11"10"0,-1-1-1124,-11-9-45,10 9 0,2 1 45,3 3-180,-4-6 90,10 9 0,0-3 0,11 0 0,-6 1-45,11-1 0,4-3-135,1-2 0,1-2 135,0 4 0,1-1-15,-2-2 0,2-2 0,-4 2-2373,3-3 2433,-6 3 0,0-1-90,0-9 65,-5 4 160,-3-2 0,-1 0-45,-2-1-125,-1-3 1,0 1 214,-1 5 0,0-8 359,-5 10-449,4 8 2057,-9-4-2147,7 17 90,-2 15-90,2 0 45,8 5 0,2 1-2199,-5-2 2199,7-4 0,0 1 0,-2 1 0,0-1-45,7 8 30,-5-8 0,-1 3 0,0-3 60,3 7-45,-1 2 0,0 0 571,-2-7-436,-2 1 0,0-1 809,-2-6-359,-1 4-630,-2-32 0,-1 2-45,0-9 0,0-2 45,0 1-45,2-3 0,1 1 45,4 3 0,1 0 0,1 2-90,3 7 90,11-5 0,-13 12 0,18 0 180,-11 23-180,1-9 45,-11 12 0,-5 2-225,-10-1-913,1-4 1,-2 4 0,0-2-151,-3-6 1,-1 1 1242,-2 1 0,-2 4 0,-1-1 0,2-3 0,-3 1 0,1-1 0,-2 0 0,0 1 0,0-1 0</inkml:trace>
  <inkml:trace contextRef="#ctx0" brushRef="#br0" timeOffset="31816">14324 3082 14009,'-9'0'2159,"3"-4"-1530,20-9-449,-2 1-1154,3 0 0,6-2 0,-2 2 1019,-2 1 0,2-1-27,2-1 0,6-4 0,3-1 0,-2 0 0,-3 3-18,-3 1 0,-3 2 0,3-2 0,-1 2 0,3-3 0,1-2 0,2 1 0,-1-1 0,-2 2 0,-4 2 0,4-2 0,-4 3 0,3-3-15,-1 1 0,4-1 0,2-2 0,-1 0 0,-1 2 0,-3 2 15,0 0 0,-2 2 0,2-2 0,-1 2 0,3-2 0,2 0 0,0 0 0,-3 1 0,-2 2-30,-1 0 0,-2 2 0,1-1-6,2-1 0,3-1 0,1 0 0,-2 0 1,-4 2-10,2 0 0,-2 0 444,9-4 0,-2 1-1119,0-2 900,-12 7-3457,1-3 1247,-18 9 681,2 7 1349,-22 8 0,11 3 0,-2-7 0,1 1 0</inkml:trace>
  <inkml:trace contextRef="#ctx0" brushRef="#br0" timeOffset="32098">14520 3223 15358,'-18'0'720,"30"-12"-720,2-6-688,4 5 0,4 0 688,0 0 0,1 0 0,0 0-504,-1 0 1,2 0 503,-3 2 0,3-2 0,2 0 0,-2 1 0,-2 1-1056,5-3 1,-1 2 1085,1-1 0,2-1 0,-2 2-30,-6 2 0,-1 2 0,-1 0-109,3-2 1,1 0 108,-1 2 0,3-3 0,1 1 0,-3 1 45,6-2 0,-2 0-540,-4 2 0,0 0 0,-2 1 495,8-4 486,-20 7-756,-5 2-360,0-1-2176,-3-2 647,-1 1 2225,0-5 1,0 4 0,0-3 0</inkml:trace>
  <inkml:trace contextRef="#ctx0" brushRef="#br0" timeOffset="41465">3437 2219 9332,'-7'6'2608,"1"-1"-2428,5-5 90,0 0 270,-2-6-271,1 2 91,-2-3-90,1 0 450,-2 0-450,2-2 449,-4-3-449,4 7 270,-3-5-450,3 7 0,-2-2-180,4 4 90,-1 6 0,1 6 45,1 4 0,0 2 45,0 8-46,2 5 1,0 2-436,-1-1 421,0-8 0,2 5 0,-1-4-30,-1-8 0,0 1 30,1 6 0,1 4 0,-1-4-30,0-7 0,-1 0 0,2 10 0,-1 3 0,0-4 0,-1-9 0,0 0 0,1 7 0,0 3 0,0-4 0,-1 0 0,2 1 0,-1-2 0,-1-7-143,3 12 143,-3-18-359,2 3-361,-9-15-2068,-6-9 1708,0 0-559,-1 1 1,0 1-392,1 3 1934,-8-4 1,9 6 0,-1 0 0</inkml:trace>
  <inkml:trace contextRef="#ctx0" brushRef="#br0" timeOffset="41781">3161 2634 12300,'-15'-11'1529,"0"0"-1439,5 5 0,1 0-90,13 5 360,9 10-360,9 1 135,-2 4 0,-1 1-264,-5-6 0,-1 1 219,11 9 0,0 0-500,-10-6 0,0-1 410,5 6 0,0-1 0,3 4 45,-7-7 0,-2-1-45,-1 1-45,2 1 0,0-1-45,-5-3-962,8 10 692,-13-15-1169,3 4-1748,-6-8 2714,1-7 0,-2 4 0,0-7 0</inkml:trace>
  <inkml:trace contextRef="#ctx0" brushRef="#br0" timeOffset="42017">3556 2590 11850,'0'-10'2159,"-6"-2"-1709,0 8-180,-3-1 359,2 11-269,-1 2 90,-4 21-450,2-8 30,2-2 0,-2 4 0,1 0-30,-1 2 0,0 1-60,2-7 0,0 1 0,0 1-870,-1 3 1,-1 1-1,2-4-1048,-2 5 1978,-1 4 0,1-3 0,4-10 0,-2 8 0</inkml:trace>
  <inkml:trace contextRef="#ctx0" brushRef="#br0" timeOffset="43898">2639 3779 15088,'9'-14'0,"4"-12"-45,-5 6 0,0-2 45,-2 5 0,-1-2-520,0-4 0,-1-3 0,-1 0 490,-3-3 0,-3 1 0,1 0-212,3 5 0,-1 0 0,-1-1 242,-2-4 0,-3-1 0,-1 0 0,2 5 45,2 5 0,-1 2 15,-4-5 0,-3-1 0,3 3 120,-3 0-113,1 6 1,0 1-68,3 7-90,-5 0 90,8 12 90,-2 9 0,0 4 0,0 10-812,2-3 1,-1 6 0,1-4 721,2-7 0,0 1 22,0 1 1,0 5-1,1-1 1,1-4 111,1-1 1,3-1-135,-1 7 0,2 3 0,1-5 0,0-10 0,2-1 0,1 4 0,3 1 0,-2-2 0,5 2 45,2-2 0,1-1-45,-3-6 45,3-1 0,0-2-45,-5-4 320,13 1-320,-18-13-90,7-8 90,-9-2 0,0-1 0,0-1 0,0 0 0,-2-4 0,0 0 0,-1 4 0,0 0 0,-1 1-90,-1 8 0,1-6 180,3 25 3003,-3 0-3093,14 14 0,-10-9 0,15 8 0,-12-12 0,11 8 0,-11-11 497,12 3-497,-3-12 0,-1 3 0,-1-17 0,-13 9-90,2-20 90,-13 15 0,2-2 0,-2 0 0,-7 2 316,-3-6-406,-1 8 90,6 6-3277,-13 0 2982,16 11-679,-8 9 614,12 0-360,1 1 1,2-1 179,1 0-315,4 2 1,1-1 135,4-2-316,3-2 1,0 0 224,4-4 810,14 3 0,-15-9 0,7 0 0</inkml:trace>
  <inkml:trace contextRef="#ctx0" brushRef="#br0" timeOffset="44482">3063 3569 11041,'7'-17'2069,"1"-5"-900,-6 8-899,0 0 89,-9 5-269,0 8 0,-11 7 0,6-4-90,-11 18 0,14-13 0,-10 15 0,13-17 0,-2 8 0,7-11 90,6 3-90,2-4 0,7-1-90,7 0 135,-3 0 0,0 0-45,8 0 0,-5 2 0,-2 3 0,-7 5 0,0 2 0,0 1 0,-2 5 0,0 1 0,-1-1 90,-2 0-90,0 2 0,-1 1 0,-2-4 0,2 10 90,-4-4-90,0-10 360,-1 13-180,-1-17 90,-6 5-270,5-10 180,-15 0-180,11-4 0,-15-6 0,12-2 0,-4-4-90,2-15 0,6 10 0,0-1-1332,0 0 0,0 1 1377,2-2 0,1-1 0,4-1 0,1 0-252,0 4 1,1-1 296,3-7 0,0 0 0,5-2 0,-3 10 0,1 3 0,0 0-188,2 3 0,-1 0 188,-1 4 0,17-2 0,-8 12 0,0 3-90,0 12-90,-14-6-810,6 12 451,-8-14-2250,1 14 1080,-4-15 2344,-8 11 0,5-14 1,-5 4-1</inkml:trace>
  <inkml:trace contextRef="#ctx0" brushRef="#br0" timeOffset="44630">3191 3279 11400,'-12'-14'-3277,"5"4"3062,7 3 0,0 3 0,6 1 0</inkml:trace>
  <inkml:trace contextRef="#ctx0" brushRef="#br0" timeOffset="44882">3454 3098 14099,'1'18'270,"4"-1"-90,1 13-180,0-4 0,0 1-396,-1-5 1,-1 1 425,1 3 0,-1 3 0,0-5-30,-1-7 0,0-2-180,0 7 0,1 3 0,-1-3-270,1 5-585,1 0 1,1-1-225,-2-8 1259,0 0 0,1-2 0,-2-6 0,3 5 0</inkml:trace>
  <inkml:trace contextRef="#ctx0" brushRef="#br0" timeOffset="45097">3517 3399 12570,'-12'-4'1439,"0"-1"-1349,8-1-90,6 0-90,16-4 0,1 4-630,6-4 1,1-1-920,2 0 546,-7 2 1,3-1 0,-3 2 559,6-3 1,-7 2 0,-1 1 0,-4 2-1</inkml:trace>
  <inkml:trace contextRef="#ctx0" brushRef="#br0" timeOffset="45714">2964 4126 12300,'0'-20'2878,"-6"-2"-2428,5 5 360,-9 0-451,10 19-269,-4 12 0,9 5-90,-2 11 0,1 1 0,1-16 0,-1 1-1049,0 9 1,-1 5 0,-1-5 868,2-8 0,-1-2-270,1 7 0,-1 3 1,0-4-91,3 6-1099,0 4 1,0-2 238,-2-8-239,-1 0 1,0-2 1602,-2-10 1,-9 3 0,0-9 0</inkml:trace>
  <inkml:trace contextRef="#ctx0" brushRef="#br0" timeOffset="45915">2890 4393 11400,'-11'-14'1124,"0"0"1,-4-6-675,-5 1-360,14 14 0,4 8-90,9-1 0,15 21 0,-8-16-45,1 7 0,1 0-45,-1-2-495,4 2 1,0 1 44,-1-3-899,3 1 0,1-1-680,-3-4 2119,-1-2 0,-1-2 0,-2-2 0,5-1 0</inkml:trace>
  <inkml:trace contextRef="#ctx0" brushRef="#br0" timeOffset="46064">3190 4308 12390,'-16'-6'2159,"-2"11"-2204,7 8 0,1 3-315,-4 7-1279,7 7 1,2 0-1639,4-5 2801,-1-5 1,2-1-1,0 2 1,0 0-1</inkml:trace>
  <inkml:trace contextRef="#ctx0" brushRef="#br0" timeOffset="46863">2423 5037 11490,'-11'-22'819,"0"0"0,0 0 0,-3-4 0,0 1-703,2 2 0,0 2-26,-4 1 270,19 50-270,2-10 0,1 2-90,-3 5 0,2 1-667,3-2 0,0 0 712,-4-3 0,0-1-1031,1-5 0,0 0 986,0 5 0,0 1 0,1-1 0,-1-1-798,-1-4 1,0-1 797,1 3 0,1 1-441,2 1 1,-1-1 440,2 3 12,1-4 1,0-1-13,-4-8 1449,5 0-1449,-7-8 0,2-21 0,-3 7-45,0-16 0,-1-2 45,1 4-429,-1-4 0,0 2 429,0 10 740,4-7-740,-3 20 749,9 1-749,-4 11-90,13 8 90,-11 0-90,3-1 0,0 0 0,-2-1 90,3-1 0,1-1 0,-4-4 0,13 1 0,-16-8 0,2-6 90,-1-9-90,-4 0 0,-1 0 0,-1-1 0,-2 0-45,-4-2 0,-2 1 45,-4 1 0,-3 0 0,0 0 0,-5 5-45,2 2 0,0 1-45,2 4 3206,-7 2-4196,4 10-1708,4 19 1799,0-7-650,10 2 1,3-1 1625,0-5 0,10 8 0,-4-12 0</inkml:trace>
  <inkml:trace contextRef="#ctx0" brushRef="#br0" timeOffset="47364">2832 5123 12030,'8'-17'2069,"-2"-2"-1799,-5 11-90,-6-1-90,-7 13-90,-10 14 0,6-4-45,6 0 0,2 0 45,5-5 90,-2 6-90,10-11 0,6-7 0,0 2 0,6-12 0,-3-3 90,4 2-90,-3-5 179,4 13-179,-11 3 180,11 18-90,-11-6-45,1 8 0,1 4-45,-2-1-992,1 9 0,1 1 992,-6-14 0,0 0 0,1 9 0,0 3 0,-1-2 0,-1-7 0,-1 0 0,0 9 0,1 2 45,-3-3 0,1-2 45,-1-9 0,0 0 315,-6 15 0,0-2-135,3-8-1,-9-3 1,0-3-180,7-6-90,-16 1 0,13-9 0,-10-15-180,11 4-135,-2-10 1,1-2-46,2-1-330,3 1 1,-1-6-1,2 1-403,3 3 1,0 0 0,1 0-1,-1 1 1,1-1 0,1-1-1,2-3 1,1-1 0,1 5 768,7-2 1,-6 6-1,1 0 1,1 2-1</inkml:trace>
  <inkml:trace contextRef="#ctx0" brushRef="#br0" timeOffset="47716">3189 4843 12660,'1'-11'1079,"-1"4"-719,-6 3-180,0 17-180,-4-4 0,4 7 0,2 5 0,-3 9 0,4-14 0,1 0 0,0 1 0,1-2 0,1-4-180,10 6 180,-8-12-180,19 0 90,-14-4-90,18-14 180,-14 6 0,1-8 0,-1 0 0,-4 2-1606,-1-6 0,-2-1 1696,-2 5-281,-8-3 0,-2 2 191,5 6 0,-22-4 0,7 18-90,1 2-899,-3 14-450,16-4-900,0 4 990,3-9 2127,7-1 1,2-7-1,7 0 1</inkml:trace>
  <inkml:trace contextRef="#ctx0" brushRef="#br0" timeOffset="48147">3461 4739 14369,'-13'2'1349,"0"-4"-1169,1 23-180,0-12 0,5 6 0,0 1 0,-3-3 0,-2 16 0,9-18-90,-2 12 90,4-15-270,0 6 90,8-10-359,8-5 269,-1 1-45,1-11 0,-1-1 225,-2 1 45,3-10 0,-1-1 45,-4 0 0,0-5 0,-3-1 90,-3 1 60,-4 4 0,-1-5 0,-1 2-1789,-4-1 1,-1 0 1555,3-2 1,-2 1 127,-5 5 0,1 5 814,7 12-949,-12-2 180,13 16-90,-6 10 0,7 0-90,-2 8 0,3-1-179,0-5-316,6 2 0,0-1 46,-3 2-316,9 0 1,2-1-2224,-6-5 2538,2-4 0,2-2-1219,12 1 1759,-6-6 0,9 0 0,-9-6 0</inkml:trace>
  <inkml:trace contextRef="#ctx0" brushRef="#br0" timeOffset="48866">3772 4585 12030,'1'-13'2519,"0"-3"-1440,-13 5-719,4 1-90,-14 12-270,12-1 180,-10 23-180,10-14 0,0 9 0,1 2 0,1-4 0,2 2 0,1 0-90,2-3 45,5 1 0,0-1-45,-1-4-540,16 7-89,1-16 539,2-8-180,-3-6 0,-1-5 270,-5-4 0,-3-2 90,3 2 0,0-2 0,-4-2 0,-2-3 0,-1 4-160,-2 6 0,0 1 190,1-10 0,-1-4 0,-2 5 15,-3 9 0,0 0 75,1-6 0,0-3 0,-2 4 60,-11-6-1,8 1 1,0 3-90,-7 7 0,1-5-90,4 17 90,2 7-90,2 8 0,3 18 0,0-6-1613,7 6 0,1 0 1613,-3-3 0,4-5 0,4 2 0,-2-3 138,0 4-138,7 3 0,1 0 0,-2-5 0,1 2 0,1-1 0,-1-5 45,1-1 0,0-3-45,-3-5 0,4-4 0,0-5 45,-5-10 0,-1-1-45,14-6 0,-11-6 0,-3 0 0,-3 3 45,0-5 0,-1 0 45,-3 3 179,-1-2 1,-2 0 3006,-1 3-2975,-3 4 1,0 0-302,0 7 70,-8-3-70,6 18 0,-2 2 90,4 15-90,2-7 0,5 0 0,3 0 0,-1-3 0,8 2 0,1-2 0,-2-1 0,3-1 0,1 0 0,-4-2 449,12 6-89,-18-10 540,1 8-900,-14-6-90,-13 19-270,-2-9-733,4-3 1,-3 2 0,2-1-547,4-3 1,-1 0 1398,-7 5 0,-4 2 0,4-3 0,6-4 0,1-2 0,-9 7 0,1-1 0</inkml:trace>
  <inkml:trace contextRef="#ctx0" brushRef="#br0" timeOffset="72396">14175 3005 8252,'14'-7'-473,"-2"1"1,-2 4 0,-3 1 0</inkml:trace>
  <inkml:trace contextRef="#ctx0" brushRef="#br0" timeOffset="103895">13640 2746 10501,'-3'-14'1169,"2"1"-449,-5 0-450,3 6 359,-2-7-449,2 10 450,0-3-540,2 4 0,-1 1-90,2 15 270,4 12-180,-3 1-45,4-3 0,0-2 45,1-2-46,-1 2 1,2 0-45,1-2 90,0 1 0,0 2-90,4 2 90,2 4 90,4-4-180,-11-15 90,11 6-90,-10-11 0,11 2 0,-11-5 90,13 0-90,-12-1 0,16-4 0,-15 2 0,11-6 0,-11 7 0,4-6 0,-6 5 0,3-3 0,-6 1 0,0 1 0,-1 1 0,-3 0 0,1 0 0,-2 0 0,1 0 0,-1-6 0,0 4 0,-5-7 0,3 5 90,-8-1 0,2-3-90,-1 3 90,-6-6-90,8 8 90,-7-4-90,9 6 90,-3-3-90,6 5 0,0-1 0,1 1-90,7 0 180,9 1-90,-1 4 0,16 2 0,-17-1 45,2 2 0,0-1-45,-3-1 180,12 10-90,-15-9 180,10 8 89,-9-2-269,0 0 90,-5 1-90,-4-7-90,-1 9 0,-7-7-270,-5 12-179,-3-9-991,1 2 1,-1 0-270,1-1 1709,-2 1 0,2 0 0,4-3 0,-4 5 0</inkml:trace>
  <inkml:trace contextRef="#ctx0" brushRef="#br0" timeOffset="148376">8873 5614 11670,'-13'-12'1260,"1"1"-811,3 6-179,0 0 0,-1 3-180,1 0 180,-5 2-180,3 7 180,-12 8-270,12 1 0,-2 1 0,1 0 0,4-1 45,0 3 0,1-1-135,4-3 180,-1 16-90,4-20 0,19 10-90,-9-16 0,8-1 0,1-1 90,-6-3 0,2-6 0,-1-1 0,-5 4 0,-4-11 0,-4-4-90,-17-1 90,8 6 0,-1-1-1639,-15-4 1,-1 4 1523,3 2-275,-1 1 1,1 2 389,10 6-720,-4 7-899,13 13 810,6-2-830,3 1 1,4-1 507,6-3 973,8 7 1,-5-12 0,1 1 0</inkml:trace>
  <inkml:trace contextRef="#ctx0" brushRef="#br0" timeOffset="148793">9107 5605 10861,'-6'-27'2608,"-11"1"-2428,4 2 90,-3 13 0,1 4-180,3 3 90,-13 19-180,14-5 0,0 9 0,0 2 0,2-2 0,0 5 0,0 2 45,7-10 0,0 0-45,-2 2 0,1 0-90,7-1 0,3-3 90,2-4 0,13 3 0,-10-11 0,7-8 0,-12-5 0,0-3 0,-1-1 0,-1-7-45,-3-2 0,0-1 45,-1 0-1055,-2 4 0,-2-3 0,0 3 1055,-1 5 0,-1 0-30,-1-8 0,-2-2 0,1 3 364,0 7 1,0 1-335,-5-15 0,1 2 0,5 12 0,-5-6 0,16 41-90,1-7-405,2 12 0,2 1-44,3-2-451,-3-3 1,1 3-1,1-2-649,1 0 1,0-1 1496,-1-2 1,0 1-1,0-2 1,1-1 0,-1-1-1,6 2 1</inkml:trace>
  <inkml:trace contextRef="#ctx0" brushRef="#br0" timeOffset="149512">9313 5499 9871,'-5'-28'2249,"-4"1"-2069,-2 2 180,-6 7-360,8 15 90,-8 8-90,9 7 45,0 2 0,1 2-45,0 5 0,2 1 0,0-1 0,2-1 0,1 2 0,2 0 90,6-3-90,-4-2 0,2 0 0,11-5 0,-5 4 0,9-10 90,-9-3-90,12-7-90,-12 2 90,0-10 0,0-4 0,-3 4 0,-1-12 0,-2-2 0,-3 2-770,-2 4 1,-1-3-1,-2 3 770,0 4 0,0 0-30,-3-8 0,0-4 0,-1 3 59,0 2 1,-1 1 0,2-1 0,-1-2 0,1 4-30,1 3 0,1 2 0,-2-3 0,1 6 0,2 16 90,0-1-90,8 12 0,3 6 0,-4 1 37,8 7 1,1 2-38,-6-2 30,1-7 0,2 3 0,-1-4-2340,3 7 2310,-3-6 0,2 0-953,0-4 0,0-2 953,3 5-195,0-2 1,0-2 194,-3-5 732,10 5-732,-13-13 2033,8-6-2033,-4-20 0,-4 6 0,-1-1 0,-1 1 0,-1-1 0,1-11 0,-2 1 0,0 4 0,1-1 0,0 2 0,-1 11 2816,1-6-2816,-2 15 1246,2-1-1246,-1 11 0,6 6 0,-4 3 0,2 2 0,-1 1 0,-2-1 0,2 4 0,-1-1 0,-2-6 0,0 1 0,1 0 0,-2-4 0,2 13 90,-4-15 132,1 10-222,-6-13-359,-2 9-1,0-10-2788,-11 5 1978,13-9 1170,-13-4 0,14 0 0,-1-3 0</inkml:trace>
  <inkml:trace contextRef="#ctx0" brushRef="#br0" timeOffset="149693">9888 5272 11940,'12'-15'-360,"4"-3"-89,-4 8-811,3 2 1,1 1 1259,15 2 0,-1-1 0,-3 4 0</inkml:trace>
  <inkml:trace contextRef="#ctx0" brushRef="#br0" timeOffset="149843">10027 5334 11580,'-23'21'1079,"9"-9"1,0 0-990,-4 4-90,-2 0 0,9-6-719,13-2-2558,23-7 1157,-1-11 1764,-6 3 1,3-2 0,-3-1-1,-1-3 1,-2 0 0,8-2-1,-1-1 1</inkml:trace>
  <inkml:trace contextRef="#ctx0" brushRef="#br0" timeOffset="150976">10577 4469 11400,'-4'-11'1260,"-2"1"-721,4 4-179,-3 0-90,1 1-270,2 2 630,-1 0-450,3 8 0,6-3 89,-4 12-269,15 5 45,-8 4 0,-2 4-15,1-1 0,1 1 0,-1 0-321,-2-5 1,0-1-1,0 1 291,0 9 0,0 3 0,-2-6 45,-1-11 0,-1 0-45,2 5 0,-1 3 0,1-3-90,0 4-450,1 1 1,0-2-91,-1-6-719,1 0 0,1-1 89,-1-5 1243,6 8 1,-5-15-1,2 1 1</inkml:trace>
  <inkml:trace contextRef="#ctx0" brushRef="#br0" timeOffset="151310">10599 4571 11400,'-18'-23'1260,"4"7"-811,0 0 1,2 1-360,0 1-45,0 0 0,4-1 45,11-1 0,-6-1 45,20 8 0,6 2-135,-5 2 90,3 1 0,3 1 0,-2 1 0,6 0 45,2 5 0,-1 0 44,-7-1 1,-5 7 0,-2 2-90,-8-3-90,-13 12 0,-8 4-180,-4-2 0,-3-1-134,7-6 0,-1 0 1,-1 2-507,-1 1 1,-2 2 0,1-1 0,3-2-820,3-2 1,1-1 1606,-2 4 0,-1 2 0,4-4 0,5-2 0,3 0 0</inkml:trace>
  <inkml:trace contextRef="#ctx0" brushRef="#br0" timeOffset="152226">10369 5354 9691,'-14'4'2699,"-1"1"-540,4-1-1620,10-1-269,7-7-135,8-3 0,1-1-45,9-8-841,-4 3 0,4-3 0,-2 2 751,-2 1 0,0 1 0,1-1 0,2-2 0,2 0 0,-2 2 0,3 0 0,-1 0 0,-1 1 0,-2 1 0,-1 1 0,3-1 15,0 0 0,3-2 0,2-1 0,1 0 0,-3 2 0,-2 1-15,0-1 0,-2 3 0,3-2 0,-1 0 0,4-1 0,2-1 0,-1 0 0,-1 1 0,-4 1 0,0 1 0,-3 1 0,4-1 0,-2 0 0,3-1 0,2-1 0,0 0 0,-2 1 0,-3 2 0,-2-1 0,-2 2 0,2-1-36,1 0 0,3-2 0,2 0 0,-3 0 0,-4 2-1195,1-1 1,-2 1 1095,9-4 0,-2 1-2239,-3 0 1564,-12 6-2467,1-1 2634,-20 14 1,5-6 0,-6 6-1</inkml:trace>
  <inkml:trace contextRef="#ctx0" brushRef="#br0" timeOffset="153010">10640 5650 9242,'0'-15'1799,"0"4"-1260,0-3-449,0 9 450,0-4-450,0 6 1169,0 0-809,4 20-360,4 1 0,0 1-90,-2-3 0,0 1-658,3 3 0,1 0 0,-2-2 658,1 4 0,2 4 0,-2 1 0,-1-3-756,-1 3 0,0 1 396,-2-6-1191,1 4 1,1-1-1727,3 0 3151,1 3 1,-2-14 0,-4-9 0</inkml:trace>
  <inkml:trace contextRef="#ctx0" brushRef="#br0" timeOffset="153293">10963 5787 13289,'10'-17'-270,"2"4"1,2 0-1036,4-2 1,1 1-335,-1 0 1,0 1-1,-2 1 1,0 0 1519,-3 3 0,0 0 0,7-4 0,5-5 0</inkml:trace>
  <inkml:trace contextRef="#ctx0" brushRef="#br0" timeOffset="153592">11391 5409 12210,'-5'-14'2159,"-7"0"-2069,10 6-180,-8 2 270,9 20-180,-1-5 90,2 15-90,2-6 0,1 1 0,-2 7-1093,3-5 1,2 4 0,-1-2 1035,-2-7 0,0 1-183,3 10 0,2 3 1,-1-4 139,-2-6 0,0 0-575,1 4 1,1 6-1,1-1 1,-2-3-312,1-3 1,-1 0 378,0-1 0,1 4 0,0 0 0,-1-4-754,-1-4 1,0 0 1360,2 4 0,0 0 0,1 5 0,0-1 0</inkml:trace>
  <inkml:trace contextRef="#ctx0" brushRef="#br0" timeOffset="153942">11491 5659 12030,'-12'-24'809,"-3"-2"1,0 0-630,6 11 0,1 1-1262,-4-6 1,-2-3-1,3 4 1172,1 0 75,2 0 1,2 2-166,3 4 0,17-11 0,-5 16 0,9 1 0,1 1 90,0 4-90,4 0 0,1 1 0,-2 1 0,2 5 0,-1 2 0,-4-4 45,-3 10 0,-1 1-45,-6-6 396,-6 23-396,-3-17-135,-12 3 0,-3 1-135,3-1-600,-4-3 1,-3 1 0,2-1-210,-3 3-560,-2 1 1,2-1 1512,9-8 1,-2 3 0,9-8 0</inkml:trace>
  <inkml:trace contextRef="#ctx0" brushRef="#br0" timeOffset="154109">11860 5391 11760,'-14'6'-820,"-1"-5"1,7 10 0,0-6 0</inkml:trace>
  <inkml:trace contextRef="#ctx0" brushRef="#br0" timeOffset="155375">9638 6836 12930,'-20'8'-90,"1"0"180,-2-1-1234,3-1 1414,-1-2 90,3 0-90,2 0 331,4-2-332,2 0 129,13-1-308,2-8 0,12-1-598,3-8 627,-1 3 1,3-1 0,-1 1-704,1-2 0,2-1 599,-5 3 0,4-2 0,2-2 0,1-1 0,-1 2 0,-4 2-528,-1 0 0,-4 3 1,1-1-1,4-2 513,-1 1 0,4-2 0,2-1 0,1-1 0,0 0 0,0 0 0,-3 2 0,-2 2-435,4-2 1,-4 2 0,0 1 0,4-3 434,-4 4 0,2-2 0,2-1 0,2 0 0,0 0 0,0 0 0,-2 1 0,-1 0 0,-4 3 0,7-4 0,-4 4 0,-1-1 0,5-1-20,-7 2 0,4 0 0,1-2 0,1 1 0,1-1 0,0 0 0,-2 1 0,-2 1 0,-3 1-25,4-1 0,-4 1 0,1 0 0,3-1-95,-5 1 0,3 0 0,2-1 0,1-1 0,1 0 0,0 1 1,-2-1-1,0 1 0,-3 1-403,8-3 0,-3 1 0,-1 0 1,0 1-1,0-1 468,-3 1 0,1 0 0,0 1 0,0-1 0,-2 0 0,0 1-330,6-2 0,-1-1 1,-3 2-1,-5 1-1890,-1 1 1873,-5-2 652,-20 9 0,-10 10 0,0 2 1</inkml:trace>
  <inkml:trace contextRef="#ctx0" brushRef="#br0" timeOffset="155712">9671 7094 12660,'-20'10'269,"1"0"1,0 0 0,2-2 0,2-1-180,-4 2 0,7-5 180,24-11 0,8-4-180,-3 1 0,3-1-746,0 0 1,3-2-1,2-1 1,0 1 0,-3 1 420,1-1 0,-1 1 0,1-1 125,-2 2 1,2-2 0,0 0 0,2 0 0,-1-1 109,1-1 0,1 0 0,1 0 0,-1 0 0,0 0 0,-2 1-368,2-2 0,-2 2 0,2-1 0,2-1 377,-6 3 0,1-1 0,3-1 0,1 0 0,1-2 0,-1 1 0,1 0 0,-2 1 0,-2 1 0,-3 1-258,5-2 1,-4 3 0,-1-1 0,1 1 0,3-3 248,-2 3 0,1-2 0,3 0 0,0-1 0,2 0 0,-1 0 0,0 0 0,-2 1 0,-1 1 0,-3 2 0,7-4 0,-4 2 0,0 1 0,4-2 11,-4 2 0,2 0 0,3-2 0,1 0 1,-1 1-1,-1 0 0,-2 1 0,-3 2-11,6-3 0,-4 3 0,3-2 0,-4 2 0,3-1 0,2 0 0,-1 0 0,-2 0 0,-5 3 0,6-3 0,-2 1-30,4-2 0,2 0 1,-6 2 483,-3 0-814,4-2-2917,-22 10 2863,-10 7 0,-5 2 1,-9 8-1</inkml:trace>
  <inkml:trace contextRef="#ctx0" brushRef="#br0" timeOffset="162993">3115 2360 9332,'4'0'3276,"-3"0"-2595,14 0-411,-6 0 0,2 0-90,1 0-90,1 0 0,3 0 135,0 0 0,1 0-46,4 0 1,1 0-135,-2 0 0,2 0 105,2-2 0,2-1 0,-1 0-342,-2 0 1,0 0-1,1 0 282,4-1 0,3 0 0,-1-1 0,-1 1-452,-1 0 0,-1 1 1,1-1 406,1 1 0,4-1 0,-2 0 0,-4 1-45,-3 0 0,1 1 36,-3-1 0,5 1 0,1-1 0,0 0 0,-3 0-36,0 1 0,-2 0 0,0 0 0,1-1-365,2 1 1,1-1 0,0 1 0,1-1 382,-2 1 0,2-1 0,0 0 0,-1 1 0,-4-1 26,8 1 1,0-2-30,-6 2 0,3-1 0,3 0 0,0-1 0,-2 1 0,-4 1-15,0-1 0,-3 1 0,3-1 0,0 0 0,5-1 0,3 1 0,-1-1 0,-2 1 0,-5 0 0,-1 0 0,-4 0 0,4 0 0,0 0 0,3 0 0,3-1 0,-1 0 0,-1 0 0,-4 1 0,1 0 0,-2 0 0,3 0 12,-3 0 1,5-1 0,1-1 0,2 1 0,0-1 0,-2 1 0,-1 0-13,2-1 0,-1 1 0,-1 0 0,0-1 0,1 1 0,-2 0 0,-1 0 0,1 0 0,1-1 0,0 1 0,0 0 12,2-1 1,2 0 0,1-1 0,-1 1 0,0 0 0,-3 0 0,-4 1-473,6-1 1,-5 0-1,5 1 460,-5-1 0,3 1 0,4-2 0,0 1 0,-2 0 0,-1 1 0,-5 0 0,1 0 0,-3 0 0,3 0 0,-2 1 0,5-1 0,1 0 0,0 0 0,-2 0 0,-4 0 0,1 1 0,-4 0 0,2-1 18,4 0 0,4 0 0,1-1 0,-2 0 0,-4 1-18,4 0 0,-1-1 0,0 0 0,4-1 0,0 1 0,-5 0 0,-3 1 0,0 0 22,1-1 1,4 0-1,-1 1 1,-4 0-23,-1 0 0,-1 0 0,-1 0 0,2 0 0,0 1 0,-2-1 0,-1 1 0,0-1 0,-2 1 0,1 0 30,7-2 0,3 0 0,-3 1-30,-11 2 0,1-1 0,4-1 0,3 1 0,-4-1 90,4 0-294,0 0 0,-1 0 204,-5 2 124,1-1 0,0 0-124,-2 1 343,2 0 0,1-1-343,-2 2 45,5-2 0,0 1-45,-5 1 0,2-1 0,-1 1 0,-9 0 1583,8 0-1583,-13 1 1478,0-1-1478,-3 1-1093,-2 0 1,1 0 0</inkml:trace>
  <inkml:trace contextRef="#ctx0" brushRef="#br0" timeOffset="167842">3165 2374 8612,'-7'0'630,"1"0"-450,5-3 89,0 3 181,0-2 0,-1 2 90,1 0-360,-1 0 359,-1 0-359,1 0 270,-2 0-270,3 0 180,-3 0-181,3 0 181,-1 0 450,0 0-630,9 0 269,-2 0-269,16 0-90,-1 0 0,1 0-90,9-9 0,-16 7 90,8-10-90,1 4 0,-10-1 45,3 1 0,-1 0-45,-3 2 90,14-12-90,-15 11 45,2-4 0,-1-1-45,-2 3 45,2-2 0,-2 0 45,-3 2-90,7-7 0,-9 8 270,7-12-180,-6 9 0,7-17-90,-7 15 45,-1-4 0,1 0 45,-2 0-90,3-7 0,0-3 0,-2 5 0,0 1 0,-1 0 0,1-1 45,0-2 0,-2 2-45,-2 6-45,1-2 0,-1 0 45,-1 2 0,1-2 0,-1 0 0,0 2 45,0-1 0,0 0-135,0 3 135,-2-4 0,0-1-45,-2-6 0,-1-3 0,-6 0 0,6 17-45,-5-4 0,-1 1 45,2 2 0,-2-2 0,-1 0 0,2 5 0,-14-10 0,14 13 0,-17-6 0,15 8-90,-18-2 90,17 5 0,-5 0 0,-1 1 0,4 0 0,-4 4 0,1 1 0,3-2 0,-2 7 0,0 2 0,1-5 0,-4 6 0,0 1 0,2-1 0,-2 2 0,-1 0 0,3-2 0,-1 2 0,1 1 0,3-4 0,0 3 0,0-1 0,3-2 0,-5 7 90,2 0-90,7-7 0,0 2 0,0 1 0,3-3 0,-3 18 0,5-17 90,-3 18-90,4-17 0,0 4 0,1-1 89,1 0-1728,2 8 1,1 1 1523,-2-3 160,4 6 0,1 0-98,-1-6 53,2 2 0,2-1 90,1-3-90,1 0 0,0 0 0,1-5 0,1 0 0,1 0 90,-1-4-90,3-1 0,0 0 0,-1-2 0,6 0 0,0-2 0,-2-3-585,7 1 1,1-4-136,-2-7-373,-5 2 1,4-1 0,-2 0-547,-5-2 1,0-1 1617,8-2 0,5 0 0,-4 1 1,-7 2-1,-1 0 0,11-3 0,0-1 1</inkml:trace>
  <inkml:trace contextRef="#ctx0" brushRef="#br0" timeOffset="181094">4074 7296 13289,'-10'-1'1350,"1"0"-1081,5 0-89,1 1-90,0 0 0,0 0-90,2 0 0,0-1 0,0-1 0,1-1 0,0-2 0,0-1 0,0-4-90,0-3 90,0-2 90,0-15-356,0 5 221,0-4 0,0-1-196,0 14 0,0 0 241,-5-8 0,-1-4 0,0 3 0,2 8 0,-1 0 150,-5-7 0,-3-3 0,1 3-15,4 8 0,1 1 104,-5-5 1,-1-2 0,0 3-150,-6-1-90,8 4 0,1 7 0,-1 19 0,9 1 45,1 11 0,-1 3-45,2 1 0,1-3 0,1 4 0,1-1-901,2-1 0,2-1 901,-1 5 0,1 1 0,6-3 0,0-4 0,0-5 0,-3-4 0,2 0-745,13 3 745,-9-7-90,1-3 0,1-1 0,-4-4-58,12-7 148,-17-3 0,4-13 0,-11 6 0,0-1 0,-1 0 0,-1 0-162,-2 0 1,-1 0 161,2 3 0,-3-5 1512,4 9-1512,0 4 912,5 1-912,-4 9 0,16 2 0,-10 8-90,18 4 180,-15-6-90,10 7-90,-13-13 646,6 7-466,-8-9 247,3 3-337,-6-7 0,1 1 0,-2-2 1439,0 0-1439,-6-9 0,4 1 0,-8-16 0,8 9-45,-2-2 0,-1 1 45,4 2 0,-2-3 0,1 1 0,1 4 0,5-7-90,1 10 90,0 2 0,5 1 90,2 2-90,0 2-90,12 1 90,-14 8 0,6-6 0,-6 11 0,-3-6-450,8 5 91,-8 0-1,4-5-630,-3 5 361,-3-10-2340,14 9 1350,-10-10 1619,19-5 0,-15-7 0,7-9 0</inkml:trace>
  <inkml:trace contextRef="#ctx0" brushRef="#br0" timeOffset="181527">4556 6217 11760,'0'-10'2879,"0"1"-2520,15 35-269,-6-14-60,1 5 0,2 4 0,-2-2-502,4 5 502,-3-5 0,1 3 0,-1-2-305,-3-5 1,0-1 274,4 8 0,2 2 0,-2-2-1362,-3-7 1,-1 0 1316,5 7 0,1 1-270,-4-6 1,-1-2-2109,5 8 2153,-6-9 0,1 0-1306,1 0 0,0-1 227,2 1 1341,0-2 0,0-1 1,-5-6-1,3 0 0</inkml:trace>
  <inkml:trace contextRef="#ctx0" brushRef="#br0" timeOffset="181793">4673 6316 10666,'-13'-19'810,"-4"-5"-360,3 6-136,3 3 1,0 0-225,2 0-90,-3-13 90,10 18 90,9-10-90,3 14 0,14-2 0,-7 7 180,12 12-180,-21-4-90,2 6 0,-3 2 0,-6 0-90,-2 4 0,-2 0-180,-4-1-675,1 3 1,-1 0-45,-4-3-650,6 1 1,1 0 1445,-2-3 0,4 7 1,2-11-1</inkml:trace>
  <inkml:trace contextRef="#ctx0" brushRef="#br0" timeOffset="182125">4731 6815 13739,'-18'14'540,"3"-3"0,-2 0-1,2-1 1,1 0-540,-1 0 0,1-1 270,-5 4 180,45-26-361,-9 4-1182,6-6 1,6-4 0,-3 0 695,-5 5 0,1-2 415,-2 0 0,4-2 0,2-2 0,-2 1 0,-2 2-128,-2 2 1,-2 1 0,3-2 123,0 0 1,2-2 0,2-1 0,0 0 0,-1 0 0,-4 4-15,2-1 0,-4 1 0,3 0 0,2-2 0,3-3 0,1 0 0,-2 1 0,-3 3 0,1-1 0,-1 1-90,-2 3 0,1-3 0,0 2 1,-4 2-1800,2-1 989,-4 2-89,-22 11-650,-9 15 1,-2 3-842,-2-1 2631,3 3 1,1 1-1,6-8 1,1 0-1,0 1 1,0 0 0</inkml:trace>
  <inkml:trace contextRef="#ctx0" brushRef="#br0" timeOffset="182458">5027 7204 12930,'-5'-16'1349,"-2"-2"-899,2 6 359,-5-4-719,7 19 90,9 18-180,-4 2-45,7 3 0,4 4-1594,-3-2 1,0 1 557,0-5 0,1 0-12,1 1 1,2 1 0,0-4 712,-1-7 1,0-1 0,2 4-1,1-1 1,6-2 0</inkml:trace>
  <inkml:trace contextRef="#ctx0" brushRef="#br0" timeOffset="182658">5268 7259 13919,'-24'-16'1619,"9"2"-2338,11-9 89,14 9-809,4-2 0,2 0-181,5 1 1620,0-3 0,-1-1 0,-3 4 0,-3 3 0,-1 0 0</inkml:trace>
  <inkml:trace contextRef="#ctx0" brushRef="#br0" timeOffset="183175">5480 6884 13739,'-6'17'900,"9"4"-810,7 3 0,4 0-46,-6-8 1,1 1-1138,4 7 1,2 3 0,-3-3-85,-5-8 1,0 1 876,3 8 0,2 3 1,-2-3 684,-4-8 0,0 0-745,2 7 1,1 2-1,-1-4-270,1 6 0,1 0 1,-1-2 359,-2-7 792,2 8-1601,-2-14 449,-3-4 0,2-1-359,-1-5 4001,-2-2-2202,1-16 539,-3-4 0,-1-3-720,-5-7 1,-1-1-593,4 1 1,-2-1 381,-4 4 1,-3-1 0,2 4-240,3 5 0,-1 0 209,-3-7 1,-2-3 0,0 4-165,5 9 0,-1 0 194,-5-7 1,-1-3 0,2 4-150,-3-2-45,0-3 0,1 1-135,7 9-90,2 1 0,1 0 0,3 4-18,6-9 18,4 14 0,13-1 0,-7 6-1561,3 5 1,0 2 1560,-4-4-226,3 10 1,-3 1 225,-8-4-42,0 6 0,-4 1-318,-12-2-405,0 2 1,-2 1 44,-11-2-854,-1 1 0,1 0-315,2-4 1889,1-3 0,1-2 0,3-2 0,-3-2 0</inkml:trace>
  <inkml:trace contextRef="#ctx0" brushRef="#br0" timeOffset="183524">5264 5759 13199,'-9'-28'2249,"0"1"-1709,14 0-181,11 21 1,4 5-791,-4 1 0,2 4 543,3 3 1,4 4-1,-1 2 1,-3-1-718,1 2 0,0 3 623,-1 0 0,2 4 0,3 1 0,-2 1 0,-3-3-622,-2 0 0,-2-2 0,2 4 616,-3-2 1,2 2 0,1 3 0,1 0 0,0 0 0,-2-1 0,-2-3-427,-1 0 1,-2-3-1,0 1 1,1 3 300,-1-1 1,2 2-1,1 3 1,0 0 0,0 0-1,-1 0 1,-1-2-1,-2-3-22,1 2 0,-1-3 0,-2 0 1,3 3-111,-1 1 1,2 4 0,1 1 0,0 1 0,-1-1 0,0-2 0,-3-3 64,2 3 0,-2-3 0,2 3-330,-3-1 0,2 3 1,1 3-1,-1-1 0,-1-2 1,-2-4 179,-2-3 0,-1-4 0,-1 3-326,-1 3 1,0 4-1,0 0 1,-2-1 0,-1-5 648,-5 1 1,-1-3 0,-1 1-1,-1 2 1,0-3 0,-2-3-1,1-1 1</inkml:trace>
  <inkml:trace contextRef="#ctx0" brushRef="#br0" timeOffset="184025">4228 6171 10681,'-12'-4'3238,"3"17"-2878,0-3 89,6 15 1,2 4-2089,-1-12 1,1 0 671,4 12 1,2 4 1100,0-9 1,1 2 0,0 0 0,1-2-164,0-1 0,1-1 1,1 3 66,-1-2 1,1 3-1,2 2 1,0 2-1,-1-1 1,1-2 0,-2-3-138,1 1 0,-1-4 1,0 0-1,3 4 110,-1-1 0,1 3 1,2 3-1,1 1 0,-1-1 1,1 0-1,-2-2 0,-1-4 11,2 3 1,-3-3 0,2-1-1,2 5-13,-3-6 0,1 2 0,2 2 0,0 1 0,1 2 0,0-1 0,1 0 0,0 0 0,0-2 0,-1-2-32,2 0 1,-1-2-1,0-1 1,1 0 0,0 0-1,0-1 1,1 1-1,1 2-202,0-2 0,0 2 0,2 1 0,0-1 1,0 1-1,0 0 0,1-1 0,-2-1 0,1-1 1,-2-2 69,2 2 1,-1-1 0,-1-2 0,1 0 0,-1-1-1,1-1 1,1-1-393,5 0 1,1 0 0,1-1 0,-1-2 0,-2-2 0,-3-2-649,4 0 1,-1-4 1194,5-2 0,3-2 0,-5-2 0,-7-3 0,-3-2 0,6-5 0,1 0 0</inkml:trace>
  <inkml:trace contextRef="#ctx0" brushRef="#br0" timeOffset="186908">5755 6136 16078,'-4'-9'540,"1"1"-451,3 7 91,0 0 0,0-1 0,0 1-3457,-3 0 2457,1 0 1,-7 6 0,0 1 0</inkml:trace>
  <inkml:trace contextRef="#ctx0" brushRef="#br0" timeOffset="188308">5233 5632 9062,'9'-11'719,"1"2"1,-8-9-540,1 7 539,0-17-449,-3 13 135,-2-2 0,-2-1-135,-4 1 44,-6-7 1,-4-3-45,2 11 0,-1 1 0,0 0-551,3 0 0,0-1 0,-2 1 401,-10-3 0,-2 1 0,2 3-1759,8 6 1,0 2 1549,-10-4 0,-1 1 224,4 6 0,1 2 191,6-1 0,-2 2-176,-6 5 0,-4 3 0,4 1-105,4-3 0,-1 3-434,-2 3 0,-3 3 0,-1 2 0,3-2 434,1 0 0,-1 1 27,3-2 0,-3 3 0,-3 1 0,2-1 0,4-1-441,1-2 1,4-2 0,-3 2 390,-1 1 1,-2 1-1,-1 1 1,1 0 67,1 0 0,0 1 0,1 0 0,1-1-60,3-2 0,1 0 0,-2 3-135,3-2 1,-3 4-1,-1 1 1,1 0 0,1-1-1,3-2 135,0 1 0,3-2 0,-1 3 6,-1 5 0,-2 3 0,-1 2 0,2-1 0,2-4-6,3-3 0,1-3 0,0 3 39,1 2 1,-2 3-1,1 3 1,-1 0 0,2 0-1,1-2-69,2-2 0,2 0 0,0-2 0,0 1 0,0 1 18,-1 1 0,-1 1 0,0 0 0,1 1 0,1 0-18,2-1 0,1 2 0,1 1 0,0-1 0,0-3 0,0-2 0,-1 1 0,0-3 0,1 4 64,2-4 0,1 4 1,0 2-1,1 1 0,0-1 1,-1-2-1,0-4-4,0 3 0,-1-3 0,1 3 0,2 1 0,1 4 0,1 2 0,0 0 0,0-2 0,-1-4-60,0-2 0,-1-4 0,1 4 15,0 0 0,2 3 0,0 2 0,1 0 0,-1-2 0,0-3 15,0 1 0,-1-4 0,2 4-30,1-1 0,1 3 0,2 2 0,-1 1 0,1-3 0,-2-4 0,0 2 0,0-5 0,3 4 12,-3-5 1,2 4 0,2 0 0,0 1 0,1 0 0,-2-2 0,-1-4-13,3 5 0,-1-3 0,3 2 12,-3-5 1,2 3 0,1 1 0,2 0 0,-1 0 0,-2-2-1,-1-3 18,3 3 0,-2-3 0,3 3-5,-2-3 1,4 2 0,1 2 0,2 1 0,-2-1 0,-1-2-1,-3-3-25,3 3 0,-3-4 0,4 3 12,-4-3 1,3 3 0,3 0 0,0 1 0,-1-1 0,-1-1 0,-4-3-13,3 1 0,-4-3 0,4 2 15,-1-2 0,4 2 0,1 1 0,1-1 0,-2-1 0,-4-2-15,2 0 0,-3-3 0,3 1 15,-1-1 0,4 0 0,2 1 0,0-1 0,-1 0 0,-5-2 15,2-1 0,-2-1 0,2 0 0,0-1 0,3-1 0,3 1 0,0 0 0,-3-1 0,-3 0-30,1-1 0,-3 0 0,3-1 0,-1-2 0,3-1 0,2 0 0,-1-1 0,-1 0 0,-4 0 0,0 1 0,-3 0 0,2-3 0,1-1 0,4-3 0,2-1 0,0-1 0,-2 1 0,-5 2 0,0-1 0,-5 1 0,4-2 15,-1 0 0,3-3 0,2-2 0,-1 0 0,-2 1 0,-4 2-60,5-6 0,-2-1 45,-5 2 0,3-3 0,-1-1 0,0 0 0,-4 3 0,3-6 0,-3-1-18,-3 3 0,1-3 0,1-3 0,-2 1 0,-2 4 18,-2 2 0,-1 2 0,-1-3 15,0 0 0,1-4 0,0-2 0,-1-1 0,0 2 0,-1 4-45,0-2 0,-2 3 0,0-5 17,0 3 0,-1-5 0,1-2 0,-1-1 1,0 1-1,0 1 0,-1 5 13,1-5 0,-1 4 0,-1-4 0,-1 4 0,0-4 0,-1-3 0,0 0 0,0 0 0,-1 3 0,1 4 0,0-3 0,-1 5 0,0-4 0,-1 5 0,-1-3 0,0-1 0,0-2 0,-1 2 0,1 1 0,1 4-30,-2-5 0,1 4 0,-1-4 30,-1 2 0,-1-4 0,0-2 0,-1 0 0,1 2 0,1 4 0,-1 0 0,1 3 0,-2-3 0,0 1 0,-1-3 0,-2-2 0,0 0 0,1 2 0,1 4 0,0-1 0,0 4 0,-2-3-15,1 2 0,-3-4 0,0-1 0,-1 0 0,1 2 0,2 4-15,-1-1 0,1 3 0,-2-2 30,0 1 0,-1-3 0,-2-2 0,0 0 0,1 2 0,2 3 0,-1-1 0,2 3 0,-2-3 15,1 1 0,-4-3 0,0-2 0,-1 1 0,2 1 0,1 3-45,0-1 0,1 3 0,-1-1 30,-2-2 0,-1-2 0,-1 0 0,0 1 0,-2 2 0,-2-1 0,1 2 0,1 1 150,2 1 1,1 1-1,-3-2-165,1 2 0,-3-3 0,-3 0 0,1-1 0,1 2 0,3 2 15,-1-1 0,3 3 0,-3-1 0,0 0 0,-3-2 0,-3-1 0,1 0 0,1 1 0,4 3 0,-2-1 0,4 3 0,-6-1 0,7 3 0,-3-1 0,-3-1 0,-1-1 0,0 1 0,-1 1 0,2 0 0,1 2 0,-6-1 0,2 2 0,0 1 0,0 0 0,-2-1 0,4 0 0,-1-1 0,-1 0 0,1 1 0,-1 0 0,-1 1 0,3 3 0,-1 0 0,0 0 0,0 1 0,0 1 0,1 0 0,2 1 7,-5 1 1,3 0 0,0 1 0,-4 1-8,6 0 0,-3 0 0,-1 1 0,0 0 0,0 0 0,1 1 0,3-1-23,-3 2 1,2 0-1,0 0 1,-2 3 22,2 0 0,-3 2 0,0 2 0,0-1 0,2 1 0,4-2-30,-1 2 0,4-1 0,-2 3-120,1-1 0,-3 4 0,-1 0 0,1 1 0,1 0 0,4-3 0,0 1 0,3-2 0,-1 5-330,2-1 0,-3 3 1,1 2-1,0 1 1,2-1-1,4-1-510,2 7 1,5 0 0,0 0 696,-3-4 1,0 1 0,0-1-1,5-1-157,5 0 1,4-1-1,3-3-794,10 4 0,2-5 1244,-3-3 0,1-2 0,-1-2 0,1 0 0,-1-2 0,4 0 0,0 0 0</inkml:trace>
  <inkml:trace contextRef="#ctx0" brushRef="#br0" timeOffset="189341">5140 5395 11670,'6'-4'3059,"-6"-2"-2790,-1-5 1,-8 1 450,5-10-540,-1 7 134,2-12 1,3-5-90,6 2 0,3-2-1318,-5 9 1,-1-1 0,1 0 857,4 1 0,1 0 1,0 1 323,2 1 1,0 0 0,0 1-705,4-5 1,-1 0 614,0 4 0,0-2 0,2 0-190,0 0 0,2 0 0,1-2 0,2 1 205,-2 4 0,1-1 0,1 0 0,0 1 0,0-1 0,0 1-191,-1-2 1,0 1-1,0 0 1,0 0-1,3-1 188,-1 3 1,3-1 0,1 0 0,0 0 0,-1 1 0,-1 2 0,-4 2-13,3 0 0,-4 3 0,3 0 0,0-2 0,3-1 0,0 1 0,0 1 0,-3 2 0,0 1 0,1 1 0,1-1 228,3 1 1,0 0 0,2 0-1,0 0-228,-2 1 0,1 0 0,0 0 0,0 1 0,-2 0 0,0 0 0,-2 1 0,0 0 0,0 1 0,3 0 0,0 2 0,-6 0 0,-3 1 613,12 5-613,-21-3 1348,6 6-1348,-11-7 2836,4 6-2836,-5-7 684,0 4-774,-12-12-90,-8-5 90,-5-3 90,0 0 0,0 0 9,-2-1 21,5 4 0,-3-3 0,2 2-30,5 5 0,1-1 30,-6-4 0,-3-1 0,3 2 150,-5-3-135,2 3 0,0 0-45,8 6 0,-4-1 0,13 7 90,3 6-90,9 9 0,-5 1 44,12 0 1,3 0-45,-2-1 45,12 2 0,3-1-548,-2-3 503,-4-5 0,3 1 0,-3-1-1377,-6-3 0,-1 0 1422,10 1 0,1 0-45,-2-2 0,-1 0 0,7 0 45,-1 0 0,-1-1 45,-7-1 89,-3 0 1,-2-1-90,-5 0 90,3 0-180,-11 0 715,0 0-536,-3 11 3097,0-3-3285,-12 15 1,-3 4-1056,0 0 569,2-8 0,-4 4 1,0 1-1,2-3-669,0 0 0,0 1 508,2-3 1,-2 4-1,-1 1 1,1 0 0,2-4-984,-3 6 1,2-1 1228,-1 1 0,-1 2 1,3-3-1,4-6 1,2-1-1,0 0 0,-1 0 1</inkml:trace>
  <inkml:trace contextRef="#ctx0" brushRef="#br0" timeOffset="-191222.73">5803 2852 13559,'-7'-11'360,"5"0"-90,-9 1 180,10 2-181,-7 2 1,8 1-90,-4 2-270,2 1 180,1 8-90,-1 4 0,6 18 0,2-7 45,-2 1 0,2 0-45,4-1 0,-2 2 0,-1 0 0,5-5 45,2 2 0,0-1-45,0-6 0,4-1 0,0-2 90,-4-6-90,3-4 0,-1-2 0,-2 1 0,3-14 0,-3-6 0,-6-1 0,-5-2 0,-2-4 0,-2-2 0,-1 1-322,0-2 0,-3 1 382,-4 3 0,-4 0 0,2 5-60,-3-1 0,1 5 0,0 2-90,4 9 0,-7 5 90,11 3-1079,-4 28 449,7-14-463,0 3 1,1 6 0,0-2 827,3-3 1,1 0 0,0 8 0,2-1 0,3-11-1,-1 1 1</inkml:trace>
  <inkml:trace contextRef="#ctx0" brushRef="#br0" timeOffset="-190972.73">6264 2928 12930,'-6'-12'629,"5"3"-359,-9 3-360,8 5 90,-2 16-540,7 14 181,-2 1-586,3-7 1,0-1-46,0-4-649,1 1 1,1-1 1602,1-4 1,0 6 0,-3-13 0</inkml:trace>
  <inkml:trace contextRef="#ctx0" brushRef="#br0" timeOffset="-190771.73">6400 2685 12210,'-5'14'-90,"0"-2"90,5 7-90,0-6-315,3 3 1,1 0-226,-2 2-944,8 3 0,3-1 674,-5-2 601,2-5 0,1-1 1,-1-1-1,-1-1 0</inkml:trace>
  <inkml:trace contextRef="#ctx0" brushRef="#br0" timeOffset="-190522.73">6538 2397 13649,'0'-7'-90,"0"1"90,5 5 0,5 0 45,3 8 0,2 3-45,6 0-1093,-5 3 1,2 3 0,-3-1 1131,-3-4 1,-1 2-70,5 8 0,2 5 0,-4-3-60,-5-4 0,-2 0-270,0 3 0,-1 5 1,0 0-1,-2-4-135,0 1 1,-4 0-326,-3 1 1,-2 5 0,-2-1 0,1-4 711,0-1 0,-3-1 1,-1 0-1,-3 2 1,0-4-1,3-5 1,-1 1-1</inkml:trace>
  <inkml:trace contextRef="#ctx0" brushRef="#br0" timeOffset="-190272.73">5453 2748 14099,'-8'16'90,"-1"-1"0,0 10 0,2 1-45,1-4 0,1 1-1138,2 6 1,0 4 0,1-3 480,1-8 1,1 2 633,0 2 0,1 4 1,1 0-1,0-3-67,2-1 1,2 0-100,1-2 0,1 4 0,1 2 0,0-2 0,0-4-126,4 2 0,3 0-234,-2-6 0,3 3 1,0 1-1,1-3 1,-2-4-307,4-1 1,2-4 809,2-2 0,5 1 0,0-3 0,-3-3 0,1-5 0,-1-4 0,2 0 0,0 1 0,0-1 0</inkml:trace>
  <inkml:trace contextRef="#ctx0" brushRef="#br0" timeOffset="-189738.73">7154 2561 14639,'-31'6'719,"13"-2"-539,19-8-90,9 0-90,13-4 0,4 0 0,-12 3 0,0-1-427,9-1 1,3-2 426,-6 3 0,2-1 0,-2 0 0,0 1 0,2-1-45,-1 1 0,5-2 0,-1 1 0,-3 0 0,-2 1 0,0 1-105,6-3 0,2-1 0,-4 2 60,3-2-180,-5 0 1,-4-1 89,-10 2 206,0-11-26,-17 11-90,6-5 0,-17 4 90,16 4 0,-18-2-90,11 5 90,-4 7 0,6 1 647,6 11-647,2-7 0,5 13 90,3-12-90,-1 6 180,2 0-180,-8-6 90,-4 15-90,2-13 0,-9 1 0,-2 1-90,3-1-315,-7 2 1,-1-1-316,4-2-919,2 0 1,1-1-572,4-5 2210,0 2 0,6-7 0,0-2 0</inkml:trace>
  <inkml:trace contextRef="#ctx0" brushRef="#br0" timeOffset="-189522.73">8266 2247 15628,'24'-5'-1639,"-1"-1"1,1-3 1169,-2-1 1,1-1 0,3-2 0,-2 0 0,-8 1 0,0 1 0</inkml:trace>
  <inkml:trace contextRef="#ctx0" brushRef="#br0" timeOffset="-189072.73">8780 1974 13469,'20'0'450,"-2"0"-270,1-6-180,-3-1 45,5-3 0,2-2-90,-6 3 0,0 1 45,2-3 0,1 2 0,-1 3 0,-2 2 0,-5 2 90,12 8-90,-17 4 0,7 12 0,-9-7 90,3 8-90,-6-14 180,1 7 0,-2-11 0,-1 2-180,-6-6 179,-12-11-89,3 8 90,-4-10 0,-1-1-90,2 5 270,-7-8 0,-2-2-180,8 9 0,2 0-136,-4-2 1,0 0-45,-1 4 0,3 2 0,2 2-90,-2 4 1,-1 4-361,-3 10-2827,-3 1 2416,9 4-1983,7 4 1944,6-7-739,4 1 1,3 1-752,4-3 2390,8 8 0,-2-14 0,1 0 0</inkml:trace>
  <inkml:trace contextRef="#ctx0" brushRef="#br0" timeOffset="-188872.73">9215 1976 13379,'0'10'810,"0"1"-630,0 1-180,0 10-90,0-7-900,5 14 181,-4-18-2468,12 12 527,-8-15 2750,9 2 0,-5-8 0,2-1 0</inkml:trace>
  <inkml:trace contextRef="#ctx0" brushRef="#br0" timeOffset="-188421.73">9704 1803 13289,'-7'-8'1080,"2"0"-451,2 1-629,2-1 0,6 1-90,11-8 90,1 7 0,2-2 0,0 0 0,0 0 0,7-1 0,0 1-89,-6 2-216,0 3 1,-1 1 304,-7 2 149,2 2-149,1 0 90,-1 5-90,-1 0 0,-4 2-180,-6 0 180,-14-7 460,5 3-460,-24-8 0,16 4 134,-3-4 1,-1 0-45,0 4-1651,-5-2 0,-1 0 1561,4 2-544,-4 2 1,0 1 543,7 6-349,-1 0 0,1 1 349,6 3-355,-8 9 265,16-11 892,4 14-4079,23-12 1247,-4 2 1554,-3-10 1,-1-3 475,5-1 0,1 0 0,0 0 0</inkml:trace>
  <inkml:trace contextRef="#ctx0" brushRef="#br0" timeOffset="-188172.73">10139 1269 13379,'-14'7'1260,"3"3"-1036,15 7 1,5 3-45,-2 8 0,1 0 0,3 4 0,-1-3-874,-4-7 1,-1-1 715,0 5 1,1 5-1,0-1 1,-2-4-68,-1-4 0,-2 1-248,0 0 1,-2 3 0,-1 1 0,0-4-203,-1-2 0,-3 0-325,-3 1 1,-2 2 0,-2 0 0,1-3-820,-3-1 1,-2-2 1228,0 1 0,-3 2 1,2-4-1,-2-1 1,2-2-1,-2 0 0,0 0 1</inkml:trace>
  <inkml:trace contextRef="#ctx0" brushRef="#br0" timeOffset="-187838.73">8251 1865 14189,'-4'16'989,"0"-1"1,-3 9-870,3-2 0,0 5 0,1-3-1063,-1-3 0,1 1 965,1 2 1,-1 5 0,0 1-1,1-4-22,0-1 0,1 1 0,1 0 0,1 4 0,1 0 0,0-4-90,1-3 0,3-1-248,1-1 1,4 3 0,1-1 0,-1-4-158,2-3 1,3-2-326,3 0 1,6 0 0,0-1 0,-3-3-820,4-3 1,0-2 1228,1 0 0,3 0 1,-3-1-1,-1-3 1,-1-2-1,1 1 0,-1 0 1</inkml:trace>
  <inkml:trace contextRef="#ctx0" brushRef="#br0" timeOffset="-187306.73">6006 3730 14549,'-25'4'539,"1"-1"1,-7 2-1,1 1 1,1-1-3817,4 1 1434,-5 3 3791,10-2-1588,27-4-90,-3-5-150,14-2 0,9-3 0,-1 0-319,-3-2 1,2-2 198,-3 3 0,4-2 0,3-1 0,0 0 0,-1 1 0,-3 0-463,-1 1 0,-3 0 0,1 1 0,3-3 471,-4 2 1,3-1 0,3-1 0,0 0 0,2-1 0,0 0 0,0 0 0,-2 0 0,-1 1 0,-3 1-9,7-2 0,-4 1 0,0 0 0,0 0 0,3-1 0,-3 1 0,1-1 0,1 0 0,1 0 0,0-1 0,1 1 0,-2 0 0,0 0-203,2 0 1,-1 0-1,1 0 1,-1 0-1,-1 1 1,0 0-1,0 0 173,-1 0 0,-1 0 0,0 1 0,0 0 0,1-1 0,0 1-38,-2 0 0,1 0 0,0 0 1,1 0-1,0-1 0,0 1 0,1-1 1,1 1 31,-2 0 0,2-1 0,0 1 0,1-1 0,0 1 0,0-1 0,0 1 0,-1 0 0,-1 0 0,-2 1 23,2-1 0,-2 1 0,-1 0 0,-1 1 1,2-1-1,1 0 0,3-1-20,-6 1 1,3 0 0,1 0 0,2-1 0,0-1 0,1 1 0,1-1 0,0 0 0,-1 1 0,-1 0 0,-1 0-1,-1 1 1,-2 0 0,-3 1-13,9-2 0,-5 1 0,-2 1 0,0 0 0,2-1 0,3 0-23,-6 1 1,3-1-1,1 0 1,2 0 0,0-1-1,1 0 1,-1 1-1,0-1 1,-1 1 0,-2 0-1,-2 1 1,-2 1 47,5-2 0,-3 2 0,-2 0 0,1-1 0,3 0-138,0 0 1,2-2-1,3 0 1,1 0 0,-1 0-1,-1 0 1,-3 1 0,-4 2-23,5-3 0,-5 2 0,3-2-432,0 0 0,3-2 1,1 0-1,-3 0 1,-6 2 575,-3 0 1,-4 0-1574,7-9 0,-10 2 1609,-22 8 0,-17-2 0,0 8 0</inkml:trace>
  <inkml:trace contextRef="#ctx0" brushRef="#br0" timeOffset="-186872.73">5770 4111 13993,'-21'6'125,"0"0"1,0-1 0,-3 1 0,1-1 0,3-5 1583,-6-16-1439,10 2-1090,26 0 1,14-4 0,4 0 0,-3 2 500,-5 4 0,-2 1 0,4-1 344,-1 0 1,5-1 0,3-2-1,0 0 1,1 0 0,-2 1 0,-3 2-248,2-1 1,-3 2-1,1 0 1,4-2 221,-7 4 0,2-2 0,3 0 0,1-1 0,1 0 0,1 0 0,0-1 0,-1 1 0,-2 1 0,-1 0 0,-2 1-68,4-1 1,-4 1 0,-1 1 0,0 0 0,3-1 0,3-2 73,-7 3 0,3 0 1,1-2-1,2 0 1,1 0-1,1-1 1,1 0-1,-1 0 1,0 0-1,0 0 1,-1 1-1,-2 0 1,-1 1-1,-3 1-128,7-2 0,-4 0 0,-2 2 0,-1 0 0,2-1 0,2 0 1,4-2 121,-9 3 0,2 0 0,3-1 0,0 0 0,2-1 0,1 0 0,0 0 0,2-1 0,-1 0 0,1 1 0,-1-1 0,0 1 0,-1 0 0,-1 0 0,0 1 0,-3 0 0,0 1 0,-3 0 0,7-1 0,-3 0 0,-1 1 0,-2 1 0,0-1 0,1 1 0,2-2 0,3 0 0,-5 2 0,2-1 0,1-1 0,2 0 0,1 0 0,1-1 0,0 0 0,1 0 0,0 0 0,0 0 0,-1 1 0,0-1 0,-1 1 0,-2 1 0,-2 0 0,-1 1 0,-3 0 0,12-2 0,-5 0 0,-3 2 0,0 0 0,2 0 0,4-2-7,-8 3 0,2-1 0,2-1 0,2 0 0,0 0 0,1 0 0,-1 0 0,1 0 0,-1 0 0,-2 0 0,-1 1 1,-1 1-1,-4 0 71,10-2 0,-4 1 0,-2 0 0,1 1 1,4-2-65,-7 2 0,2-1 0,3 0 0,0 0 0,2-1 0,0 1 0,-1-1 0,0 1 0,-2 0 0,-1 0 0,-3 2 0,8-3 0,-2 1 0,-3 0 0,1 1 0,1-1 0,0 0 0,0-1 0,1 1 0,0 0 0,-2 0 0,-2 1 22,2-1 1,-1 1-1,-3 1 1,-5 1 1106,9-2-1085,-7 1 1,-3 0-45,-10 4 699,2-2-3976,-29 3 0,4 1 3107,-8 2 0,-3 1 1,9 0-1,-1 0 1,-7 2-1,1 1 0</inkml:trace>
  <inkml:trace contextRef="#ctx0" brushRef="#br0" timeOffset="-170901.73">14405 3117 13649,'0'-9'3276,"2"2"-2414,16 7-862,-5 0 90,3 0 0,2 0 0,2 0 0,0 0-90,-3 0 0,1 0 90,10-2 0,-1 0-90,-6-3 44,4 1 1,1 0-45,-4-5 45,7 1 0,2-1 0,-6-2 0,-1-1-255,0 3 1,1-2 209,-5 1 0,1-1 0,-4 1 0,4-4 0,3-3 0,-1-1 0,-3 2 0,3-5 0,0 0 0,-3 0 0,-5 6 0,1-3 0,-1 2 0,5-7 0,-6 6 0,2-2 0,-2 2 0,5-6-30,-6 6 0,1-1 0,-1 1 30,4-4 0,-4 5 0,0-1 0,-1 0 0,0 2 0,5-5-45,0-4 0,0 0 45,-1 3 0,1-4 0,-1 1 0,-3 2 0,1-3 0,-1 0 0,-3 3 0,0-3 0,-1 0 0,-2 2-1055,-3 3 1,1-3 0,-1 3 1144,-1-7-90,0 6 0,-1-3 0,0 4-11,-1-5 56,0-1 0,-1-1-45,0 5 0,-2-1 0,-1 1 90,2 5 0,-3-4 0,-2 1 0,-4-5-1402,1-3 1402,-4 8-1588,-1 1 1498,3 6 513,-3-1 0,-1 0-513,-1 1-45,-4-1 0,-2 0 45,0 1 30,4 4 0,-4-1 0,3 1-30,-10-2 0,7 4 0,-4-1 0,3 1 45,7 3 0,1 1-45,-9-2 0,-1 0 0,3 3 0,0 1 45,-2 0 0,-1 0-45,0 0 0,1 0 45,1 4 0,0 1 0,-5-1 0,2 2-45,9 2 0,-1 0 30,-9 1 0,-3-1 0,3 0-30,8 0 0,0 1 30,-8 2 0,-3 1 0,3-1-30,8-2 0,0 0 29,-7 4 1,-4 1 0,4-1-30,8-3 0,1 0 30,-8 4 0,-2 3 0,3-2-30,7-5 0,1 1 0,-8 6 0,0 0 45,5-3 0,1 0-818,5-3 0,-1 1 773,-3 2 0,-2 2 45,-2 6 0,0 0 222,8-7 1,-1 1-268,-4 6 0,-2 4 0,4-3 0,5-6 0,1 0 0,-4 6 0,-1 4 0,3-4 45,4-6 0,1-1-45,-2 6 0,-1 3 0,2-3 0,-1 7 45,2 3 0,1-1-45,3-3 0,3-5 0,2 4 0,-1-4 90,1 7-90,4-6 0,3 4 0,-1-5 540,3 6-510,0-7 0,4 2 0,-2-2-30,-3-7 0,-1 0 30,6 7 0,2 2 0,-2-3-30,-4-7 0,0 0 30,5 3 0,2 3 0,-3-3-30,5 4 0,2-2 0,-2 0 90,-4-5 1951,8 5-1951,-5-6-90,-7-5 90,11 6 0,-14-9 419,7 3-509,-10-5 3276,6 0-3022,-9-2 234,4 1-488,-5-1 359,0 0-359,-1-3 0,-1 0 0,0-2 0,0 3 0,0 1-3277,0 0 2457,-14 1 1,4-1 0,-12 1 0</inkml:trace>
  <inkml:trace contextRef="#ctx0" brushRef="#br0" timeOffset="-169372.73">14824 2966 13649,'0'-16'1529,"0"0"-1259,0 0-180,0 6 450,0 5-180,0 20-180,0-8 269,5 24-359,0-17 45,0 8 0,0 2-45,0-2 0,0 9 0,0 0-421,-3-4 390,0-5 1,1 4 0,-1-3-387,-1-6 1,1 1 356,-1 11 0,1 4 0,-1-4-481,0-7 1,-1 1 450,1 1 0,-1 5 0,1-1 0,-1-4 45,0 0 0,0 0 0,0-1 0,0 4 0,0 0 0,0-4-1,0-3 1,0 0 45,0 9 0,0 5 0,0-6-45,0-12 0,0 0 15,0 7 0,0 2 0,0-4 30,0 0-45,0 0 0,0 0-45,0-5-220,-2 0 1,0 0 309,1-4 220,-5 9-310,3-14 574,0 2-574,0-6 940,3 0-940,-2-3 0,2 5 0,-1 1 0</inkml:trace>
  <inkml:trace contextRef="#ctx0" brushRef="#br0" timeOffset="-167923.73">14515 4343 13020,'-10'-14'269,"2"2"181,1 3-180,0 4 90,2 17-270,2-2 0,2 14 0,2 3-90,-1 3-1093,0-4 1,0 5 0,0-3 649,0-6 1,0 2 442,0 2 0,0 6 0,0 0 0,0-5 176,0 1 0,0 0-302,0-4 0,0 4 0,0 2 0,0-1 0,0-3-354,1 3 1,1-2-1,0 1 270,-1 2 0,1 0 1,0-1-871,-1-5 1,1 0-1,1-4 1080,3 4 0,-6 0 0,3-11 0</inkml:trace>
  <inkml:trace contextRef="#ctx0" brushRef="#br0" timeOffset="-167669.75">14500 4495 11850,'2'-22'395,"-1"-1"1,1 0 0,2-1 0,1 0 0,0 6-306,0 6 180,14-4-180,-8 14 0,6 0 90,0 5 0,2 2-1,-4 4 1,0 2-90,4-3 0,-2 2 0,-5 9 0,-4 1 0,-4-2-90,-14 3 0,-6 1-90,-3-1-1003,-3-4 1,-7 1 0,4-1 172,6-5 1,-1 0 919,-3 3 0,-4 2 0,0 0 0,5-2 0,4-3 0,2-1 0,-4 3 0,1 0 0,0-1 0</inkml:trace>
  <inkml:trace contextRef="#ctx0" brushRef="#br0" timeOffset="-163571.75">14235 5033 12120,'-8'-3'1079,"0"2"-539,6-2-360,-1 3 180,1 0-90,1 0 269,0 5-359,0 0 360,6 7 0,12-2-540,-2-3 90,3-4 0,2-1 0,-2-2-90,8-6 0,2 0-292,0 3 292,-3-5 0,7-4 0,-2-1-272,-5 4 0,-1 0 0,1-2 272,1-2 0,1-2 0,-1-1 0,-1 2 0,-2 0 0,-1 2 0,-1-3-30,1-6 0,-2-3 1,-3 3 29,-8 7 0,-1-2 0,3-8 0,1-5 0,-3 3 0,-3 8 0,-1-1-30,1-10 0,1-4 0,-2 4 30,-2 9 0,-1 1-30,0-9 0,0-2 0,-1 3 30,0 9 0,-1 1-30,-4-8 0,-2-3 0,0 4 30,2 8 0,-2-1 0,-5-2 0,-3-4 0,-2 0 0,3 4 45,0 2 0,-1 0-45,-4-1 0,-5-3 0,0 1 0,2 3-429,2 4 0,-2 2 451,-3 0 1,-4-1-1,-1 1 1,4 2 22,0 2 0,-1 3-23,0-1 1,-5 0-1,0 2 1,4 1-23,2 4 0,1 2 45,-1 1 0,-3 0 0,0 2 0,4 0-45,2 3 0,1 3 22,-2 1 1,-2 3-1,0 0 1,3-1 22,2 1 0,0 3-10,3 0 1,-4 6 0,-1 1 0,2 0 0,4-4-519,2-3 1,3-1-1,-1 2 498,0 3 0,-1 3 0,-2 3 0,1 0 0,2-2 0,2-4-15,1 0 0,3-4 0,0 4 18,0 3 0,-1 5 0,0 1 0,2-1 0,1-6-18,-1 5 0,4-2 22,3-2 1,3 4-1,2-2 1,0-4-23,0-4 0,4-3-113,4-1 1,6 1 0,1-1-1,-2-3-157,2-2 1,1-3-1,1 0 0,2 1 0,3-2-550,-2-5 1,2-1 0,0-1 0,-2-1-274,-1 0 1,-1-1 0,3-1 977,-4 1 1,4 0 0,1-1 0,1 0 0,-2-1 0,-3 1 0,6-3 0,-3-1 0,1 1-1,0 0 1,0-1 0,0 1 0,0 0 0</inkml:trace>
  <inkml:trace contextRef="#ctx0" brushRef="#br0" timeOffset="-158155.75">13079 5934 12030,'-12'-12'450,"0"2"-90,3 3-1,1 1 91,0 2-180,1 1-90,1 0-90,1 2-90,2-1 90,1 2 899,1-1-719,5 6-90,3-4 0,0 9 180,15-5-90,0 3-180,6-2-1,-2-3-44,-8-1 0,-1-2-45,7-5 90,3 3 0,1-2-90,-4-7 45,4 4 0,0-1 0,-11-2 0,-1 0 0,4 2 0,-1 1 45,2-7 540,-13 11-540,-11 14 0,3-3-90,-10 12 0,-4 3 0,3-3 0,0 0-105,-3 2 1,-2 1 104,2-1 0,-1 2 0,2-1-1093,2-5 1,0 1 0,1-1 896,-1 0 1,0 1 0,0-1-105,1 3 0,-1 0 1,3-4-151,0 3-630,2-1 1,1-1 180,3-5-2378,6 12 797,-2-18 2480,13 2 0,-8-8 0,7 0 0</inkml:trace>
  <inkml:trace contextRef="#ctx0" brushRef="#br0" timeOffset="-157805.75">13755 5615 14099,'-18'-22'1799,"5"10"-1529,-1 0 90,8 16-270,3 7 449,8 20-449,-4-7-1536,4 4 1,0 2 1445,-1-1 0,-1-5 0,1 3 0,0-2 0,-1-8 0,1 1 0,1 9 0,1 4 0,-1-5-90,-1-7 0,1 0-330,2 6 0,1 4 1,-1-4 327,-2-9 1,1-1-1002,4 7 1,3 3 0,0-5-2185,5 2 2629,-2-3 0,1-3 0,3-8 0,0-1 0</inkml:trace>
  <inkml:trace contextRef="#ctx0" brushRef="#br0" timeOffset="-156256.75">15076 5392 10501,'1'-8'720,"-1"0"-451,0 5 1,-5 1-90,4 1 0,-4 0-180,2 0 0,0 1 0,-1 7 0,-2-6 0,2 11 0,-4-10 90,2 10-90,-1-6 0,1 7 0,-1-3 0,1 0 0,0 0 0,0 1 0,0 0 0,-1 0 0,0 0 90,0 0-90,-1 0 0,1-1 0,0 0 0,2-1 0,-1 0 0,2-1 0,0-1 0,2 0 0,-1-1 0,1-1 0,0 0 0,1 0 90,0-2-90,1 2 0,0-3 0,11 2 0,9-3-90,11 0 0,-6 0-540,3-1 271,-17 0-1171,13 0 901,-15 0-1890,11 0 2519,-12 0 0,3 0 0,-5 0 0</inkml:trace>
  <inkml:trace contextRef="#ctx0" brushRef="#br0" timeOffset="-155855.75">15306 5311 11221,'-14'24'89,"8"-8"1,1 1-90,2 2 0,2 0 0,2 2 0,1-1-3159,3 10 3069,1-10 837,7-8-927,-7-3-90,8 1-1529,12-4 1259,-10-2 225,3-6 1,0 0 642,-2 0-149,1-11 1,0-2 180,-1 1-30,-5-1 0,1-5 0,-4 2 29,2-10 181,-5 2 0,-1-5 0,-1 4-361,-2 9 1,-2 1 30,-3-9 0,-3-2 0,1 5-120,1 1 45,-13 7 0,-2 2-135,7 8 45,-11 9 0,-1 4-135,1 4-850,4 3 1,-3 4 0,4-1 264,4-3 1,0 1 674,0 3 0,-3 3 0,1 1 0,3-3 0,0 0 0,2 0 0,-1 2 0,0-1 0,0 0 0</inkml:trace>
  <inkml:trace contextRef="#ctx0" brushRef="#br0" timeOffset="-155488.75">13462 7060 16168,'-23'4'0,"0"1"0,0 0 0,7-26 90,4 6-910,23-2 1,14-5 0,4 0 0,-3 2 114,-7 5 1,0 3-1,3-3 717,-1 1 1,3-2 0,2-1 0,2-1 0,-1 0 0,-1 2 0,-3 1-167,1 0 0,-3 3 1,1-1-1,4-3 129,-6 5 1,2-2-1,2-1 1,1 0-1,1-2 1,2 1-1,0-1 1,-1 1-1,1-1 1,-1 2-1,-2 0-162,2-1 1,-1 1 0,0 1 0,0-1 0,0 0-1,0 1 1,0 0 0,0-1 0,0 1 0,0-1 132,0 0 0,0 1 0,0-1 0,0 0 0,-1 1 0,1-1 0,0 0 0,0 1 0,0-1 0,1 1-166,1-1 1,1-1 0,1 0 0,0 1-1,0-1 1,-1 1 0,0 0 0,-2 1-1,-2 1 1,-2 2 61,7-4 1,-4 2 0,-1 1 0,2-1 60,-1 1 0,0-1 0,2 0 0,-1 0 0,1 1-559,0 0 1,1 0-1,0 0 1,-1 1 0,-2 1 601,0-1 0,-2 2 1,0-1-1,0 0 0,5-1 1,0 0-1,0 0 0,-4 2 1,1-1-1,1 0 0</inkml:trace>
  <inkml:trace contextRef="#ctx0" brushRef="#br0" timeOffset="-155138.75">13346 7319 12167,'-16'14'18,"1"1"0,-1-1 0,-5 7 0,-1 1 0,4-1 252,7 2 0,2-1 5,-6 3 0,8-7-6,28-19 1,8-8-135,-11 0 0,1-2-765,0-2 0,3-4 0,2-2 1,0 1-1,-3 2 690,-1 0 0,-2 1 0,4-1-35,-2 1 1,4-3 0,2 0 0,0-2-1,0 1 1,-1 2 0,-3 1-328,1 1 0,-2 1 0,-1 0 0,5-1 302,-5 2 0,4-1 0,1-2 0,2 0 0,0 0 0,0 0 0,0 1 0,-3 1 0,-2 1 0,6-3 0,-4 3 0,1 0 0,4-3-9,-8 5 1,3-1 0,2-1 0,2-1 0,1-1 0,0 1 0,-1-1-1,0 1 1,-1 1 0,-3 1 0,-2 1 8,4-1 0,-4 1 0,-1 1 0,2 0 0,2-2 0,-2 1 0,3-1 0,2 0 0,1-1 0,1-1 0,-1 1 0,0 0 0,-2 1 0,-2 1 0,-4 2-23,4-2 1,-4 3-1,-1 0 1,3-1-23,3-1 0,4-1 0,1 0 0,0-1 0,-3 2 0,-4 2-45,6-2 0,-2 0-68,-4 3 1,2-1 0,-1 1 0,-5 1-91,6-2-1057,-8 3 1,-7 0-1973,-13 3 3197,-14-1 0,-2 3 0,-8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00:26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7804 2032 10591,'-4'-9'1169,"-1"1"-539,4 5-450,-2 2 360,2-1-361,0 1 271,-1 0-90,1 1 629,0-1-809,6 0 0,-2 1 0,7 3-90,-5-2 0,2 2 0,1-3-90,-3 0 90,10 0 0,-8 0-90,4 0 0,-1 0 0,-2-4 0,1 3 90,1-3 0,0 0-90,4 0 90,-2-3-90,-1 2 0,0 0 0,-2 2 90,2-2-90,-1 0 0,-3 1 0,3-3 0,1-3 0,-3 4 0,8-8 90,-10 8 0,8-7-90,-9 7 89,2-2 1,-2 2-90,-1-1 90,-1-2 0,-1 3-90,-1-1 90,-1-2-90,0 3 0,0-5 0,-5 5 0,3-2 90,-12-2-90,12 3-90,-17-9 90,14 8 0,-8-2 0,5 2 0,2 2 0,-1-1 0,-1 0 0,2 2 0,-2-1 0,-1 1 0,2 1 0,-2 0 0,0 0 0,2 1 90,-2 0-90,-2 1 0,4 1 0,-10 0 0,9 1 0,-4 0 0,-1 4 0,4-3 0,-9 7 0,9-7 0,-2 6 0,-3 0 90,-5 6-90,3-4 90,-5 6-90,13-9 0,-4 2 0,5-1 90,1-2-90,-1 1 0,1 0 0,2-1-90,-5 8 180,6-7-90,-2 10-90,4-9 180,0 4-90,1-2 0,0-2-360,5 11-629,0-4-630,10 6 539,-4-7-179,4-1-2018,5-3 1517,-2-3 1469,9 1 0,-3-6 0,3 0 1</inkml:trace>
  <inkml:trace contextRef="#ctx0" brushRef="#br0" timeOffset="19984">5780 2079 9332,'-8'-3'989,"2"0"-719,4 2-90,1 0 360,-1-1-181,1 1 451,-1-1-630,1 0 359,0-1-359,1 2 270,-1-4-270,0 3 360,-1-4-360,1 3-90,0-1 89,0 2 1,0-1 0,-1 1-90,1 0 270,1 1-270,3 5 180,3 3-90,4 1-90,0 0 90,6 0-180,-5-3 89,17 7 1,-14-7-45,4 0 0,1 0-45,-2-1 45,5-1 0,0 0-45,0-2 0,-6 0 0,2 0 0,1-1 0,0 0 0,5 0-908,1-3 0,-1 0 908,-1 1 0,8-4-515,-3 1 515,-8 0 0,6-1-90,-4-5-90,-10 8-180,5-7-991,-11 3 362,-2 1-91,0-4-1618,-4-2 989,1 3 270,-1-5 1860,0 4 0,0 1 1,0-1-1</inkml:trace>
  <inkml:trace contextRef="#ctx0" brushRef="#br0" timeOffset="20884">6255 2015 11311,'0'-8'1349,"0"2"-1259,0 4 719,0 0-449,0 1-270,0 0 90,3-1 0,-2 0-90,6-1 180,-1 0-180,4 0 89,4-3-179,-2 2 90,1-2 90,0-1-180,-2 1 90,3-3 0,3-4-90,-6 4 90,1-2 0,-1 0 0,-2 1 0,7-17 0,-10 14-90,2-7 0,-6 2 0,-1 3 0,0-5 0,-7-8 0,5 9-645,-4 0 0,0 1 645,-3-1 0,-2-5 45,0 9 0,1 0-45,-2-4 0,-2 0 0,1-1 0,0 5 0,-6-8-708,3 10 708,4 4 0,-13-7 0,11 10 0,-6-3-371,3 6 371,5 1 0,-5 1 0,0 1 0,4 5 1135,-5-3-1046,-4 16-89,7-10 0,0 7 0,0 1 0,2-1 0,-2 3 0,1 2 0,2-2 319,3-3 1,-1 0-320,-2 10-593,4-5 593,-3 7 90,3-1-403,2 3 313,3-10 0,0-1 0,1 10 0,1-3 89,6 5-89,1-12 0,2 1 0,2-1 0,3-3-89,6 5-721,2-8 90,-3-4-919,5-2 1,0 0-1639,4-3 3161,-6-2 0,3-2 0,-3 0 0,9 0 0,-6-2 1,-1 0-1</inkml:trace>
  <inkml:trace contextRef="#ctx0" brushRef="#br0" timeOffset="21854">6282 1612 9332,'4'9'1709,"-3"1"-1439,2-8-1,0 0-89,-3 0 630,3-1 1079,-2-1-1799,-1-4 0,1-2 90,-1-11-180,0 5 89,0-6 1,0-6 0,0 8 0,0-10 90,0 4-90,0 7-90,0-5 90,0 3 0,0 5 0,0-3 0,4 3 0,-3 4-90,3-2 0,0 3 0,0 3 0,0-2 0,8 1 0,-6 3 0,22-2 0,-13 3 0,11-1 0,0 2-1111,-5-1 1111,8 1 0,-13 0 0,0 0-344,3 0 0,0 0 344,6-1 0,-1 0 45,-3 1 0,-2-1-45,0 0 0,0 0 0,0 0 0,-1 0 90,10-1-1488,2 0 0,0 1 1398,-4 0-935,-1 0 0,-1 0 935,-12 0 459,3 1-369,-10 0 255,-2 0-345,-1 0 2269,-1-1-2359,-1-2 3366,0 0-3250,0 0-116,-4-4 0,3 1 90,-7-2-90,-2-5 90,0 4 0,-12-10 0,5 8 0,-6-2-470,7 6 470,4 2 0,2 2 0,4 2-90,-1-1 90,2 1 0,3 1 0,0 0 470,6 4-470,2 1 0,14 8 0,-6-4 45,4-1 0,0 0-45,2-1-116,-5-1 0,0-1 116,11 3-798,-7-3 798,4 2 0,-3 0-90,-6-2 90,1 0-90,-6 0 90,-5 0-90,0 0-809,-11 10 269,-1-3-180,-3 2 1,-2 2-2468,-4 3 2112,5-6 1,-2 2 1164,-4 4 0,0 0 0,7-7 0,-1 0 0,-5 7 0,0-1 0</inkml:trace>
  <inkml:trace contextRef="#ctx0" brushRef="#br0" timeOffset="27465">8153 1952 10321,'-11'0'-3277,"3"-3"3241,10 2 1,-1-3 0,3 4 0</inkml:trace>
  <inkml:trace contextRef="#ctx0" brushRef="#br0" timeOffset="28417">8253 1936 8702,'0'0'0</inkml:trace>
  <inkml:trace contextRef="#ctx0" brushRef="#br0" timeOffset="33167">5800 2048 10861,'3'-7'989,"-1"-1"-719,-2 7-90,0-2 90,0 1 180,0-1-271,0 1 1,0-1 270,-4 0-90,3-2 0,-8-1-270,9 2 90,-6 0 269,4 0-359,-2 1 360,1-1-180,2 3-90,0-1 449,0 1-539,5 1 0,1-1 0,4 1 90,5 4-90,-4-3 90,15 7-180,-10-7 45,4 1 0,1-1-45,0-1-114,-5 0 1,2 0 113,9 0-981,-6 0 981,7 0 0,-11-2 0,0 0 0,4 1 0,-1-3 0,-1 0 0,-2 3-90,5-2-899,4 1 359,-9 1-883,0 0 0,0 0 434,-5 1-2198,11 0 871,-16 0 2453,3 0 0,-7 0 1,-1 0-1</inkml:trace>
  <inkml:trace contextRef="#ctx0" brushRef="#br0" timeOffset="33501">5639 2102 10951,'-10'0'180,"3"0"0,5 0 1169,0 0-720,6 0-629,8 0 90,15 0-90,-1 0-249,-10 0 1,1 0 113,1 0 0,1 0-315,11 0-390,-6-2 1,4-2 0,-2 1-800,-4 2 1,0-1 884,2-2 0,1-2 1,0 1 753,-2 2 0,-1 0 0,-1 0 0,6-2 0,0-1 0,-4 2 0,1 0 0,0 0 0</inkml:trace>
  <inkml:trace contextRef="#ctx0" brushRef="#br0" timeOffset="34101">7094 2213 12570,'-8'0'719,"1"0"-449,5 0 1979,0 0-2069,20-4-90,-6 0-462,17 0 417,-13-1 0,-1 1-1669,13 0 1624,-8-1 0,0 0 0,-4 2 0,0-1 0,1 1 0,0-1 0,1 1 0,0-1 0,0 1 0,2-1 30,3 0 0,2-1 0,-1 1-30,0 0 0,0 0-23,1 0 1,4 0 0,0 0-1,-5 0-22,0 1 0,-1 1-203,0-1 1,3 1 0,0 0 0,-4 0-68,-1 0 0,-2 1-45,10 0 1,0-1-541,-10 1 1,-2 1-271,9-1-389,5 1-1049,-8 0 2608,-8 0 0,1 0 0,-8 0 0</inkml:trace>
  <inkml:trace contextRef="#ctx0" brushRef="#br0" timeOffset="34439">6985 2241 13559,'-26'4'-180,"12"-1"270,-3-1 540,13-2 719,20 0-1169,3 0 0,2 0-90,-2 1 0,1-2-1123,7 0 1,4-2 0,-3 2 1077,-7 0 0,0 0-45,4-2 0,4-2 0,0 0 0,-3 2 0,0 2 0,0-1 0,0-2 0,3-2 0,-2 1-684,-4 3 0,-2 0 0,0 0 684,4-2 0,-1 0-90,-3 2 1,0 1-1,1-1 30,1 0 0,2 0 0,-1 0-870,2 2 1,-1 0 0,0-1 509,-2 0 0,-1-1 1,0 1-1220,11 3 1,-7 1 1220,-14-2 1,1 9-1,-12-3 1</inkml:trace>
  <inkml:trace contextRef="#ctx0" brushRef="#br0" timeOffset="46600">8323 1797 11041,'-14'1'1979,"1"-1"-1530,7 0 1,1 0 360,2-3-631,1 0 1,6-4-180,-2 3 90,9-1-90,1-1 0,4 1 0,6-4 0,-1 1 0,1 0-179,-7 3 1,1-1 178,9-2 0,5-2 0,-4 1-352,-7 3 0,1 0 352,8-1 0,4-2 0,-3 3 45,-10 1 0,1 2-45,7-1 0,5 1 0,-4 1 45,-3 0 0,-1 2-823,0 1 0,1 2 0,-2 0 778,0 3 0,-2 0 0,-1 2 0,0 1 90,4 8 0,0 1-45,-9-7 0,0 0-721,6 6 0,2 4 0,-4-2 721,-7-5 0,0 0 75,3 8 0,2 3 0,-4-3-78,-4-7 1,-2 2 77,2 5 0,-1 4 0,-1-3-76,-3-7 1,-2-1 0,2 9 0,-1 1 45,-2-8 0,-2-1 0,-1 1 0,-2 1-45,1 3 0,-2-1-191,-2 11 146,-8-5 45,8-11 0,-2-2-45,-8 5 0,0 2 0,0-1 0,0-3-180,-1-1 0,0 1-359,0-1-271,-6 4-829,11-7 1,1-1-1639,-1 4 3366,-6 10 0,16-15 0,1 1 0</inkml:trace>
  <inkml:trace contextRef="#ctx0" brushRef="#br0" timeOffset="47700">5824 3000 11670,'-9'0'180,"1"-5"630,0 3-271,2-3 541,-2 1-900,5 3 1349,-1-2-1079,8 3-91,6 0-179,2 3 90,4-2 180,14 2-360,-8-3-730,4 0 0,1 0 685,-11 0 0,-1 0 0,7 1 0,2-2 45,1-2 0,3-2 0,-3 1-45,2 3 0,1-1-9,-4-2 0,6-1 0,1-2 0,0 1 0,-5 1-606,-2 2 1,-2 1 0,3-1 584,0-1 0,5-2 0,3 0 0,-1 0 0,-1 0 0,-4 1-786,3 0 0,-3 0 0,2 0 771,-3 0 0,2 0 0,0 0 0,1 0 0,-1 0 0,2-1 0,0 0 0,0 0 0,0 0-276,-4 0 0,0 1 0,1 0 1,1-1-1,1 0 276,-3 0 0,1 1 0,2-1 0,1 0 0,-1-1 0,0 1 0,-1 0 0,-1 1-114,0-1 1,-1 1 0,-1-1 0,0 1 0,1 0 0,1-1 113,0 1 0,1-1 0,2 0 0,0 0 0,0 0 0,-2 0 0,-1 1 0,-2 0-83,5 0 0,-4 0 0,-1 0 0,3 1 83,-1-1 0,0 0 0,2 0 0,0 0 0,-1 1 0,-1 0 0,1 0 0,0 0 0,-1 1 0,-2 0 22,2-1 1,-2 1-1,-1 0 1,2 0-34,-1 0 1,2 0 0,-1 0 0,0 1-1,-2-1 11,5 1 0,-2 0 0,1 0 0,-1 0 0,1 0 0,1 0 0,-2 0 0,0 0 0,-1 0 0,1 1 90,-3-1 0,1 1 0,1-1 0,-2 1-90,4-1 0,0 1 0,-2-1 0,3 1 0,1 0 0,-7-1 0,3 1 0,0 0 0,-4 0 0,0 0 0,-2 0 0,9-1 0,-2 1 768,1-1-768,-14 1 1484,4 0-1574,-14 1 2083,-1-1-5270,-1 0 0,-11 1 2722,0 6 1,-14-5-1,1 5 1</inkml:trace>
  <inkml:trace contextRef="#ctx0" brushRef="#br0" timeOffset="59716">6008 2871 7533,'-10'-4'359,"-2"1"-269,11 2 90,-6-1 0,4 1 0,-3 0 90,1 0 180,-3-2-270,2 2 0,-2-1 269,3 1-269,1 0-90,-1 0 360,-1 0-360,3 0 180,-2 0-270,3 1 0,0 0 269,1 0 91,11 0-180,-3 0 90,13 1 0,2 2-180,1 2-1038,6-2 0,2 0 993,-13-1 0,-2 0 0,8-1 0,2 0 15,1-1 0,1 0 0,-1 0-60,0 1 0,2 0 36,-5 0 0,3-1 0,2 0 0,-1-1 0,-4 1-1389,7 0 1,-1 0 1382,0 0 0,2 0 0,-1 0 0,-5 1 0,-1-1 0,0-1-469,3 0 1,1-1 0,1 0 483,-1 0 0,1 1 0,0-1 0,-2 0-381,-3-1 0,-1-1 1,-1 0-1,0 1 336,8-1 0,-1 1 0,0-1 30,1-1 0,0-1 0,-2 1-176,-5 2 0,-1-1 1,0 1 145,6-1 0,1 0 0,2-1 22,-3 1 1,2-1-1,-1 1 1,-1 0 7,-4 0 0,-1 1 0,2-1-68,-1 1 0,4-1 0,1 0 1,1 0-1,-3 0 0,-4 1 38,0-1 0,-3 1 0,2 0 0,3 0 0,3-1 0,1 1 0,-2-1 0,-4 1 45,4 0 0,-3 0 173,0 0 0,1 0 1,-1 0-219,0 0 0,-1 1 0,1 0 0,-1-1 0,6 1 0,0 0 0,-8 0 0,-2 0 0,-2 1 0,0 0 0,10 0 1004,-9 1-1004,4-1 1773,-7 1-1773,-5-1 0,0 1 2624,-4 0-2624,-3 0 1002,0 0-2891,-2 0-1388,-20 14 1247,3-6 1901,-1 2 0,-3 0 0,4-4 0,1 0 1,-3 0-1,0 0 0</inkml:trace>
  <inkml:trace contextRef="#ctx0" brushRef="#br0" timeOffset="60516">5871 2963 8342,'-9'0'1439,"3"-4"-809,1 3-450,4-4 719,-2 3-449,9 0-180,7-3-90,3 3 0,6-1 180,9-2-708,-12 2 1,4 0 437,4-2 0,3 0 0,0 1-1085,-8 0 1,-1 1 0,1 0 1024,6-2 0,2 1 0,0-1 0,-3 2 0,-1 0 0,0-1-308,-6 2 1,0 0-1,2-1 314,3 1 0,3-1 0,2 1 0,-2 0 0,-2 0-326,-1 0 1,-2 0 0,3 1 319,0-1 0,4 1 0,2 0 0,0-1 0,-2 1 0,-4 0-190,3 0 0,-4 0 0,3 0 198,-4 0 1,4 1-1,1-1 1,1 0-1,0 0 1,-3 0 0,-3 0-39,6 0 0,-4-1 0,3 1 38,-4 0 1,2-1-1,3 0 1,0 0-1,0 1 1,-2-1-1,-4 0-8,6 0 0,-4-1 0,2 1-12,-4 0 0,2 0 0,1-1 0,0 1 0,-2-1 4,0 1 1,-1-1 0,-1 1-1,-1-1-320,2 0 0,-1 1 0,0-1 328,6 0 0,1 0 0,-1-1-171,-3 1 1,-1 0-1,-1 1 141,3-2 0,0 2 0,-5-1 0,1 0 0,-1 1 0,8-2 0,0 1-150,-9 1 0,1 0 150,5-1 0,1 1 44,-2-1 1,-2 1-45,-5 1 0,-1 0 0,4-1 0,1 0 455,-3 2 0,-1-1-455,9 1 381,-11-1 0,0 1-381,4 0 0,6 0 0,-8 6 1841,5-5-1752,-5 9-89,-5-5 2753,3 0-2663,-4 3-90,-5-3 90,3 1 579,-4 3-669,-2-7 1261,1 5-1261,-1-2 0,-3-2-360,2 3-719,-3-4-2198,1 2 1157,-1-2 2120,-8 3 0,0-2 0,-6 3 0</inkml:trace>
  <inkml:trace contextRef="#ctx0" brushRef="#br0" timeOffset="63982">7014 3605 12660,'-7'-9'270,"-5"2"-1,11 2 1,-10 1-180,9 1 0,-2 1-90,0 1 0,3 7 0,4-4 0,-1 12 90,11-7-90,-6 7-641,6-1 641,0 2 90,0 2-90,1 1 0,-3-5 0,0 2 0,6 7 0,-6-7 0,0 0 0,0 0 0,-1 1-180,6 7 90,-6-8 1,0 0-541,2 5 0,-1-2 1,3 6-1010,-1 1 1,0 0 327,-3-6 1311,3 9 0,-9-17 0,0-1 0</inkml:trace>
  <inkml:trace contextRef="#ctx0" brushRef="#br0" timeOffset="64333">6673 4253 12930,'-16'7'60,"0"-1"0,-6 3 0,-1 0 524,-3 2 1,0-1-450,6-1 0,-1-1-45,-3 3 0,3-2 0,11-4 359,8 2-179,12-6-45,12-7 0,4-3-180,-9 4 0,0-1-615,2-1 1,2-2-1,1 0 600,2-1 0,1 0 0,-1-1 0,-4 3 0,-1 0 0,4-3-30,-1 2 0,4-3 0,2-1 0,2 0 0,-1-1 0,-2 2 0,-3 1-570,1-1 1,-4 2-1,1 0 1,4-2 579,-4 2 0,3-2 0,2-1 0,2 0 0,0 0 0,-1 0 0,-1 0 0,-2 2 0,-3 1-10,2-1 0,-3 1 0,-1 1 0,4-1 0,0-1 0,4 0 0,2-2 0,0 0 0,-1 1 0,-2 1 0,-3 1 0,4 0 0,-4 1 0,3-1-15,-4 2 0,3-2 0,1 0 0,0 1 0,-3 0 0,-3 1-75,6 0 0,-3 0 30,-1 0 0,1 0 0,-4 2-1739,2 1 450,-26 18 629,0-3 315,-7 3 1,-4 1-1235,-3 4 1,0 1 841,3-2 0,0-1 199,1 1 1,-1 0 0,1 0 597,-2 4 0,0-1 0,-1 3 0,0 0 0,0 0 0,0 1 0</inkml:trace>
  <inkml:trace contextRef="#ctx0" brushRef="#br0" timeOffset="64633">6991 4838 11670,'-5'-18'900,"0"1"-360,-2 0-451,3 7-89,0 5 0,3 10 0,0 9 90,5 10-90,-2 0 0,3-1 0,1 0-1631,-4 4 1541,4-6 0,0 1-270,-3-5 0,0-1-180,5 8 67,-4-8 1,0-1-1507,7 11 810,-3-7 90,4 3 1079,-1-6 0,-1-5 0,2 2 0</inkml:trace>
  <inkml:trace contextRef="#ctx0" brushRef="#br0" timeOffset="64870">7195 4710 13110,'1'-12'-90,"-1"-3"180,0 6 449,0 0-449,7 30-90,-5-8-952,6 8 1,2 1 951,-3 0 45,0-8 0,2 2-180,-1 6 0,1-1-315,1 8 180,-1-8 0,-1 1-630,-2-6 1,0-1-540,4 6 1439,0-1 0,0-2 0,0-1 0,5 6 0</inkml:trace>
  <inkml:trace contextRef="#ctx0" brushRef="#br0" timeOffset="65099">7262 4942 13469,'-29'0'720,"10"0"-630,-3 0 0,16 4-90,9-3-1170,15 2 585,5-11 1,1-3 179,-6 6 1,-1 0-629,3-5 0,0-1 0,-1 0-2,0 1 1,-2 1-57,1 0 0,0-1 1091,-2 1 0,0 1 0,4-4 0,0 0 0</inkml:trace>
  <inkml:trace contextRef="#ctx0" brushRef="#br0" timeOffset="65736">7574 4724 10861,'0'-8'539,"0"1"1,-6 0-450,0 4 0,-2-2 0,0 3-90,7 0-90,-2 1 180,1 1 270,0 4-180,-1-2 0,1 6 0,0-7 179,-2 6-269,1-6 360,-6 7-360,4-6 0,-4 5 90,2-3-180,2-1 0,-2 0 90,1 0-90,2-1 0,0-1 0,2 0-90,0 0 180,1 0 0,1 0 359,0 3-359,0-2 90,0 2 90,3 0 90,-2 0 90,5 1-270,-3 0-1,1-1 91,1 1-90,-3-2-90,4 1 270,1 2-360,-2-3 90,8 2 0,-6-4-90,12 0 0,-8-7 0,4 0 0,0-1 0,1-7 0,3-2 0,0 1 0,-1-1-114,-5 4 0,0-1 114,3-6-616,-6 6 705,2-3-161,-6 4 72,-3 3 0,0 1-90,-3 2 303,0 3-213,-6 0 625,-1 2-625,-16 17 0,10-6 0,-3 8 0,0 1 0,3-1-93,3-3 0,0 0 93,-4 8-1029,5-4 1029,-2 5 0,4 3 0,4-9 0,0 11-600,3-17 600,7 1 0,7-2 0,2-5-135,1-3 0,1 0-135,1-2 45,-3-4 1,1-3-856,11-6 361,-6-5-676,1 0 1,1 1-45,-2-4 539,-4 5 1,-2-1-450,-5 2 0,-2 0 1349,4-7 0,-5 6 0,-1 1 0,0-6 0</inkml:trace>
  <inkml:trace contextRef="#ctx0" brushRef="#br0" timeOffset="65932">7513 4444 13289,'-12'0'0,"1"0"270,-3 0-270,7 0-270,-1-5 1,16-1-181,-1-2-989,17-4 179,-8 3-539,8-4 1799,3-2 0,-6 2 0,-7 5 0,-1 0 0</inkml:trace>
  <inkml:trace contextRef="#ctx0" brushRef="#br0" timeOffset="66303">7698 4170 12930,'-12'0'629,"0"0"1,4-5-540,2 4 0,2-7-180,10 2 90,5 0 0,5-2 90,5 1-90,-6 1 0,6-3-90,6-1 90,-9 4 0,-2 1 0,-1 1-307,-2 2 397,0 0 90,-5 2 179,-4 8 1,-1 11-270,-9-1 0,4 7 180,-9-6-180,5-4 90,0 4 180,-3-1-270,4-6-90,0 4 487,-1-5-398,6-3-89,-3 1 90,3-4-90,0-2 90,7-1-180,11-7-89,1-7-1460,6-5 1,0-3-1,-10 6 1,0-2 732,1 1 0,1 0 0,0-1 635,0-1 0,-2-1 1,0 1-1,4-3 0,-1-2 1,-2 3-1,0-1 1,1 1-1</inkml:trace>
  <inkml:trace contextRef="#ctx0" brushRef="#br0" timeOffset="66815">8302 2791 12300,'-15'-12'2429,"-10"-1"-2250,8 7 271,-13 1-180,18 13 0,-6 0-90,9 4 0,1 2-2719,-6 8 2629,4-7 0,-1 3 0,-1 5 0,0 1 0,3-4 0,-1 0-45,-2 7 0,0 4 67,5-7 1,0 2-1,0 1 1,2-2-748,0-1 0,0-2 0,0 4 725,1 1 0,-1 5 0,1 1 0,0 0 0,1-5-423,1 2 1,1-3-1,0 1 378,0 0 0,0 1 0,0 0 0,1-1-386,1 0 0,2-1 1,0 1 430,0 2 0,1 1 0,0 0 0,1-2-213,0-5 0,0-1 0,0-1 0,1 2 168,1 5 0,0 1 0,1 0 0,1-1-23,1 0 1,1-1-1,0 0 1,0-2 125,1 1 1,0-1 0,2 3-137,-3-7 1,3 3 0,1 2 0,1 0 0,0-1 0,-2-1-1,-1-4 44,4 6 1,-2-3-1,3 2-41,-3-3 0,2 2 0,2 2 0,-1-1 0,-1-1 0,-2-5-82,0-1 1,-2-4 0,0 2 96,4 4 0,1 0 0,2 1-53,0-3 1,3 0 0,-1-1-1,0-1 196,-3-2 1,-1-1 0,4 1-309,-1-2 0,5 2 0,2 0 0,-1 0 0,0-2 0,-4-2-211,3-1 1,-3-2 0,2 1 232,2 0 1,3 1 0,1-1-1,-2-2-315,-4-2 1,-1-2 0,-1-1 0,0 0 183,1 0 0,-1 0 0,4-1-412,0 0 1,4-2-1,2 0 1,-1-1 0,-2 0 443,-2-1 1,-1-1-1,-1-1 1,1 1-1,-2 0 1,1 0-1,0 0 1,0-1 0,-2 0-1,5-3 1,0 0-1,0 0 1</inkml:trace>
  <inkml:trace contextRef="#ctx0" brushRef="#br0" timeOffset="67499">8570 3417 13110,'4'-16'269,"-1"4"631,-3 3-720,5 14-180,1 3 45,3 5 0,0 2 45,3 5-90,-4-6 0,1 1 0,3 3 0,-1 0-268,5 8 268,-4-8 0,3 2 0,-1-2-90,5 6-270,-4-8 0,2 2 1,-2-3-1791,5 4 1565,-5-5 0,1-1-2563,5 3 1028,-4-6 2120,4 2 0,-7-7 0,-1 0 0</inkml:trace>
  <inkml:trace contextRef="#ctx0" brushRef="#br0" timeOffset="67798">9184 3502 14549,'0'-8'270,"-6"0"-91,5 3 181,-4-2-270,5 2 0,0-2-90,10-1 0,-2 0 0,11-2 90,4-3-90,-8 6 0,1 0-883,4-2 0,1 0 883,-4 2 0,0 0 0,-1 1 0,-1 1 90,13-5-90,-9 3 0,3-1 89,-9 3-89,-5 1-89,-1 1-631,-5 2-1439,-1 0-1118,-6-2 3143,-2 1 1,-2-3 0,-2 2 0</inkml:trace>
  <inkml:trace contextRef="#ctx0" brushRef="#br0" timeOffset="68348">10394 1951 13649,'0'-18'2069,"0"4"-1709,-5 3-180,3 4-180,-3 3-270,5 1 360,8 10-90,-3 4-124,9 7 169,-5-3 0,0 1-550,6 9 475,-2-4 0,1 3 0,-1-1-633,-2-4 0,1 2 168,1 1 0,3 4 1,0 0-1,-1-3-1144,-1-1 1,1-2 1084,-1 2 0,3 1 0,-1-2-1085,4 1 1,-1-3 127,-4-4 0,1 0 1511,3 3 0,1 0 0,-7-7 0,-1-1 0,12 10 0</inkml:trace>
  <inkml:trace contextRef="#ctx0" brushRef="#br0" timeOffset="68666">10186 3041 15419,'-18'9'120,"0"0"0,1-2 0,0 1 59,2-2 1,-1 0 360,-4 1 0,1-1-180,-1 0-211,18-9-59,17-5-60,9-3 0,7-4 0,-3 1-1049,-2 1 1,1-1 1018,-6 3 0,4-2 0,3-1 0,0-1 0,-2 2 0,-3 1-523,4-2 0,-3 1 0,3-1 523,-4 2 0,4-2 0,2-1 0,1 0 0,0 0 0,-3 1 0,-3 2 0,-1 1 0,-3 1 0,0 0 0,3-1-39,1-1 0,3-1 1,3-1-1,0 0 1,-1 0-1,-3 2 1,-2 1-774,4-2 1,-4 2-1,1-1 744,3-1 1,2 0 0,0 0-1,-3 1-172,-3 1 0,-2 2 1,0 0-297,7-4 0,-1 2-544,-7 2 1,0 1 0,-4 0 600,2-4-1140,-14 13 0,-26 6 1619,6 3 0,0 3 0,-10 5 0,7-5 0,0 0 0</inkml:trace>
  <inkml:trace contextRef="#ctx0" brushRef="#br0" timeOffset="68969">10299 3503 14639,'0'-12'180,"0"-1"89,-4 10-179,3 5-90,1 15 0,7 1-418,0 9 463,-2-11 0,1-1-1219,2 10 1129,-2-8 0,0 1-135,1 0 0,0-1-179,2 10 44,-3-10 0,0 1-1080,2 2 1,1-1-45,2 5 1439,2-2 0,0-1 0,-1-7 0,7 4 0</inkml:trace>
  <inkml:trace contextRef="#ctx0" brushRef="#br0" timeOffset="69220">10586 3354 15358,'0'24'180,"0"-3"-180,4-2-519,-3-3 519,4 2 170,0 0-260,-2 0 0,1 0-180,8 5-719,-4 2 0,0 0 85,3-5-735,0-1 1,-1 0 1265,0-6 1,4 6-1,-7-12 1</inkml:trace>
  <inkml:trace contextRef="#ctx0" brushRef="#br0" timeOffset="69433">10667 3555 14099,'-21'0'1349,"5"-1"-719,-2 0-630,12 0 0,-3 0-90,16-2-450,4-5 0,5-1-89,2-2-1170,7-6-1478,-4 2 2239,-7 5 0,0-1 1038,2-2 0,-1 0 0,9-7 0,-9 6 0,0 1 0</inkml:trace>
  <inkml:trace contextRef="#ctx0" brushRef="#br0" timeOffset="69832">11081 3253 14189,'12'-11'0,"1"1"0,6-9 0,-3 6 0,-1-1-1323,1-3 1413,-4-1 449,-3-8-269,-6 10 359,0-1 0,-2-1 90,-6-1-539,-2 0 232,-7 10-142,-1 15-90,-2 9-90,4 1 0,0 6 180,2-1-338,1 3 113,5-9 0,1 0 124,-2 9-169,4-5 180,2-3-180,18 7 0,-9-8 0,8-5 0,1-2-180,-4-5-180,10-1-629,-1-8 89,-4 5-739,3-10 1,0-1-1639,1 1 1853,-5-1 1,0-1 1423,0-3 0,-1-1 0,-1-2 0</inkml:trace>
  <inkml:trace contextRef="#ctx0" brushRef="#br0" timeOffset="70021">11342 2859 13829,'-16'5'1034,"0"0"1,-5 2-855,-1-4-180,12-3 0,4 0-1259,0 0-181,23-7-1258,2-4 1059,1 0 1,1-1 1305,-6 2 0,0 0 0,0-2 1,0-1-1,7-6 0</inkml:trace>
  <inkml:trace contextRef="#ctx0" brushRef="#br0" timeOffset="70420">11568 2495 13739,'-14'7'1259,"1"-2"-269,1-5-720,4 0-180,-2 0-90,5 0 90,1 0-90,18-6 0,-5-1 0,9-2 0,2-1 0,-3-2 0,-3 4 0,1 0 0,12-4-836,-12 5 836,7-3-65,-12 6 65,-5 2 450,1 0-1,-4 12-179,-5 10-180,2 0 90,-4 4 90,1-7-90,-1-4 740,0 4-650,-2-2-180,4-5 0,0 4 160,1-4-160,2-4 0,0 2 180,6-4-360,14-7-180,-2 4-810,2-12 1,1-2-270,-4 3 238,-2-2 0,-2-1-2166,3-9 2532,-5 2 1,1-6 0,-5 5 0</inkml:trace>
  <inkml:trace contextRef="#ctx0" brushRef="#br0" timeOffset="70916">11100 1494 14549,'-11'-5'719,"3"0"-179,4 0-90,1 3 89,1-3 91,1 2-90,8 0-360,6-2 89,3 1-89,0 1 0,1 0-1607,8 0 1472,-6 0 0,1 1 90,7 0 0,0 0-45,-5 1 0,0 0 0,-2 0 0,1 0 0,2 1-45,1 1 0,2 0 0,0 0 0,-2 1-45,-2 1 0,-1 1 0,2 1 15,1-1 0,3 2 0,2 0-1,1 0 1,-3 1 0,-3 0-538,1 2 0,-3 0 1,3 3 522,-1-1 0,3 2 0,3 1 0,-1 1 0,-2-1 0,-4-1-770,2 2 0,-4-1 0,1 2 792,3 2 0,1 0 1,0 2-1,-3 1 23,-4-2 0,-2 0 0,-1 1 0,0 1-23,1 3 1,-1 1 0,0 1-1,1 1-7,-4-4 0,0 2 0,1 0 0,-1 0 0,0 1 0,-1-2-306,1 2 0,-2 0 0,1-1 0,-2 0 0,1 1 291,-1 0 0,0 1 0,-1-1 0,0 1 0,0 0-111,0 3 0,-1 0 0,0 0 0,0 0 0,-1-2 133,0 2 1,0-2 0,0 0-1,-1 2-37,1-1 1,0 0 0,0 2 0,-1 1 0,-1 0 26,-1-5 1,0 0 0,0 1 0,-1 0 0,-1 1 0,0 1 0,0-1-36,-2 0 1,-1 1-1,0 0 1,-1 1-1,0 0 1,0-1 0,0 0-1,1 0-16,0 1 1,1 0-1,0-1 1,-1 1-1,1-1 1,-2 0-1,0 0-13,-1-1 1,-1 1 0,0-1-1,-1 1 1,0-2 0,-2-1 0,0-1-363,-4 3 0,-2-3 0,-1 0 1,0-2-1,1-1 51,-2 5 1,1-3-1,-2 2-184,1-4 1,-1 1 0,-2 1 0,0 1 0,1-3 0,1-3-547,-2 2 1,1-3 0,-1 1 481,1-2 1,-1 1 0,0 0 0,0-2 592,2-1 1,0-1 0,0 0 0,-7 5 0,0-1 0,0 1 0,1-1 0</inkml:trace>
  <inkml:trace contextRef="#ctx0" brushRef="#br0" timeOffset="72388">9042 2071 10231,'-13'0'2339,"0"0"-1979,7-5 269,-3 3-89,3-9-450,-1 5-90,0-6 0,5 4 0,0 1 0,2-2 90,12 2-90,5-3 0,9 5-595,2 2 640,-8 2 0,1 2-1187,-3 3 0,0 1 1187,7-1 0,2 1-15,-6 3 0,1 2 0,-1 0 15,5 1 0,1 0-45,-4-1 0,1 0 0,1 3 22,-1 0 1,2 1-1,0 1 1,-3-2 7,-1 0 0,-3-2 0,3 3-12,2 1 0,3 2 0,1 2 0,-1-2 0,-5-1 27,3 2 0,-1 0 22,-3-1 0,2 3 1,0 0-1,-4-3-22,-4-2 0,-1-1-45,6 7 0,-2 1-558,-7-4 0,-3-2 648,2 5-309,-3-3 0,-1-2 309,-5-2 347,1 1-167,-2-5 1854,0-3-1945,0 0 1716,0-5-1895,-7-7 877,0-4-967,-9-11 90,3 2-216,0-3 216,-2-4-331,7 11 1,-1 0 330,-1-4 0,0 1-871,-5-8 871,1 5 90,6 9-102,-4 0 102,4 3 0,-7 0-180,9 5 269,-7 0-179,9 2 423,-4 7-423,5-5 1017,-6 18-1017,3-5 0,-2 14-672,2-8 672,2 0-122,1-2 122,3-4 0,-1 2 90,1 2-90,5-7 0,-4 11 0,4-14 0,-2 3 90,-2-5-90,2-3 0,-3 1 90,0-2 802,0-1-892,-5 0 223,-1 0-223,-4-1 90,-3-5-180,5 0 90,8 0 90,16 1-90,3 4-314,8 4 314,-11-3 0,0-1-1599,12 4 1599,-9-3 0,1-2 0,0 1 0,1 0 0,1 0-890,7 0 1,1 0 0,0 0 889,-5 0 0,0 0 0,1 0 0,-1 1 0,1-1 0,-1 0 0,-4-1-625,6-2 625,-8 3 0,-1-1 203,-5-2-203,-5 3 1061,0-2-1061,-6-2 2986,-1-1-2986,-1-6 0,-7 2 0,6-5-90,-11-4 90,4 2 1139,-2-6-1184,0 5 0,0 0 45,-1-6 0,0-3 0,-1 1 87,3 5-87,0-1 0,1 2 90,2 6-90,-2-6 0,5 13-90,1 2 90,0 2 90,0 23-90,0-6-184,1 1 0,-1 3-356,-3 11 0,-2 0-667,2-10 0,-1 3 387,-1 4 1,-2 5 0,0 1 0,1-4 491,2-8 0,0-2 0,-1 1 1,0 4-1,-1 3 0,1-1 1,0-3-1,-1 5 0,0 0 1</inkml:trace>
  <inkml:trace contextRef="#ctx0" brushRef="#br0" timeOffset="99334">1816 4399 7533,'4'-9'989,"-1"0"-809,-1 6 90,-1-2-90,0 3 0,0-1 0,0 0-1,0 0 1,0 1 0,0-1 0,-1 2 90,1-1 0,-1 1-180,-11 0-90,4 0 0,-9 0-90,-8 7 180,8 0-502,-2 0 0,0 0 412,-1-1 0,-5 7 180,-4-3-90,11 0-45,1-2 0,1-1-45,6-2 0,-4 2 0,9-4 0,1 0 180,1 1 90,1-1 823,0 2-283,1 6-630,0-1 179,0 15-179,0-5-298,0 10 298,0 2 0,0 1-1675,0-10 1,0 1 1524,0 2 0,0 1 0,0 0 30,-1 0 0,-1-1 0,1-1-1167,0 6 1,1 1 1136,-1-5 0,-1 2 0,1 1 60,0-6 0,0 1 0,0 1 0,0 0-431,1 3 1,0 0 0,0 1 0,-1 2 385,1-6 0,-1 1 0,0 1 0,1 0 0,-1 0 0,1-1-225,1 1 1,0-1 0,0 0-1,0 0 1,0 0 215,-1-1 0,0 0 0,0 0 0,0 1 0,1 0-4,2 3 1,0 0-1,1 2 1,0-1 0,-1 0-1,0-3 13,0 3 0,-2-3 0,1 0 0,1 4-12,-1-6 1,1 2 0,1 2 0,-1 1 0,1 0-1,0-2 1,-1-1 0,0-2-12,0 3 1,1-2-1,-1-1 1,0 1 70,0 0 1,1 1 0,-1 0 0,1 1 0,1 0-64,-1-1 0,0 0 0,1 2 0,0-2 0,0 0 0,0-2 67,-1 1 0,1-3 0,-1 1 0,2 3-72,-1-2 1,1 4 0,1 1-1,0 0 1,0 1 0,0-2-1,0-1-7,1 2 0,0-2 0,0 0 0,1-1 0,-1 1-18,-1-3 0,0 1 0,0-1 0,1 0 0,-1-1 0,2 5 0,0-1 0,0 0 0,-1-2 30,0 1 0,-1-2 0,0-2 528,0-1 0,-1 1-558,1-1 0,0 3 0,0 0 0,-1-5 0,-1-3 0,0 0 30,2 4 0,0 3 0,-1-4 999,1 2-1029,-1-2 0,0-2 90,-2-7 1345,3 3-1435,-5-12 3257,1 0-3257,2-2 678,0 0-588,4-5-90,8-1 0,-2 1-515,10-8 515,-7 7 0,2-1-1387,-3-1 0,1-1 1342,8-1 0,2 0-105,-3 1 0,2 0 0,-2 1 30,-3 0 0,0 1 1,1 0-39,-1 0 1,1-1-1,2 0 1,1 0-323,-1 1 0,2-1 1,2 0-1,0 0 0,-1 0 1,-2 1-341,2-1 1,-3 0 0,2 1 0,4-1 783,-8 2 1,3-1-1,2-1 1,2 0-1,1 0 1,-1 0-1,1 1 1,-2-1-1,-2 1 1,-3 1-1,5-1 1,-3 1-1,-2 0 1,2 0-1,1 0 1,3-1-1,-1 0 1,1 0-1,0 0 1,-1-1-1,1 1 1,0 0-1</inkml:trace>
  <inkml:trace contextRef="#ctx0" brushRef="#br0" timeOffset="100952">5839 4337 9332,'-8'0'809,"0"0"-539,6-3 0,-2 2-90,2-3 180,0 4 539,0 0-449,7 4-405,10-3 0,3-1-45,6 3-268,-2-2 1,1-2 267,-5-1 0,0-1-1811,11-2 1811,-9 2 0,0-1 0,2 0 0,0-1 0,-5 1 0,1 1 0,4-1 0,1-1 0,7-3 0,-1 1 0,-11 4 0,1 0 0,6-2 0,3-1 0,-4 1-215,-4 1 1,-2-1 259,7-1 0,-1 0 135,0 0-90,-7 0 171,-6 1-171,-4 2 473,0-1-293,-2 1 1527,-2 1-1437,0-1 501,-2 7-501,5 8-270,0 0 11,1 7 79,6 1-90,-6-2-404,7 8 449,-6-10 0,-1 1-135,4 11 67,-3-7 1,2 4-1,-1 2 1,-1-4-758,2 2 0,-1 2 726,0-1 0,1 4 0,1 2 0,0-1 0,-2-4-480,-1-5 1,-2-2 0,2 2 503,0 0 0,2 3 0,0 2 0,1 0 0,-1-2 0,-1-3-767,0 2 0,0-3 0,1 1 729,0 2 1,2 2-1,-1 0 1,1 0 67,1 1 0,0 0 0,0-1 0,-1-2-278,-1-1 1,-1-2 0,2 4 232,-1-2 0,2 3 0,0 2 0,1 1 0,-1-3 0,-2-3-180,0 1 1,-1-4 0,2 3 152,-1 1 0,2 2 0,0 1 0,0-1 0,-2-4-221,-1-2 0,-1-2 0,1 1 203,2 5 0,0 0 0,0 0 0,1 0 0,-1 0 30,-1-1 0,1 1 0,-1-1 15,1 3 0,0 1-90,0-2 0,1 4 1,-1-1-1,0-1 75,-1-2 0,-2-1 0,1 0-113,1 2 1,0 1 0,0-1 0,0-2 112,-3-2 0,1-2 0,-1-1 15,2 7 0,1-1 76,-3-4 1,0 0 0,0-2-122,-1 0 0,0 1 113,1 3 0,1 3 0,-1-3-113,-3-6 0,-1-1 393,2 5 0,-1 0-348,0-1 0,-1-1-45,2 11 45,-3-12 0,1 1 0,0 5 0,0-1-45,0 7 0,1 1 0,-1-1 0,-1-6 0,0-2 0,0 0 0,-1-8 90,3 14-90,-3-19 1696,0 4-1696,-2-6 2231,1-3-2231,-1 0 2274,0-2-2004,0 0 524,-4-2-524,-6 6-180,-1 1 0,-4 0 0,-5 7 0,4-8-483,-10 7 393,9-6 0,0-1-1207,1 0 1,0-1 1206,-5 3 0,-4 0-113,4-1 1,-3 0 0,-1 1 0,3-1 22,-1 0 0,2-1 0,-4 2-116,2 0 0,-4 0 1,-3 2-1,-1 0 1,0 0-1,2-1 1,3 0-599,-2 0 1,3-1 0,0 1 0,-5 1 475,6-3 0,-2 3 0,-2-1 1,-3 2-1,0 0 0,0-1 1,1 1-1,0-1 0,3 0 1,2-1-329,-5 1 1,3 0-1,1-1 1,0 0 0,-2 2 355,2-2 0,0 0 0,-2 1 1,-1 1-1,1-1 0,0 0 0,0 0 1,2 0 242,-3 0 0,1 1 0,0-1 0,1 0 0,1-1 0,0 1 0,1-1 0,1 0 0,0 0 0,1 0 0,-2 0 0,-1 0 0,0 1 0,0-1 1,0 1-1,0-1 0,0 1 0</inkml:trace>
  <inkml:trace contextRef="#ctx0" brushRef="#br0" timeOffset="116617">4074 5601 9691,'-7'3'90,"2"-3"0,4 4 0,0 0-90,1 0 90,-1 3 0,1-2-90,0 0 90,4-1 0,-3-1-90,4 0 180,-2 0-180,-2-1 180,8 1-90,-2-2-90,1 0 0,0-1 0,-1 0 0,0-5 0,0 0 0,-2-1 0,-2-6 0,-1 8 0,-1-12 90,-1 10 0,-6-7 0,5 9 0,-9-3 0,6 6-90,-3 0 0,-1 1 0,3 6 0,1-5 0,-5 21 0,6-18 0,-4 16 0,5-15 0,2 3 0,-1 0 0,1-3 90,0 0-90,5-4 0,0 1 0,3-2 0,0 0 0,-4-4 89,2 3-89,-4-8 0,2 8 270,-3-10-90,0 7-90,0-5 0,-6 6-90,3 0 90,-8 2-90,3 0 0,-2 1 0,1 0-360,5 5-809,1-1-1260,2 5 2429,5 0 0,1-3 0,5 0 0</inkml:trace>
  <inkml:trace contextRef="#ctx0" brushRef="#br0" timeOffset="134796">1086 6768 8522,'-6'-17'1439,"0"2"-359,-1-1-631,1 5 1,-1-4 270,-1 3-270,3 2-181,-2 0 91,2 3 180,1 1-360,0 2 90,0 0-270,3 3 0,-1 0 0,-1 9 0,2-6 0,-2 15 0,0 7 0,1-1-371,1-4 0,0 0 371,1 0 0,0 4 0,4-4 0,3-6 0,-1 2 90,16-3-90,-11-4 0,7-2 0,2-2 0,-2-2 0,1-3 0,0-2 0,-4-7-90,8-3 90,-11-10-759,-5 8 759,0-7 0,-5-4 0,-10 5-90,1-6 90,-7 9 0,-3 2 0,-2-4-45,-4 1 0,0 3 45,3 7-90,0 8 0,2 3-270,5 7-90,-4 12-270,12-6 1,2 1-180,-2 11 359,2-9 0,1 2-1099,1 9 1,0 0 1584,1-11 1,-1 1-1,4 10 1,2-1 0,5 2-1</inkml:trace>
  <inkml:trace contextRef="#ctx0" brushRef="#br0" timeOffset="135516">1169 7379 9152,'-10'-9'2518,"-4"-5"-1978,6 6 629,-8-8-809,9 10 450,-9-5-630,9 8-1,-2 0-89,2 2-90,0 1 0,-1 0 0,2 6 0,0-5 0,2 9 0,0-4 0,0 2 0,2 8 0,1-6 0,1 10 0,6-9 0,-4 4 0,19 4-90,-13-7-135,6 1 1,3-1-136,3-2 180,-5-3 0,0-2-480,5 0 570,-1-3-90,4-1 180,-9-8-269,10-3 269,-15-4 45,-3-2 0,-1 0-45,-2-2 44,-8-4 1,-2-1 45,-2 5-45,-2 3 0,-1 1 45,-9-4-1068,4 5 978,-5-2-89,-3 7 89,10 4-339,-9 10 159,16 3-180,-1 11-1079,5 11 360,1-3 321,2-9 0,1 2-456,4 2 0,-1 1 849,-2-6 1,0 1-1,6 6 1,2 0-1,-4-8 1,1 0-1</inkml:trace>
  <inkml:trace contextRef="#ctx0" brushRef="#br0" timeOffset="135946">1354 7892 12570,'-6'-13'809,"0"1"-269,-1 2 90,-3-1-450,4 5-180,-2 0 0,3 5 0,2 0 0,0 1 0,2 8 0,1 4 0,-1 13 0,1-3-155,0 5 155,6 2-1341,-4-7 1341,8 6-90,-4-4 1,3-7 89,1 3-90,-2-8-90,3 1 180,-3-5-90,3 1 90,-1-5 0,-2-2 0,7-9 0,-8 5 0,4-17 0,-5-7 0,-3 1 0,-5-3 0,0 0 0,1 2-30,-7 6 0,-3-3 0,2 4-248,-3-7 53,-6 3 0,-1 2-1342,3 5 757,-5-2-2467,-4 10 112,10 4 3127,-8 1 0,12 3 0,0 0 0</inkml:trace>
  <inkml:trace contextRef="#ctx0" brushRef="#br0" timeOffset="136645">1079 6718 11041,'-8'-7'1439,"1"0"-1349,3 5 989,1 0-359,19 7-540,-4 1-90,18 1-608,-13-1 1,0-1 517,14 2-886,-10-2 1,1 0 885,-4-2 0,-1 0 45,10 0 0,1 0-45,-6-2 0,0 0 45,7 1 0,2 0 0,0-1 0,0 0-1069,-5-1 0,-1 0 1024,-4 0 0,1 0 0,2 0 29,7-2 1,1 1 0,-1-2-30,-2 0 0,2 0-36,-8 1 0,5 0 0,1 0 0,-2 0 1,-4 0-55,3-1 0,-1 0-300,6 0 0,3 1 0,-5 0-149,1 1-541,-7 1 1,-3 3-1,-11 6-179,0 4-900,-18 6 2159,2-7 0,-9 6 0,3-5 0</inkml:trace>
  <inkml:trace contextRef="#ctx0" brushRef="#br0" timeOffset="137013">1453 7383 11850,'-17'7'900,"4"-2"539,-11-1-1259,15-3 0,-5-1 0,11-6-1,7-8 1,8-2-538,5-7 448,-3 9 0,2-2 0,0 1-515,-2 0 1,1-2 446,5-2 0,4-3 1,0-1-1,-2 3-1488,1-1 0,0 1 1466,-4 5 0,1-2 0,0 0 0,0 2 0,3-2 0,0 1 0,-1 1-235,-4 3 0,-1 1 1,2-2 234,1-1 0,3-1 0,1-1 0,-2 1 0,-2 2-537,0 0 1,-3 1 0,1-1 536,2 0 0,1-2 0,0 0 0,-2 1 0,-1 0 0,-1 1 0,-1 0-42,7-6 1,0-1 71,-6 5 0,0 0 0,0 1-30,-1-2 0,-1 2 0,7-7 1237,-12 9-1507,-5 6-670,-1 0 131,-11 5 2648,5 9-4448,-21 6 1170,13 6 862,-2-9 0,0 1 577,-3 8 0,-2 3 0,1 1 0</inkml:trace>
  <inkml:trace contextRef="#ctx0" brushRef="#br0" timeOffset="137415">1714 7987 12210,'-18'3'810,"5"-1"269,-9-1-899,12-8-180,-2 6 90,9-18 90,1 10-90,2-13 89,4 7 1,3 0-1204,0-5 0,3-1 1084,0 2 0,2-2 0,-1 1-1260,5-6 0,0 1 1200,-5 7 0,1 0 0,0 1 0,1-3 0,2 0 0,-2 1-614,4-4 0,-1 0 614,-2 4 0,1-2 0,0-1 0,-1 1 0,1-2 0,-1 1 0,-1 1 30,-1 2 0,0 1 0,0-2-30,4-5 0,1-4 0,1 1 0,-3 3-711,0 1 0,-1 1 711,-3 4 0,1-1 0,0 0 90,1 1 0,-1-1 0,0 3 84,-1 1 1,-1 0-145,2-3 0,1-1 0,-2 3-30,1-9 0,0 3 1157,-7 8-2776,-5 10 1929,0 3-3008,-5-1 3346,-1 3-648,-5 0 0,2 5 0,0 1 0</inkml:trace>
  <inkml:trace contextRef="#ctx0" brushRef="#br0" timeOffset="138219">2167 6691 11311,'-12'-12'1619,"-1"5"-720,2-4-809,2 7 360,4 1 89,2 20-449,2-6 45,5 10 0,2 2-45,-4-1-45,9 7 0,0-1-2116,-5-1 2071,2-7 0,1 1 45,1-2 0,0-1-45,4 5 45,0-2 0,1-2-590,0-3 635,6 4-776,3-6 686,-5-4 0,8 1-1089,-7-7 0,1-1 1089,5 0 45,4-3 0,0-2 38,-4 0-83,-7-4 0,0-2-14,6-6 14,-8-3-45,-2-2 0,-1 0 45,-3-2 0,-3 3 0,-1-1-45,-5 2 0,-1 0 45,0-11-45,-4 8 0,-1 0 45,-2-4 0,-2 0-45,0 4 0,-1 0 45,-1-6 0,-2-1 0,-1 4 0,-1-1 0,0 2 0,1 1 0,-2 0 90,-1 3 0,-3-3 0,-1 1 0,3 4 0,1 4 0,-1 2-30,-6-2 0,-3 1 0,3 2 30,-6 4-90,7 1 0,0 3 90,-6 7 0,8-5 375,-4 12-465,11-4 0,1 1 0,-3 10 0,1 5 0,2 2 1810,4 3-1780,4-10 0,0 4 0,1-3-731,2-3 0,0 0 701,0 5 0,0 2 59,2-4 1,1 1 0,0-1-330,2-1 0,1 1 270,-2-1 0,0 2 0,2-2 45,5 3 0,0-3 0,-4-4 0,1 0-45,4 3 0,2 1 0,-1-3 45,-1-3 0,-1-2-45,6 7 0,3-1 45,2-5 0,0-3-45,7 3 0,-8-6 0,4 0 0,0-3-511,-3-4 1,0-3 0,0 1 510,6 3 0,0-1 0,2-7 0,-3-4-249,-8 1 1,-3-2 248,6-11 0,-4 2 0,-1-1-90,-3-2 697,-6 7 0,0-2-652,-2-11 0,-3-1 210,1 11 0,-2-2-195,0-6 0,-2-4 0,-2 2 33,-2 6 1,-2 0-4,2 3 0,0-1 0,-2 1-30,-2-1 0,-3 1 0,2 1-249,-2-3 1,0 1 278,2 4 0,-1-1 0,-2 2 90,-4 0 0,-2 2 0,1 2-129,1 0 0,-2 1 99,-6 1 0,-5 1 0,4 2-60,8 5 0,1 1 0,-9 4 0,0 2 45,9 3 0,1 2-47,4 1 0,0 2 2,-2 0 0,0 3 0,2 5 0,1 0 0,3-4 0,1 1 0,-2 6 0,1 2-45,3 1 0,1-1-90,2-5 0,1-1-45,-2 7 0,2 0-540,4-3 1,0-1 179,-3-5 0,1-1-90,5 5 1,2-1-1010,-3-2 1,2-1-662,9 7 2300,-7-9 0,1-1 0,5 3 0,0-2 0</inkml:trace>
  <inkml:trace contextRef="#ctx0" brushRef="#br0" timeOffset="138917">2275 6345 11041,'-12'-8'1529,"1"2"-1259,1 11 0,3-3 179,-3 16-269,4-9 90,-2 13 0,2-2 0,1 1-90,-2 9-1273,2-3 1,1 5 0,0-4 919,3-4 1,-1-2 202,1 2 0,-1 1 0,1 0-312,0 5 1,2-2 326,1-7 0,1 0 0,-3 5 0,2 0-215,7 2 0,3-1 215,-1-2 0,1 0-45,1 1 0,2-2 45,-1-6 0,1-2-45,5-3 0,0-3 89,7 2-89,-6-5 0,4-1 0,-4-1 0,10-2 30,-8-4 0,3-2 0,-4 1-30,8 0 0,-8-7 0,1-2-45,-7 3 0,-2-1 45,8-14 0,-9 11 0,0-2 0,-2-2 0,-1-1-89,5-11 89,-7 9 0,0-1-45,-3-5 0,-2 0 45,-1 5 0,0-1-351,0-7 1,-1-2 350,-4 8 0,-2 0 0,0 1 0,0-5 0,0 0-30,-2 4 0,0 0 0,-3-1 0,-3-2 0,-3 0 0,1 3-8,0 0 1,-1 2 37,-1 0 0,-1-1 0,-1 4-227,-6 5 1,0 3 226,5 3 0,0 1 71,-5-1 1,-2 3-72,1 5 0,1 3 0,0 1 0,0 3-120,3 3 0,-1 3 0,2 0 396,0 0 1,3 3-877,3 2 1,1 2-1,2-2-79,5-3 0,2 0-221,-2 6 1,2 1-740,2-1 1,2 0 1546,0-6 0,0 1 0,0 3 0,1 1 0,0 5 0</inkml:trace>
  <inkml:trace contextRef="#ctx0" brushRef="#br0" timeOffset="139914">1415 6443 11131,'0'-13'1619,"0"1"-1080,0 4 1,0 1 0,-5 1 269,4-3-719,-9 5 90,9-1-90,-5 4 90,4 13-90,-1-4 0,2 7 0,0 2-90,1-2 45,2 5 0,1 0-45,-2-2 0,4 10 0,1-9 90,2-6-90,11 7 90,-6-12-90,3 2 0,-2-7 0,-2-2 45,1-9 0,0-3-45,-2 0 0,0-6 0,-1-2-1496,-5 3 1406,-1-8 90,-3 8-584,-7-6 494,4 5 90,-8 2 0,-5 0-45,1 5 0,-1 1 0,0 0 0,-1 1 45,-14-1-899,11 18 179,8 4-919,-1 5 1,2 2-392,2 9 2084,3-3 1,0 1 0,3 3 0,2-10-1,-1 0 1</inkml:trace>
  <inkml:trace contextRef="#ctx0" brushRef="#br0" timeOffset="140383">1443 7080 11940,'-2'12'720,"-1"-2"-720,3-2 0,6 4 0,-5-4 90,10 10-90,-4-10 0,2 3 90,3-6-90,-5-3 0,10 0 0,-7-7 90,11-8 0,-12-1 0,4-4 269,-8 0-89,-1 4 0,-2-5 360,-9-5-450,5 8-1,-7 2 1,-3 1-1639,3 1 1549,-11-2-276,-4 4 186,5 6-90,-7 6-180,12 0-90,4 13-1169,4 0 270,2 4-450,1 3-1439,2 3 2897,0-5 0,8 6 1,1-7-1</inkml:trace>
  <inkml:trace contextRef="#ctx0" brushRef="#br0" timeOffset="140996">1676 7404 12750,'-10'-2'899,"-1"0"-809,5 2 90,-1 0-180,4 0 0,-1 6 0,2-4 90,2 9-90,-1-2 0,1 10 0,0-5 0,9 8 0,-6-14 0,11 3 0,-3-5 0,0-3 90,9 1-90,-10-4 0,3 0 0,-2-8 0,-3-1 90,1-5 180,-6-9-90,-1 10 44,-7-3 1,-3 1-45,-2 3-90,-5 0 0,-2 2-90,2 5-135,-1 0 0,0 3-224,4 11-271,-6-2-1889,7 17 451,4-7-570,-1 7 2638,6-5 0,1 1 0,1 0 0</inkml:trace>
  <inkml:trace contextRef="#ctx0" brushRef="#br0" timeOffset="144778">2739 6774 8432,'-8'0'990,"2"4"-631,3-3-89,1 2 90,0-3-180,0 0 90,0 2 0,1-1 89,-2 1 1,1-1 0,-1-1 0,0 2 0,0-1-1,0 2 1,-1-2-90,0 1 90,0-1-90,-1 1 0,1 0 89,-1 0-89,0-1 90,0 1-90,1 0-90,0-1-90,0 0 90,2 0-180,0-1 809,1 1-449,6-1-270,5-6 0,4 5 0,4-12-45,0 3 0,1-1-45,-6 2 0,0-2-1093,10-4 1,4-3 0,-3 2 1079,-6 4 1,1 0 12,0-1 0,2-1 0,0 1-1031,6-4 1,-1 2 1030,-5 2 0,0 0-141,-3 3 0,1-1 0,0 0 141,5-2 0,2 1 0,-3 0 0,0 0 0,1 1 22,-1 0 1,4-2 0,-1 1-1,-4 2-22,-1 2 0,-1 0 0,6-2 0,3-2 0,-5 2 0,-8 5 0,-1 0 0,13-6 0,-1 2 0,-9 3-146,-2 1 1,-1 0 145,-6 2 2017,3-2-2017,-2 1 2622,-4 1-2532,6-3 753,-8 3-843,3-2 685,-6 3-685,1-3 0,-1 3 0,-1-4-90,-5 4 90,-1-5 0,0 4 0,-9-4 0,13 3 0,-10-1 0,8 0 0,-1 2 0,-2-3 0,4 4-90,-3-2 90,4 3 0,-2 0 0,3 0 90,-1 1 89,6 5-89,-3-1 0,8 1-90,-1 0 90,2-5-90,14 4 90,-10-4-90,5 0 0,1 1 0,-1-1 0,11 0 0,-10-5-565,-5 3 565,3-7 0,0 5 0,-8-4 180,6 1-90,-11 2 90,1 1 90,-3 0-181,-1 1 1,0-1 566,-1 1-566,-1 0 0,0 1 179,0 0-269,-6 8 0,5-1 0,-11 9-269,-1 8-91,-3-3-227,6-5 1,-1 3-507,-2 2 1,-1 2 0,0-1-326,1 0 1,-1 3 761,2-4 1,-2 5-1,-1 1 1,1-1 0,2-3 290,-2 8 1,0-2 0,3-5 0,0 1 0,0 0 0,1-2 0,0 3 0,1 0 0</inkml:trace>
  <inkml:trace contextRef="#ctx0" brushRef="#br0" timeOffset="147495">2863 7047 11670,'-13'5'1260,"2"-1"-811,3-1 1,-1-2-90,2 5-180,-1-5 0,3 4-90,0-4-90,1 2 90,2-1 629,0-1-539,5 0-90,5-8-90,4 6 0,2-14 0,1 6 0,1 0 0,6-9-133,-5 6 0,2 0 133,2-1 0,-1 2 0,7-4 0,0 3 0,-1 0 0,-6 5 180,-3 2 0,-2 2 0,-7 1 359,1 20-449,-8-7 0,0 15 180,-8-1-270,0-4 90,-1 7-45,2-12 0,0-1-1027,-1 9 1027,4-8 0,-1 0 45,-3 5 0,1-1-90,4 6 45,-3-2 0,0-2-45,3-3 0,0 2 90,1-1-90,1-10 90,5 8-90,1-14 90,10 0-90,-5-3 0,4-7-90,1-2 180,-2-4-90,4-1 0,-4 3 0,0 0 0,3-3-90,-2 0 0,1 1-574,-4 1 304,3-3-1529,-2 0 989,-6 6-1954,3-11-423,-5 4 3264,0-2 0,-1 2 0,-2 4 1</inkml:trace>
  <inkml:trace contextRef="#ctx0" brushRef="#br0" timeOffset="147683">3389 6853 12750,'-10'-5'-2159,"10"0"990,12-3-181,4 3 1350,15-2 0,-15 6 0,8-3 0</inkml:trace>
  <inkml:trace contextRef="#ctx0" brushRef="#br0" timeOffset="147833">3509 6947 11041,'-12'9'1079,"5"-3"-809,-1 0 0,4 0-270,0-3 0,0 1 0,3-1-90,1-1-1349,-2 0-540,8-2-360,1 1 2339,7-8 0,-3 5 0,2-5 0</inkml:trace>
  <inkml:trace contextRef="#ctx0" brushRef="#br0" timeOffset="148246">3655 6741 12210,'-7'-9'1439,"-3"3"-1079,9 3-270,-4 7-90,5 12 0,0-1 0,0 6 90,0-4-90,0-5 0,0 5 0,9 3-90,5 1 90,1-2-90,2-3-90,-3-11 90,-3-2-180,15-1 270,-11-1 0,7-9 0,-8-1 90,-4-5-90,2 1 0,-5-2 0,-5 3 0,1-5 180,-11-7-90,6 8 45,-11-2 0,-3 0-45,5 2-287,-5 2 0,-2 1 197,3 4 0,-5-1 0,6 6 0,-4 3 0,4 6 0,-2-3 0,2 18 0,4-11-90,-2 13-1169,3 5 629,5-10-405,1-1 1,2 0-681,7-3 366,-5 3 1349,20-4 0,-11-4 0,12 1 0</inkml:trace>
  <inkml:trace contextRef="#ctx0" brushRef="#br0" timeOffset="148833">3995 6690 11760,'-21'0'0</inkml:trace>
  <inkml:trace contextRef="#ctx0" brushRef="#br0" timeOffset="150296">4580 5858 11850,'2'-11'180,"0"2"-90,-1 5 989,-1 2-1079,0 22 90,3-3 0,1 1-90,-4 3 0,1 0-409,5 2 0,1 1 454,-3-2 0,1-1-1010,0-4 1,1 0 964,0 5 0,1 1-45,2 5 0,1-1 0,-4-10 0,1 0-195,4 6 0,1 2 1,0-3 59,-4-8 0,1-2-945,11 13 1,1-3-135,-1-6 1004,1-3 1,0-2 0,-3-6-1,10 1 1</inkml:trace>
  <inkml:trace contextRef="#ctx0" brushRef="#br0" timeOffset="151128">4939 5918 11400,'-7'-14'900,"1"2"-630,2 6 90,-1 0-270,2 3 359,0 0-179,3 9 0,5 8-270,0 7 90,7 6-1913,-1-7 1823,-2 0-191,3-2 280,-5-4-89,3 2 0,-3-5 0,4 1 0,-2-2 0,9 4 0,-9-7 90,5 2-90,-2-4 0,-6-3 0,5 1 0,-6-3 0,0 0 0,0-13 0,-2 6 0,2-24 0,-4 16 1870,0-11-1870,-1 5 0,0 5 0,-5-11-90,4 15 90,-4-2 235,5 11-145,7 9-90,-6 2 0,13 5 0,-2 8 0,1-9 0,5 7 0,-8-11 90,1-1-90,3-2 0,-2-4 0,2-6 0,-4 4 0,-4-15 0,0 7 0,0-15 0,-2 7 0,0-6 0,-3 6 0,-1 1 0,1-5-45,-7-3 0,-2 1 45,1 4-1639,-6 0 1,-1 0 1433,3 6 205,-6-4-291,7 11 21,3 3-89,-1 1-901,2 7 451,2-3-181,0 10 730,3-3 260,0 5 0,1-1 0,0-2 0</inkml:trace>
  <inkml:trace contextRef="#ctx0" brushRef="#br0" timeOffset="151362">5387 5641 12390,'2'-12'1709,"-2"-1"-1529,0 7-90,0 8-90,5 17 0,-4 3-90,7 4-180,-7-7-629,4 2-1153,-4-4 1332,1 4-1124,0-2 494,-1-5 91,0 3 1259,-1-5 0,0-4 0,0 1 0</inkml:trace>
  <inkml:trace contextRef="#ctx0" brushRef="#br0" timeOffset="151550">5369 5692 11940,'-5'-9'540,"1"2"0,2 4-540,16 7 0,-6 2 0,12 0-270,-4 5 0,-3-4-180,5 3-2158,6 6 1348,-8-9 1260,3-1 0,-1 0 0,-2-4 0,10 1 0</inkml:trace>
  <inkml:trace contextRef="#ctx0" brushRef="#br0" timeOffset="151768">5683 5480 12570,'-5'-13'1079,"1"3"-899,1 4 360,2 4-450,5 8-90,13 11 0,-2-1-90,-1 1 0,0 1-270,-3-3-180,7 10-899,-7-6-931,-2-5 1200,1 4-2107,2 1 3219,-6-8 0,5 3 1,-7-9-1</inkml:trace>
  <inkml:trace contextRef="#ctx0" brushRef="#br0" timeOffset="152380">5760 5595 11580,'-15'-9'900,"1"0"-720,6 3 90,0-2-270,3 0-90,0-2 90,4 2-90,16-8 0,-6 7-90,13-7-270,-9 5 0,-1-1 270,4-3-1459,2-6 1,-1-1 1164,-4 1-616,0-6 1,-1-1 1269,-4 2-185,-3 5 1,-1 0 544,-2-7-270,-2 6 449,-4-9-539,2 19-90,-3-3 0,2 10 90,2 3-90,-3 22 0,4-8 760,3 3 1,-1 1-761,0 1-90,7 2 90,-8 1-45,7-1 0,1 0-45,-2 6 45,1-6 0,0 0 45,4 7 2787,-2-2-2787,2 5-90,-4-10 381,-1-5-291,-3-4-90,-1-3 90,0 0 1620,-2-4-1800,0-7 90,0-8 0,-1-2 0,0-17 0,0 14 259,4-10-259,-3 7-90,9 6 90,-9-4 0,11 4 90,-7 5-90,7-2 0,5 2 0,-6 5 90,16 0 0,-16 4 360,15 14-270,-15-11-90,6 19 90,-8-11-90,-2 3-90,-1 1 89,-4 0-89,-1-2 0,-1 2 0,-7 1-89,-2-4-181,-4 3-810,-5 0 271,7-5-181,-3 3-2287,-8 1 168,7-7 2974,-8 2 1,10-8-1,0 0 1</inkml:trace>
  <inkml:trace contextRef="#ctx0" brushRef="#br0" timeOffset="152611">5948 4990 12210,'20'-6'2069,"4"1"-1575,-7 3 1,0 0-553,14 1 597,-3 7 1,0 4-1895,-12-5 1,0 0 1444,9 6 0,1 4 0,-7 0 0,1 2 0,-3 0-727,-2-2 1,-1 1 636,2 2 0,2 3 0,-5-2 0,-6-3 0,-3 0-90,-1 0 1,-1 2-691,-4 6 0,-3 3 1,0-2-651,-2 0 1,0 0 979,-2 2 0,-1 1 1,-2-1-644,-2-3 1,-1-1 0,-1-1 174,4-4 0,-1-1 0,0 1 918,-5 5 0,-1 1 0,1-2 0,3-5 0,1-1 0,-1 0 0,0 0 0,0 1 0,0-1 0</inkml:trace>
  <inkml:trace contextRef="#ctx0" brushRef="#br0" timeOffset="154195">3635 7196 10501,'0'-13'1619,"0"-3"-719,0 4-541,0 1-89,0 2 360,0 4 989,0 2-1439,0 9 180,0 8-180,5 5-91,-3 2 91,13 0-1168,-10-3 1168,10 7 0,-2 2-90,-1-5-45,-5-9 0,0 2 134,4 5 1,-1 0-90,3 5-45,0-1 0,0 0 45,-1-1-90,-5-9 0,1 1 90,1 2 0,0 0 0,2 4-1473,1 1 1,-1 0 1382,-2-4 0,5 9-490,-5-8 580,-1-5 0,6 12 0,-6-12 563,5 5-563,-3-3-90,-2-4 0,3 5 90,5 4-90,-6-7 0,1-1 0,0-1 1820,0-1-1820,5 2 0,8 2 0,-8-6 45,5 1 0,-1 0-45,1-3 0,-6-1 0,1-1-74,10 2 74,-6-3 0,2-1 0,0 0 0,0-1 45,-5-1 0,1 0-45,6-1 0,-6 0 0,3 0-92,-1-5 92,-7 4 0,4-4 90,0 5-90,-5 0 180,15 0-180,-14 0 0,7 0 0,-1 0 0,-5 0 1225,5 0-1225,-2 4 0,-4-4 1042,3 7-1042,1-4 90,-6 3 29,5-1-119,-9-1 0,-1-2 90,0 1-90,-3-1 90,2 0-90,-3-1 90,0 0-90,-2-6 0,-6 4-90,5-8 90,-10 8-90,3-12 90,-3 7 0,0-7 0,0 0-90,-2-2-75,2 3 0,0-1 165,1 0 0,0 0-1011,-5-6 1011,6 6 0,-1 0 0,-8-11 90,5 8 0,-2-3 90,4 7-90,4 5-90,-1 0 90,5 4 0,1 2 270,8 13-270,2-5 44,3 7 1,1 1-45,4 0-56,-5-4 1,0 1-35,9 8-255,-5-5 345,6 3 0,-1 0-90,-4-4 0,5 3 0,-1-3 0,-6-3 0,5 1-644,0 0 644,-8-6 0,5 3 0,-9-5 205,-2-1-115,-1 0 1479,-1 0-1389,-2-1 756,0 3-846,-1 0-180,0 4-90,-8 7-179,2-1-91,-8 8-675,1-2 1,-2 1 331,6-8 1,0 1-301,-7 7 1,-2 3 0,1-3-547,5-6 1,1-1-1,-7 8 1,0 0 1512,6-7 1,0-2 0,-4 5-1,-4 5 1</inkml:trace>
  <inkml:trace contextRef="#ctx0" brushRef="#br0" timeOffset="155362">3102 7482 10951,'-9'-4'719,"-3"1"-269,10-1-90,-9 0 0,9 0-1,-9 0-89,10 0 180,-8-1-360,5 2 360,-1-4-270,2 5 269,2-2-269,1 2 450,0 0-360,6 0 0,-5-1 89,16 0-179,-8 0 0,12-1 180,3 0-270,-3 0-355,9-1 400,-12 2 0,-1 0-1814,12-3 1769,-10 3 0,1-1-45,8-2 0,-1-1 0,-9 3 0,1-1-15,9-3 0,3-2 0,-2 1-30,-9 3 0,1-1 0,1-2 0,5-1 0,-1-1 0,-3 1-1159,1 0 0,-1-1 1159,1 0 0,1-1 0,0 0 0,-5 1 0,0 0 0,-2 0 0,5-2 0,-1 0 0,-3 1 0,1 0 0,-1 0 30,-1-1 0,0 1 0,-1-1-30,3-1 0,0 0 0,4-5 0,1 0-651,-6 2 1,0-1 0,-1 2 650,-2 0 0,1-1 0,1-4 0,2-4 0,-3 4-502,-6 3 0,-1 2 502,2-8 0,0 0 196,-5 7 1,-1-1-197,1-9 0,0-1 481,-3 7 0,0-2-504,-1 2 1,0-4 0,-1-1-1,-1 4 192,-3-3 0,1 1-169,1 0 0,1-3 0,-3 3-45,-8-2 0,-2 2 311,6 5 0,-1 1-266,-6-4 0,-3-1-45,0 3 0,-1 2 45,2 4 0,1 0-45,-5-2 0,-3 0 45,-1 5 0,-2 1 0,1 1-45,-1 1 0,-1 0 45,1 3 0,-4-1 0,0 1 0,3 2 0,-5 0 0,1 2-30,3 2 0,-1 0 0,-1 2 30,0 1 0,-1 1 0,0 1 0,2 0 0,3 0 0,2 0 0,-4 2 15,3-1 0,-3 1 0,-3 1 0,0 1 0,1 0 0,2 1 15,1 1 0,2 0 0,0 2 0,0-1 0,1 0 0,0 0-297,-2 1 0,-1-1 1,2 0-1,-1 0 0,1 2 267,-2 1 0,0 1 0,1 0 0,1 1 0,3-1 30,-1 7 0,3-1 0,1 1-348,4-6 0,0 1 0,1 0 318,-3 6 0,-1 0 0,2 2-5,3-2 1,1 2 0,1 0-1,0-2 5,2-3 0,0-1 0,1 2-53,0 1 0,-1 2 0,1 2 0,0-2 0,3-3 53,-1 8 0,2-1 31,3-6 1,-1 3 0,2 1-1,-1 0 1,1-4-32,-1 0 0,0-2 0,1 1 0,2 3 0,2 2 0,0-1 0,0-3 45,-1 3 0,2-3-45,3-3 0,2 1 0,0-2 217,0-1 0,0-2 0,2 1-217,3 1 0,2 1 0,0-3 0,4 2 0,1-4 45,1-3 0,2-2-45,3-4 0,1-2 45,-6-1 0,0-1-45,-3 0 0,1 0 0,1-3-203,0-2 1,2-2 0,-1-1-1,-2 0-67,-1 2 0,-1-1 1,1 0-1,1-2 0,3-1 0,-1-1 0,-1 0-823,3-3 1,-2-1 0,-1 0 246,-4 3 1,-1 0 0,1-2 845,3-2 0,3-2 0,-1-1 0,-2 2 0,-4 2 0,-1 0 0,0 0 0,5-5 0,0 0 0,1 0 0</inkml:trace>
  <inkml:trace contextRef="#ctx0" brushRef="#br0" timeOffset="159561">8037 8039 11311,'-12'0'899,"1"0"-359,4-4-91,0 3 1,0-4-180,1 5 90,1 0-90,-1-3 0,1 3-91,0-3 91,2 3-180,0 0 180,0 0 809,2 0-629,5 0 0,16 0-360,-2 0 45,8-5 0,2-1-2198,2 3 2108,-5-5 0,1 0 0,-1 3 0,-1 1-45,-5-2 0,0 0 0,5 0 0,3 0 0,-6 0 0,2 0 0,-2 0 0,0 0 0,0 0 0,8-3 0,3-1 0,-4 1 0,-10 3 0,-1 0 0,5-2 0,2-1 0,-4 1 0,3-1-45,-4 1 0,-2 0-135,-8 3 90,2-1-450,-9 4-2737,0 1 0,-12 6 0,0-3 3467,-8 9 0,3-9 1,3 3-1</inkml:trace>
  <inkml:trace contextRef="#ctx0" brushRef="#br0" timeOffset="159945">8064 8068 9781,'-14'4'540,"-5"1"-270,5-2 180,-3 1 269,1-1-449,4 0 90,-2 1 360,-2-1-541,7 0 181,-4 0-270,9-2 90,0 0 1079,2 0-359,17-1-630,-6 1 44,9-2 1,5-3-90,7-3 0,0-2-1676,-4 3 0,0-1 1481,-4 0 0,1 0 0,-1 0-30,3-1 0,-2 0-1216,-4 1 1,-1 1 1215,5-2 0,1-2 0,6-1 0,-1-1-74,-11 5 1,1-1 73,5-3 0,4-2 0,-4 2 0,-8 4 0,-2 0-90,15-7 0,-2 0-90,-8 5-225,-4 1 1,-2 1-46,-6 4-2827,1-1 887,-7 10 3014,-8-5-1974,6 9 2169,-16-1 0,9 1 0,-8 2 0</inkml:trace>
  <inkml:trace contextRef="#ctx0" brushRef="#br0" timeOffset="160262">8031 8117 12750,'-18'1'360,"3"0"269,2-1 181,8 0-451,7 0 1,10 0-180,15-5-90,-9 3 0,1 0-1729,-1-3 1,0 0 1625,2 1 1,-1 1 57,-4-1 0,0-1-787,8 0 1,0 0 741,-6 1 0,1-1 0,4 0 0,3-2 0,-2 1 0,-6 1 0,1 0-30,4-2 0,3 0 0,-3 1-150,4-2 90,-8 3 0,-1-1-1731,3 1 1102,-9 2-1710,2 0 630,-11 3 2738,-1-1-939,-1-1 0,-6 1 0,-2-2 0</inkml:trace>
  <inkml:trace contextRef="#ctx0" brushRef="#br0" timeOffset="162316">4048 5625 13559,'-9'-2'0,"3"5"0,6 0 90,0 3-90,4-3 0,1-2 0,4-1 0,2-5 90,-5-2 180,0-3-90,-5 0 450,-6-1-451,4 4 271,-13-3-360,12 8 180,-15-2-180,13 3 90,-12 7-180,9-5 0,-3 4 90,4 2-90,2-1 0,-1 5 0,4-3 0,0 0 0,1-2 0,6-2 0,0 0-90,6-2-180,4 0-90,6-2 360,-6-6 0,1 5 0,-9-10-90,-4 6 90,0-6 0,-3 5 0,-1-1 90,-6 0 0,0 2 90,-5-2-180,0 6 180,-5-1-180,6 2 90,-4 0-90,5 6 0,2-1 0,-1 2 0,2 1 0,3-3 0,-1 0 0,3 3 0,0-3 0,1 2 0,0 0 0,0-4-90,5 1-90,0 0 90,7-1-270,2 0 270,-3-3-180,7 0 270,-10 0 0,4-4 0,-6 3 0,-2-8 0,-1 5 90,-2-5 0,-7-1 0,4 3 90,-3 0-90,-1 3 90,2 1-180,-2 1 90,-6 0 0,8 2-90,-7 0 90,4 6 0,1 0-90,-1 8 0,2-2 0,3-1 90,1 4-90,1-8 0,6 6 0,-4-8 0,8 2 0,-4-2 0,6-2-180,5 1 180,-5-3 0,9-8 0,-13 6 0,5-6 0,-8 1 0,-2-1 180,-1-7-90,-7 4 0,3-1 270,-8 3-271,2 3 1,-3-1 0,-7 2-90,9 2 0,-9 1-180,11 8-179,-3-5-1170,6 19-1748,1-5 0,1 14 2756,1-6 1,1-1-1,0-5 1</inkml:trace>
  <inkml:trace contextRef="#ctx0" brushRef="#br0" timeOffset="171310">4059 5628 8702,'-14'16'0,"0"0"0</inkml:trace>
  <inkml:trace contextRef="#ctx0" brushRef="#br0" timeOffset="180711">6625 8108 8612,'-8'-4'720,"2"-2"-361,3 6-89,1-2 0,0 2-90,0-1 0,1 0 450,0 0-271,-1 0 181,2 1 0,-1-2-360,0 0 359,0 0-89,1 1 540,-1-1-901,0 6 181,12-4-90,5 6-90,3-4 0,0 1 90,-4 0-90,-4-3 0,5 2 90,7-1-180,-8-1 90,4 0 0,1 1 0,-1-1 0,5 0 0,0 0 0,-1 0-238,-6 0 0,1 0 238,10 0-1243,-7 0 1153,8 0 90,-1 0-488,3 0 443,-11-2 0,-1 0-45,12 2 89,-3-4 1,0 4-90,-7 0 0,7 0 90,1-2-90,-6 2 0,7-2 45,-11 2 0,2 0-45,7 0 0,1 0-766,-5 0 0,1 0 766,2-1 0,0 2 0,-5 0 0,-2 1 0,6-1 0,-1 1 0,-2-1 121,-2 1-31,5-1 310,5 1-355,-13-1 0,0-1 0,-2 1 0,0 0 45,5-1 0,-1 1 0,1-1-90,9 0 90,-11-5-90,11 0 0,-15-2 2104,9 0-2104,-7 3 0,-4 1 1024,3-3-1024,-1 3 0,-4-2 0,4 1 0,-1-1 0,-2 2 0,3-1 0,6-2 0,-8 3 90,16-5-90,-16 4 0,12-4 0,-15 5 0,6-3 0,-4 2 0,-3 0 0,2-1 0,1 0 0,-3 1 0,3-2 0,5-2 0,-6 3 0,15-6 0,-15 6 0,15-7 0,-15 8 0,5-4 0,-5 2 0,-2 2 0,1-1 0,0 0 0,-3 2 0,2-2 0,-1 0 0,-1 1 0,1-1 90,3-1-90,-4 1-90,9-4 90,-9 5 0,9-4 0,-10 4 0,7-5 0,-7 5 0,2-2 90,-2 1-90,-1 2 0,0-3 0,2-1 0,-2 1 0,5-6 0,-6 6 0,4-7 0,-5 6 0,3-7 0,-3 8 0,2-5 89,-3 7-89,0-1 0,-1 1 0,0-1 90,-1-4-90,1 0 0,-1 0 0,0-5 0,0 4 0,-5-14 0,4 13 90,-8-16-90,8 16 0,-6-7 90,3 5 0,-1 3 0,-1-2 0,2 0 0,-2 3-90,-5-10 90,5 10-90,-5-6 0,2 4 0,1 2 0,-2-2 90,-6-4-90,6 5 0,-4-2 0,1 0 90,-1 0-90,-7-5 90,2 4-981,3 3 891,-5-3 45,5 5 0,0 1-45,-6-2 0,-5-1 0,-1 1 0,2 2 60,5 1 0,-2 0 0,2 0 30,-9-1-60,9 1 0,-3-1 0,3 1-1437,-7-2 1407,7 2 0,0-1 0,-7-3-232,13 5 1,-1-1 276,-3 0 0,0 0-45,-9-5 90,2 2-90,9 4 0,1 0 0,-4 0-57,1 0 1,-1 0 56,2 2 0,-6-1 0,8 1 0,-8 0 0,5 2 0,-1 0 0,1-1 0,-3 2 0,-2-1 0,-1 1 0,2-1 0,6 1 0,-1 0 0,-11 0 870,-1 0-826,11 0 1,-1 0-45,-10 6 0,2-5 0,1 11 0,7-11 0,-6 9 0,0-3 0,6 1 0,-5 1 0,9-3 0,-8 3 0,6-2 0,-1 1 0,0-1 0,-2 1 0,-2 2 0,0 0 0,1-1 0,6-3 0,0 2 0,-9 3-89,6-2 89,-5 3 0,1 0 0,5-3-202,-5 3 292,7-3-90,1-1 0,-1 1 0,2 0 0,-10 6 0,9-4 0,0 0 0,0 0 90,2 0-90,0-1 0,1 0 0,1-1 0,-3 4-211,4-4 211,4-2 876,-2 2-876,0-1 0,3 0 90,-2 1-180,-2 4 180,3-5 369,-7 11-459,6-8 0,-4 7 0,4-7 0,2 0 0,1-1 0,1-1 812,0 1-812,1 3 0,0-4 0,2 8 0,0-8 0,0 3 359,0 1-359,0-4 0,0 3 0,4 5 90,4 10-90,1-4 90,1 4 0,0-9-1450,-4-5 1360,3 5-860,4 5 860,-4-9-97,1 0 1,0-1 96,0-1 0,4 2 0,1 0 90,0-1-1729,4 1 1,0 0 1003,-3-5-982,5 1 1,1-2 177,0-2-200,5-2 1,1 0-1639,0-3 3004,-6 1 1,-1-2 0,5-7 0,0-1 0</inkml:trace>
  <inkml:trace contextRef="#ctx0" brushRef="#br0" timeOffset="-196439.73">7910 8241 7443,'-13'5'449,"0"1"-179,0-1 540,-6 3-1,1 1-1381,-1-1 932,4-1-91,6-3 274,1 0-363,1 0 139,2 0-49,-1 0-90,4 0 0,-1 1 430,3 0-430,0-1 0,0 1 0,7 2-90,3-1 90,18 2-180,-8-4-1639,6-5 1,0 0 1523,3-1 115,-6-4 0,1-1-415,-1 1 1,0-1 414,2-4 0,3-1 0,-5 2 0,1 1 0,-1 0-833,6-4 1,-1 2 742,-2-1 0,1 0-135,-2 0 0,-1-1 45,-5 4 0,-1 0-171,4-3 0,0 0-189,-2 1 0,-3 1 1,8-5 134,-10 6 0,-1 1-1484,3-2 2396,-8 4 1,-2 1 0,-5 4 0</inkml:trace>
  <inkml:trace contextRef="#ctx0" brushRef="#br0" timeOffset="-196171.73">7402 8604 12480,'-16'0'-180,"-3"0"180,5-5 270,2 3 90,22-15-360,1 9 30,6-2 0,3-2 0,0 1-809,-3 2 1,1 1 778,5-3 0,4-2 0,1 0 0,-3 1-587,1 1 0,0-1 569,-3 2 0,4-2 0,1 0 0,-1 0 0,-4 2-243,-3 1 0,-2 1 0,3-1 99,4-2 0,4-1 0,2-2 1,-2 2-1,-3 0-711,-4 3 1,-2 0-1,2 0 738,2-2 0,2 0 0,0 0 0,-1 0-435,1-1 1,-1 0-1,0 0-369,0 0 0,0 0 0,1-1 939,-4 2 0,0 0 0,1 0 0,-2 0 0,0-1 0,0 2 0,-2-1 0,5-2 0,0 0 0</inkml:trace>
  <inkml:trace contextRef="#ctx0" brushRef="#br0" timeOffset="-195872.73">7293 8872 12570,'-23'15'0,"-1"1"0,10-8 0,1 1 0,-10 7 0,2-1-502,12-6 682,-2 3 89,27-8-179,-4-2-45,14-5 0,6-2 0,-3-2 0,1-2-865,-6 1 1,2 0 0,0-1 0,-2 0 614,3-1 0,-2 0 0,3-3 130,-5 2 0,1-1 0,2-2 0,-1 0 0,-1 1 0,-2 0-542,6-3 1,-3 1-1,2-2 473,-4 2 0,3-1 0,0 0 0,0-1 1,-1 1-577,1-3 0,0 1 1,-1-1-1,-1 2-8,-4 2 0,-1 2 0,-1-1 1,2 0 727,5-4 0,1-1 0,-1 0 0,-1 2 0,-1 0 0,-2 2 0,1 0 0,-1 0 0,0-1 0,0 1 0</inkml:trace>
  <inkml:trace contextRef="#ctx0" brushRef="#br0" timeOffset="-193470.73">9148 8034 10771,'-19'0'270,"0"0"359,-8 4-269,6-3-1511,-5 3 1511,9 0-90,0-4 773,-3 8-773,2-4-270,1 1 263,5 0-173,9-2-90,-1 1 180,13 4-91,4-3 91,14 8-90,-2-7 266,-11-2 0,2 0-311,14 0 0,1-1-504,-10-1 0,2-1 504,5 1 0,5-1 0,1 0 0,-4 0-971,-7-1 0,-2 0 0,2 0 948,2 0 1,3 0-1,1 0 1,-1 0 44,-3-1 1,0-1-1,0 1 1,-1-1-472,2 0 0,-1 0 0,4-1 434,-3 0 0,5 0 0,2 0 0,0-1 0,-2 0 0,-3 1-371,-1 0 1,-4 0-1,1-1 1,2 1 355,-2 0 0,3 0 0,0 0 0,1 0 0,-1 0 0,-2 0-162,2-1 0,-1 1 1,-1-1-1,-1 1 1,0-1 146,1 1 0,-1 0 0,0-1 0,1 1 18,-1 0 1,2-1-1,-1 0 1,1 1-1,0-1-18,5-1 0,1 1 0,-1 0 0,-1-1-120,1 1 0,0 0 0,0-1 120,-2 1 0,0 0 0,2 0 0,-1 0 0,-1 0 0,0 0 0,0 0 0,0 1 0,-3-1 175,4 0 0,-2 1 0,3-1-205,-4 0 0,5 0 0,1 0 0,-1 0 0,-1 0 0,-5 1-30,-1 0 0,-4 0 0,3 0-102,1 0 0,3 0 0,1-1 0,-2 1 1,-4 1 253,1-1 1,-3 1-228,11-2 0,-3 2-1754,-8 0 1456,-24 7-736,0-4-270,-23 8 1614,7-5 0,-1-1 0,3 0 0,-1 0 0,-6 0 1,-1 0-1</inkml:trace>
  <inkml:trace contextRef="#ctx0" brushRef="#br0" timeOffset="-193067.73">9115 8328 13110,'-18'1'0,"1"0"0,1 0 0,-1 0 404,-8-1 1,1 1-2548,-4-1 2188,8 0 0,2 0 868,6 0-463,18 0-270,0 0 89,17 0 46,2-1 0,5-2-1047,-1 0 0,2-1 1,0 0 731,0 1 0,-1-1 0,2 0-490,-5 0 0,1 0 1,0 0-1,-2 0 520,-1 0 0,-2 0 0,2 0-8,2-1 1,3 0-1,0-1 1,-1 1-244,-4 1 1,-2 0-1,0 0 1,2-1 238,0 1 0,0-1 0,2 0 0,-1 0 0,1 0-228,1 0 0,2 1 1,-1-1-1,-1 0 1,0 0 231,1 0 0,-2 1 1,0-1-1,2 0-36,-1 1 1,2-1-1,0 0 1,0 1 0,0-1 13,0 1 0,1-1 0,0 1 0,-1 0 0,0 0 0,-1 0 0,-1 1 0,0-1 0,2 1 0,-1-1 0,1 0 0,0 1 0,1-1 0,-1 1 0,-2 0 0,1 1 0,-1 0 0,0-1 0,-2 1 0,1 0 0,-2 0 0,0 0 0,1 1 89,-1-1 0,1 0 0,0 1 0,1-1 0,-1 1-89,4 0 0,0 0 0,0 0 0,-1 0 0,-2 0 0,4 1 0,-3-1 0,3 0 0,-6 1 0,1-1 0,2 0 0,-2 1 0,-2-1 0,4 0 0,-3 0 0,-2 0 175,4 0 0,-2 0-175,5 0 0,-1-1 409,-10 1 1,-2-1-410,5 0 143,1-2-592,-16 1 2151,-1 0-3321,-6-3 2381,-7 1-2651,5-1-1388,-20-2 3219,11 3 0,-14-2 1,7 5-1</inkml:trace>
  <inkml:trace contextRef="#ctx0" brushRef="#br0" timeOffset="-183721.73">6870 8126 10681,'17'-1'630,"0"0"-451,-5 1 91,13 4-270,-10-4 90,10 4 0,-8-4 0,0 0-90,6 0-973,1 0 0,-1 0 973,3 0 45,-10 0 0,1 0-272,2-2 1,0-1 226,10 2 0,-10-3 0,1-1 44,7 3 1,1 0-45,-11-1 0,1 0 45,10 1 0,1 0 0,-6 0 0,-1 0-45,-6 1 0,2 0 0,5-1 0,2 1 0,-3-1 45,-4 1 0,0-1-45,8 1 0,1 0 45,-9 0 0,-1 0-45,8 0 45,-9 0 0,0 1-55,2-1 0,1 0 55,0-1 0,0 0 0,0 0 0,0 0-45,-2 0 0,-1-1 45,1-1 0,-1 0-45,4-1 601,-4 0 1,0 1-512,8-4 961,-6 1-1006,1 0 0,1 0-45,0-1-49,-4 2 1,0 1 138,9-5-950,-7 4 860,5-3 0,4-3 90,-11 5-45,2-2 0,0 0 45,-4 2 0,2-2 0,0 0-90,-2 0 0,1 0 0,-1 0 0,-2 0 45,2 0 0,-1 0-45,-3 0 181,7-3-181,-3 1 90,-6 4-90,5-4 90,-5 4-90,-2 1 90,2-5-90,-3 4 0,1-2 0,0-4 0,-2 6 312,5-7-312,-5 9 899,3-7-899,-5 6 0,2-4 0,-2-1 0,0 2 0,0-3 90,2-5 0,-3 5 0,2-8-90,-3 11 90,1-3-90,-7-2 0,5 4 0,-10-5 0,6 4 0,-7-2 0,1-3 0,1 4 90,0 1 0,-4-3-90,5 5 0,-9-7 0,8 8 0,-2-1 0,-2 1 0,3 1 0,-9-4 0,1 2 0,0-1-45,2 1 0,-1-1 45,5 3 0,-2-1-948,-6-4 1,0 0 947,5 4 0,1 0 0,0 0 0,0 0-45,-7-4 0,1 0 45,6 4 0,1 0 0,-5-2 0,-1-2 0,2 2 0,4 2 0,0 0 0,-4-4 0,-1 1-685,-1-1 0,1 1 640,4 2 0,0 1 45,-5-3 0,-1 0 0,-5-1 0,-1 1 0,10 4 0,-1 0 0,-7-2 0,-4-1 0,3 2 0,8 3 0,0 0 0,-9-2 0,-1 0 0,5 2 0,2 0 0,5 2 0,-1-1 0,-4 0 0,0 0 0,1 0 0,0 2 90,-9-2-90,11 1 0,-1 1-353,2 1 0,1 1 353,-8-1 0,-6 1 0,1 6 0,8-5-1039,-4 9 1,-1 2 1038,2-4 0,3 2 0,0 1 668,-5 4-668,12-7 0,0 1 0,-4 3 0,0 1 33,3-2 0,2 0-33,-1 0 0,1 1 0,0 0 0,1 1 0,-8 7-421,6-4 1,-2 3 0,3-3 420,3-4 0,0 1 0,-4 6 0,-1 3 0,2-2 1816,0 3-1816,0 3 0,2 0 0,3-3 0,2 2 0,1 0-328,2-4 328,2-5 0,0 0 0,0 6 543,1-6-543,0 6 2581,0-4-2581,0-3 0,0 3 0,10 3 0,-8-9 90,16 11-90,-13-14 0,8 3 0,-2 2 0,-4-5 0,6 8 0,-7-8 1042,1 3-1042,-3-7 632,-1-1-632,0 0 289,-1-2-289,1 2 0,-3-4 90,2 2-3367,-2-7 2589,8 5 1,1-11-1,6 3 1</inkml:trace>
  <inkml:trace contextRef="#ctx0" brushRef="#br0" timeOffset="-179784.73">9983 8316 9332,'-15'0'449,"2"1"-269,4-1-90,2 0 90,0 0 0,1 0 0,0 0 90,2 0 0,0 0-90,0 0-1,2 0 1,-1 0-90,1 0 90,0 0 0,0 0 2698,1 0-2428,5 0 0,7-5-270,2 4 90,6-6 0,0-1-181,6 2-999,-3 0 1,5-3 0,-2 2 954,-5 1 0,0 1-15,2 0 0,1-2 0,0 1-1040,8-2 0,-2 0 1010,-5 1 0,0 1 0,-4 0 0,1 0 0,1 0-547,5-2 0,3 0 1,-3 0 546,0 1 0,2-1 0,-4 1 0,3-1 0,0 0 0,-3 2-549,2-2 1,-2 2 548,-4 0 0,1 0 0,1-1-13,5-1 0,2-1 0,-3 1 13,-1 1 0,0-1-100,0 0 1,4-1 0,0-1-1,-5 3 10,-2 0 1,-2 0 287,0 0 0,1-1 1,-2 1-379,0 0 0,-1 1-45,-2-1 0,1 1-135,1-2 1,0 1-1,5-2-90,-8 2-940,-8 3-409,-10 2 2721,-2 0-922,-20 7 0,6 0 0,-7 5 0</inkml:trace>
  <inkml:trace contextRef="#ctx0" brushRef="#br0" timeOffset="-179389.73">9902 8632 13469,'-11'8'0,"3"-3"630,5-2-360,8-3 539,22-5-629,-1-4-810,-5 3 0,2-1 765,2-4 0,0 0-1207,-4 2 1,1 1 1101,-3 0 0,2-1 0,0 0 59,2-1 1,1 0 0,0-1-90,-5 3 0,0-1 0,0 1-695,6-4 0,2 0 0,-2 1 695,2-1 0,2-1 0,-4 2 0,3-2 0,0 1 0,-2 0-279,-2 2 0,-2 1 0,2-1 279,0 0 0,4-2 0,1 1 0,-2 0 0,-3 1-297,-3 2 0,-2 0 0,1 1 267,5-2 0,1-1 0,0 1 30,-3 0 0,-1 1 0,1 0 168,-3 0 0,1 0 0,0 1-168,2-2 0,1 0 0,-2 1 45,0-1 0,-1 1-45,8-3 1391,-15 4-1481,-6 3 983,-3 0-2512,-4 0 3509,-8 1-5167,0-5 1157,-1 3 681,-4-4 1439,6-1 0,-4-2 0,2-1 0</inkml:trace>
  <inkml:trace contextRef="#ctx0" brushRef="#br0" timeOffset="-177422.73">8373 7340 8882,'-12'-6'630,"1"1"-540,3 2 89,0 2 91,0-2 0,0 0 90,0 2-90,0-4 269,-3 3-359,3-1 0,-2 0 180,1 0-180,3 0 0,-1 0 180,0-2-270,4 3-90,-1-4 0,3 3 90,1-2 89,8-10-179,5 4 135,4-6 0,3-1-423,-7 8 0,2 1 378,8-6 0,3-2 0,-2 3-1290,-5 3 1,0 1 1199,2-1 0,2 0 0,-1 2 30,-1 1 0,-1 1 0,4 1-402,-1 1 1,3-1 0,3 1 0,0 0 0,-1-1 0,-3 2 371,2-2 0,-2 1 0,0 1 0,3-1 11,-3 1 0,3 1 0,2-1 1,1 0-1,0 1 0,-1-1 0,-3 2 1,-4 0-267,6 0 0,-5 1 1,3 0 269,0 0 0,5 0 0,1 0 0,0 1 0,-1-1 0,-5 1-387,2-1 1,-4 1-1,2 1 372,3 0 0,2 0 0,1 1 0,-3 0 0,1-2 0,-2 0 0,0 1 45,0 3 0,0 0 1,1 1-46,-4-3 0,0 1 0,1-1 0,-3 1 64,2 1 0,-2 0 0,-1 0-64,7 2 0,-2 0 0,-5 0 0,-1-1 456,9 2-456,-10-1 0,-1 0 0,1-1 90,-2 0-90,-5-2 90,-9-1 1955,0-1-2135,-16 0 1728,5-5-1638,-11 3-180,-7-8 180,7 3 808,-1 0 0,-1-1-898,-1-3 469,-8-2-424,8 2 0,0 1-1464,-6-4 1509,6 2 0,-2-1 0,6 3 0,1 0 0,-10-6 0,10 6 0,-1 0-422,2 1 1,1 0 421,-7-3 872,-4-3-782,7 5-90,5 4 0,0-1 0,4 4 1569,17 11-1479,-4-7-90,13 14 0,-6-11 90,10 9-90,-4-6 45,5 0 0,0 0-45,2 0 0,6-1 0,-1 0-459,-2-1 459,-8-2 0,2 1 45,-1-2 0,-1 1-45,6 0 0,1 0 0,-1 0 0,-6-2 0,-3 0 0,-2 0-597,-5-1 597,0 1 90,-6-1-90,-2 1 0,-6 7 0,2-1 0,-12 6-360,-1 6-89,-4-3 628,8-5 1,-1 1-1305,-2 2 1,0-1-305,4-2 0,0 0 574,-5 5 1,2-1 854,-4 8 0,1-1 0,1 0 0</inkml:trace>
  <inkml:trace contextRef="#ctx0" brushRef="#br0" timeOffset="-173972.73">5347 8108 10321,'7'0'540,"-1"0"2736,-6 0-2055,6 3-1131,-1-2-90,6 9 0,0-8 90,-4 7-90,5-6 0,-8 0 90,7 1-90,-4-2 0,-1 0 0,1 1 90,-1 0-90,-2-2 0,0 1 90,-2 0 0,-1-1 180,0 1-360,1-1-90,0-1-90,2 0-629,3 6 539,-2-5-1259,12 10 899,-7-6 1,7 1-1440,2 1 899,-4-3-503,8 0 1763,-5 0 0,1-4 0,1 2 0</inkml:trace>
  <inkml:trace contextRef="#ctx0" brushRef="#br0" timeOffset="-154501.75">6957 8171 6273,'8'0'-449,"-2"0"449,-4 0 0,-1 0 0,1 0 0</inkml:trace>
  <inkml:trace contextRef="#ctx0" brushRef="#br0" timeOffset="-154069.75">7022 8155 9062,'8'-7'0</inkml:trace>
  <inkml:trace contextRef="#ctx0" brushRef="#br0" timeOffset="-153136.75">13659 5169 12930,'-12'-15'1709,"-1"1"-1440,0 3-269,3 5 90,3 4-90,2 7 0,2-3 90,1 13-90,1 15 0,0-3-835,3-6 1,-1 2-1,1-2 835,-1 9 0,3-6 0,1 0-966,2 6 966,2-9 0,1 4-629,3-7 629,-2-6-45,3-4 0,1-1 45,-1-2-45,3-3 0,-1-4 45,-6-9 0,7-5 0,-8-10 0,-2 7 0,-4-4 0,0-2 0,-1-2 90,-5 7 0,-2-3 0,-1 3 90,-1-7-90,-7 1 0,-1 1 0,4 8-90,-5-5-90,6 17 2106,1 3-2195,-2 7-83,4-3-548,0 24-449,5-15 455,-1 16 804,9-3 0,3-9 0,7 6 0</inkml:trace>
  <inkml:trace contextRef="#ctx0" brushRef="#br0" timeOffset="-152974.75">13978 5268 13559,'-6'-18'1619,"5"5"-1709,-10 1-90,6 9-179,0-1-2918,1 2 167,4 2 2795,0-1 0,0-1 1,0 0-1</inkml:trace>
  <inkml:trace contextRef="#ctx0" brushRef="#br0" timeOffset="-152618.75">14091 5077 14369,'0'-9'1439,"0"2"-270,-5 6-629,0 5-360,-3 4-90,1 11-90,0-5 0,1 11 0,3-15 90,7 11-90,5-11 0,7 5 0,-2-5 0,1-2 0,2 0 0,-5-3 0,4 2 0,-1-1 0,-4-1 0,10 6 0,-13-6 0,6 10 0,-11-8 0,0 3 90,-2 0-90,-1-2 0,1 3 0,-1 5 0,-5 2 0,-2 1-90,1-3-720,-10 1 271,10-6-1980,-14 11 1170,12-13-1928,-9 6 2747,9-11 0,-3 0 0,5-4 0</inkml:trace>
  <inkml:trace contextRef="#ctx0" brushRef="#br0" timeOffset="-152441.75">14127 5057 13110,'-5'-16'989,"3"0"-585,-2 1 1,-1 0-315,4-4-90,-3-11-90,17 7-2003,-2 5 2093,0 6 0,2 1-90,2-1 0,1 1-45,-3 2 1,1 1-46,4-2 0,1-1-1170,9 1 1,1 1 404,-11 3 1,0 1 944,5 0 0,2 1 0,-3 0 0,-5 3 0,-2 0 0,5 1 0,1-1 0</inkml:trace>
  <inkml:trace contextRef="#ctx0" brushRef="#br0" timeOffset="-150590.75">13893 4472 11131,'0'15'0,"0"-2"0</inkml:trace>
  <inkml:trace contextRef="#ctx0" brushRef="#br0" timeOffset="-149690.75">13897 4788 14459,'3'7'3276,"1"-12"-2954,2 0-142,-1-10 269,1-6-179,-1-2-1909,-2 3 1,0 0 1713,0-10 45,-2 8 0,-1-3 0,1 3-31,-1 4 1,0 0-60,-1-3 0,-1-2 0,0 3 317,1-10-302,-3 8 0,-2-1 0,1-2 0,-1-1-868,1 0 0,-1 0 823,-1 0 0,0 0 45,1-1 0,0 0 0,1 5 0,1 0 0,-2-6 0,0-1 44,1 4 1,0-1 0,0 2-45,1 1 0,-1 0 45,1 0 0,-1-4 0,1 1 0,0 4-45,1 3 0,0 1 0,-2-10 0,1 0-371,2 10 1,0 2 415,0-10 631,1 10 0,0 0-631,1-13 0,-1 7-90,1-6 180,0 2-90,7 7-1,-6-6 181,11 3-90,-10 5 314,7-2 46,-4-3-450,3 10 0,-2-13 0,0 17 1980,-3-6-2070,1 7 1560,-2-1-1470,0 1 217,0 1-307,-1 2-630,-1 3 450,1 5 0,-1-1 90,0 4-90,0-5-180,0 0 91,0-1-1,0 1-720,0 0 451,0 0-1620,0 4 1169,0-2-2287,-6 5 0,-2-5 1376,0 4 1901,-6-6 0,7-1 0,-6 0 0</inkml:trace>
  <inkml:trace contextRef="#ctx0" brushRef="#br0" timeOffset="-149254.75">13734 2923 12840,'-11'-6'1169,"-2"1"-809,4 1-90,-12 9-270,12-4 0,-7 21 0,12-12-884,0 13 884,3-9 0,0 7 0,1-5 0,6 13 0,1-15 0,3 0 0,1-2 0,4-3 286,5 3-286,2-7 90,-4-2-772,7-1 682,-5-2 0,-5-4 0,0 0 0,9 2 0,0-11 0,-2-3 0,-1 4 135,-4-10 0,-3-3 44,-7 5 136,-10-5 0,-5 0-135,-3 4-90,-10 0 0,-3 2-90,1 7 0,5 4 0,-1 2 90,-10 16-450,6 1-60,9 3 0,-2 3 1,3 0-166,2-1 0,0 0-815,-5 10 1,1 2-240,6-2 1,1-1 1527,3-5 1,0 0 0,-1 6 0,1 1 0,3-9 0,0 1 0</inkml:trace>
  <inkml:trace contextRef="#ctx0" brushRef="#br0" timeOffset="-148256.75">14005 5801 10681,'2'-14'1619,"0"3"-540,-1-4-809,-1 8 900,0-8-721,0 9 451,0-6-720,0 8 90,-4-2 89,3 3-179,-2 1 720,3 0-361,6 7-179,-5 3-1651,9 6 0,1 1 1561,-2 9-136,2-7 1,1 2-784,-2 3 1,-1 1 738,-1-5 0,0 2-268,0 2 1,1 5-1,1 0 1,-1-1 297,0 2 0,0-1 0,1 2-48,-3-5 0,2 2 0,0 1 0,-1-1 0,0-1-12,1 5 0,0-3 0,0 3 29,-2-4 1,1 2 0,1 0 0,-2 0 0,0-4-476,0 1 1,-1-4 0,0 3 407,1 1 1,1 3 0,-1 0-1,0-1 23,0-1 0,-2-1 0,1 0 0,-1-1 220,-1-3 0,0-2 1,1 3-266,0 1 0,0 4 0,1 1 0,-1-1 0,0-5 0,0 3 0,0-1 22,-1-2 0,1 4 1,1-1-1,-2-3-22,0-5 0,-1 0-180,3 14 1,0-1-181,-4-11-360,2 7-2557,-4-19 0,-7-10 252,6-8 776,-12-4 2249,5-15 0,0 11 0,2-10 0</inkml:trace>
  <inkml:trace contextRef="#ctx0" brushRef="#br0" timeOffset="-147637.75">14525 7696 12300,'-7'-24'2968,"5"8"-1798,-9-5-631,7 13 1,0-3 809,-2 2-989,5 3 0,-3-1 180,3 5 1798,1 1-629,-1 12-1349,1-3-90,5 11 0,-4 3-270,9-4-187,-9 9 97,1-11 0,1 0-1996,0 11 1681,-2-10 1,-1 2-1080,3 0 0,0 1-675,-2 10 809,1-11 1,1 1 1349,-1 5 0,1-2 0,3 7 0,-3-8 0,1 1 0</inkml:trace>
  <inkml:trace contextRef="#ctx0" brushRef="#br0" timeOffset="-120041.73">9149 7485 10321,'0'-8'630,"0"1"-450,0 6 179,0-1-179,0 1 0,0 0 270,-1-1-270,0 1 1079,0 0-809,1 5-360,0 13 0,0-5 0,0 7 0,0-8-90,0-4 90,0 8-90,0-9 0,0 6 0,0-8 0,0 5 0,0-5 0,3 3 0,-3-4 0,3 2 0,-3-3 90,2-1-90,-6-6 0,4 0 0,-7-4 0,6 1 0,-3 2 0,4 1 0,-2 1 0,2 1 0,0 2 0,0 0 179,4 10-179,1 2 90,-1 4-90,3-3 0,-4-2 0,0-1 90,5 9-90,-6-10 0,4 7 0,-4-11 0,1 1 0,-1-1 90,-1-2 0,1 1 360,-2-3-450,-4-11 0,-2 1 0,-4-18 0,-1 12-90,1-9 90,2 13 0,2-2 0,1 2 0,3 5 90,-1-3 0,8 8-90,1 6 90,3-3-90,-3 9 0,3-4 0,-7 4 90,9 4-90,-9-4 0,5 5 0,-4-9 0,-1 3 0,0-3 0,-1-2 90,1 0-90,-2-2 90,1 0 270,-1-1-360,-5-10 0,-2 0 0,-3-12 90,-1 8-90,7 0 89,-2 5-89,4 5 270,-1-2-270,1 12-90,7 1-359,-4 10-91,3-4-270,-4 2-2467,4 6 0,-3-7 3229,2 11 0,-1-16 0,1 3 0</inkml:trace>
  <inkml:trace contextRef="#ctx0" brushRef="#br0" timeOffset="-118441.73">11223 3920 12030,'-1'-9'1080,"1"2"-721,0 4-89,0 1 0,0 0 0,0 1 359,0-1 451,0 1-720,0-1 449,-4-1-629,3 1 360,-6-1-360,4 3 179,-2-2-359,1 2 180,2-1 0,1 10-180,0 0 90,1 12-90,0-9-90,0 12 90,0-15 90,0 9-90,0-12 0,0 5 0,0-6 0,0 1 540,0-4-540,0-12 0,0-3 0,0-5 0,-3-8 0,2 13 0,-2-16 0,3 18 0,0-7 0,0 9 90,0 2 0,0 0 0,0 3 0,0 17-90,0-1 90,0 8-180,4-6 90,-2-4 0,2-3 0,-2 3 0,-1-1 90,1-3-90,-1 1 0,0-3 0,1 1 0,-1-2 0,1 1 90,-2-3 0,1 1-90,-1-7 0,-4-8 0,2 0 0,-2-3 0,1-2 0,0 2 90,-1-4-90,1 7 89,3 4 181,-2-3-180,2 5-180,0-2 180,0 14-90,-1 1 0,1 9-90,0-3-180,0 3-989,0 2 90,0-2-270,0 5-1838,0 10 0,0-12 2457,0 12 1,0-16 0,0 0 0</inkml:trace>
  <inkml:trace contextRef="#ctx0" brushRef="#br0" timeOffset="-110308.73">4361 2772 8612,'-8'0'450,"0"0"-180,5 0-90,0 0-90,0 0 89,0 0 1,0 0 0,0 0 450,-2 0-450,3 0 0,-2 0 179,1 0-179,2 0 0,-1 0 270,-1 0-270,2 0 0,-1 0 539,-2 0-449,2 0 270,-2 0-360,2 0 90,-1 0 539,0 0-359,1 0 0,0 0-91,1 0 991,0 0-1080,5 7-270,1-6 179,9 14-179,-5-11 90,5 6 0,0-2-90,4 0 45,-2-1 0,1-1 45,7 2-559,-6-2 0,1-1 559,0 0-90,6 0 45,-8-2 0,0 0-45,5 0 0,3 0 0,-1-1 0,-4 0 0,2-1 0,0 0 0,-3-1 0,10 0 0,-6 0-699,-6 0 699,6-5 0,-1 4 0,-5-9 0,6 9 0,-7-4 0,-1 0 0,5 1 0,3-2 0,0-1 0,-4 1-1380,1 0 0,0-1 1380,-3 2-89,0-2 0,1 0 89,-4 0 0,9-3 90,-7 1-90,-4 1 460,3-2-460,-1-2 0,-4 2 3035,3-3-2946,1-6-89,-6 6 45,0-2 0,0-1 45,-2 3 0,4-14 0,-6 16 991,1-4-991,-4 2 0,1 4 90,-1-13-180,-1 10 90,0-6 0,0 3-90,-5 4 0,4-4 89,-9-4 1,5 7-90,-7-17 0,4 17 45,0-3 0,0 1-45,1 2 45,-2-2 0,-1 1-45,2 1 0,-6-5 0,3 4 90,-1 0-90,-5-5 90,3 5-90,-1 1 0,0-1 0,2 4 0,-3-3 90,-7-3 0,8 6 90,-3 0 0,0-1-180,3 3 90,-4 0 0,1-1 0,2 3 45,-1-1 0,0 0-45,3 2-1,-8-3 91,0 1-90,7 2 0,-13-2 0,14 4 0,-4 0 0,0 0 0,5 2 0,-4 0-90,-5 0 90,7 6-90,-6-5 0,3 11 0,5-5 0,-5 4 90,0 5-90,4-5 0,-4 3 90,0 1-90,5-3 0,-5 4 90,2 0-1169,4-3 1079,-4 4 180,-2 4-90,7-7-90,-6 6-664,5-4 754,3-4 0,-10 13-1,9-13-89,-4 8 90,3-5-90,3-3 0,-3 3 90,1 1-90,4-5 0,-3 4 90,1 1-90,2-4 1072,-2 4-982,2 1 0,2-4 761,-2 3-851,3 6 0,1-8 45,1 3 0,0 1-45,1-1 0,0 9 90,6-6-90,0 1 0,2-6 0,1 0 0,0-2 0,1-1-1152,8 9 1152,1-6-3277,7-4 2194,-9-4 94,12 2-2171,-4-5 1811,-4-2-180,6 0-1748,2-2 0,-5-5 926,6 3 2351,-7-10 0,-1 5 0,1-7 0</inkml:trace>
  <inkml:trace contextRef="#ctx0" brushRef="#br0" timeOffset="-107392.73">11194 3919 9422,'6'0'449,"0"0"-269,-6 0 3096,1 0-1874,0-4-1223,0-2 1,0-2-90,-1 0-90,0 2 0,0-5 0,5 5 0,0-7 0,1 6 0,3-1 0,2-3 0,0 4-180,14-8-89,-13 8-451,3 1 0,1 1-179,-3 1-2378,17 0 617,-18 2 2660,6 2 0,-9 0 0,-2 0 0</inkml:trace>
  <inkml:trace contextRef="#ctx0" brushRef="#br0" timeOffset="-105925.73">9183 7556 13469,'0'-12'270,"2"-1"-270,-6 2 0,4 1 0,6-10 0,0 9-180,3-3 0,1-1-179,2 2-1280,1-2 1,0 0-572,0 3 1857,7-7 1,-7 9-1,-1 1 1</inkml:trace>
  <inkml:trace contextRef="#ctx0" brushRef="#br0" timeOffset="-85142.73">12865 1350 11221,'-8'-16'1709,"-2"-6"-540,0-1-719,1 1-1097,3 2 1007,3 8 180,1 1 289,1 1-469,0 1 195,1 1-285,0 1-90,0 2-90,0 0 1151,0 2-1152,5 1 91,-4 9-90,8 9-90,-2 1-90,1 7 90,4 2-1401,-4-4 1401,3 7 0,-3-8 0,0 0 0,3 6 0,3 1 0,0 0 0,0-7 0,3-2 0,0-3-90,-2-6-464,3-3 1,0-3 374,-2-10 89,0-3 0,-1-3 0,-4-8 90,-3 5 0,-1-1-90,-2-15 0,-3 6 45,-1 9 0,0-1 0,-4-8 0,0 2 45,2-7-30,-3 9 0,0-2 0,0 3 30,2-3-374,-3 3 0,-1 3 284,3 8 90,-2 5 90,7 19-90,-1 1 949,4 9-949,-2-10 0,-1 1-41,3 11 41,-2-8 0,0 2 0,1 1 0,0 2 0,-1-1 45,0 1 0,-1 0-463,1-1 1,1 2 0,-1 1-1,0-3 418,1 1 0,-1 0-45,1 6 1,0 1-226,0-9 0,1 2 0,-1-3 0,0-1 0,0 0-510,1 5 1,2 2 0,0-3-860,2-1 1,1-3-1,-1 0 1,0-2 1214,1-3 1,0-4 0,0-8 0,1-1-1</inkml:trace>
  <inkml:trace contextRef="#ctx0" brushRef="#br0" timeOffset="-84943.73">13559 1420 14279,'-6'-8'1979,"-4"-1"-1709,9 1-91,-4-5-179,5 6 0,0-3 0,8-1 0,3 3-360,4 0 1,2 0-361,6 1 315,-9 1 1,2 1-1235,1-3 1,0 1-662,5-3 2010,-1 0 1,0 0-1,1-1 1,-7 4 0,-1 0-1</inkml:trace>
  <inkml:trace contextRef="#ctx0" brushRef="#br0" timeOffset="-84359.73">14042 905 12840,'-5'-11'1349,"1"0"-1259,4 13 0,5 8-90,-3 5 0,8 4 90,-3 0 0,7 1-90,4 4-1006,-3-7 1006,2-2 0,5-4 0,-5-4 0,6 0 90,1-4-90,-6-1 0,5-2 0,1-8 0,-9-3-45,-2-4 0,0-2 45,-5-7 45,0-3 0,-2 0 45,-1 0-45,-3 7 0,0-2 180,0 2 0,-1 2-45,-1-3-450,1 3 0,0 3 270,-1 6 90,1 3 269,2 12-269,0-4 90,2 13 0,0 5-90,0-3 106,1 3 0,0 2-106,0-2 0,0-1-45,-1-3 0,1 0-15,2 9 0,2 3 0,-1-3 15,-2-4 0,1 1-584,0 2 0,2 5 1,-1-1-1,-1-3 629,0 0 0,0-1-30,-1 0 0,2 3 0,-2-1-586,0 1 0,0 0 1,-2-2 614,1 1 1,0-1-177,-1 0 1,1 2 0,-1-2 266,0 3 0,-1-3-90,0-7 0,-1 1 59,0 2 1,0 2 0,0-2 120,0 7-135,-1-9 0,0 0 585,-2-1-87,1-7 176,-6 3 1317,-3-10-2126,-3 0 89,-6-9-89,4 4 0,-6-13-89,-3-2 1427,5-4-1428,7 7 0,-1-1-630,0-11 1,3-3 359,2 10 0,2-2-382,2-2 0,0-5 0,2 0 0,0 4-23,2-1 1,3 1-56,2-1 1,2-4 0,1 1 0,0 4-820,2 2 1,2 1 1228,-1 0 0,3-1 1,-2 2-1,1 6 1,-1 1-1,0-1 0,0 1 1</inkml:trace>
  <inkml:trace contextRef="#ctx0" brushRef="#br0" timeOffset="-81894.73">12840 798 10951,'-8'-9'719,"-4"0"-629,11 6-90,-10 1 90,7 0-90,-4 8-90,2 1 90,2 8 0,1-3 90,0 0-90,0 0 0,1-4 0,-1 6 0,1-8 180,0 0 1079,2-3-1169,-1-24 0,1 11-45,0-11 0,-1-3 90,-1 5 0,1 1-90,0 1 0,0 1-45,0-3 0,-1 4-90,2 7 180,-1 0-360,10 27-180,-2-6 45,0 2 1,2 2-1235,2 6 1,1-1-1,-4-7 1,0 0 1444,6 9 0,0 0 1,5 0-1,1-2 0</inkml:trace>
  <inkml:trace contextRef="#ctx0" brushRef="#br0" timeOffset="-81143.73">14517 1162 12300,'-12'0'-3277,"5"-4"2994,3 0 0,-2-5 1,0 0-1</inkml:trace>
  <inkml:trace contextRef="#ctx0" brushRef="#br0" timeOffset="-78477.73">12858 1874 11850,'-9'-7'1799,"1"-2"-1529,4 5-90,0-1 180,2 3-180,0 0 179,1 0 1,1 2-180,0 4 270,4 5-360,1 1 90,0 2 0,8-2-90,-8-3 0,8 4-1,3 1 1,-4-5 0,10 6-90,-9-8 90,3 1 90,9-3-90,-8-1 0,3-4 0,1 0 0,-2 0-45,5-7 0,1-1-184,-3 1 169,-4-1 0,2-2 0,-3 0-982,8-5 952,-6 5 0,-1-3 0,0-3 0,-3-1 0,-5 6 0,0 0 0,1-5 0,1-2 0,-1 1 0,-4 3 0,-1-1 0,3-5 0,-2-2 0,-2 0 0,0-2 0,-2 2 45,1 0 0,-1-1-45,-1-2 0,0-4 0,0 0 0,0 4-1044,-1 1 0,-1 1 1044,-2 0 0,-1-2 0,0 2-45,-2-3 1,0 3 44,-2 6 0,-1-1-30,-1-5 0,0-3 0,0 1-630,-3-2 0,0 1 660,0 0 0,-1-2 0,1 2-793,-2 0 0,1 1 793,-1 1 0,0 0-45,0 1 0,0 2-224,3 5 0,0 0 269,-2-3 0,-2 0 105,2 3 0,0 2-105,-7-7 384,8 11 1,-1-1-340,-3 0 0,0 2-45,-4-3 45,-3 2 0,1 0 45,1 5-90,6 1 0,-1 2 0,-8 2 1261,5 1-1261,-6 0 0,-3 7 0,6 3 90,-7 3-45,9 2 0,-1 1-45,8-6 0,0 0 0,-7 8 0,-2 3 0,3-1 0,6-4 0,1 0 22,-1 3 1,-2 3-1,1 1 1,2-3 22,1 1 0,2 0-45,-1 1 0,0 4 0,0-1 0,2-2-117,1-1 1,2-1 146,-1 1 0,0 1 0,2-2-30,1 5 0,2-2-27,0-5 0,0 0-18,1 5 0,0 1 45,3 1 0,1-1 45,1-5 0,1 0-45,0 6 0,2 2 30,1-4 0,2 3 0,-2-3-30,0 0 0,-1 0 30,3 6 0,2 2 0,-1-4-30,-3-7 0,0-1 0,3 4 0,1 1 0,4 1 0,1-2 45,-7-9 0,2 0-45,4 4 0,3 2 0,-2-3 45,-5-7 0,0-1-45,6 6 0,2-1-142,-5-5 0,-1-1 142,2-1 0,1 1 0,4 0 0,0-1 45,-5-1 0,1-2-45,7 0 0,-1-2 0,0 0 0,-5 0 0,0-2 90,7-7-1463,-6-3 1283,5-6 90,-7-1 118,-5 3 1,0 0-164,-3 3 0,0-3-187,3-8 1,2-5 0,-2 2 276,-3 2 0,-1-2-27,-1 3 0,0-5 0,0-1 0,0 0 0,-2 4-379,-1 1 1,-1 3 0,0-2 337,1-2 1,-1-2-1,1-1 1,-1 2 123,-2-2 1,0 1 0,-1 2-102,1-5 0,-1 1 0,0 4 0,0 0 0,-1-1-30,1 1 0,-1 0 0,-1 2-156,-2-5 1,-1 0 155,3 3 0,2 0 0,-3 1 30,-4-1 0,-2 1 0,1 0-45,3-3 0,-1 0 45,-1 5 0,-1-1 0,-1 0-30,-2-1 0,0-1 0,0 2 30,0 1 0,-1 0-5,0 1 0,-3-3 0,1 2 0,0 2 5,2 4 0,-1 1 255,-6-9 0,-1 1-300,4 8 1,2 2 44,-9-7 0,9 8 0,-1 1 0,-14-4 0,7 7 0,-7 1 0,-1 4 0,5 9-45,9-7 0,-2 2 45,-8 13 0,1 2 0,7-9 0,0 0 22,-1 4 1,-3 4-1,0 0 1,3-2-23,1-1 0,0 1 22,1 1 0,-3 2 1,0 1-1,4-3-22,1 0 0,3 1 30,-4 6 0,0 5 0,3-3-30,5-6 0,2 0 0,0 8 0,0 5 0,2-4 0,1-7 0,2-2 0,-1 11 0,1 0 45,2-3 0,2-3 591,2 7-636,-2-8 0,0-1 0,5 5 0,-3-8 640,-2-2 1,1-1-641,4-1 1940,0 11-1940,-3-17 518,-1 4-518,-2-8 1355,-2 0-1355,1-2 1069,-2-1-1249,1 0-3097,-5-1 2457,4-5 1,-11 4 0,3-3 0</inkml:trace>
  <inkml:trace contextRef="#ctx0" brushRef="#br0" timeOffset="-75805.73">12719 983 12570,'-4'-10'899,"-2"-1"-809,3 6 450,-5-10-450,2 7 180,-5-14-180,5 11 45,-2-3 0,-1 0-46,-1-4-385,1 5 0,0-1 431,0 0 0,1 1-1274,-7-7 1183,5 6 1,-1 0 90,-1 0 0,-1 2-45,-7-8-45,8 7 0,-3 1 45,-4-2 0,0 1 0,-7-5-60,6 7 0,-4-1 0,2 2-30,7 4 0,-2 0 0,-10-1 0,-4 0 0,3 1 0,7 2 0,-1 2 0,0-1 0,-2 0 0,0 2 90,-8 0 0,1 0-1108,7 1 1,-1 0 1047,3 0 0,-1-1 0,1 2-30,-1 0 0,0 2 0,1-1 0,-4 2 0,0 0 0,5-2 0,-2 0 0,2 1-643,-10 6 1,3-1 642,6-5 0,1 0 45,-6 5 0,1 0-45,9-3 0,0-1 0,-5 3 0,0-1 0,7-1 0,-1 0 0,-12 4 0,0 1-277,3-2 277,7-1 0,1-1 237,-2 2-237,7-2 1999,-2 2-1999,5 0 0,3-1 1820,0 2-1820,2 0 851,2-2-851,-1 3 602,3-5-602,0 0 0,0 1 0,0-2 0,0 4 0,4-6 0,-3 4-90,4-3 90,-5 0 90,3-1-90,-2-1 0,2 0-90,-3 1 90,1-1 0,0 0 0,1 0 0,-1 0 90,0 0-90,0-1-90,0 1 90,1-1 0,0 0-90,-1 0 90,0 2 0,3-1 0,-3-1 0,3-3-90,-4-1 90,0-1 0,0 3 0,4-1 0,-3-1 0,3 2 0,-4-3 0,0 3 0,0 0 0,0 1 0,0-4-90,0 1 90,0-2 0,0 3 90,0 0-3328,0 2 2248,0 7 360,0-3 1,0 6-181,0-5-899,6 2 810,-5-2-361,9 4 1260,-5-3 0,1 1 0,-3-1 0</inkml:trace>
  <inkml:trace contextRef="#ctx0" brushRef="#br0" timeOffset="-75576.73">11643 776 9602,'1'-18'-18,"0"0"0,0-11 0,-1 23 0,0 3 0</inkml:trace>
  <inkml:trace contextRef="#ctx0" brushRef="#br0" timeOffset="62400.27">2476 6413 8162,'13'-2'90,"-2"0"0,1 0 0,-3 0 90,3 1 90,1-1-90,-2 2-90,2-1 180,7 1-180,-7-1 89,13 0-179,-13 1 90,4-1 180,8 0-270,-8 1 135,2 0 0,0-1-135,-1 0 90,2 0 0,0 1-90,-2-1 45,2 0 0,1 0 45,-3 1-90,9-2 90,1 1-90,-10-1 0,-1 1 0,1 0-815,0-1 905,5 0-90,8-2 90,-10 1-45,2-2 0,-1 0-45,-1 0 45,1-2 0,0 0-45,-2 1 0,9-4 0,-7 2 0,-6 3 0,5-3 0,5-1 0,-9 3 0,2-1 0,-1 0 0,-2 0 44,2 0 1,0-1-134,-2 1 133,1 0 1,0-1-134,-1 1 89,6-4 89,-6 2-89,-3 1 0,0 0 0,1-1 0,0 0 0,9-5 0,-5 3-89,-4 3 89,4-3-309,-1 1 309,-5 2 0,4-3 0,3-4 0,-7 6 0,2-3 0,0 1 0,-1 0 45,2-2 0,0 0-45,-1 1 0,2-1 0,0-1 0,-1 1 0,8-7 0,-1-1 0,-7 8-214,-2 0 1,0 1 213,0-1 834,2-3-834,5-3 0,-8 6 412,7-5-412,-5 4 0,-4 2 0,1 0 0,0 0 0,-1-2 0,7-7 0,-5 6 90,-3 3 394,2-3-484,0 0 0,-2 3 0,1-3-90,2-4 90,-5 6 0,-1-1 0,1-1 90,-2 2-45,2-2 0,-1 0-45,1 2 45,0-2 0,0 0-45,0 1 0,3-6 90,-4 4-90,-1 3 0,1-3 90,1 1-90,-3 2 0,3-3 0,2-6 0,-3 8 0,1-3 0,1-1 0,0 4 0,0-4 0,1 0 0,0 4 0,3-9 0,-3 9 0,-2 4 90,2-2-90,-1 0 0,1-1 0,3-3-90,-2 3 90,-1 1 90,-3 3-90,3-2 0,-2 3 0,7-9-90,-7 8 90,4-5 90,-3 4-90,-1 2 0,1-2 0,1 0 0,-2 2-90,2-3 90,4-3 0,-5 5-218,5-5 218,-6 6 0,0 1 0,0-1 0,8-6 0,-6 5 0,13-11 0,-13 11 0,14-12 0,-13 12 0,2-2 0,0 1 0,-2 1 0,3-2 0,0 1 89,-2 1-89,7-5 0,-4 4-89,-4 1 178,4-1-178,0 0 178,-3 2-178,5-1 178,5-3-89,-6 4 219,8-4-309,-5 2 90,-4 4 0,5-3 0,-1 1 0,-4 1 0,4-1 90,1 0-90,2-1-45,-5 2 0,1 1 45,7-3 0,-4 2 0,0 0 0,-2 1-1639,2 0 1,1 0 1523,-3 1 160,3 0 0,2 1-45,0 1 0,0 1 0,-3-1 0,-1 0-147,4 2 1,-1 0 146,8-1-1071,-7 1 1116,-7 1 0,0-1 0,0 1 0,0-1-45,9 1 45,-9 0 0,0 0 45,5 0 0,-1 0-90,5 0 179,2 0 1,-1 0-90,-5 0 0,10 0 141,-10 3 39,-2-2 90,4 6-270,-7-3 333,-4 2-63,-2 1 931,-3-4-1111,0 3 3096,-2-2-2914,-1 0-290,-1 1-72,0-1-90,-2-1-179,1 1-451,0-2-2248,-1 2 899,1-2 360,0 1 1709,0-2 0,0 0 0,-1-1 0</inkml:trace>
  <inkml:trace contextRef="#ctx0" brushRef="#br0" timeOffset="74248.27">11145 6419 14729,'-11'-1'0,"-3"4"0,6-2 0,-2 2 0,0-3 0,2 0-270,-7 0 0,8 0-809,-3 0 359,7 0-359,0 0 1079,1-3 0,1 2 0,0-3 0</inkml:trace>
  <inkml:trace contextRef="#ctx0" brushRef="#br0" timeOffset="75401.27">9659 6749 12840,'-9'-7'359,"1"1"-89,3 2 180,0 0-90,1 0-180,1 1 90,0 1 809,2 0-539,8 1-270,9 1-91,0 4 46,2-2 0,-1 2-135,0 7 0,10-1 90,-6 6-1059,-5-5 969,5 4 90,-3 1-90,-4-4-90,2 4 180,3 4-180,-9-8 180,10 12-180,-14-15 180,3 5-180,-7-8 180,1-1 89,-2 0 451,-1-3-630,-5-5-180,-1-3 1059,-1-5-879,-1 2-90,8 1 0,-4-6 0,10 4 0,1-11 90,8 12-90,-2-5 0,10 5-90,-7 3 135,5 0 0,2 0-45,3 2-147,-5 0 0,1 1 147,4 1 0,-1 1 0,-9 0 0,0 1 0,8-1 0,4 1 0,-4-1 0,-8 1 0,0 0 0,7 0 0,2 0 0,-2 0-1486,6 0 1486,-6 0 0,-1 0 0,-5 0 0,-1 0 90,9 0-135,0 0 0,1 0 45,1 0 45,-6-2 0,0-2-90,1-2 0,-1-1 45,6-6 0,-1 2 0,-1-1 90,-3 0-135,-9 3 0,0 0 45,1-4 0,0 0 90,1-4-135,-1 2 0,-2 0 45,-4 1-180,2-2 90,-6 6-449,-1-1 269,-1 3-1529,-1-6 899,-1 9 71,0-4-2448,0 5 1067,0 2 2210,5-3 0,-4 3 0,4-1 0</inkml:trace>
  <inkml:trace contextRef="#ctx0" brushRef="#br0" timeOffset="76283.27">11413 6626 13379,'4'-10'1080,"-3"-2"-451,7 10-359,-1-1 90,5 1-180,0 2 90,7 7-180,-7-6 90,4 12 179,5 0-269,-8 0 45,0 0 0,-1 0-45,-2-1 0,2 7 0,-5-5 0,-2-4 0,1 4 0,-1 0-90,-3-5 90,2 6-90,-3-10 90,0 0 899,0-2-989,-1-11 90,0-3-90,0-5 0,0 2 90,0 4 0,0 2-90,0-2 90,6 0-90,2 2 0,-1-3 90,14-1-90,-13 4 45,7 1 0,1 0-45,-2 2 90,9-2-90,-2 5-90,6 0-708,-8 1 1,1 1 797,-4-1 0,1 1 0,0 0 0,1 0-558,3 0 0,-1 0 558,-4 3 0,1-1 0,4-1 0,2 0 0,0 4 0,-1 0 0,-4-5 0,0 1 0,4 3 0,1 0 0,7-2 0,-2 1 0,-10 0 0,1 1 0,6-1 0,3 0 0,-4-1 0,-8 1 0,0-1 30,4 0 0,4 0 0,-4-1-120,6 0 135,-8 0 0,1-1-741,9 0 696,-6 0 90,7 0-90,2-5 0,-7 3 0,-8 0 0,0-1 45,1 1 0,-1 0-45,9 1 0,-10-3 0,2-1 45,2 3 0,0 0-45,4-6 135,1 3 0,-2 1-45,-6-3 90,8-1 180,-12 0-90,0-2-1,3-9-179,-5 4 90,-2 0 0,-2 0-90,0 0-45,0-2 0,0 1-45,-1 3 1328,2-8-1508,-4 10-180,-2 3-677,1-7-132,-8 8 417,5-4-2525,-18 4 0,10 2 2831,-13 0 0,7 3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06:42.6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10375 3010 12750,'-10'4'1169,"3"2"-809,2-5 539,0 4-629,0-3 450,-4 3-540,5-3 359,-4 2-449,5-3 90,-1 1 180,3-2-180,10 0-90,-2-4-45,8 2 0,2-1-45,0-7 0,6 3 0,1 1 0,-2-4 0,6 1 0,0-1 0,-4 2 0,3-2 0,0 1 0,-3 1 0,-2 0 0,0 1 0,-5 2-3277,8-2 527,-25 11 1491,-1-5-2018,-20 19 3084,6-12 0,-7 10 1,9-7-1</inkml:trace>
  <inkml:trace contextRef="#ctx0" brushRef="#br0" timeOffset="353">10268 3114 12570,'-6'-6'1079,"3"-3"-359,-3 8-450,4-5 89,4 5 1,5 4 0,14 2-180,-6 6-90,3-4 0,0 0-90,1 3-1639,7 0 1,1-1 1523,-5-1 160,6 1 0,-1 0-45,-7-2 0,1-1 0,-1 1 0,-3-2-135,0 0 0,0 0-135,-3-1-899,11 3 719,-16-4-1259,6 1 899,-11-4 810,1-5 0,-5-2 0,1-6 0</inkml:trace>
  <inkml:trace contextRef="#ctx0" brushRef="#br0" timeOffset="635">10688 2926 12300,'0'-12'1169,"0"1"91,-4 1-1081,2 5 271,-6-3-180,6 14 0,-4 7-90,4 4-45,0 5 0,0 1-135,0 0 0,0 6 0,-1 0 0,1-6 45,-1 3 0,0 0-45,1-4-90,-1 2 0,1-1-180,0-5-1169,0 2 0,1 0 1439,-1-2 0,6 2 0,2-12 0</inkml:trace>
  <inkml:trace contextRef="#ctx0" brushRef="#br0" timeOffset="1768">10853 2888 11580,'-9'4'990,"1"-1"-540,3-3-1,0 0-89,1 0-180,-1 0 0,2 0 629,1 0-269,13-8-405,5 0 0,4-3-105,-2 1 0,1 0 0,0 0-281,7-3 1,0 0 250,-4 1 0,1 0 0,-4 2 0,6-3-90,1-2 0,0 1 0,-5 3-450,-3 1 1,-2 0 89,-6 4-2827,1-2 2457,-26 13 1,7-1 0,-14 7 0</inkml:trace>
  <inkml:trace contextRef="#ctx0" brushRef="#br0" timeOffset="2037">11022 2803 12120,'-6'7'630,"2"1"-360,3-2-1,1 1 271,6 11-360,-4-6-45,6 3 0,1 0-45,-3 1 90,7 5 0,1 1-1,-3-5 1,1 4 0,0 0-90,-4-7 135,-2 1 0,-1 0-135,-2-3 0,-1 13-90,-8-15-90,-3 4 0,-2 2-720,-5-5 1,-1 1-830,2 1 1,-1 1 221,0-3 1,0-1-1861,-10 7 3005,5-5 0,-5 3 1,8-5-1</inkml:trace>
  <inkml:trace contextRef="#ctx0" brushRef="#br0" timeOffset="2717">10556 3634 12030,'-22'8'1124,"7"-2"1,0-1-855,-9 2-46,6-1 1,1 0-135,4-1 0,-2 0 90,10-3 450,3-1-270,12 0-180,0-6 44,9-1 1,6-1-165,0-5 0,2-1 0,-1 0-451,-5 3 0,0 1 1,2-1 405,-2 1 0,4-3 0,1 0 0,0 0 0,0 0 0,-2 1-744,5-2 1,-1 0-1,0 0 1,0 1 728,-5 1 0,-1 1 0,1-1 0,0 1 0,0-1 0,4-1 0,0 0 0,0-1 0,-2 2 0,-3 2-203,0-2 0,0 2 113,6-3 0,3-2 0,-4 3-45,-11 5 0,0 0-450,9-4 1,-2 1 134,-10 5-1799,1-1 1170,-20 4-2198,-13 17 3033,0-6 0,4 1 0,1 1 0,-6 2 0</inkml:trace>
  <inkml:trace contextRef="#ctx0" brushRef="#br0" timeOffset="3018">10360 3984 14009,'-6'5'899,"24"-15"-899,-2 1-1093,4-3 1,5-2 0,-2 1 634,-5 3 1,2-1 637,3-1 0,5-2 0,1 0 0,-4 1 40,1 0 0,1 0-115,-6 4 0,3-3 0,3 0 0,0 0 0,-1 0 0,-2 2 52,1-2 1,-1 2-1,-1 0 1,1-1-113,4-1 0,0-1 0,1 0 0,-2 1 67,-2 1 0,-1 0 1,-1 1-1,-4 1 456,-4 2 1,-1 0-389,8-5 0,-3 1-1170,-11 6-1978,-9 4 2968,-10 7 0,0 1 0,3-2 0</inkml:trace>
  <inkml:trace contextRef="#ctx0" brushRef="#br0" timeOffset="3817">12323 3051 12030,'-9'0'1889,"-3"0"-1349,16 0-360,14 0-90,3 0-45,5-2 0,1-1-625,1-3 580,-6 1 0,4-1 0,-3 0 0,-6 1 0,1-2-68,4 1 1,3-2 0,2 0-1,-2 1-472,-1-1 1,-1 0-1,1-1-553,5-1 1,1-2 0,-3 1 938,1-3 0,-6 0 0,-3-3 0,-18 4 0</inkml:trace>
  <inkml:trace contextRef="#ctx0" brushRef="#br0" timeOffset="4068">12639 2772 11490,'-15'5'270,"2"-4"810,6 9-541,11 4-359,0-1 45,10 2 0,3-1-135,2 0 45,7 2 0,0-1-45,0-1 149,-4-2 1,3 1 0,-3-2-476,5 3 266,-7-3 0,2 1 0,-4-1 51,-1 2-81,-3 2 0,-3 0-90,-5 0-450,-9 4 0,-4 1-179,-4-1-374,-1-4 1,-4 3 0,2-3-547,2-3 1,0-1 1367,-7 6 1,0 1 0,-3-1 0,0 1 0</inkml:trace>
  <inkml:trace contextRef="#ctx0" brushRef="#br0" timeOffset="7403">13560 2473 12030,'-8'-8'540,"2"1"-450,5 6 0,0 1 1889,0-1-1800,0 5-89,0 1 0,14 16 0,0 2-90,0-6 0,0-1 0,2 4 0,5 0 0,-11-14 90,12 3-90,-12-6 0,14-1 0,-13-9 90,13-6-90,-14-1 0,1 0 0,-1 1 0,-1 0 90,-3-4 0,0 0-90,-3 2 225,0-4 0,-1 1-135,-1 4 180,0-10-270,0 18 0,0 0 0,-3 5 0,2 5 90,-3 2 90,9 19-91,-4-9-44,5 5 0,1 0 45,-3-1 45,4 8 0,1 2-608,-1 0 622,-2-4 1,1 4 0,-1-3-559,-1-6 1,0-1 475,0 3 1,2 3-1,-1 1 1,0-5-68,-1 0 0,1 0 60,2 7 0,1 4 0,-2-5-60,-2-10 0,0-1 45,3 8 0,-1 1 0,-1-6 0,-1-1-45,1 5 45,0-1 0,0 0-45,-3-6 135,0 0 0,-1-1-45,-1-4 273,-1 8-273,-5-13 0,0 2-90,-6-7 90,-10 1-90,6-3 0,-1-5 0,1-1 0,2 3 0,-2-9 0,1-3 0,3 7-45,0-7 0,0-2 45,4 2-225,1-2 0,1-2-134,3 1-451,4-5 1,1 0-1,-1 0-283,6 1 1,4-3 0,-1 3-547,-5 7 1,0 0 1228,6-7 0,2-2 1,-1 3-1,-4 7 1,-1 1-1,3-5 0,0-1 1</inkml:trace>
  <inkml:trace contextRef="#ctx0" brushRef="#br0" timeOffset="8484">13410 2235 11850,'3'-9'1619,"0"0"-629,-3 3-541,0 6-449,0 16 0,0-2 45,0 5 0,0 0-45,0 3 0,0 3 0,0-2 0,0-16 90,0 6 0,0-11-90,0-5 0,4-5-90,1-14 90,3 6 0,-2-2 0,1-1-90,6-2 90,-2-3 0,1 13 0,-6 9-359,12 14 89,-7-9-720,3 11 1,0 3-90,-1-7-560,5 9 1,0 0 1429,0-4 1,-4-3 0,1-1 0,2 1 0</inkml:trace>
  <inkml:trace contextRef="#ctx0" brushRef="#br0" timeOffset="8717">14208 2436 12570,'-10'0'360,"3"-4"-1440,16 0 181,2-5-740,3 3 1,1-1 1467,3-2 1,5-5 0,-11 5 0</inkml:trace>
  <inkml:trace contextRef="#ctx0" brushRef="#br0" timeOffset="9268">14515 2134 11940,'-14'-1'720,"5"7"-540,3 1-90,5 8 179,-2 3-179,3-4-90,5 2 90,2-2-90,7-5 90,8 8-90,-5-11 0,0 0 0,0-1 0,-1-2 0,2-2 0,0 1 0,-2-2 90,1-5 0,0-2 90,-4 4 0,0-10 0,-1-2-90,-3 6 90,-1-8 0,0-1 0,-2 3-91,2-7 91,-3 5-180,-2 8 90,2-2 90,-2 9 270,5 14-270,-3-2-90,4 9 0,1 3-90,2 2-800,-2-2 0,1 4 0,-2-3 845,-2-5 0,1 1-23,0 3 1,1 3-1,0 1 1,-2-3-23,1 1 0,-1-1 0,1 1 0,-1 1 0,1 2 30,0 1 0,0 1 0,-1-2-30,0 0 0,0 1 22,0-1 1,1 5-1,-1 0 1,0-5 66,-2-3 1,0 0 120,1 6 0,1 3 0,-3-4-75,-1-13 0,-2 0 90,-1 14 0,-1-1-230,0-10 95,-4-3 0,-1-2 0,-3-4-90,-3 0 90,-1-6 0,-3-1-90,3-1 0,-4-2-90,-4-16 0,8 5-270,2-11 0,3-4-484,3 0 124,3 2 1,2-5-1,2 4 923,4 5 0,1-1-1023,0-2 1,1-4 0,1 0 0,1 4-820,4 0 1,1 1 1318,-2-2 0,1-1 1,-1 4-1,1 3 1,-1 2-1,1 0 1,0 0-1</inkml:trace>
  <inkml:trace contextRef="#ctx0" brushRef="#br0" timeOffset="12585">13583 3190 13649,'-11'0'1080,"-3"6"-271,8 8-539,3-1 135,10 3 0,3 0-226,8 1 1,-2-4 0,2 3 0,-1-3-855,-2-2 0,1-2 765,3 2 0,4 0 0,1 0 0,-3-1-45,1-2 0,1 0-27,1-2 0,4 1 0,3 1 0,-1-2 0,-5 0-424,5-1 1,1-1 405,-4 0 0,5-1 0,1 0 0,-1 0 0,-5-1-315,2 0 1,0-1 332,-4-3 0,3 0 0,2-2 0,-1 1 0,-4 0-63,5-1 0,1-2 45,-5 0 0,4-3 0,2 0 0,-2 0 0,-3 1 0,-5 1 0,-3 1 0,4-2 0,1-2 0,4-1 0,3-2 0,0 0 0,-1-1 0,-3 2-18,-2-1 0,-2 1 0,-1-1 0,1 1 1,0-1-334,3-1 1,1 0 0,0 0 0,0-1 0,-1-1 335,-2 1 0,0-2 0,1 0 0,-2 0 0,-2 0 0,-1 2-491,0-2 0,-3 2 1,2-2 505,1-1 0,2-1 0,-1-1 0,0-2 0,-3-1 0,0-1 0,-2 0 0,-1 1-103,-1 2 1,-1 2 0,1-3 102,-2 0 0,1-3 0,1-1 0,0-1 0,-2 2 0,-1 3 0,-1 0 0,-2 3 0,0-4-18,1-3 0,0-4 0,0-2 0,-1 2 0,-2 3 18,-1 6 0,-2 1 0,-1-2 36,0-3 0,0-6 0,-1 0 0,-1 1 0,1 4 9,0-6 0,-3 2 9,-2 6 0,-2-4 0,-1-1 0,0 3 0,0 3-54,0-3 0,-3 1 0,-4 2 0,-5-4 0,0 2 0,1 4 44,-1 2 1,-2 3-15,1 4 0,-3-2 0,-4 0 0,0 1 0,2 0 0,2 3-109,-1 0 0,2 2 1,-4-1 103,3 2 1,-5-1 0,-2 0-1,-1-1 1,0 1 0,3 1-1,3 2 5,-4-1 0,4 2 0,-5-1 21,6 2 1,-5 0-1,-1-1 1,-2 1-1,1-1 1,3 2-1,2-1-21,-5 1 0,3 0 0,-4 1 8,7-1 1,-5 1-1,-1 0 1,-1 1 0,0-1-1,3 0 1,3 1-39,-5-1 0,4 0 0,-3 2 38,5 0 1,-3 1-1,-2 0 1,0 0 0,0 1-1,2-1 1,4 0-9,-5 1 0,4-1 0,-3 2-18,4 0 1,-2 1 0,-3 1 0,0 0 0,1 0 0,1 0 0,4 0 0,-5 0 1,3 0 0,-3 2-2,6 0 1,-4 0 0,-2 2 0,0 0 0,0 0 0,3-1 0,3 0 17,-6 3 0,4-1 0,-2 1-30,4-2 0,-2 1 0,0 1 0,-1 1 0,2 0 0,0 2 0,1 2 0,0 0 0,1 0 0,1-1-25,-3 2 1,1 0 0,-1 3 36,6-4 1,-2 4 0,-2 1 0,0 1 0,1-1 0,2 0 0,3-3 46,-3 4 1,3-1 0,0 3 0,2-1 0,-2 5 0,0 2 0,1 0 0,1-1 0,2-4-30,1 1 0,3-3 0,0 4 34,2-5 0,0 4 1,0 1-1,0 2 0,1-1 1,1-2-1,1-4-4,1 6 0,1-3 0,2 3 15,1-1 0,0 3 0,1 2 0,0 0 0,1-3 0,1-3-45,0-2 0,2-3 0,2 3 21,0-3 0,2 2 1,2 2-1,1 1 1,0-2-1,-1-1 0,-2-4-51,4 2 0,-2-4 0,4 2 12,-3-2 1,4 2 0,2 1 0,1 0 0,-1 0 0,-1-3 0,-3-2 17,4 0 0,-3-2 0,3 0-30,0-1 0,3 2 0,1 0 0,2 1 0,-2-2 0,-2-2 0,1-1 0,-2-2 0,0-1 0,2 1-97,2 1 0,2 0 0,0 0 0,0 0 0,-2-2 97,4 0 0,-3-1 0,3-1 0,-5-1 0,2-1 0,0-1 0,-1 0 0,-3 0 114,0-1 1,-3 0-1,3-1-132,3-1 0,3 1 0,2-1 0,-2-1 0,-4 0 18,4-4 0,0-1 0,-2 0 0,4-1 0,2-1 0,-2 0 0,-4 0-30,-7 0 0,-2 0 0,3-1 12,4-2 0,5-1 0,2-1 0,-3 0 0,-4 2 18,1-3 0,-1 0-18,-5 2 0,4-3 0,0 0 0,-1 0 0,-3 1 18,3-2 0,0-2-72,-4 3 0,3-3 0,0-1 0,0 0 1,-4 3-19,4-4 0,0-1 0,-4 3 0,3-4 0,1-1 0,-1 1 0,-3 2 60,-3 3 0,-2 1 0,2-3-22,-1 1 1,1-3 0,1-3-1,1-1 1,0 0 0,-1 0-1,-2 1 51,-1-1 0,-1 0 0,-1 1 0,0-1 0,0-1 0,0-2-33,-1 2 0,0-2 1,0-1-1,0 0 0,0-1 1,-1 1-1,0 1 0,-1 2 19,1-1 0,0 1 0,-1 1 0,0 0 0,-3 0 0,-2-2-11,-3-1 0,-2-2 1,-1 0-1,-3-1 1,0 2-1,-1 0 0,-1 4 8,-2 0 0,-1 2 0,-1 2 0,-1 0 0,0-1 18,0-4 0,0-1 0,-1 0 0,-1 0 0,-2 2-15,-1 4 0,-2 1 0,-1 0 0,0 1 0,1 2 0,2 2-151,-2 0 0,2 3 1,-2-1 165,-2-2 0,-2-1 0,0 1 0,0 2-30,-5 0 0,1 2 0,1 1 30,4 2 0,0 0 0,0 0 0,1 1 0,-1 0 0,0 0 0,-2 0-130,0 2 0,-2 0 0,-1 0 1,1 1-1,2 1 160,-3-2 0,2 1 0,-4 1-59,2 0 0,-4 0 0,-2 0 0,0 1 0,2 0 0,5 1 29,-1 1 0,4 2 0,-4 0 0,3-1 0,-5 2 0,-1-1 0,0 1 0,1 0 0,5 0 0,0 2 0,3 0 0,-3 1 15,2 0 0,-4 1 0,-1 1 0,0 0 0,2-1 0,4 0-15,0 0 0,3 0 0,-2 2-18,-3 1 0,-3 3 0,-1 0 0,1 1 0,4-3 18,-3 4 0,1 1 18,5-3 0,-3 4 0,-1 0 0,2 0 0,3-2-18,-4 4 0,2 2 107,2-1 1,-2 3 0,-1 3 0,1 0 0,3 0-108,2 0 0,3 1 0,0 0 0,-1-1 0,-1 1 0,-1-1 0,0 1 0,3 0 0,1 2 0,2 2 0,1-1 0,3-6 45,2-6 0,1-1-45,0 8 0,1 4 0,0-5 0,1 4 45,1-2 0,0-1 1192,0-9-1327,4 12 180,-2-15 1759,2 5-1849,2-6 0,-4-4 2766,7 7-2766,-7-10 1890,3 3-1890,-3-6 0,0 1 0,-1-2-90,0 0 180,-1 1-90,1-1 0,-1 1 0,1-1 0,-1 2 0,1-1 0,0-1 0,-1 2 90,0 1-180,5-3 90,-4 5 0,3-5 0,-4 1 0,0-1-90,0 3-179,5-2 179,0 5 90,3-6 0,-2 3 0,-2-2 0,-1-2 0,0 4-90,0-3 90,1 2 0,-2-2 0,0 0 0,0-1 0,0 1 0,0 0 0,-1-1 0,0 1-90,2-1 90,-1 0 0,1 1-90,-2-1 90,1 0 0,-1 0 0,0 0-90,3 0 90,-1 0 0,1 0 0,-2 0 0,0 0-2699,-2 5 631,-3-4 1168,-1 4-89,0-2-2160,-7-2 1440,6 2 360,-7-3 1349,4 0 0,0 0 0,-1 0 0</inkml:trace>
  <inkml:trace contextRef="#ctx0" brushRef="#br0" timeOffset="17451">13879 2795 11670,'0'-7'1979,"0"0"-1709,0 5 630,0 1-91,-4 0-449,1 0-180,-3 1 270,-3 5-271,3 2 136,-6 6 0,-3 3 0,-2 8 0,-2 1-636,3-4 0,-2 1 411,0 1 0,-1 2 0,3-3-46,6-9 1,-1 0 45,-3 5 0,-3 3 0,3-4-90,-4 6 45,-2 0 0,2-1-45,4-4 45,-1 1 0,2-1-45,2-4 45,1 0 0,1-1-45,1-2 0,-5 12 0,8-8 0,-1 0 0,2-2 0,3-10-270,0 1-1798,5-2 2250,-1-2 1,2-6 0,-2-2 0</inkml:trace>
  <inkml:trace contextRef="#ctx0" brushRef="#br0" timeOffset="18472">14793 2464 18147,'12'-1'0,"3"-5"-90,4-2 0,7-3-457,-5 2 1,4-2 0,4-2 0,1 0 0,2 0 0,0-1 433,-7 3 0,1 0 0,2 0 0,0-1 0,2 0 0,-1 0 0,1 0 0,-1 0 0,0 0 0,-1 0 0,-1 2 0,3-3 0,-1 1 0,0 0 0,-1 1 0,0-1 0,0 1 0,1-1 0,0 1 0,-1-1 0,1 1 0,-1-1 0,1 1 0,-1 0 0,1-1 0,-1 1 0,0-1 0,1 1 0</inkml:trace>
  <inkml:trace contextRef="#ctx0" brushRef="#br0" timeOffset="21017">13906 2817 12210,'-8'-1'1259,"1"0"-1079,4 1 360,-2 0-360,1 0 270,-5 0-271,3 3 361,-11 1-90,-1 5-270,0-5 90,-7 4-180,14-5 179,-11 2-179,11-2 180,-11 0-180,11-2 180,-16 1-180,14-1 135,-5-3 0,-2-2-46,4-1 1,-1-2-180,-8-6 0,-1 0 0,8 2 0,2 0-900,-6-8 0,2-1 900,4 1 45,-1-3 0,1 0-45,2 1 0,-1-2 0,-1 0-73,4 4 73,-3-2 0,1-1 0,1 5 45,-2-5 0,-2-1-45,5 5 0,-1 1 0,1 0 0,-1-1 0,-2-2 0,1 1 0,3 4 45,0-1 0,1-1-45,2 4 0,1-4 0,0-1-90,4-12 90,-2 1-45,7 9 0,1 1 45,-2 4 0,8-4 0,0 1 0,-1 1-45,7-3 0,1 0 45,-1 2 0,5-2 0,1 0 0,-1 3 0,3 1 0,0 0 0,-3 4-45,5 0 0,0 0 45,-5 3 0,3 1 0,0 0 0,-5 4-45,2 0 0,1 2 45,-3 1 45,4 4 0,0 0-45,-3-1 0,4 7 0,0 2 0,-3-3 0,3 7 0,-1 2 90,-2-1-90,-4 1 0,3 5 0,-2-3 643,-6-5 1,0 0-614,6 9 0,3 3 0,-4-2-30,-6-10 0,0 1 0,4 6 0,2 3 0,-2-4 45,-5-5 0,0-1-45,4 5 0,1 3 0,-2-3 0,3 7 30,-4-7 0,2 4 0,-2-2-30,-2-1 0,-1 0 87,3 3 1,-1 0 2,-2 5 0,-2-3-90,-2-4-97,0-3 1,-2 0 186,-1 5-90,-1-6 45,1 1 0,-1 0 45,0 1 0,-3 1 0,0 0-90,1-4 135,-5 1 0,-2 0-135,2-3 134,-3 1 1,-2-1-45,2-3 45,-3 1 0,-2 0-45,3-4 45,-4 0 0,0-2-135,2-4 0,-3 0 0,-1-1 0,0-1 0,-5-6 0,-1-2 0,1 0-567,6-1 0,-3-3 1,3 1 566,-8-5-30,6 3 0,-1-3 0,2 2 30,5 3 0,0-1 0,-3-2 0,-2-3 0,-1-1 0,1 1-857,-1-2 1,0 2 0,0-1 856,0 0 0,0-1 0,0 1-30,-3-3 0,0 0 0,4 4 23,-2-3 7,-2-2 0,0 0 0,5 3-45,-1-3 0,1 1 45,4 2-45,-1-5 0,0-2 45,8 5 0,1 0-45,-2 1 0,1-1 45,2-6 0,4 3 1522,5 4-1567,-2-4 0,1 0 45,10 2 0,-4-4 0,0 0 0,5 3-45,0-1 0,0 1-45,0 5 90,3 0 0,1 1 0,-2 4-45,5-1 1,0 1 603,0 2-559,-6 3 0,1 1 0,2 1 0,-1 2 55,5-1-55,3 2 0,0 0 0,-3 3 0,3 5 0,-1 1 0,-2-3 30,-5 6 0,4 5 0,-2-1 15,2 4 0,-1-1-147,-5-2 0,1 0 0,-1 2 124,-1 3 1,0 3-1,-2 0 1,-1-3 927,-1 0 1,-1 1-929,1 3 1,1 3-1,0 1 1,-2-5-1040,-2-2 0,-1-1 1017,4 10 0,-1 1 45,-3-9 0,0-1-128,-2-5 0,0 1 83,3 13 0,1 0 0,-1-1 45,0 0 0,-1 0-45,-1-5 0,0 0 0,-1-1 0,-2-4 45,1 3 0,-1 0-45,-2-6 0,1 2 0,-1-1 0,-1-6 90,1 9-90,-1-12 293,0 4-293,0-7 719,0 2-719,0-5 2273,0 1-2273,0 0-27,0-2-1502,-5 2 540,3 2-2249,-7-3-39,4 2 0,-4-11 3071,2 1 1,2-8-1,3 3 1</inkml:trace>
  <inkml:trace contextRef="#ctx0" brushRef="#br0" timeOffset="22700">13265 2173 19766,'-11'-14'539,"6"0"-269,-9 1-180,9 3 90,-11-11-90,8 11 0,-4-7 0,-4-2-135,-4 0 0,-2 1-806,4-1 0,-3 1 873,2 5 1,-3 0-1,-1 0 1,4 3-545,-2 0 0,-2 1 522,2 2 0,-5-2 0,-1 0 0,0 1 0,3 1-308,2 0 1,2 2 0,-4 0 307,0 0 0,-5-1 0,-2 0 0,0 0 0,2 0 0,3 2 0,-2-1 0,4 1 0,-5 0 0,3 0 0,-4 1 0,-3-1 0,-1 0 0,0 0 0,2 1 0,3 0 0,0 1 0,2 0 0,1 0 0,0 0 0,-1 0-424,-4 0 1,-2-1 0,0 0-1,2 1 1,2 0 423,-5 0 0,2 1 0,3 0 0,-1 0 0,3 1 201,10 0 1,1 0-247,-12-1 0,2 1 45,10 0 0,-10 0 0,18 4 699,-5-3-699,9 3 1262,-3-2-1262,5-2 0,-2 3 0,3-3 3276,0 1-3084,8-1-239,-3 0-313,4 3-539,-4-2-1,-4 4-1348,2-2 988,-2 1-2017,-7 3 0,6-4 2914,-13 2 0,7-2 0,-7 0 1</inkml:trace>
  <inkml:trace contextRef="#ctx0" brushRef="#br0" timeOffset="23334">10657 1794 11131,'-5'-9'-820,"1"2"1,4 3 0,0 1 0</inkml:trace>
  <inkml:trace contextRef="#ctx0" brushRef="#br0" timeOffset="24149">11310 1701 13559,'-13'3'210,"4"-1"0,6-2 0</inkml:trace>
  <inkml:trace contextRef="#ctx0" brushRef="#br0" timeOffset="24584">11383 1674 12840,'0'9'0</inkml:trace>
  <inkml:trace contextRef="#ctx0" brushRef="#br0" timeOffset="26566">10911 1706 16977,'-7'-2'0,"1"0"0,4 2 0,1 0 0,0 0 0,-1 0 0,1 0 0,-1 0 0,1 0-90,0 0 180,-1 0-180,1 0 90,-1 0 0,0 0-359,-1 0 89,1 0-1169,-4 0 809,2 0-2647,-8 9 1247,4-7 2030,-8 15 0,7-12 0,-4 7 0</inkml:trace>
  <inkml:trace contextRef="#ctx0" brushRef="#br0" timeOffset="37715">13922 3064 11041,'-8'-11'0</inkml:trace>
  <inkml:trace contextRef="#ctx0" brushRef="#br0" timeOffset="38584">13416 3543 11311,'-10'1'1619,"-1"1"-1350,1 0 1,1 0 360,-5 0-360,7 0 359,-11 1-359,11-1 450,-9 1-540,11-2 449,-5 2-449,7-3 990,0 1-1080,16-7 179,15-6-224,-13 6 0,2 0-328,3-2 0,2 0 343,1 1 0,3 0 0,-2 0-715,0 0 0,3-1 655,-3 2 0,4-2 0,3 0 0,-2 0 0,-3 2-507,-3 0 0,-2 1 1,3-1 491,0 0 0,4-1 0,2 0 0,0-1 0,-2 1 0,-3 1 15,2 0 0,-4 0 0,3 0-15,-1 0 0,5-1 0,1-1 0,-1 1 0,0 0 0,-5 1 15,1 0 0,-3 1 0,3-1 0,-2 0 0,4 0 0,1 0 0,1 0 0,-3 0 0,-3 1 0,0 0 0,-3 1 0,3 0-18,3-1 0,4-1 0,2 1 0,-2 0 0,-4 0-1101,4-1 1,-1 0 1118,0 1 0,3 0 0,-3-1-45,1 0 0,-1-1-43,0 0 0,0 0 28,-2 0 0,1 0 0,-3 0 15,1 1 0,-1-1-105,0 1 0,1-1 0,-5 1-30,7 0-180,-1 0 1,-1 0 89,-9 2-900,0 0 1,-3 0 270,-6 2-886,3-3 166,-11 3 1904,-20-3 1,5 2 0,-17-2-1</inkml:trace>
  <inkml:trace contextRef="#ctx0" brushRef="#br0" timeOffset="38998">13149 3700 13379,'-27'7'135,"9"-2"0,1 0 1214,-3 4-809,0-1 360,21-3-631,11-4-89,5 0 180,10-8 0,2-1-1136,-11 3 1,3 0 829,0-1 0,4-2 0,2 0 0,0-1 0,-3 1-551,-1 2 1,-3-1 0,5 0 496,-3 0 0,4-2 0,2 0 0,1 0 0,0-1 0,-3 2 0,-2 0-582,1-1 1,-3 2 0,-1-1 0,3-1 581,-1 1 0,1 0 0,2-2 0,0 1 0,-1 0 0,-1-1-330,3 0 1,-2 0 0,1-1 0,-1 1 0,-1 0 329,0 0 0,-1 1 0,1-1 0,3-1-103,-4 2 1,3-2 0,1 0 0,2 0 0,-1 0 0,0 0 0,-2 0 0,-3 2 102,6-2 0,-4 1 0,1 1 0,4-2-61,-5 2 1,4-1-1,2-1 1,1 0 0,1 0-1,0 1 1,-2 0 0,-3 0-1,-3 2 61,3-1 0,-4 2 0,-1 0 0,4-2-12,-3 2 1,3-1 0,3 0 0,0-1 0,0 1 0,-1 0-1,-3 1 1,-4 1 11,2-1 0,-3 1 0,1 0 129,1 0 0,2-1 1,0 0-1,-3 1-174,8-2 0,-4 0-45,-7 3 0,1-1-180,2 0 0,2-1 1,-3 1-91,9-4-360,-3 2 1,-3-1-1,-9 3-438,5-6 259,-22 8-740,-15 1 1,-6 1 1519,7 1 0,-1 1 0,-3 1 0,-2 1 0,1 0 1,-1 1-1,1 0 0</inkml:trace>
  <inkml:trace contextRef="#ctx0" brushRef="#br0" timeOffset="39386">13383 3555 11444,'-29'7'157,"1"0"0,-1-1 1,0 1-1,1 0 1,2-1-1,1 0 1,1 0-1,0-1 293,-5 3 0,1 0 0,6-2 1355,1 1-905,19-4-4177,18-12 3145,2 2 0,6-1 282,1-3 0,4-2 0,-2 0-316,-8 5 1,0 0-1,3 0 166,-1-1 0,3-1 0,3-1 0,1-1 0,0 1 0,-2 0 0,-2 2-356,0-1 0,-2 1 0,0 0 0,4-1 356,-3 1 0,2-1 0,3-1 0,2 0 0,0 0 0,-1 0 0,0 1 0,-3 0 0,-2 1-299,7-2 0,-5 2 1,1 0-1,5-1 289,-7 2 0,4-1 0,2 0 0,1 0 0,1 0 0,-1 0 0,-1 1 0,-2 1 0,-4 0 10,7-1 0,-6 2 0,1 1 0,4-1-12,-4 0 1,3 1 0,2-1 0,2 1 0,-1-1-1,-1 1 1,-2 1 0,-4 0 11,0 0 0,-3 2 0,-1-1 0,3 0 0,4 0 0,3 0 0,3-1 0,-2 1 0,-1 0 0,-6 0 0,-1 1 0,-5 1 0,3-1 0,3-1 0,4 0 0,0 1 0,-2-1 0,-4 1 0,-1-1 0,-1 1 0,7-1 0,4 0 0,-7 0 1265,-2 1-1265,-2 0 0,-2 0 0,-7 1 1091,4-1-1181,-13 1 987,0 0-1617,-4-1 1016,-14-2-1646,3 1 985,-9-1 1,-7 0 0,3-1 0,3 2 0,0 0 0,-6-1 0,0 0 0,1 0 0</inkml:trace>
  <inkml:trace contextRef="#ctx0" brushRef="#br0" timeOffset="44398">15090 2917 9242,'-10'1'-23,"1"-1"1,7 0-1,1 0 1</inkml:trace>
  <inkml:trace contextRef="#ctx0" brushRef="#br0" timeOffset="45365">13846 2813 12030,'-5'7'630,"0"-2"-270,5-4 459,0 0 0,2-14 0,0-3 0</inkml:trace>
  <inkml:trace contextRef="#ctx0" brushRef="#br0" timeOffset="46884">13258 2104 14189,'5'-4'3238,"-6"-3"-3148,-5-19 0,-1 8-90,-4-3 90,-2-3-90,-2 8 45,-1-4 0,-1 1-401,-1 1 386,3 5 0,-2-2 0,1 1 60,-8-4-60,4 5 0,-4-2 0,3 3-1122,4 2 0,1 2 1092,-9-4 0,-3-1 0,5 5 0,0 1 0,0 0 0,1 1 0,-3 0 0,-2 0 0,-6-1 0,0 1 0,4 1 0,-1 1 0,-1 1 0,5 1 0,-5 0 0,-2 0 0,1 1 0,4-1 30,4 1 0,2 1 0,-2 0-30,-1 0 0,-4 1 0,-2 0 0,0 0 0,2 1 0,3 0 0,-1 0 0,4 1 0,-5 1 0,2-1 0,-4 1 0,-2 0 0,-1 1 0,3-1 0,4 0 0,0 2 0,4-1 0,-5 1 0,2-1 0,-4 2 0,-2-1 0,-1 1 0,2 0 0,4-1 0,0 1 0,3 0 0,1 0 0,-1 0-616,-4 1 1,-2 0 0,1 0 0,3 0 615,2 0 0,3 0 0,1 0 0,-5 4 0,2-1-82,-5 4 127,1 1 0,2 0-45,6-2-45,1 1 0,1 1 135,5-3-90,0 1 0,1-1 0,3-3 0,-4 8 0,7-13 226,-1 4-226,4-7 1984,0 1-1984,1-10 0,0-2 0,5-6 0,-4-8 0,7 5-45,-4-4 0,0 0 45,4-2 1409,-3 4 1,0 0-1455,-1 4 0,0 2-1527,2-10 1572,-3 9 0,1-1 0,1-2 0,0 0 0,0-4-478,1 0 0,0 1 478,-2 6-249,1-9 249,-3 18 194,-1-2-194,-4 12 90,-11 12-90,1 0 90,-7 7-45,7-7 0,0-2 44,-4 7-29,5-5 0,-3 2 0,3-2-60,-4 7 45,-1 3 0,2 0-45,2-3 45,2 2 0,0 0 1523,4-3-1568,1 1 0,2-1 90,3-4 1108,0 8-1108,8-10-90,-5-5 321,14 2-231,8-1-90,0-5-983,-4-4 0,3 1 0,-2-2 983,-2-1 0,0 0 0,4-2 0,4-1 0,1 1 0,-4-1 0,0 2 0,2-1 22,-1-3 1,5-1 0,0 0-1,-5 1-22,-3 3 0,0 0 0,5-5 0,3-1 0,-5 1-1346,2 4 1346,-8-3 0,-2 0-274,0 3 454,-9 0 0,2-1-90,-8 3-3367,0-1 2457,-6 0 1,-4-4 0,-4-1 0</inkml:trace>
  <inkml:trace contextRef="#ctx0" brushRef="#br0" timeOffset="49117">10571 2285 12660,'-7'6'-3277,"-1"0"2589,7-6 1,-2 1 0,3-4-1</inkml:trace>
  <inkml:trace contextRef="#ctx0" brushRef="#br0" timeOffset="49783">10348 1979 12840,'5'11'-90,"0"-1"-1080,-5-1 181,0-2-1710,0 8 1530,-6-6 1169,5 5 0,-12-4 0,4 1 0</inkml:trace>
  <inkml:trace contextRef="#ctx0" brushRef="#br0" timeOffset="61282">5276 5267 12480,'-11'2'0,"0"0"0,4-2 90,-1 1 90,2 0 90,0 0-91,1 2-89,1-1 0,1 0-90,0 0 270,2 2 0,0-2 630,6 5-631,3-3 451,18 7-540,-5-8 0,0-2 0,7-1 0,0-2-939,0-2 1,2-2 0,0-1 0,0 1 780,-3 2 1,-1-1 0,0 1-1,4-2-10,-4 1 1,3-2 0,1 1 0,1-1 0,-1 0 0,-2 0 0,-4 2-563,7-2 1,-4 1 0,4-1 582,-8 2 1,4 0 0,2-1 0,1 1-1,1-1 1,-2 1 0,-1 0 0,-4 0-389,4 0 0,-4 1 0,0 0 0,5 0 375,-5 0 0,4 0 0,1 0 0,2-1 0,1 1 0,-1 0 0,-1-1 0,-2 2 0,-3-1-318,8 0 0,-5 1 1,0-1-1,5 1 307,-9 0 0,4 0 0,1 0 0,2-1 0,1 1 0,0-1 0,-1 1 0,-1 0 0,-2 0 0,-3 1-9,4-1 0,-4 1 0,-1 0 0,2-1 0,3 1 9,-4 0 0,4 0 0,2-1 0,1 1 0,1 0 0,1-1 0,-2 1 0,-1 0 0,-3 0 0,-2 0-1,2 0 0,-3 1 1,-1 0-1,0 0 0,5-1-8,-3 1 0,2 0 0,3 0 0,1-1 0,1 1 0,1-1 0,-1 1 0,-1 0 0,-2 0 0,-2 0 0,5 1 0,-2-1 0,-1 1 0,-2-1 0,2 1 0,0 0 0,-3-1 0,1 1 0,1-1 0,-1 0 0,0 1 0,-1-1 0,-1 1-36,3 0 0,0 0 0,-1 0 0,-3 0 0,-6 0-144,9 0-1798,3 0 2195,-36 0-2286,-10 0 900,-10 0 76,-1 0 1,-8 0 0,4 0 930,4 0 1,-2 0 0,4 0 0,-4 0-1,0 0 1,3 0 0,-5 0 0,0 0 0</inkml:trace>
  <inkml:trace contextRef="#ctx0" brushRef="#br0" timeOffset="61765">5112 5601 11940,'-28'5'90,"3"-2"180,1 0 1709,9-3-1575,34-3 1,11 1-225,-5 1-759,-6-2 0,6 0 0,4-1 0,-1-1 0,-2 2 736,1-1 1,-2 0-1,1 1 1,0-1-385,2-1 1,0 0-1,2 0 1,1 0 286,-4 1 0,3-1 0,0 1 0,1 0 0,-3 0 0,-2 0-425,3 0 1,-2 1 0,2-1 364,-4 1 0,2 0 0,1-1 0,1 0 0,1 1 45,-3 0 0,1 0 0,0 0 0,0 0 0,0 0 0,-2 0-23,2 0 1,-2 0-1,1 0 1,4 0 7,-5 1 0,3-1 0,3-1 0,2 1 0,0 0 0,0-1 0,-1 1 0,-3 0 0,-2 0-295,1 1 0,-4-1 1,-1 1-1,2 0 0,4-1 265,-6 1 0,4 0 0,1-1 0,2 1 0,2-1 0,-1 0 0,0 1 0,0-1 0,-3 1 0,-1 0 0,-2 0-93,6-1 0,-3 1 0,-2 0 0,2 0 0,3 0 101,-5 1 0,2-1 0,3 0 1,1 0-1,1 0 0,0 0 0,0 0 1,-1 0-1,-2 0 0,-1 1 0,-4 0-76,7-1 0,-4 1 0,-2 0 0,1-1 0,5 1 76,-8 1 0,2-1 0,3 0 0,1 0 1,1 0-1,0 0 0,0 0 0,-2 1 0,0-1 1,-4 0-1,-1 1 21,3-1 0,-3 1 0,-2 0 0,1-1 0,4 1-29,0 0 0,4 0 0,1 0 0,2-1 0,-1 1 0,-1 0 0,-3 0 0,-4 0 0,6 0 0,-4 0 0,1 0 0,1 0 0,3 0 0,-1 0 0,-3 0 30,-5 1 0,-2 1 0,-2-1 603,-2-1 0,-1 1-498,10 1 0,-9 0-669,-28-2-905,6 0 1439,-21 2 0,-5 0 0,3 0 0,1 0 0,1 1 0</inkml:trace>
  <inkml:trace contextRef="#ctx0" brushRef="#br0" timeOffset="68231">5190 5362 9152,'-13'5'539,"3"3"-179,3-7-90,1 6 90,0-5-180,0 3 0,1-2 0,0 1-90,1 0-1,-1 0 91,2 0 0,0 0 0,0 0 0,2 0 180,0 4-180,1-3 270,5 9-181,4-7 91,4 1 0,3-1-180,7-1 29,0-2 1,5 0 0,2-2-640,-4-1 1,1-3-1,2 0 1,2 0 467,-6 1 1,1-1-1,1 1 1,1-1-1,1 0 1,0 0 0,0 0-329,1-1 1,0 0 0,1-1 0,0 1-1,0-1 1,0 1 0,-1-1 0,-1 1 289,2-1 0,-2 1 0,0-1 0,0 1 0,0-1 0,2 0 22,-3 1 1,3-1-1,1 0 1,-1 1-1,1-1 1,-2 0-1,-3 1 1,-2 0-447,8-1 1,-5 1-1,5 0 446,-9 0 1,2 1-1,4-1 1,0 0-1,0 0 1,-1 0 0,-1 0-1,-4 1 0,2-1 1,-3 1 0,1 0-1,3 0-12,-2 0 0,2 0 0,3-1 0,2 1 0,0-1 0,1 1 0,0 0 0,-1-1 0,-2 1 1,-1 1 0,-1-1 0,-1 0 1,1 1-1,-1-1 0,1 0 1,1 1-1,1-1-125,-3 1 1,1-1-1,1 0 1,1 1 0,0-1-1,0 0 1,0 1 0,-1-1-1,0 1 1,-1-1 0,-2 1 113,6-1 0,-1 1 0,-2-1 0,0 1 0,0-1 0,-1 1 0,1 0 15,4-1 0,1 1 0,0-1 0,-2 1 0,-3 0 0,-5-1 312,3 1 0,-2 0-238,3 0 1,1-1 0,-5 1 0,-2 0 1617,7-1-1707,-24 2 0,0-1-1234,-3 1-2043,-13 6 3600,9-1 0,-13 8 0,10-1 0</inkml:trace>
  <inkml:trace contextRef="#ctx0" brushRef="#br0" timeOffset="80181">10467 3589 11131,'-9'-8'180,"2"2"-1,3 2 181,1 1-90,-1 0 90,1 0-180,0 2 0,0-1-90,2 2 539,0-1-89,0 7-270,0 3-90,8 3 0,-5 2-384,11-2 384,-7 0 0,7 2 90,-2-1 179,8 5-224,-1-7 0,0-1-180,-3-2 0,1 0 45,5-1 0,4-2 0,-2-1-90,-5-1 0,1-2 22,6-1 1,5-1-1,1-1 1,-4 0-604,-2-4 0,1-1 581,-2 1 0,4-1 0,1 0 0,-1-1 0,-5 0 0,4-4 0,-1-2 18,-5 3 0,4-1 0,1-1 0,-1 0 0,-3 2 27,4-3 0,-1-2-27,-5 4 0,3-4 0,0 0 0,-1 0 0,-4 2 26,4-3 1,-3-2-27,-3 2 0,1-3 0,2-2 0,-3 0 0,-2 1-48,-1-4 0,-3 0 0,0 0-683,0 4 1,0-1 0,0 0-1,-1 1 683,-3-2 0,-2 2 0,-1-1 30,-1-3 0,-2 1 0,0 1-301,1 0 0,-1-1 278,-3-2 1,-2-5 0,-1 0-1,0 4-165,1 1 1,-2 1 169,-2 3 0,-2-3 0,-1-1 0,0 2 0,1 3 63,-3-5 0,-2 2-45,1 5 0,-3-3 0,-1 0 0,0 1 0,2 4 45,-4-3 0,-3 1-60,5 6 0,-2-1 0,-3-1 0,-1 0 0,0 1 0,1 3 33,-1 2 0,0 1 0,0 2 0,0 0 0,0-1-23,0-2 1,1 0 0,0 1 0,-1-1-1,-1 3 5,-3 0 0,-3 2 0,1 0 0,2 2 0,4 2 0,0 3 0,1 2 0,0-1 0,-3 1 0,1 0 0,4 2 0,3 3 0,1 3 45,0 0 0,-3 3 0,0 1 0,4-2-45,1 3 0,2 2 18,1-2 0,-1 5 0,0 2 0,0-1 0,3-3 12,1-1 0,2-2 0,-1 5 0,0 1 0,-1 5 0,0 3 0,-1 0 0,2 0 0,1-3 15,2 3 0,1-2 0,0 0 0,0 0-27,0-2 0,-2 1 0,1 0 0,1 0 0,2 1 12,2-3 0,3 1 0,0 0 0,1 0 0,1-3 0,-1-3-30,2 9 0,3-1 18,0-6 0,2 5 0,2 1 0,-1-3 0,0-4-18,2-1 0,3-2 22,1 0 1,4 2-1,0-1 1,-1-4-23,-1-1 0,2-3 22,3 0 1,4 1-1,1-1 1,-4-3-23,0 0 0,2-3 18,-5-1 0,4-1 0,2 0 0,-2 0 0,-3-1-18,5-1 0,1-1 0,-6-1 0,4 0 0,1-1 0,-1 0 0,-4-1 0,4-5 0,-1 0 0,1 2 0,1-1 0,0-2 0,-2-5 0,-1-4 0,-1 1-80,-1 1 0,2-1 80,-6 1 0,2-4 0,2-1 0,-2 0 0,-4 3-75,5-7 1,-2-1 74,-4 2 0,3-3 0,-1-2 0,0 0 0,-3 4-30,-3 3 0,-3 1 0,2-2 15,-1 0 0,0-4 0,2-1 0,-1-1 0,-2 2 0,0 3 15,-2-1 0,-1 3 0,0-4-15,-1 1 0,0-4 0,0-2 0,0 0 0,-1 2 0,0 4-36,-1-2 1,-1 3 0,-2-3 32,-1-3 0,-1-5 0,-2-1 0,0 2 0,0 4 18,1 6 0,-1 2 0,-4-1-15,-2 1 0,-4-4 0,-1 0 0,-2 0 0,1 2 1,1 4 14,0 1 0,0 4 0,-3-1-15,-2 1 0,-4-1 0,-3 0 0,0 0 0,1 2 0,4 3-15,-2 1 0,3 3 0,-3 2 15,-2 0 0,-3 1 0,-3 0 0,-1 2 0,3-1 0,3 2 182,-2 0 1,4 2 0,-5 3-271,5-1 0,-4 2 0,-2 1 0,-1 1 1,0 0-1,3 0 0,4 0-225,0 0 1,3 0-1,1 2 1,-3 1 0,1 1 1,-2 2 0,-2 2 0,-2 1 0,1 0 0,1 0 0,3 0 0,2-2-216,-2 2 1,3-1-1,2 1 1,-4 3 176,6-3 1,-3 2 0,0 2 0,-2 1 0,1 0 0,0 1 0,1-2 0,2 0 0,2-3 195,-2 5 1,2-2 0,1-1 0,0 3 0,0-2 0,-2 2 0,1 1-1,0 0 1,1-1 0,3-2 0,1 3 0,-1 0 0,1-1 0</inkml:trace>
  <inkml:trace contextRef="#ctx0" brushRef="#br0" timeOffset="85833">13633 3039 13469,'0'-13'630,"1"0"-450,4 7-90,7-1 0,-5 2 0,12-4-90,-4 1 0,4-1 0,1-1 0,4-2-1093,-5 2 1,4-1 0,-3 1 869,-5 2 1,0 0 42,8-5 0,3-1 0,-3 1 90,-7 4 0,0-1-210,6-4 0,2-2 1,-2 3 119,-8 3 0,-1 1-676,5-3 0,1-1 1,-3 1-45,2-1 758,-3-1 1,-2 1-1,-7 4 1,0-5-1</inkml:trace>
  <inkml:trace contextRef="#ctx0" brushRef="#br0" timeOffset="86118">13378 3079 11850,'-12'7'1979,"2"-2"-630,6-3-809,9-1-180,19-11-360,-3 7-1093,-2-4 1,2-3 0,-1 1 1081,-4 5 1,0 0-110,10-6 0,4-3 0,-2 2-15,-7 4 1,1-1-406,2-1 0,5-2 0,0 0 1,-3 1-46,0 1 0,1-2 585,-6 3 0,4-2 0,2-1 0,1 0 0,-3 0 0,-3 2 0,0 1 0,-3 0 0,2-1 0,6-2 0,1 0 0,-1-1 0,1 1 0</inkml:trace>
  <inkml:trace contextRef="#ctx0" brushRef="#br0" timeOffset="101031">4737 2628 9332,'-7'-4'449,"-6"3"-179,7-2 180,-7 3-90,1-3 90,-1 3-360,-1-3 360,0 3 0,0 0-91,1 0 631,-9 0-720,10 0 448,-8-1-448,15 0 989,-2 0-539,23 0-541,-5 1-44,13 1 0,4-2-135,2-5-429,-7 3 0,5 1 0,2-1 1,-1-1 428,-4 0 0,-1-1 0,0 0 0,1 1 0,2 0 0,0 0 0,1 0 0,2 0 0,-1 0 0,3 0 0,0 0 0,-1 0 0,-2 0-639,0 1 0,-2 0 0,-1 0 0,1 0 616,2 0 1,-1 0-1,0 0 1,0 0-113,0 0 0,1 1 0,-3 0 0,-4 0-128,-6 1 0,0 1-727,15-2 1,-2 1 179,-9 1-674,-3 0 0,-2-1 225,-7 1 1259,0 5 0,-16 0 0,-2 4 0</inkml:trace>
  <inkml:trace contextRef="#ctx0" brushRef="#br0" timeOffset="101466">4568 2764 13379,'-21'1'0,"-9"-1"720,8-6-90,21 5-451,5-5-44,22 5 0,5 2-90,-15-1 0,1 0-648,10-2 0,2-1 648,0-1 0,0-1-1541,-5 0 0,1-1 1496,-4 2 0,2 0 0,0-1 0,2 1 0,0-1 0,0 0-1001,4 0 1,0-1 1000,-4 2 0,1-1 0,0 0-335,-2 1 0,0-1 1,0 1-1,-2 0 335,7-1 0,0 0-164,-1 0 1,3 0 0,0 0-1,-5 1 164,-4 0 0,-1 1 274,7-1 0,4 0 0,-3 0-274,-8 1 0,0-1 0,3 1 0,1 0 708,-8 0 1,-2 0-709,-5 2 2214,8-3-2124,-13 3-90,1-1 3132,-4 1-3132,0 0 617,-1-1-1787,0 1-1538,-1-1 999,-7-1 1709,-4-1 0,-4 2 0,0-2 0</inkml:trace>
  <inkml:trace contextRef="#ctx0" brushRef="#br0" timeOffset="102366">5526 1967 10051,'-7'0'3276,"1"0"-1245,6 4-1941,8 0 90,-3 0 180,9 2-270,-9-1 0,2 0 0,-2-2 0,-1 0 0,1 1 179,0 0-269,-1-2 180,3 2-90,-4-2 90,2 1-90,-2-2 0,-1 0 180,1-1 0,-1 0-180,0 0 0,0 0 180,0 0-181,-1 0 181,3 0-180,-1 0 0,9-11-90,-2 5 0,6-8 0,1-2-90,5-1-730,-3 3 1,5-5 0,2-1 0,0 0 163,-4 3 1,0 0-1,1-1 1,0 0 0,0 0 108,-3 2 1,0 1 0,0-1 0,1 0 0,0-1 0,2 0 181,-2 1 1,3-2 0,0 0 0,1-1 0,0 0 0,0 1 0,-1 0 0,-1 1 0,-2 2 171,2-1 0,-3 1 0,0 1 1,0 0-1,2-2 0,1 0 0,1-1 1,1-1-1,0 1 0,1-1 0,-3 2 1,-1 1-1,1 0 0,0 1 0,0-1 1,0 1-1</inkml:trace>
  <inkml:trace contextRef="#ctx0" brushRef="#br0" timeOffset="119129">7256 3549 9871,'0'-9'1080,"0"2"-720,-3 4-91,2 0-89,-2 1 0,3 0-90,0 0 360,0 1 359,0 0-359,5 0 270,3 9-181,4 4-269,-2 2 270,1 5-270,-7-12 270,5 7-361,-6-9 541,7 3-540,-6-6 90,18-13-270,-6 1-1093,3-6 1,6-4 0,-2 0 315,-1 1 0,2-1 308,-6 5 1,4-3 0,2-1 0,1-1 0,0-1 0,-1 2 0,-3 2-352,4-2 1,-3 2 0,1-1 0,2-2 698,-4 5 1,1-3 0,3 0 0,0-1 0,1-1 0,0 1 0,-1 0 0,-2 1 0,-1 2 0,4-3 0,-3 1 0,0 2 0,1-1 0,0-2 0,0 2 0,-1 0 0,0 0 0,0-1 0,1 1 0,-1 0 0,0 0 0</inkml:trace>
  <inkml:trace contextRef="#ctx0" brushRef="#br0" timeOffset="152095">5570 7859 10771,'-13'0'719,"0"0"-269,3 0 0,-1 5 0,0-4-1,-1 3 1,0 0-90,1-3 90,-1 6-91,0-6-89,1 5 90,0-5 0,0 5-90,1-4 90,0 2 269,-4 1-539,7-2 0,-4 2-180,8-4 450,1 2-270,2-2 360,15 5-360,-5-2 89,14 2-44,-3-4 0,1 0-45,10 0-435,-7 0 1,6-1-1,0-2 367,-6-1 1,0-1 0,0 0-1,-1 0-409,4 0 0,-1 1 1,2-1 386,2-1 0,3 0 0,-2-1 0,-5 0 0,-5-1 0,0 1 0,0 2 0,5-1 0,-1 1 0,-2 1-1513,5-2 1,-1 0 1422,3 0 0,-1 1-956,-6 2 1,-6 1 865,-8 0-3097,4 0 1867,-11 4-1867,-15 0 977,4 5 2403,-14-2 1,9 0 0,0 0-1</inkml:trace>
  <inkml:trace contextRef="#ctx0" brushRef="#br0" timeOffset="152478">5452 8070 14639,'-17'0'539,"0"0"1,-6 0 1259,7 0-1259,19 0-181,13 0 1,6 0-180,8 0-1273,-2 1 1,7-1 0,-5-1 740,-7-2 0,0-1 374,4 2 0,4-1 1,1 0-1,-4 0-13,0-3 0,0-1 9,-5 2 0,3 0 0,2 0 0,-1 0 0,-4 1-18,4-1 0,1-1 0,-1 0 0,5-1 0,0 0 0,-4 0 0,-3 1 0,0 1 0,-1-1 0,4-1 0,-1 0 0,-4 1 45,-2 1 0,-1 0-45,9-3 0,-1 0 0,-8 1 0,-2 1 0,3-1 0,-4 1 0,-2 0 0,-7 2-719,1 0-1890,-8 3-668,-7 1 3140,-16 13 1,4-4 0,4 1 0,0 1 0</inkml:trace>
  <inkml:trace contextRef="#ctx0" brushRef="#br0" timeOffset="154778">3582 8116 11580,'-10'4'0,"3"-2"0,3-1 1350,2 0-1350,21-1 90,9-6-90,-12 4 0,2-1-120,2-2 0,1-2 0,0 0-1519,3-3 1,0 0 1189,2 1 1,2-2-645,-5 2 1,1-1 0,-3 1-218,5-1 1310,-3 0 0,-2 2 0,-7 3 0,-3 1 0</inkml:trace>
  <inkml:trace contextRef="#ctx0" brushRef="#br0" timeOffset="154964">3570 8410 12570,'-23'20'0,"1"-1"0,7-6 0,1-1 0,-1 3 0,3-3-180,6-5 0,9 0-765,8-12 1,7-6 944,0 1 0,4-2 0,1 0 0,-2 0 0,1 0 0,-1-1 0,2-1 0,1 0 0,0 0 0,0 0 0,0 0 0</inkml:trace>
  <inkml:trace contextRef="#ctx0" brushRef="#br0" timeOffset="163311">11563 4808 15268,'-15'3'1260,"3"-3"-541,-2 8-539,6-5 180,-7 4-270,10-2 0,-2-2 359,6-1-89,7-1-90,17-5-270,1-4 0,4-1 0,-3 1 0,1-1 0,0 1-203,-5 0 1,-1 0-1,0 0 233,6-1 0,1-1 0,-5 3-30,3-1-45,-2 1 0,0 0 45,-6 3 0,12 0 0,-20 4 90,3-1-90,-10 7 270,1 9-180,-3-1 45,-5 2 0,-2 1-45,-1 1 134,-7 4 1,-2 0-379,1 0 274,3-6 0,-2 2 0,2-2 60,-7 6-1,6-7 1,-4 3 0,3-3-90,-5 5-875,4-5 1,-3 2 0,4-2 784,-3 1-356,2 1 0,1-2 356,9-8 180,0 5-90,5-9 427,8 2-427,4-3 0,19 0 0,-8-1-90,3-4 0,0-2 699,1-2-699,-7 3 0,2 0 0,2-4 0,-1 1 0,8-1 0,-9 2 0,4-1 0,-4 1 0,7-4-370,0 3 1,-1 1 369,-9 1-246,11-1 246,-22 4 0,1 1-3277,-7 0 2457,-10 1 1,1-1 0,-9 1 0</inkml:trace>
  <inkml:trace contextRef="#ctx0" brushRef="#br0" timeOffset="164163">11919 4543 12570,'-6'-20'719,"-4"3"-134,-2 3 0,-1 0-315,-6-1 89,-2-2 1,-1 0-180,0 4 179,0 4 1,-5 1 0,3 1-1274,7 4 0,0 1 1094,-7-2 0,-4 1 0,4 2-1663,7 4 1,1 1 1572,-6-4 0,-1 1 0,3 8 0,-1 2 0,2-1 180,0-3 0,-1 1-225,0 5 0,-2 4 0,0 1 0,4-1-323,0-1 1,2 3 322,0 4 0,-1 4 0,0 2 0,4-4-134,2 3 1,1 1 124,4-4 0,-1 4 0,0 2 0,1-2 0,1-3-6,2-3 0,1-3 0,1 4 75,2 1 0,1 5 0,1 2 0,0 0 0,1-2 0,-1-5-75,1 0 0,1-4 0,1 4 0,2 0 0,1 3 0,2 3 0,1-1 0,-1-2 0,-1-5-30,1-2 0,-1-4 0,3 2 0,2 3 0,3 2 0,2 1 0,-1-1 0,-2-5 45,4 3 0,2-3-28,-4-4 1,3 1 0,2 0 0,-1-1 0,-3-3-18,5 1 0,0-3 0,2-1 0,5 0 0,1-1 0,-5-1 0,-1-2 0,0-4 0,-4-1 0,3-2 0,2-2 0,-2 1 0,-3-1 0,5-2 0,0-4-54,-6 1 0,3-4 0,1-2 0,-2 1 1,-3 1 8,4-5 0,-2-3-15,-7 3 0,2-4 0,1-3 0,0 0 0,-3 1 0,-1 3 399,-2 0 0,-3 2 1,2-5-370,-1 0 0,1-5 0,1-2 0,0-1 0,-2 3 0,-2 3 30,-2 2 0,-2 3 0,1-4-15,-1 1 0,0-4 0,0-2 0,-1-1 0,1 3 0,-2 3 45,0-1 0,-1 4 0,-1-4-30,-1 1 0,0-4 0,-2-1 0,1 0 0,-1 1 0,0 5 0,0-1 0,-1 4 0,-2-3 0,-3-3 0,-1-3 0,-2-1 0,0 2 0,0 4-45,-3-3 0,-3 2 45,1 6 0,-4-2 0,-2 1 0,0 0 0,3 5-487,0 3 1,2 3-1,-3-1 487,-1 0 0,-3-1 0,-1 0 0,1 3 30,-6 3 0,0 3 0,0 0-372,6 0 1,1 1 0,-1 1 341,2 1 0,-2 0 0,0 1 0,-1 2-116,0 1 0,-1 1 0,0 2 0,0-1 0,2 1 116,-3 1 0,1 0 0,-2 3-64,5-2 1,-2 3 0,-2 0 0,-1 1 0,1 1 0,3-1 0,2-1 63,-4 4 0,4-1 0,-3 5-39,6-3 1,-2 3-1,-2 2 1,1 1-1,0 0 1,2-1-1,3-3-81,-3 7 0,4-2 1,-1 4-280,4-5 1,-1 4 0,-1 3-1,1 0 1,0 0 0,2-2-1,2-4-111,-1 6 1,3-3-1,0 4 41,2-7 1,1 4 0,-1 2 0,0 0 0,2 0 0,0-3 0,2-3 187,3 4 0,1-4 0,1 2 0,-1 3 0,-1 2 0,1 0 0,2-5 0,7 2 0,0-1 0</inkml:trace>
  <inkml:trace contextRef="#ctx0" brushRef="#br0" timeOffset="171129">6104 6659 11311,'-2'-7'1349,"1"1"-1169,1 4 809,0 1-719,0-1 450,0 1-1,0-1-449,-1 0 629,0 0-179,-1 2-630,1-1 270,-1 1 1349,1-1-1529,1 5 539,3 0-719,6 9 270,5-4-270,1 1 270,8-2-180,-13-6-90,16 3 90,-15-5 0,14 1-90,-12-1 90,15-5-90,-15 4 0,3-6 0,-1-2 0,-1 3 45,5-6 0,1-2-45,-4 3 0,3-3 0,0-1 0,-5 2 0,0-3 0,-1-1 0,-3 0 0,0-3 0,-1 0 0,-4 0 0,0-4 0,-1 0 0,-3 1-45,-2-5 0,-2 0-161,2 2 206,-7-3 0,-3 1 0,3 4-45,-6-3 0,-3 1-2595,2 3 2640,3 6 0,-1 0-45,2 4 0,0 1-1731,-6-5 1776,6 6 0,-2-1-404,-3 0 1,1 1 403,-6-2-45,-2 0 0,0 2 45,2 4 0,-1 1 0,-1 2 0,5 2-809,-4 5 0,1 0 809,5-1 0,0 7 0,1 2 1173,4-2-1173,-4 13 0,1 2 0,1 0 20,3-4 0,0 4 0,1-3 70,0 8-60,4-8 0,-1 4 0,2-3 60,0 9-31,2-9 1,1 4 0,0-4 30,0 9-377,4-6 1,1 4 0,0-4 286,1-9 0,0 0 30,2 6 0,0 3 0,0-4 764,7 4-749,-7-9 0,1 1-317,2 0 0,0 0 272,4 4 45,2-1 0,2-1-45,-2-5 45,4-2 0,1-1 45,-1-3-90,-4-3 0,1-1 894,10-2-894,-6-2 0,0-2 0,1-2 89,0-5-89,2-2 0,-2-2 0,-3-6 0,-5 7 0,-1-1 0,4-14 0,-4 6-45,-6 7 1,1-2 88,1-7 1,-1 1 689,2-8-734,-4 8 0,0-3 0,0 3-90,0-9 90,-3 9 0,1-3 0,-2 3 0,1-9 0,-2 9 0,0-3 0,-1 3 0,-8-8-30,4 9 0,0-3 0,-1 4 30,-11-7 0,7 7 0,-1 0-45,-4 2 0,-1 1 45,-5-4-30,4 8 0,-4-1 0,1 2 30,-8-2 0,6 7 0,-4-1 0,2 3-90,-7-1 60,8 3 0,-3 1 0,4 2 30,-6 5-585,0 3 1,1 1-136,5 9-270,7-3 1,-1 3 0,2-2 179,4-1 1,1-1-316,-5 9 1,0 4 1124,6-4 0,1 1 0,1-1 0,0 0 0,-1 2 0,1 0 0,0 1 0,0 0 0</inkml:trace>
  <inkml:trace contextRef="#ctx0" brushRef="#br0" timeOffset="194060">9296 7307 12570,'-12'0'809,"1"0"-269,4 0 90,0 0 89,0 5-179,0-4-90,0 4-90,0-1-91,0-3 1,1 6 0,2-6-90,0 1 450,-1 1 719,3-2-899,17-3-450,-2-7-751,4-1 1,4-3 0,-1 1 705,-3-2 0,2-1-390,-1 1 0,5-3 1,1-1-1,2-1 0,-2 1 1,-4 2-76,3-1 0,-2 1 1,2-2 99,-4 3 0,2-2 1,2-1-1,2-1 1,-1-1-1,-1 2 0,-1 1 1,-4 2 135,6-5 1,-3 2 0,2-1 0,-4 2 0,3-2 0,0 1 0,-1-1 0,-2 3 0,-3 1 0,1-1 0,-1 1 0</inkml:trace>
  <inkml:trace contextRef="#ctx0" brushRef="#br0" timeOffset="199193">1128 6221 9062,'-2'-12'2788,"0"0"-2428,0 5 989,-1-4-989,2 6 629,-3-6-809,3 7 450,-3-3-540,3 4 270,-1-1-270,2 3 180,-1 1-1,-2 4-89,2-3 90,-7 19-1876,1-5 0,-1 0 1606,1-1 0,0 1 45,-8 11 0,1-1-104,1-5 59,-2 2 0,-1-1 90,3-3 0,-3 1 0,-1 0 179,-2 0-134,7-8 0,0-1-135,0-1 90,7-7 90,2-2 3096,2-10-3279,9-2 3,-6-2 178,22-3-268,-5 9 90,4 1-3277,7 3 3162,-18 4-377,17 7 492,-15 0 45,4 4 0,0 0 45,-1 6-45,2 4 0,-1 2-45,-4 2 120,-4-3 0,1 5 0,-2-4-75,-4-5 0,0 1 67,1 6 1,0 5-1,-1 2 1,0-6-447,-1-1 1,-2 1 423,1-3 0,-1 5 0,0 1 0,0-1 0,-1-5-1,0 4 1,-1 0-18,0-3 0,1 3 0,-1 1 0,0 0 0,0-4 18,0 5 0,0 1-54,0-5 0,0 3 0,0 2 0,0-1 0,0-5-36,-1 6 0,2-2 45,1 1 0,2 4 0,-1 0 0,1-5 0,-1-4 0,1 0 0,1 0 0,2 3 0,0 0 0,-1-5-45,-1-2 0,0-1 0,1 2 0,2 5 0,-1-2 0,0-3 0,-1-3 0,0-1 0,3 8 0,3 2 0,-2-4 0,3 1-45,3-3 0,3-2-780,7-7 375,-4-8 0,0-3 135,-5-3 1,0-4-779,6-8 1,2-5 0,-1 1-148,-1 0 0,0-2 420,-5 5 1,1-1 0,1-2 0,0 0 763,0-1 1,1-1 0,-1 0 0,-1 1 0,3-2 0,-1 0 0,2-1 0,-6 4 0,1 0 0,0 0 0,0 0 0,0 0-1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10:22.8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981 3675 10771,'-7'-7'450,"2"1"-271,4 6 811,1-1-630,-2 1 2518,1-1-2698,-1 5 270,2 0-90,11 15-1,-4-5-269,7 5 0,-7-9 270,-1 1-180,-2-4 0,5 8-90,-5-9 180,7 5-180,-6-7 179,5 4-269,-5-6 180,4 3-90,-5-5 450,6 2-360,-4-2-90,3 0 90,9-6-180,-6-1-1606,6-3 0,2 0 1606,-1-4 30,-2 3 0,3-2 0,-3 2-287,-3 1 1,0 0 256,3-3 0,4-2 0,-1-1 0,-1 2-435,0-2 0,1-1 453,-1 2 0,2-3 0,2-1 0,-1 0 0,-2 3-333,-2 0 1,-3 3 0,4-3 329,-1 1 0,3-2 0,2-2 0,0 1 0,-1 0 0,-3 3-15,1 0 0,-2 1 0,2 0 0,3-3 0,3-1 0,1-1 0,0 1 0,-5 3 0,4-1 0,-2 1 0,-1 0 0,3-1 0,-3 1 45,2-1 0,-3 1 134,-8 6 0,-1 0-44,9-6 0,-2 1-46,-9 6 778,5-4-957,-13 10-3187,0-1 0,-2 8 2691,-7 9 1,5 2 0,-5 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10:41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6715 8467 7353,'-21'0'180,"1"0"-180,1 0 0,1 0 270,-8 0-1189,6-5 1099,-4 4 90,8-4-93,1-1 3,0 5 90,1-8 0,0 9 0,1-6 0,1 5-74,0-4 164,1 5 0,0-4-1,0 3 271,-3-3-270,3 2 539,-9-2-719,10 2 1247,-8 1-1337,11 0 564,-4 1-295,8 0-96,0 4 277,18 6-360,-7 0 45,9 1 0,2 0-135,-1-1 224,7 2 1,2 0-470,1-3 335,-1-3 0,5 0 0,-2 0-649,-10-3 0,2-1 559,4 0 0,6 0 0,0 0 0,-5-1-45,-1 0 0,0-1 9,-3-1 0,3 0 0,2 0 0,-2 0 0,-2 0-559,5 0 1,0 0 540,-6 0 0,5-1 0,0 0 0,0-1 0,-5 1-36,6 0 0,-1-1 54,-5 1 0,5 0 0,0 0 0,0 0 0,-5-1-9,6-1 0,0-1-9,-4 2 0,4 1 0,1-1 0,-1 0 0,-4 1 8,6-3 1,0 0-15,-8 2 0,4 0 0,2 0 0,0-1 0,-1 1 0,-5 0-374,-1 0 0,-2 1 1,2-1 361,6-1 0,4-1 0,2 1 0,-2-1 0,-6 1-18,3 0 0,-1-1 0,-5 2 0,5-1 0,0-1 0,0 1 0,-5 1 45,6-2 0,0 0-45,-6 2 0,4-1 0,1-1 0,-2 1 0,-3 1 0,4-2 0,-1-1 22,1 1 1,3-2-1,-1-1 1,-3 2-23,-4-1 0,0 0 0,3-2 0,4-2 0,0-1 0,-5 2 0,-3 1 0,-2-1 0,3-2 0,3-1 0,-1-1 0,-4 2 0,-5 1 0,0 0 0,5-7 0,2-3 0,-4 2 0,-6 5 0,-1-1 0,4-8 0,1-5 0,-2 3 0,-6 6 0,0-1 22,-1-1 1,1-4-1,-1 0 1,-1 3-68,-1 0 0,-2 0 45,1 0 0,-1-4 0,0 0 0,-2 4 0,-3 2 0,-1 0 0,-1-3 0,-2-3 0,-1 0 0,-3 1-23,-3 5 1,-1 2-1,-3 0 1,-1-2 22,-2-1 0,-1-3 0,-2 1 0,0 0 0,1 2 0,1 1 0,0 2 0,0 0 0,-4 1 12,4 3 1,-2 0 0,-2 0 0,-1 0 0,0 0 0,1 2 0,1 1-424,-3 0 0,2 2 0,0 1 0,-1 0 0,0-1 411,-2-2 0,0 0 0,-1 0 0,0 0 0,-2 2 15,2 1 0,-2 1 0,0 0 0,0 0 0,2 2 0,3 0-405,-2 0 1,4 2 0,-2-1 411,-2 0 1,-3 0-1,0 0 1,1 0-227,0 2 1,0 1 0,0 0 0,3 0 233,2 1 0,1-1 0,-2 0-126,1 1 1,-4-1-1,-1 0 1,0 1-1,1 0 1,5 0 95,-2 2 0,5 0 0,-4 1 18,-3-1 0,-3 1 0,-3-1 0,3 1 0,4 1 12,5 1 0,4 0 0,-3 0-30,-3 1 0,-4 1 0,-1 0 0,2 0 0,4 0 0,-4 2 0,0 0 0,0 2 0,-4 1 0,0 1 0,5-1 0,2-1 0,1 2 176,-1 1 1,-4 3 0,0 1 0,3 1-147,2 1 0,2 0 0,0 1-30,-2-1 0,1 0 0,-1 1 22,6-2 1,1 2-1,-1-1 1,2 1 37,-4 5 0,2-1 0,0 1 230,2-5 1,0 1-1,-1 1-272,3-1 0,-2 2 0,1 1 0,0-1 0,3-4-18,-2 4 0,1 1 36,3-4 0,-2 3 0,0 2 0,0-1 0,2-4-36,-1 5 0,1 0 45,0 0 0,-1 5 0,1-1 0,2-4 0,0-2 0,2-1 0,1 0 0,0 5 0,0-1 0,1-4 0,2-1 0,0-1-45,-1 0 0,1 2 0,2 0 30,4 2 0,2-1 0,-1-1-30,-1-1 0,2 2 22,2 1 1,3 3-1,2 0 1,-3-4 22,0-2 0,2 0 0,1-1 0,4 4 0,0-1 0,-2-4 0,0-2 0,1-2 67,2 0 0,4 2 1,0-1-1,-3-3-22,0-2 0,0-1 0,4 0 0,4 0 0,1 0 0,-5-3 0,1 0 0,1-2 0,-3-2 0,3 1 0,2 0 0,0-1 0,-5-1-45,7 1 0,2-2 14,-9 0 1,5-1 0,2 0 0,1 1 0,-3-2 0,-4 1 243,1 0 1,-4 0 0,4-2-260,0 0 1,5-1 0,2-1 0,0 0 0,-2 0 0,-5 1-45,0-1 0,-4 1 0,3-2 15,0 0 0,5-2 0,1 0 0,0-1 0,-1 1 0,-4 0-15,1 1 0,-4 0 0,4-1 0,0-1 0,3 0 0,2-2 0,0 1 0,-2 0 0,-4 0 318,2 1 1,-4 0-1,3-2-318,-1 0 0,4-1 0,1-1 0,1-1 0,-2 2 0,-4 0 0,1 0 0,-4 1 0,4-2 0,-1 1 0,3-3 0,1 0 0,1-1 0,-2 1 0,-4 2 0,0-1 0,-4 1 0,4-1 0,-3 1 0,3-3 0,3 0 0,-1-1 0,0 0 0,-2 2 0,-3 1 0,2-2 0,-3 3 0,2-3 0,0 0 0,4-1 0,1-2 0,0 1 0,-2 0 0,-4 3 45,6-3 0,-2 0-68,-1-1 1,4-3 0,-1 0-1,-5 3 23,-2 1 0,-1-1-23,-2-1 1,2-2 0,-1-2-1,-3 4 23,-2 0 0,-2-1-23,-1-2 1,2-3 0,-1-1-1,-3 3 23,0 0 0,-2-1 0,0 1 0,0-2 0,-1 0 0,-2-7 0,-2 3 0,1 6 0,-1-1-380,-4-2 0,-1-4 0,-1 0 0,0 4 380,0-1 0,-2 0-18,-1 4 0,-3-3 0,-1-2 0,-1 2 0,2 4-45,-5-2 0,-2 2 45,0 3 0,-4-3 0,-2 0 0,1 1 0,2 3-12,1 2 0,1 3 0,-4-1 18,4 2 1,-4 0 0,-3-1 0,-1-1 0,-1 1-1,0 0 1,0 1 0,2 2-125,-3-1 0,0 2 1,0 2-1,0-1 1,0 1-1,0-2 136,1 1 0,0-1 0,1 0 0,-2 0 0,1 0 0,-2 1 0,0 2-58,3 0 1,-2 1-1,-1 1 1,0 1 0,0-1-1,1 1 1,1 0-1,2 1 1,1-1 57,-6 0 0,3 1 0,1 0 0,-2 1 21,1 0 0,-2 0 0,-1 1 1,0 0-1,-1 0 0,2 1-36,-1 1 0,1 0 0,-1 1 0,1 1 0,1-1 0,2 1-8,-3 0 1,3 0 0,0 1-1,-4 1 23,7-2 0,-3 1 0,-1 1 0,-2 0 0,-1 0 0,2 0 0,0 0 0,3-1 0,3 0 0,-5 2 0,4-1 0,0 0 0,-3 2-12,4-1 1,-3 1 0,-2 1 0,-1 0 0,0 1 0,2-1 0,2 0-1,3-2 12,-6 4 0,4-2 0,-3 3-13,6-1 0,-3 1 0,-2 1 1,1 1-1,-1 0 0,3 1 0,2-2-133,-1 5 0,2 0 1,1 0-1,0 0 128,0-2 0,0 0 0,0 0 0,1 1 0,1 2 18,2 3 0,1 2 0,1 1 0,2-1 0,2-3 0,1 0 0,3-3 0,-1 2 0,0 3 0,0 1 0,0 2 0,2-1 106,1 2 1,1 1-1,2 0 1,1 1-377,1-4 0,2 1 0,0 0 0,1 1 0,-1-1 1,0 0 172,-1 1 1,-2-1-1,1 0 1,1 1-1,1 1-263,2-2 0,1 2 0,2 1 1,-1 0-1,1-1 0,0-3 1,-2-4 29,1 2 0,0-4 0,3 2-326,1 1 1,3 3-1,2 1 1,-1-3 0,-1-4-495,4 2 0,2-5 1150,-1-5 0,4 0 0,2-1 0,-1-2 0,-3-2 0,9 0 0,-1-4 0,-4-1 0,-1 0 0,1 0 0,-1-1 0</inkml:trace>
  <inkml:trace contextRef="#ctx0" brushRef="#br0" timeOffset="949">6826 6339 12480,'-20'4'584,"1"0"1,-11 3-46,9-3 1,-3 2 0,2-1-633,6-1 1,-1 0 452,-6 2 0,-3 0 0,4 0 145,-5 1-280,3 0 0,1 0-135,8-2 1379,-3 3-120,48-3-989,-10-1-1150,6-2 0,9 0 0,-3-2 970,-7-3 0,1 0-37,-1 2 1,5 0 0,1 0 0,0-1 0,-4 0-484,-2-2 1,-3-1 0,4 1 369,0 1 0,4 0 0,3 0 0,0 1 0,-2-1 0,-4 1-399,1-1 0,-2 0 1,3 0 380,-4 1 1,3-1 0,2 0 0,1-1 0,-1 1 0,-1 1-1,-4-1-12,5 1 0,-3 1 0,4-1 0,-7 0 0,3 0 0,3-1 0,0 0 0,2 1 0,-2-1 0,0 1 0,-2 0-15,0 0 0,-1 0 0,-1 1 0,0 0 0,0 0 1,1 0 28,0-1 1,1 1 0,0-1 0,0 0 0,0 1 0,-1 0-51,3 0 0,0 0 0,0 1 0,-3-1 1,-6 1-10,-2 0 0,-3 0-360,11 0 0,-4 0-2383,-12 0 2307,-16 0-688,-5 4 76,-8-2 1,-7 0 0,3-1 682,4 3 0,0 0 1,-5-1-1,-2-2 1,2 0-1,3 0 0,1 0 1</inkml:trace>
  <inkml:trace contextRef="#ctx0" brushRef="#br0" timeOffset="1301">6325 6654 14998,'-16'3'90,"0"-1"0,-7 1 0,0-1 1619,-5 0-539,24-6-541,29-3-299,1 1 0,6-1 0,-1 0-962,-9 3 1,-2-1-1,3 0 794,4 0 0,4-2 0,1 0 0,0 1 0,-4 0-581,-2 0 1,-2 1-1,4 0 457,-3 0 1,3-1-1,3 0 1,1-1 0,-1 1-1,-2 0 1,-3 1-17,0 0 1,-4 1-1,1 0 1,4-1-13,-3 1 0,4 0 0,2-1 0,2 0 0,1 0 0,0 0 0,-1 0 0,-1 0 0,-2 1-387,3 0 0,-1 1 1,-2-1-1,0 1 1,1 0-1,1-1 377,-1 1 0,0-1 0,1 0 0,0 1 0,0-1 0,-1 1 0,1 0-13,-2 0 0,1 0 0,0 0 0,-1 1 1,-1-1-1,-2 1 0,-3 1-471,5-2 1,-5 2-1,2-1 439,1 0 0,1 0 0,1 0 0,-2 0-448,1 1 1,-1-1 0,-3 1 312,-1 0 0,1-1-204,3 1 1,2 0 0,-5 0-157,1-1-14,-5 1 1,-3 0-347,-8 0-2377,0 0 2814,-29 0 0,7 1 0,-2 0 1,0 0-1</inkml:trace>
  <inkml:trace contextRef="#ctx0" brushRef="#br0" timeOffset="1717">6969 6578 12263,'-28'5'323,"1"1"1,0-1 0,0 0 0,0 1 0,0-1 0,-1 1 0,1 0-1,1 0 1,-1 0 0,2 0-511,-5 1 0,0-1 1,1 0-1,3 0 337,0 1 0,3 0 0,7-2 764,6-2 165,14 1-519,6-4-110,14-3 0,3-1-315,-10 4 0,1-2-290,1-2 1,1-2 0,3 0 379,2 1 0,1-1 0,2 1 0,-3-1-531,-1 0 0,-2-1 0,5-1 383,-3 2 0,3-1 0,3 1 0,1-1 0,0 0 0,-2 0 1,-3 2-579,0-1 0,-4 1 1,2 0-1,3 0 546,-2 0 0,4-1 0,3-1 0,1 1 0,0 0 0,-1-1 0,-3 2 0,-2 0-23,2 0 1,-3 0-1,-1 1 1,5-1 33,-3 1 0,3-1 0,2 1 0,1-1 1,0 0-1,-1 1 0,-2 0 0,-4 0-11,1 1 0,-3 0 0,-1 0 0,4 1 109,-2-1 0,4 0 0,2 0 1,0 0-1,-1 0 0,-2 1 1,-4 0-65,1 0 0,-3 0 0,2 1 67,7-2 0,3 1 1,-1 0-1,-6 0-112,-6 1 0,-3 0 135,14-1 0,-3 0-914,-13 0 734,5-1 458,-8 0-548,-5 1 0,11-3-90,-11 3-118,9-3-602,-12 3-2377,2-1 0,-22 9 2457,1 0 1,-11 2 0,8-2 0</inkml:trace>
  <inkml:trace contextRef="#ctx0" brushRef="#br0" timeOffset="7764">1116 5722 11850,'-9'0'540,"1"1"-180,4-1 0,0 0-91,1 0 361,1 0-630,20-5 0,-7 4-885,17-4 706,-14-1-91,2 4-180,1-10-180,1 7 1,1-7-271,0 3-89,-1-1-91,1 0-179,-1-2 360,0 0 899,0-1 0,-2 1 0,0-2 0</inkml:trace>
  <inkml:trace contextRef="#ctx0" brushRef="#br0" timeOffset="8202">1482 5563 10681,'8'6'989,"-1"-1"-629,2-10-270,-3 3 180,3-9 0,2-6-90,-1-2 0,0-1-91,1 1 1,-1-2-776,-2 1 1,1-3 0,-2 4 775,0-5-623,0 0 1,-2 1 532,-2 6-138,2-9 138,-5 20 0,3 0 0,-2 5 1919,4 8-1919,-1-1 0,4 13 0,-5-12 1578,3 13-1578,-5-16 212,0 12-212,-1-11 0,-15 9 0,6-7 0,-10 1 0,-1 0 0,2-1 0,-6 1 0,0-2 0,3-1 45,-3 0 0,2-1-45,6-1-90,-12 4 90,23-4-360,-1 8-2338,18 3 1529,-5-1 1169,9-5 0,3-2 0,0-3 0,-2-2 0,0 0 0</inkml:trace>
  <inkml:trace contextRef="#ctx0" brushRef="#br0" timeOffset="8783">2339 5046 12210,'13'-1'1439,"3"1"-1349,-5 0 540,9 0-450,-12-4 0,11 0-180,-12-5 0,10-7 0,-9 4 0,3-4 0,-1-1 0,1 0 0,4-4 0,-1-1 0,1 3 45,1-2 0,1 1-45,-2 3 0,4 1 0,-1 1 0,-3 5 0,1 3 0,1 1 0,-5 4 0,11 7 89,-13 1-89,8 6 0,-11 0 0,6 1 0,-9-2 90,3-1-90,-6-3 90,1-2-90,-2-3 0,-18 0-90,8-2 90,-10-2 0,-2 0 0,0 0 45,-6-1 0,-2-2-389,1 0 434,7 4 0,-3-1 0,4 1 0,-10-3-90,0 7 0,0 0 0,7-1 45,2 7 0,2 3-45,8-3-45,1 9 0,5 1-45,11-5-405,3 3 1,4-2-136,10-6-1009,7-3 1,2-2 353,-14-6 1,1-2 947,5 0 0,3 0 0,-3-1 0,-3-3 1,-2-1-1,7-1 0,0 0 0</inkml:trace>
  <inkml:trace contextRef="#ctx0" brushRef="#br0" timeOffset="9468">657 5631 12030,'5'-12'540,"0"1"-90,-11 15-271,1 5 91,-1 7 0,0 2-90,-4 9-703,5-7 0,1 1 613,-3 2 0,0 1-45,3-4 0,0 2 45,-2 5 0,-1 5 0,0 1 0,1-5-501,-1 2 1,1-1 428,1-5 0,-1 4 0,-1 2 0,1-3 0,1-5-18,1-2 0,-1-1 29,1 3 1,-1 2 0,1-5-30,1-1 0,1 4 270,2-16-270,4-11 0,7-12 0,2-3-127,-5 6 1,2-1 126,6-6 0,2 1 94,-6 7 1,2-1-65,7-4 0,5-2 0,-3 3-30,-6 6 0,1 2 0,2 1 0,4-1 0,0 1 0,-3 1 172,0 3 1,0 1-151,3 0 1,5 0-1,0 1 1,-4 2-554,0 2 1,1 2 548,-3-3 0,3 0 0,2 1 0,-1-1 0,-4 2-18,7 5 0,0 0 14,-7-4 1,4-1 0,3 1 0,0-1 0,-2 0 0,-5 0-436,1 2 0,-3 1 1,3-2 255,1-1 0,2 1 0,3-2 0,1 1 0,-1-2 0,-1-2-491,1-1 1,-1-3-1,0-1 1,0 0 0,-1 1-1,-2 2 1,-2 0-1,1 0 1,0-1 0,0-1 535,1-3 0,2-1 1,0-2-1,-1 0 1,-2 0-1,-4 1 1,0-2-1,-3 1 1,0-1-1,6-5 1,0 1-1,0-1 1</inkml:trace>
  <inkml:trace contextRef="#ctx0" brushRef="#br0" timeOffset="10233">2410 4423 13739,'-8'14'180,"1"-6"45,6 9 0,2 0-45,8 1-90,0 4 0,2-1 0,9-1-1183,-5-6 1,1 2 0,0-3 151,8 4 971,-4-8 0,2 0 0,-1-2-30,9-2 0,-7-4 0,2-1 0,-2-2 0,-7-4 0,0-1 30,7-3 0,4-1 0,-5-1-30,-6-1 0,-1 0 0,5-4 0,4-2 0,-5 2-45,-6 4 0,-2 1 45,6-7 0,-2-1 45,-6 3 0,-3-1 233,-2-1 1,-1 0-235,-2 2 1,-1 1 1025,-6-12-890,-1 31 0,3 0-90,5 12 0,3 3 0,-3 5-300,6 2 1,2 6 0,0-3 209,-4-6 0,0 0 22,3 4 0,2 5 1,1 1-1,-2-5 101,-2-3 1,1 0-124,0 1 0,2 3 0,0 0 0,-2-4 0,1-4 0,-1 0-120,4 6 0,2 3 0,-2-5-239,3 2 134,-3-7 0,-1 0-1394,-2-1 449,-4-5-2107,-22 5 2621,0-13 1,-1 0-1,-1-2 1,-10-3 0</inkml:trace>
  <inkml:trace contextRef="#ctx0" brushRef="#br0" timeOffset="10533">1691 4940 12930,'-23'0'0,"6"0"179,2-7 1,1-1 0,0 0 90,-1-9 0,0-1-180,2 1-45,-3-7 0,1-2-1354,1-1 1368,2 5 1,0-4 0,0 3-60,4 6 0,0 0 22,-2-3 1,-2-4 0,-1 0-1,3 4-22,1 4 0,1 0-30,-4-4 0,-2-2 0,4 5 30,0 4-90,-2 0 597,10 12-507,1 7-180,6 16-180,2 0-1257,1 5 1,2 1 1211,-4-13 1,1 1-689,3 8 1,2 4 0,-2-4 888,-3-9 1,1-2-1,4 12 1,1-3 0,-3-9-1</inkml:trace>
  <inkml:trace contextRef="#ctx0" brushRef="#br0" timeOffset="11433">1120 4637 12390,'-11'-9'0,"-4"-10"180,4 10 179,0-5 1,1-1-180,1 0-45,0-4 0,0 0-135,4 0-1639,0-11 1,0-1-295,2 4 1992,0 5 1,-1-3 0,0 4 1429,-3-3-1534,-5 0 0,-1 2 45,-2 6-702,-2 4 0,0 2 702,1 5-340,-15 1 250,20 11 2187,-11 8-2007,16 6-90,-2-1 8,13-4-8,8-1 0,2-5 45,1 1 0,0-1-45,1-2 0,3 0 0,1 0 0,-3-3 0,3 1 0,0-1 90,-4-2-90,1 1 0,-1-1 0,-3 0 3140,5 0-3050,-6-2-90,-4-1 0,8-5 0,-9-3 0,9-16 0,-10 7-45,-1-3 0,-1 0 45,-2-2 0,-1-3 0,0 0 0,-2 3 0,-2 1 0,-1 2 0,-4 6 671,-4-4-671,5 21 0,2 11 0,9 0 0,0 12 0,8-18 90,5 8-90,-3-12-45,0-2 0,1-1 45,1-2-1639,9-12 1,1-4 1343,-2 1 295,-5-2 0,1-5 0,-2 3-73,-8 7 0,-2-1 73,3-4 0,1-2 0,-3 2 0,-2-5 0,-3 7 0,0 0 0,-5-2 90,-6 6 0,-1-6-90,0 11-90,-4-1 180,10 11 3186,-3 5-3210,6 8 1,2 2-67,6 5-782,-3-5 1,3 3 0,-1-2 781,1-7 0,0 0 30,5 7 0,2 3 0,-1-2 15,-4-7 0,1 0-45,8 7 0,3 2 0,-3-3 45,-5-6 0,0 0-45,7 5 0,3 2 0,-4-2-38,-7-7 0,-1 0 218,4 7 0,2 3 0,-4-3 90,-2 4 44,-6 3 1,-3-1-135,-5-8-45,-12 1 0,-4-2-45,3-5 0,-9-2 0,-3-3-90,5-12-1289,-2-5 0,2-3 1109,4-11-240,8 5 0,0-2 1,2 1 770,2 5 1,3 0-1445,8-12 1,4-4 0,1 4 682,-1 8 0,1 2 1,5-4-1,2-2 1,0 4-1,-1 6 0,0 0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11:02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7746 3407 18057,'11'5'719,"-2"-1"-539,-5-4 0,4-7-180,0 2-135,7-9 0,1-3-404,7-4-1100,-3 1 1,2-1 545,-2 3 1,2-1 0,0 1-1,-3 2 1,0 0 0,2-2 936,-2 3 1,3-3-1,1-1 1,1-1 0,-1 2-1,-1 0 1,3-2 0,-1 1-1,-1 1 1,3-2 0,-3 2-1,-1-1 1,1 1 0,0 0-1,0 0 1,0 0 0</inkml:trace>
  <inkml:trace contextRef="#ctx0" brushRef="#br0" timeOffset="17782">9607 2537 12120,'-7'-10'720,"3"2"-271,-1 3 1,2 1-90,-3 1-90,3 0-180,-1 2 0,2 0-90,0 1 0,0 0 539,1 0-359,0 6 0,1 0 0,5 7-90,1-2 0,1-2 90,3-1-90,-5-2 90,10 1-180,-5-2 180,14 4-180,-9-5 45,3-1 0,1-1-45,-2-1 0,7-3 0,2-1 269,4-2-224,-12 3 0,0-1 315,8-5-270,-18 5 0,2-2 0,-7 3-90,-2 7 0,0 2 90,-1 21-90,-3-7 0,0 2 45,2-4 0,0 0-1113,-4 13 1,0-3 1067,4-5-495,-2 2 0,0 0 46,1-5-1138,0 1 1,1-1 686,0-5-2377,1 15 612,0-20 2665,5 2 0,-4-9 0,3-3 0</inkml:trace>
  <inkml:trace contextRef="#ctx0" brushRef="#br0" timeOffset="18298">10116 2425 13739,'3'17'540,"-5"2"-90,1 5-360,-5-5-1,4 1 1,1-1 0,-2 1-90,1 9 90,2 0-90,5-10 45,-3 1 0,2-1-45,9-4 45,-3 0 0,0-1-45,6-4 0,-1-3 0,0-1 0,1-4 0,3-7 0,1-3 0,-4-2-448,0-4 0,-2-2 358,-6 0 90,1-7 0,-7-3 90,0 6-90,-2-6 224,-7 12 1,-1 0-135,0-2-45,-6 2 0,-1 2 45,3 6-90,-17-1-90,17 6 45,-4 8 0,1 0-135,3-4-637,-1 12 1,2 0 96,4-6-919,4 10 1,2 0-1111,1-4 2749,15 12 0,-7-16 0,8-1 0</inkml:trace>
  <inkml:trace contextRef="#ctx0" brushRef="#br0" timeOffset="18465">10523 2618 14639,'-12'-7'-810,"4"-2"270,4 5-2737,11-4 1247,0 3 2030,13-6 0,-6 3 0,6-4 0</inkml:trace>
  <inkml:trace contextRef="#ctx0" brushRef="#br0" timeOffset="18797">10775 2331 13739,'-5'-9'2429,"0"2"-2429,-10 10 90,7 7-90,0 1 90,6 11-90,9-12 45,3 6 0,4 0-45,3-5 0,1 0 0,-1 2 0,1 0 0,7 2 0,-1-1-1639,-10-4 1,-1 0 1580,2 1 1,-1 0-232,2 10 289,-14-13 25,1 11-25,-3-11 0,-13 10 0,6-11-90,-7 1 0,-2 0-179,2-1-676,-5 3 1,-1-1-136,0-1-559,-4 2 1,-1-1-1639,4-3 2984,4-2 1,1 0-1,1-3 1,0-1 0</inkml:trace>
  <inkml:trace contextRef="#ctx0" brushRef="#br0" timeOffset="18998">10679 2331 14009,'0'-11'1169,"-4"1"450,2-6-1439,-2 5-180,18-17 0,-4 15-30,5 0 0,6-3 0,0 2-1063,0 2 1,0 1 0,0 0-1,2-2 1,1 0 0,0 0 550,-2 2 0,1 1 0,-2 1-1097,7-2 1,-2 1-1,-6 2 1,0 1 688,7-3 0,-2 1 950,-8 3 0,-1 1 0,-1 0 0,0 0 0,14-5 0</inkml:trace>
  <inkml:trace contextRef="#ctx0" brushRef="#br0" timeOffset="19631">9706 3352 15808,'12'0'720,"-5"-8"449,10-2-719,-4-4-1543,5 4 1,6-1 0,-1 2 589,-2 0 1,4 0 553,-5 1 0,5 0 1,3-1-1,2 0 1,-1-1-1,-2 2 1,-3 0-30,1 1 1,-4 0-1,1 1 1,4-2-13,-2 2 0,4-2 0,2 0 0,1-1 0,1 1 0,0-1 0,-1 1 0,-3 1 0,-3 0-10,5 0 0,-4 0 0,-1 1 0,5-1 10,-5 1 0,3-1 0,2 0 0,1-1 0,1 1 0,0-1 0,-2 1 0,-2 1 0,-4 0-10,7-1 0,-4 1 0,0 1 0,3-2-10,-6 2 0,3-1 0,2 0 0,1 0 0,0-1 0,0 1 0,-1 0 0,-3 1 0,-3 0-35,5 0 0,-4 0 0,0 1 0,3-1-122,0 1 0,4-2 0,1 1 0,1 0 0,0-1 0,-4 2 0,-3 0-43,3-1 0,-4 2 0,2-1-366,2 0 0,5 0 1,0-1-1,-2 1 1,-5 1-145,2-1 0,-2 1-100,-3 0 1,3 0 0,-1-1 0,-5 1 392,-4 1 0,-2 0 1,7-2-1,-2 1 0,-4-1 1</inkml:trace>
  <inkml:trace contextRef="#ctx0" brushRef="#br0" timeOffset="38848">11578 1846 8522,'-10'-5'1169,"1"0"-719,4 4 0,-1-1-90,0 1 0,0 0-91,-1 0 1,0 0-90,0 0 90,-2 0 0,1 0 359,-9 1-539,6-1 270,-14 1-360,15 0 180,-9 4 720,14 0-361,5 6-269,9-4 90,6 0 0,1-1-180,7 0-1021,-3-3 0,3 1 1,-2-2 930,-3 0 0,2 0-36,3-1 0,4-1 0,4 0 0,0-1 0,1 0-421,-4-1 1,1 0 0,1-1-1,0-1 1,2 1 0,1 0 366,-5 1 0,0 0 0,3 1 0,0-1 0,0 0 0,1 0 0,-1 0 0,0 0 0,-1 0 0,-1 0-199,0-1 0,0 0 0,-2 1 0,0-1 1,1 0-1,-1 1 0,2-1 0,1 1 199,0 0 0,1 0 0,2 0 0,1 0 0,0 0 0,0 1 0,-2-1 0,-1 1 0,-3 0 0,-2 0-249,8 0 1,-6 0 0,0 0 0,5 0 248,-6 1 0,2-1 0,3 1 0,1-1 0,1 0 0,-1 1 0,-1-1 0,-2 1 0,-4 0 0,6 0 0,-5 0 0,1 0 0,3 0-12,-3 0 1,3 0 0,3 0 0,0 0 0,1 0-1,-2 0 1,-3 1 0,-3-1 11,0 0 0,-4 1 0,0-1 0,4 1 0,-1 0 0,4-1 0,2 1 0,0 0 0,-1-1 0,-2 1 0,-4 0 0,3-1 0,-5 1 0,4-1 0,2 1 0,3 0 0,1-1 0,-2 1 0,-4-1-45,1 0 0,-1 1-90,0-1 0,3-1 0,-1 1 0,-5 0-45,-6 0 1,-2 0-331,6-1 0,2 0 0,-4 0 826,-4 0-3374,11-5 1349,-19 5 2100,0-6 1,-7 4 0,-1-2-1</inkml:trace>
  <inkml:trace contextRef="#ctx0" brushRef="#br0" timeOffset="39430">11390 1769 10591,'-23'0'90,"6"0"719,-14-6-359,16 5 90,-10-4-450,17 5 1259,-2 0-719,32 3-360,-8-2-961,5 1 1,6-1 0,-2 0 825,-3-1 0,-1 0-45,2 0 0,2 0 0,1 0 22,1-1 1,2 0-1,0 0 1,-2-1-83,-1 0 0,-1-1 0,4-1 3,-3 1 1,4 0 0,3 0 0,2-1-1,1 0 1,0 0 0,0 0 0,-3 1-275,-3-1 0,-1 1 1,1-1-1,-1 0 1,0 1-1,0-1 1,0 1-1,1-1 241,2 0 0,0 0 0,1 0 0,-1 1 0,1-1 0,1 0 0,0 1 0,0-1-178,-2 1 1,2 0 0,0 0 0,2 1 0,-1-1 0,-1 1 0,0-1 0,-1 1 0,-3 0 0,-1 0 177,3 0 0,-3 1 0,-2-1 0,2 1 0,4 0-128,-4 0 1,3 0 0,2 0-1,1 0 1,2 0 0,-1 0-1,0 0 1,-2 0 0,-3 1-1,-2-1 128,3 1 0,-5-1 0,0 1 0,0 0 0,4 0-35,-4 1 1,2-1 0,3 1 0,0-1 0,2 1-1,-1 0 1,-1 0 0,-1 0 0,-3 0 0,-2 0 34,7 0 0,-4 1 0,-1 0 0,2 0 55,-2-1 0,2 0 0,1 0 1,0 1-1,-1-1 0,-1 1-73,0 1 0,0 1 0,-1 0 0,-2 0 0,0-1 18,2-2 0,-2-1 0,3 2 0,0 1 0,3 2 0,2 0 0,-3 0 0,-5-2 0,2-1 0,-3 1 0,5 1 0,3 2 0,-6-2 0,2 1 370,-5-2 0,-1 1-370,-8-2 1546,9 0-1546,-15-1 1771,4-1-5048,-8 0 0,-16 0 2457,3-4 1,-16 3 0,8-4 0</inkml:trace>
  <inkml:trace contextRef="#ctx0" brushRef="#br0" timeOffset="44931">4224 2044 8792,'0'-13'270,"0"2"0,0 1-90,0 0 89,0 0 1,0 1 0,0 2 0,0 1 0,0 2-90,0-1 0,0 0-1,0 0 1,0 0 0,0 0 0,4 1-90,-3 0 90,3 1-180,-4 0 0,0 1-90,0 0 180,0 8 0,0 0 0,-5 5 0,4 0-90,-8 0 90,7 3 0,-5 1 0,-3 3 0,-3 10 0,0 0-438,1-5 1,-2 1 407,-1 0 0,-1 2 0,1-4-15,5-8 0,0-2 15,-6 6 0,-1 2 0,0-3-15,6-5 0,-2-1 15,-7 5-1,-5 4 1,0-3-1024,5-5 0,1-2 0,-1 0 994,0 2 0,1-1 0,-1 0 90,-2-1 0,0-2 0,4-2-30,0-1 270,-12 1-270,22-5 0,-4 0 0,9-1 374,-2-5-464,4 4 3276,0-7-3250,0 4-26,6-6 0,1 4-90,10-4 90,-6 6-89,15 0 89,-12 2 0,4 1 0,1 1 0,0 7 44,5-1 1,0 2-45,-1 9-625,-6-4 0,3 2 0,-2-1 625,-5-1 0,-1 1 45,2 5 0,2 4 0,-1 1 0,-2-3-45,0 4 0,-1 1 30,1 1 0,0 2 0,0 2 59,-3-3 1,-1 2 0,0-1 0,-1-1-651,0-2 1,-1-2 0,1 4 598,-2-4 1,1 4 0,0 2-1,0 1 1,-1 0 0,1-2-1,-2-4-452,0 1 0,0-4 0,-1 0 0,0 4 470,0 0 0,0 3 0,0 3 0,1 1 1,-1 0-1,0-1 0,-1-2 0,0-3-11,1 4 0,-2-4 0,1 0 0,-1 5 28,0-8 1,0 2 0,0 2-1,0 2 1,0 1 0,0 1-1,0 0 1,-1-1 0,1 0-1,0-1 1,-1-2-241,0 2 0,1 0 0,-1-1 0,0-1 0,0 0 0,0 0 0,0 0 0,0 1 177,0 0 0,0 0 0,-1 1 0,1 0 0,-1 0 0,1 0 0,-1-1 0,1 0 0,-1-2-82,1 2 1,0 0-1,0-1 1,0 0 0,0-1-1,0-1 1,-1-1 125,0 4 0,0-1 0,0 0 0,0-2 0,0 0-118,1 0 0,0-1 1,0 0-1,0 2 82,0-2 0,0 0 0,0 1 0,0 1 0,0 0-34,1 5 0,0 0 1,1 1-1,-1-2 1,0-1 15,-1-5 0,0-1 0,0 0 0,1 3 12,2-1 1,0 5 0,0 1 0,1 1 0,0-1 0,0-2 0,-1-4 17,0 4 0,0-4 0,1 3 14,1-2 1,2 4 0,0 1 0,0 0 0,0-2 0,-1-4-45,0-1 0,0-4 0,0 3 0,0-1 0,2 3 0,0 2 0,0-1 0,0-1 0,-1-4 30,0 0 0,-1-3 0,2 3-66,1 2 0,2 4 0,0 2 0,0-3 0,-1-3 36,1 3 0,2-1-18,-1-3 0,1 3 0,2 1 0,-1-1 1,-1-5 17,1 2 0,0-1-23,2 1 1,4 4-1,-1 0 1,-3-6-23,-2-5 0,0-1 44,7 4 1,4 3-1,-3-4-44,-7-7 0,1-1-26,8 1 0,4 0 1,-3-3-20,-7-3 0,1-3-360,10-5 0,4-3 1,-3-1 44,-8 0 0,1-2-251,-4-2 1,4-3-1,2-1 1,-2 0 0,-3 1-292,-1 1 1,-3 1 0,2-3 946,1 0 0,3-3 0,0-1 0,0 1 0,-3 1 0,-1 0 0,-2 2 0,1-2 0,6-4 0,-1-1 0,0 0 0</inkml:trace>
  <inkml:trace contextRef="#ctx0" brushRef="#br0" timeOffset="49415">7859 4033 8522,'16'9'-660,"-3"-4"1,-3-1-1</inkml:trace>
  <inkml:trace contextRef="#ctx0" brushRef="#br0" timeOffset="51732">7372 4923 9691,'13'-16'1170,"-2"3"-990,1 5 0,-3 2-1,2 1 1,0 0 0,1-1 0,0 1-418,0-1 417,1 1 1,0 0-90,-1-1 90,0 1-90,0 0 90,0 0-90,-1 0 0,-1 0 137,0 1-137,-2 0 70,0 1-160,-2-1 90,0 2 0,-2 0 211,0 1-121,-2-1 0,0 1 270,0 1-990,-6-1-2338,-4-8 1438,3 0 1440,-2-6 0,1-1 0,5-5 0,-2 5 0,1 1 0</inkml:trace>
  <inkml:trace contextRef="#ctx0" brushRef="#br0" timeOffset="54631">7967 3570 17337,'-8'-12'630,"5"1"-630,-4 5 90,7-1 90,-5-1-90,4 2 179,-1-9-179,2 8 90,0-10-180,0 9 90,5-12-90,-4 10 0,3-6 90,3-4-180,-6 7 90,5-3 0,1 0 0,-4 0 45,2-1 0,1-1-45,-1 2 0,1-2 0,1 0 0,-1 2 0,6-5 0,2 0 0,-2 4-45,4-3 0,2 0 45,-2 7 0,-1 1 45,-2 0 0,1 1-90,8-4 0,-2 2 45,-3 4 0,4-2 0,0 1 0,-1 1 0,3-1 0,2 0 0,-3 2 0,4-1 0,1 0 0,-2 2 0,-5 3 0,4-2 0,-3 2 0,6-1 0,-7 2 0,3 0 0,-3 0 0,4 1 0,3 1 0,0 0 0,-2 1 45,5 0 0,0 0-349,-2 0 304,-7 1 0,2 1 0,-2 0 0,8-1 0,-9 2 0,3 0 0,-4 1 0,7 2 0,-6-1 0,2 1 0,-2 1 0,-1 2 0,-1 1 0,3-1 0,0 1 45,3 5 0,-2 0-45,-5-3 0,3 4 0,0 0 0,-7-3 0,1 0 0,-1 1 0,-2-2 45,-1 2 0,0-1-45,-2 0 180,5 14-180,-8-15 90,6 15-90,-6-15 0,2 8 90,1 3-90,-3-9 0,0 3 0,-1 0 0,-1-4 0,3 17 0,-3-19 0,1 12 90,-2-15 214,1 6-304,-2-10 0,0 4 180,-1-6-270,-14-5 90,-4-7-90,-5 0 90,1-2 0,-5 0 0,9 5 0,-2-2 0,-1 1 0,3 2 0,-1-1 0,1 1 0,3 2 0,-13-4 0,18 5-90,-7 0 90,12 1-180,-2 1 180,10 6 90,1 1-90,12 10 0,-7-5 0,13 10 0,-12-12 0,14 12 0,-14-13 45,4 3 0,0-1-45,-3-2 0,2 2 0,0-1 0,-5-4 90,10 6-90,-12-8 0,7 2 90,-9-5 0,6 1-90,-7-1 0,3 0 0,-4-6 0,5 1 0,-3-9 0,10-9 0,-6 4 0,-1-2 0,0 5 0,1-1 0,2-11 0,-1 1 0,-1 5 0,0 1 0,0 0-90,0 3 90,4-4 0,-6 11 0,0 0 0,-3 6 0,2-4 0,-3 7 0,0-1-90,-2 2 180,-4 1-90,3-3 0,-6 1 0,6-1 0,-3 1-3277,4 1 0,0 6 2509,0 4 0,0-2 1,0 1-1</inkml:trace>
  <inkml:trace contextRef="#ctx0" brushRef="#br0" timeOffset="56015">9951 3678 13379,'-11'0'1529,"2"0"-809,4 0-270,2-5-90,-1 4 359,-1-7-359,1 7-90,-1-2 539,-1-1-629,3 3 540,-2-4-180,5 4-271,-1 0 271,18-3-450,-5 1 90,17-1 0,-5 1 0,0 0-412,-8 1 0,1 0 292,11-1 0,4-1 0,-3 1-405,-8 1 0,0 0 367,2 0 0,3-1 1,1 1-1,-5 0-67,0 0 1,-1 1 66,1-1 0,4 0 1,0 0-1,-4 1-22,-1 0 0,0 0 22,1-1 1,3 1 0,1 0-1,-4 0-22,-1 0 0,0 1 0,3-1 0,4 0 0,1 0 0,-3 1 0,0-1 0,-3 1 0,1-1 0,1 0 0,1 1 0,-2-1 0,10 0 0,-6 0 0,-12 0 0,11 0 0,-19 0 90,5 0-90,-9-1 600,4 1-600,-6 1 914,1-1-1184,-2 0 1,-1-1-1,0 1-720,-6-5 631,0 2-541,-13-10 630,6 7-45,-2-2 1,0-1 224,1 1-135,-3-1 0,0-1 225,2 1-45,0-2 0,0 1 45,4 0 0,-2 0 0,1-1 0,3 3 90,-5-5 360,3 3-360,4 4 359,-5-6-359,7 9 270,0-2-270,2 4 630,1 0-361,14 7-359,-5 0 90,9 0 0,2 0-90,0 6 90,12-2-90,-13-2 0,0 0 0,4 1 0,3 1 0,0 0 0,-4-2 0,1 1 0,-1-1 0,-3-1 45,-1-1 0,0 1-45,-4-3 90,10 3-90,-16-5 0,4 0 90,-5-1-90,-2 0 90,3-5 0,-4 4 0,2-9-90,-2 5 270,1-3-180,-1 2 629,0 0-449,-2 0-180,1 1 180,-1 1-180,0 2-90,0 0-90,-4 1 270,-7 10-180,0-3 45,-5 6 0,-2 1-45,-3 1-820,2-3 1,-4 3 0,-2 0 0,3-1-453,-2 0 0,-1 0 725,4-2 1,-4 2 0,-3 0 0,0 1 0,2-1 0,3-1-547,-2 0 1,2-2 0,-2 2 970,3-2 1,-3 2 0,-3 1 0,0 0-1,1 0 1,2-1 0,3-1 0,-6 3-1,3-2 1,-1 1 0,2-1 0,0 0 0,-1 0-1,1 1 1,0-1 0</inkml:trace>
  <inkml:trace contextRef="#ctx0" brushRef="#br0" timeOffset="66265">9668 7933 14189,'-17'-18'540,"9"9"-271,-9-9-269,14 13 180,-10-4-90,9 5 180,-6-3-180,6 4 90,-5-2-90,5 4 180,-4-2 0,2 2-180,1 0 0,0 1-90,3 0 89,-4 4-89,3-3 180,-6 6-90,5-4 180,-6 4-180,5-3 0,-4 2-90,5-2 90,-6 2-90,6-3 90,-6 4-90,7-5 90,-4 3-90,5-3 0,-3 3 0,3-3 90,-2 3 0,3-2-90,-4 5 90,4-4 0,-3 9 0,3-7 0,-3 10-90,3-9 90,-2 9-90,2-9 89,-1 9-89,1-9 180,0 10 0,0-5-90,1 1 0,0 3-90,0-9 90,0 8-90,0-9 0,0 9 0,4-8 90,-3 9-90,6-9 0,-4 10 0,3-10 90,0 9 0,-2-9-90,1 4 0,0-2 0,-1-3 90,4 6-90,-5-7 90,6 7-90,-3-5 0,3 4 0,-4-5 90,7 4-90,-3-3-90,3 0 180,-3-2-90,2-4 90,4 1-90,-2-2 90,7-5-90,-14 4 0,8-7 0,-10 7 90,9-9-180,-8 6 180,7-9-90,-7 7 90,3-2-90,-2-2 0,-2 3 0,2-9 0,-4 8 0,3-11 0,-4 10 0,2-13 0,-2 13 0,1-13 0,-2 13 0,0-18 0,0 15 0,0-15 0,0 16 0,0-4 0,-4-6 0,3 8 0,-9-16 0,9 16 0,-10-14 0,7 15 0,-8-14 0,6 15 0,-8-14 0,7 15 0,-4-5 0,-2 3 0,4 6 90,-13-6-90,11 8 90,-14 0-1,13 3 91,-17 0-90,16 8 0,-18-1 0,19 7-90,-4-3 0,2 0 0,3 4 0,-1 1 0,2 0 0,5-1-45,1 3 0,1-1 45,2-1-225,0 2 1,1 0-136,6-3-1619,0 13 899,0-18-2197,3 5 0,-6-11 2622,5 0 0,-3-10 0,-1-1 0</inkml:trace>
  <inkml:trace contextRef="#ctx0" brushRef="#br0" timeOffset="68012">8410 8336 12660,'-8'-5'539,"2"1"91,4 1 0,-1 1-450,0-2 269,0 2-269,2 1 720,-1 0-540,7 4 89,17 1-359,-4 2-45,5-4 0,0-1-45,-1 1 45,5-1 0,1-2-335,-1-5 350,-6 4 0,4 1 0,-3-2-15,-6-3 0,1 0 0,3 1 0,5 1-1,0 0 1,-1-1-232,0-1 0,0-1 1,0 1 186,1 0 0,0 0 0,1 1 0,-3 0 0,9-2 0,-3 1 45,-1 0 0,-5 2-45,-8 2 0,14-3 0,-19 4 0,8-2 0,-13 2 0,3-1-2429,-7 2-359,-11-1 1529,3 6-2018,-23 1 2971,14 0 1,-11 2 0,11-3 0</inkml:trace>
  <inkml:trace contextRef="#ctx0" brushRef="#br0" timeOffset="68547">8355 8314 14189,'13'-1'1079,"-2"1"-629,5 0-180,-4 0-45,4 0 0,2 0-45,2-5-31,0 4 1,5 0 0,-1-1 75,6-4 0,0 1-1318,-7 2 1,1 1 0,-2 0-10,9-2 1,-1-1 1130,-6 1 1,1 0 0,-1 0 351,-2 0 0,3 0-336,-1-1 0,5 0 0,-1-1 0,-3 1-45,-3 0 0,0 1 30,6-2 0,4-1 0,-3 2-30,-2 1 0,-1 1 0,-2-1 0,0 1 45,0 2 0,-5 0-45,-8 1 843,5 0-843,-12 0-820,1 0 1,-13 0 0,-2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13:48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4974 3679 10501,'-8'0'450,"2"0"-270,4 0 179,1 0-89,-1 0-90,1 0 270,-1-2-90,0 1 269,1-1 271,0 2 1528,-1 0-2068,2 4-180,4-3 90,6 9-270,-3-6 270,16 5-270,-15-2 180,21 0-180,-16-2 90,4 0 0,1-1 0,-1 0-45,4 1 0,0-1-45,-2 0 44,4 1 1,1-1 45,-3 0 0,6 0 0,3 1 0,-5-1 0,-1 0-183,0-1 0,1 1 183,6 0 0,-2-1 0,-6-1-45,5 0 0,0 1-45,-2-1 60,-6 0 0,3 0 0,-3 0-60,9 0 30,-8 1 0,3-1 0,-3 0 60,7 1-374,-6 0 1,0-1 328,-5 0 0,-1 0-1845,10 1 1800,-11-1 0,2 0 45,5 1 0,-1-1-224,7 2 209,-7-1 0,2 0 0,-2-1 60,8 1-60,-7-1 0,3 1 0,-3-1-30,-6-1 0,-1 0 30,9 0 0,4 0 0,-4 0-74,-6 0 0,-1 0 74,9-1 0,3 1 0,-4-1-1083,-7 0 0,0 1 1053,9-1 0,0 0 0,-5 0 0,-2 0-399,-4 0 0,0 0 399,4 0 0,1 0-482,6 0 1,0 0 481,-10 0 0,1 0 30,7 0 0,4 0 0,-3 0-30,-9 0 0,0 0 30,9 0 0,3 0 0,-4 0-30,-7 0 0,0 0 0,8 0 0,3 0 0,-3 0 0,-8 0 0,0 0 0,7 0 0,3 0 0,-3 0 43,-8 0 0,0 0-13,10 0 0,6 0 0,-5 0 665,-10 0 1,0 0-696,9 0 0,5 0 0,-5 0 0,-10 0 0,-1 0 0,7 0 0,4 0 0,-4 0 0,-6 0 0,-1 0 29,9 0 1,2 1 0,-2 0-30,-9-1 0,1 0 0,8 1 0,3 1 0,-4-1 0,-7 0 0,0-1 30,7 1 0,4-1 0,-4 1-30,-7 0 0,0-1 0,9 1 0,0-1 45,-4 0 0,-2 0-45,-4 1 0,0-1 0,4 0 0,2 1 45,7 0 0,-1 0-45,-10 0 0,1 0 30,8 0 0,4 0 0,-4 0 882,-8 0 1,0-1-883,8 1 0,4-1 0,-4 1-30,-9 0 0,0-1 30,7 1 0,4 0 0,-3 1-30,-9-1 0,0 0 45,8 1 0,1 0-45,-1 1 0,1 0-221,-4 0 0,1-1 1,0 1 220,6 0 0,2 1 30,-2 0 0,1-1 0,-3 0-63,-10-1 1,1 0 32,7 0 0,3 1 0,-3 0 45,-7-1 0,0-1-45,7 2 0,3-1 0,-3 1 0,-8-2 0,0 1 30,7 0 0,4 1 0,-4 0-30,-8-2 0,0 1 30,11 2 0,4-1 0,-4 1 15,-10-2 0,0 0-15,9 2 0,4-1 0,-4 0-30,4 1 30,-8-1 0,4-1 0,-4 1 15,-6-2 0,1 1 15,7 1 0,3-1 0,-3 1-60,-7-1 0,0 0-20,9 1 0,1 0 65,-6 0 0,-1-1-45,11 2 60,-10-2 0,3 1 0,-2-1-60,-4 0 0,0 0 30,7 1 0,4 0 0,-3 0-30,-8-2 0,0 1 0,7 1 0,4 0 0,-4-1 0,-8 0 0,0-1 0,9 2 0,1-1 0,0 1 0,-2-1 0,-8-1 0,0 1 30,7 0 0,3 0 0,-3 1-30,-8-2 0,1 1 0,6 0 0,4 1 0,-3-1 0,-7 0 0,0 0 30,7 0 0,4 1 0,-3 0-30,-8-2 0,0 1-30,9 0 0,2 1 0,-2-1 30,-9 0 0,0 0 30,12 0 0,5 0 0,-5 0-30,-10-1 0,0 0 0,10 1 0,5-1 0,-6 0 0,-10 0 0,-1-1 0,7 0 0,3 1 0,-3-1 0,-7 0 0,-1 0 0,7-1 0,4-1 0,-4 0 0,8 0 0,-7-1 0,5-3 0,-3 1-45,1 0 0,-2 0 45,4-1 0,2-1 30,-6 1 0,2-1 0,-5 1-30,-6 1 0,0 1-30,7-3 0,5-1 0,-5 0 120,5-1-90,-9 1 0,3-1 0,-3 2-90,8-5 120,-8 3 0,2-2 0,-3 2-30,7-5-30,-7 3 0,3-1 0,-4 1-60,7-5 60,-8 4 0,3-2 0,-3 2 30,5-6 0,1-3 0,0 0 0,-4 1 0,-4 5 0,-1-1 0,0 1 0,-2 0 0,4-5 0,0-2 0,0 0 0,-5 2 36,1-5 0,-2-2-36,-6 8 0,-1 1 0,3-3 0,-3-1 0,-8-7 0,-5-2 0,2 13 0,-1 0 0,-3-1 0,-1-1 0,-2-1 0,-2 0 0,2 1 690,0 0 1,1 2 0,-3-1-691,-1 3 0,-3-1 0,0 1 0,4 3 0,0 1 0,0 2 22,-1-1 1,-4-2-1,0 0 1,3 3-23,1-1 0,0 2-195,-1-1 0,-1 0 0,1 1 150,-5-2 0,1 1 45,6 3 0,-3-1 22,-1 0 1,-5-1-1,0-1 1,3 2-23,0 0 0,-2-1 18,4 2 0,-5-1 0,0 0 0,0 0 0,4 1-18,-3 0 0,0 0 36,4 2 0,-5-2 0,0 1 0,0-1 0,4 2-36,-6-1 0,-1 0 0,6 1 0,-4-1 0,-2 0 0,2 1 0,4 0 0,-6 0 0,0 0 0,6 1 0,-4-1 0,-1 0 0,1 1 0,4 0 0,-5 0 0,0 0 0,6 1 0,-5 0 0,-1-1 0,2 1 0,3 0-263,-6 0 0,1 0 263,4 1 0,-4-1 0,-2 1 0,2-1 0,3 1-653,3 1 0,3-1 0,-1 1 653,-3-1 0,-1 1 0,-1-1 0,1 0 0,-1 1 0,-1 0 0,1 0 0,1 0-96,3 0 1,2 0-1,-4 0 96,-3 0 0,-3 1 0,-2-1 0,0 0 0,1 0 0,3 1 0,1 0 0,0 0 0,1 0 0,0-1-92,-4 1 0,1 0 0,0-1 0,-2 1 107,5 0 0,-4 0 0,0 0 0,1 0 0,2 0 0,3 0-15,-7 2 0,0 1 30,8-2 0,-5-1 0,-2 1 0,0-1 0,-1 1 0,2 0-185,-1 1 0,1 1 1,0 0-1,0-1 1,0 1 154,-1-2 0,1 1 0,0-1 0,0 0 0,-2 1 15,2 0 0,-3 0 0,0 1 0,1-1 0,2 1 0,4-1 280,2 0 1,3 0 0,-3 0-296,-5 1 0,-3 0 0,-2 0 0,1 0 0,5 0 0,4-1 0,3 0 0,-2 1 0,-5 0 0,-4 0 0,-1 0 0,1 1 0,4-1 0,5-1 0,3 0 0,-3 1 0,-4 0 0,-4 0 0,-1 1 0,1 0 0,5-1 0,2 0 0,4-1 0,-3 1 0,-4 1 0,-5 0 0,-1 1 0,2-1 0,3 0 0,4-1 0,4 0 0,-4 1 0,-4 0 0,-4 1 0,-2 0 0,2 0 0,4-1-272,4-1 1,4 1 0,-2-1 271,-3 1 0,0 0 0,-2 0 0,2 0 0,-7 2 0,0-1 0,3 0 90,0 0 0,-2 1-90,8-2 0,-5 1 0,0 0 0,1-1 0,3 0 0,-3 1 0,-1 0 0,0-1 0,-4 2 0,1-1 0,3 0 0,3-1 0,1 0 0,-1 0 0,-3 1 0,-1 0 0,5-1 0,2 0 0,0 0-23,-1 0 1,-3 1 0,0 0-1,4-1 23,1 0 0,0 0 22,-3 1 1,-4 1 0,-2 0-1,2-1-22,-3 2 0,2-1 0,-3 0-18,6-1 0,-1 1 0,-1 0 0,1-1 0,2 1 18,-6 0 0,1 0 0,1 1 0,4-2 0,-2 1 0,2-1 0,4 0 0,4-1 0,-1 0 0,-5 1 0,-4 1 0,4-1 0,-8 1 0,10-1 0,-3 1 0,3 0 0,-6 2 0,-3 2 0,0 0 0,5 0 832,6-3 0,-1 2-832,1-2 0,0 2 0,-6 2 0,-1 0 381,4-1 1,0 0-382,2 0 0,-2 0 0,4-1 2865,-2 1-2865,-1 2 0,1-1 0,3-1 0,1 0 0,-1 0 0,4-1 631,-2 2 1,-2 0-632,-6 6 0,1 0 0,7-6 0,1-1 0,2-3 90,-14 11-90,14-12 0,-15 10-90,15-9 180,-14 6-180,15-8 180,-15 8-180,15-8 417,-9 5-238,12-6-89,-3 1-89,1 1 178,3-3-89,-6 4 0,8-4 0,-4 2 0,5-2 0,-4 2 0,4-3-89,-3 3 89,3-3 0,-1 2 0,0-1 0,2 0 0,-3 3 0,3-3-90,-1 4 90,1-3 0,0 6 0,2-5 0,-1 10 0,1-7 0,5 18-90,2-14-450,-1 3 0,1 0-269,4-4-721,-1 3 1,1-1 360,0-2-470,4 1 1,2 0-1639,2-1 3245,6-2 0,1-1 0,1-3 0,-4-2 0,-1-1 0</inkml:trace>
  <inkml:trace contextRef="#ctx0" brushRef="#br0" timeOffset="4468">4154 3691 15988,'-8'-4'-90,"0"1"90,8 2 0,-2 0 0,0 1 0,1 0 0,-1 0 0,1 0 0,-1 0 0,1 0 0,-1 0 0,0 0 0,0 0 360,1 0-360,0-5 0,0 2 0,-2-2 0,2 0 0,-2 4 0,2-1 0,0 0 0,-1 2 0,1-1 90,-1 0-90,1 0 0,0 1 0,0-1 90,-1 1-90,0-1 0,1 1 0,-1 0 90,0 0-90,1 0 0,-1 0 0,0 0 0,0 0 0,-2 0 0,1 0 0,-3 0 0,2 0 0,-5 0 0,5 0-90,-6 5 90,5-1 0,-6 5 0,5-4 90,-10 9-90,9-7-90,-12 13 90,12-11 90,-8 12-90,9-11-90,-7 16 90,9-13 45,0 3 0,1 0-45,1 1 45,1 6 0,0 2-45,1 0 0,3 1 0,2 5 0,-2-3-316,-2-8 0,1-1 338,2 3 1,2 3-1,0 2 1,0-3 7,0-1 0,-1-1 0,1-1-30,3 9 0,1 0 30,-1-6 0,2 0 0,-2-4-30,4 1 45,4-1 0,1-1-45,0-6-24,6 1 0,3-2 24,-3-7 0,-1-1-306,1 2 1,-1-1 350,3-3 0,-3-1-45,-1-1 0,-1 0-234,-2-5 234,-11 4 747,2-7-747,-6 7 223,2-5-223,-5 2 553,0-8-553,-1 3 0,-5-12 90,3 9 0,-6-4 1,-4-3-91,2 4 0,0 1 45,-1-2 0,-1 1 0,-2-2 0,1 3-45,5 4 90,-9-6-90,12 11 0,-2-1 0,4 5-90,0 1 180,9 9-90,9 10 0,-1-1 45,1-2 0,0 0-45,-1-4 0,7 8 0,-4-6 0,-4-3 45,-1 0 0,1-1-45,0 1 45,2 2 0,-1 0-45,-4-3 90,10 12-90,-15-13-90,2 15 0,-6-10-585,-9 9 1,-2 2-1009,-3 3 863,3-9 1,-3 3 0,-1 1 0,2-3-820,0 1 1,-1 1 1542,1-3 0,-1 4 0,-1-1 1,2-3-1,0 1 0,1-1 1,-4 5-1,0 1 0</inkml:trace>
  <inkml:trace contextRef="#ctx0" brushRef="#br0" timeOffset="5284">4446 5353 14009,'-23'-8'1799,"-3"3"-810,2 7-899,6-1 0,12 3 0,2 0 90,1-3 630,1 5-1,7 0-629,-4-1 360,25 4-181,-7-8 1,1 0-388,-1 1 1,1-1 237,6-2 0,3-2 0,-4 1-568,-5 2 0,0-1 538,3-2 0,4 0 0,2-1 0,-5 1-738,2-1 0,1 1 648,-3 0 0,5 0 0,1-1 0,-1 1 0,-4 0-512,-2-1 1,-2 1 0,3-1 510,0 1 1,4 0 0,3-1 0,-1 1 0,-1 0 0,-3 0-455,1 0 1,-3 1-1,4-2 429,-5 2 0,4-1 1,3-1-1,-1 1 0,1 0 1,-3 0-1,-3 0-484,8 0 0,-5 0 1,3-1 419,-5 1 0,3 0 0,1 0 0,0 0 0,-2 0 22,2 0 1,0 0-1,-2 0 1,0 0-297,2 0 0,0 1 1,0-1 295,-1 0 1,0-1-1,1 1 1,2 0-95,-6 0 1,2 1-1,1-1 1,0 0-1,-2 1 1,-1-1 71,2 1 0,-3-1 0,1 1 0,4-1-34,-2 0 0,3 1 1,2-1-1,1 0 1,1 0-1,-2 0 1,-1 0-1,-4 1 34,2 0 0,-3 0 0,0 0 0,4 0 0,-6 0 0,4 0 0,1 0 0,2 0 0,0 0 0,0 0 0,-2 0 0,-1 1 0,-4-1 22,6 0 1,-4 1 0,0 0-1,4 0-22,-2 0 0,2 0 0,4 0 0,0 0 0,0 0 0,-1 0 0,-2 0 0,-4 1 0,2-1 0,-5 1 0,1-1 0,3 1 11,-3 1 0,3-1 1,3 1-1,0 0 0,0-1 1,-1 1-1,-2 0 0,-4-1-11,8 1 0,-3-1 0,2 1 0,-3 1 0,5 1 0,0 0 0,1 1 0,-3-2 0,-4 1 0,-1-2 0,-4-1 0,1 1 186,2 2 1,1 2 0,0-1 0,-1 0-217,1-2 0,-2 1 0,-2-1-60,-1 2 0,-1 0-210,3 0 0,2 1 0,-4-2-60,-3 2-1314,5 2-1204,-42-5 1709,5 0 76,-6-2 1,-5-3 0,1 2-327,4 0 1,-1 0 1418,-1-1 0,-3 0 0,-1-1 0,2 0 0,-6 1 0,1-1 0,2 0 0,0 0 0,-1-1 0</inkml:trace>
  <inkml:trace contextRef="#ctx0" brushRef="#br0" timeOffset="5818">4245 5574 14639,'-18'-5'0,"7"4"1529,-4-10-630,18 10-539,5-4 134,9 4 1,3 2-135,10-1-1067,-5-1 1,4 0 0,-3 0 886,-5 1 0,2-1 90,5 0 0,5-1 0,0 0 0,-3 0-938,-8 1 1,-1 1-1,1-1 780,3-1 1,2 1-1,0-1 1,1 0 21,-2 1 1,0 0 0,0-1 0,-2 1-75,4 0 0,-1 0 0,2 0-343,-2-1 1,1 1 0,1 0 0,2 0 312,-3 0 0,2 1 0,1 0 0,0-1 0,-2 1 0,-1 0-302,2 0 1,-2-1-1,0 1 1,5 0 298,-8 0 0,3-1 0,1 1 0,3 0 0,0 0 0,1 0 0,-1 0 0,-2 0 0,-2 0 0,-2 0-10,4 0 0,-3 0 0,-2 0 0,2 0 0,4 0 7,-5 0 1,2 1-1,2-1 1,3 0 0,0 1-1,0 0 1,1-1-1,-2 1 1,-1-1 0,-2 0-1,-3 1-6,7-1 0,-4 0 0,-1 0 0,1 1 0,5-1 27,-10 0 0,3 1 0,2-1 0,2 0 0,0 1 0,1-1 0,0 1 0,-1-1 0,-1 1 0,-1-1 0,-2 0 0,-3 1-56,9-1 1,-4 0 0,-2 0 0,1 0-1,4 0 35,-7 0 1,2 0-1,3 0 1,0 0 0,2 0-1,0 0 1,-1 0-1,-1 0 1,-1 0 0,-2 0-1,-4 0 107,12 0 0,-6 0 0,0 0 0,4 0-121,-6-1 0,3 1 0,2-1 0,1 1 0,1-1 0,-1 1 0,-1-1 0,-4 1 0,-3-1-10,9 1 0,-6 0 0,4-1 0,-5 0 0,5 0 0,2 0 0,-2-1 0,-2 1 0,-7 0 0,1 1 0,-2-1 30,1 0 0,3 0 0,-5 0-30,-2 1 1027,7 0-1027,-20 0 1603,3 0-1783,-6 0 957,2 0-1946,-2 0-2108,-1 0 0,-6 0 2457,-4 0 1,-4 0 0,-2 0 0</inkml:trace>
  <inkml:trace contextRef="#ctx0" brushRef="#br0" timeOffset="9436">4180 2893 11221,'-8'-11'989,"4"2"-629,-2 6 0,6 0-91,-5 0 91,5 1 0,-4-1-90,2 1 0,-1-1 0,1 1 89,0 0-89,0 1 0,0-1 90,0 1-90,0-1 179,1 2-89,-1-1-270,0 0 90,0 1-90,1 0 0,0 4 0,12 6 0,-4-2 0,8 2 0,0-1 0,11 1 0,-5-1-45,0-4 0,0-1 45,-3-2-45,2-1 0,0-1-45,-2 1 44,0-4 1,1 0-45,2-3 0,-5-2 0,-1-1 0,3-3 0,-3-3 0,0-4 0,-4-3 0,0-1-275,2 2 0,-2-1 275,-4-1 0,-1-2 0,-2 3 0,-1-8 0,-1 9 0,0-2 0,-2 2 0,-7-7-45,2-2 0,-3 2 45,-6 5 0,-1-2 0,-4 0-45,1 12 0,0 2 45,1-3 0,-1 1 0,-7 4 0,1 4 0,4 3 0,-4 0 0,0 2 0,4 6 0,-2-4 0,1 2 0,5 11-45,-1-5 0,2 1 45,2 6 45,-1 3 0,0 0-45,2 1-644,-1 6 0,0 0 644,4-1 30,3-4 0,-1 5 0,2-4-30,0 7 0,2-8 0,1 4 0,0-4 0,2 2-595,2-1 1,1 0 594,3-6-313,-1-1 0,1 0 313,5-5-350,4 11 350,-4-14 1374,7 6-1374,-10-10 0,4 1 1314,-6-3-1314,-1-1 820,-1 0-640,0 0 495,-2 0-405,1-1 540,-2 0-810,0 1 0,-1 1 0</inkml:trace>
  <inkml:trace contextRef="#ctx0" brushRef="#br0" timeOffset="11634">4285 2583 9512,'-4'-7'269,"1"1"-89,2 4 270,-3-1 360,-4-4-181,-5-1-269,-9 0-270,6 3 90,-12 3-90,17 2 180,-18 9-270,16-6 135,-2 8 0,1 2-135,2-5 44,-2 10 1,0 5 45,7 1 0,1 0-276,-3-3 1,2 3 185,4-1 0,1 3 0,0-3 90,2 6-90,1-8 0,1 4 0,0-4 0,4 7 45,1 2 0,1-1-45,2-6 45,1 1 0,1-1-45,-1-5 90,4 0 0,3 0-90,-3-9 0,1-1 45,-1 2 0,1-1 0,6-4 0,-1-3-45,-3-1 45,3-3 0,1-2-45,-3-5 0,1-2 0,0-3 0,-3-5 0,1-4 0,-1-1-494,-4-1 494,-6 3 0,2-3 0,-3 2-1553,-2 5 1,-2 0 1552,2-10 0,-1-2 0,-1 8 0,-2 0 0,-1 0-567,-4-3 1,-3-1-1,1 1 567,4 2 0,1 0 0,-2 1-287,-7-3 1,-2 1 0,1 5 286,-3 2-157,-2 3 1,-1 3 66,0 6 642,-4 0 0,0 4-552,3 8-180,-5 0 0,2 2-180,4 7 389,-2 5 0,1 2-1668,12-3 1,2-1 893,-2 2 0,4-2 745,4 1 0,5-5 0,8-6 0,1 0 0</inkml:trace>
  <inkml:trace contextRef="#ctx0" brushRef="#br0" timeOffset="12434">4601 2544 10861,'-13'4'1079,"1"-4"-449,2 6-450,3-4 359,-6 3-359,8-1 180,-7 1-270,7-4 0,-1 2 0,4-2-90,1 0 180,0 0 270,14 2 179,14-2-539,0 1 0,1-4 0,0-3-685,0-2 595,-5 1 0,5 0 0,-4 0 0,-5 0 0,1 0 0,5 0 0,6-1 0,0 0 0,-5 1-336,0 1 1,-1-1 312,3-1 1,5-1 0,-1 1-1,-5 0 23,-4 1 0,-2 0 30,7-1 0,3-2 0,-2 0-30,0-1 0,-2 1 0,-2 1 0,0-1 0,2-1 0,-5 2 0,-10 2-90,5-1-90,-10 3-89,-3 2-3008,0 0 0,-12 2 2938,0-1 1,-8 1 0,3 0 0</inkml:trace>
  <inkml:trace contextRef="#ctx0" brushRef="#br0" timeOffset="12835">4759 2574 11490,'-23'5'360,"9"-3"450,-11 2-810,18-3 629,-3 1-359,26-2 270,11-5-450,-11 5 0,3-1-1183,8-6 1,4-2 0,-3 1 829,-6 3 1,1 0 307,4-3 0,6-2 0,0 0 0,-5 1-635,-3 2 0,0 0 590,0 0 0,2-1 0,-2 1-570,4-2 1,-3 1 569,-6 2 0,0-1 0,5-1 0,2-1 0,-2 1 0,-7 2 0,0 0 0,6-2 0,2-2 0,-3 3-1,3-3 1,-2 1 0,-1 0 0,-7 3 1683,8-4-4960,-17 8 2572,-6 4 0,-1-1 0,-6 4 1</inkml:trace>
  <inkml:trace contextRef="#ctx0" brushRef="#br0" timeOffset="20770">6321 3643 13199,'-8'-4'990,"2"1"-720,4 3-90,1 0 179,-1 0-179,1 0 360,-1 3-360,1-2 270,0 10-270,0-5 179,0 9-269,1-7 360,6 9-360,-4-9 180,14 12-180,-11-12 0,6 2 0,3 0 180,13 1-181,-2 2 1,-4-9 0,-1-2-90,-3-1 45,3-4 0,0-1-45,-2 3 0,2-9 0,-1-1 0,-2 3 0,2-6 0,-2-2 90,-1 1-135,1-6 0,-1-4 45,-7 0 0,-2 0-160,3 1 0,-2-1 160,-6 1 0,-3-2 0,1 3-90,-2-7 90,-4 8 0,-4-3 0,1 3 0,3 6 0,0 2 30,-7-6 0,-4-2 0,2 3 60,-5-4-30,4 9 0,-3-1 0,3 3 30,-8-3 135,-3 2 0,0 2-135,3 3 0,-2 2 0,0 1-90,5 2 0,5 2 0,0 0 0,-15 7 90,12 3-45,-3 2 0,1 3-301,3 7 315,6-6 1,-2 4 0,3-2-240,3-3 0,1 1 270,-2 9 0,0 3 0,1-2-45,4-8 0,0 1 45,0 8 0,0 3 0,2-3-45,0-9 0,2-1 15,0 7 0,2 2 0,0-4-60,6 6 60,0-8 0,1 3 0,1-4-60,8 2 90,5 1 0,0-2-90,-2-8 0,5-3 0,1-1 90,-2-4-90,-5-1 0,0-1 0,0-4 0,0-2 45,6-3 0,0-3-45,-5 1 0,0-1 0,-1 0-1427,6-4 0,-2 0 1427,-6 1 0,-2-2 0,-1-1 0,-3-1 0,3-6-590,-6 5 1,0-3 0,-2 3 499,-1-11 60,-5 8 0,-1-3 0,-1 2 30,2 6 0,-3 0 0,-4-6 0,-4-2 0,1 2 0,4 8 0,-1 0-236,-7-3 1,-3-2 0,1 3 235,-6-1-366,2 7 0,-3-1 1,2 3 454,-8 2-149,7 2 0,-4 0 1,4 4 1324,-6 10-1325,7-3 0,-2 2 0,2 0-75,6 3 0,0 3-708,-6 5 0,-2 3 0,2-2 303,6-3 0,1 2-280,1 2 1,-2 4 0,1 1 0,2-3-820,1-1 1,2 1 1627,1 1 0,-1 4 1,1 0-1,1-5 0,3-1 1,1-1-1,-1 1 0,1-1 1,0 1-1</inkml:trace>
  <inkml:trace contextRef="#ctx0" brushRef="#br0" timeOffset="27268">5594 4389 10951,'0'-9'629,"0"2"-269,0 5 90,0 2-3727,-3-4 2927,-3 3 0,-2-2 0,-1 3 0</inkml:trace>
  <inkml:trace contextRef="#ctx0" brushRef="#br0" timeOffset="27636">5506 4407 11940,'-2'-5'0,"3"1"0</inkml:trace>
  <inkml:trace contextRef="#ctx0" brushRef="#br0" timeOffset="29667">7839 4347 13739,'-12'-4'1619,"2"3"-1259,1-4-180,4 5-180,2 0 90,1 0 0,1 0-90,-1 0 90,-2-4 0,-1-1-90,-2-3 90,3 3 0,-1 0 0,4 2 0,-3-2-90,3 3 89,-1-2-89,2 3 0,-1-1 90,1 0 0,0 1-90,-1-1 90,1 2 0,0-3-90,0 2 0,0-3 0,0 2 90,6-5 0,3 3 180,16-9-270,-7 6 90,9-4 0,-8 5 0,0 0 0,7-1-30,-4 3 0,2-1 0,-1 1-305,-7 2 1,1 1 274,8-1 0,3 0 0,-2 2 15,-8 3 0,0 2-45,7 0 0,4 1 0,-5 1 0,-7 2 0,-1 2 30,9 5 0,3 4 0,-4-2-600,-9-5 0,-1 1 570,5 5 0,2 4 0,-4-4-1096,-7-5 0,0-1 1096,2 5 0,1 1 0,1 5 0,-1-1 45,-4-8 0,-1 1 15,3 8 0,1 3 0,-2-3-60,-4-7 0,-1 1 30,2 10 0,0 3 0,-1-3-30,-3-7 0,-1 0 30,1 8 0,-1 3 0,0-3 15,-1-10 0,-1 0 75,-3 7 0,-1 3 0,1-3-76,2-9 1,-1 0 15,-5 9 0,-4 4 0,2-4-15,5-7 0,-2-1 22,-3 3 1,-3 4-1,0 0 1,1-4-68,2-2 0,-2-1 22,-1 2 1,-2 3-1,-1-1 1,2-3 22,1-4 0,0 0-15,-8 6 0,-3 3 0,1-4-30,7-6 0,-2 0 22,-1-1 1,-3 1-1,0 1 1,2-3-68,0-1 0,0-1 45,0 0 0,-5 1 0,1 0 0,3-2 0,1-1 0,-1 0 0,-2 1 0,-4 1 0,-1 0 0,3-2 0,1 0 0,1-2 0,0 1 0,-3 1 0,0 1 0,-1-1 0,-3-1 0,0-1 0,4-1 0,-5 0 0,-2-1 0,1 0-665,6-4 575,2 0 289,10 0-109,11 4 709,1-1-1608,4 1 267,0-2-627,3-2-2108,0-5 2742,-1-4 0,2-5 1,-1-3-1</inkml:trace>
  <inkml:trace contextRef="#ctx0" brushRef="#br0" timeOffset="34002">3265 6850 12840,'-4'-7'719,"0"1"-179,4 6 2736,0-1-3044,10 10-52,5-2-45,5 2 0,3-1-45,3-3 0,1-2-1729,-1 1 1,-1-1 1625,-1-2 1,1-1 57,4 1 0,0-2-319,-10 2 0,0-2 274,9 0 0,4 0 0,-4-1 0,-9 2 0,1-1 0,6-2 0,4-2 0,-4 1 0,-8 4 0,-1-1 30,6-3 0,3-2 0,-3 2-30,6 1-13,-8 0 0,2-2 0,-1 2 58,-2 0 0,-1 0-45,2 0 0,-1 0-45,-2 0 0,-3 1-135,-7 1-3097,4-1 0,-16 2 2981,-9-1 1,-3 1 0,-6 0-1</inkml:trace>
  <inkml:trace contextRef="#ctx0" brushRef="#br0" timeOffset="38368">4356 3706 9871,'-8'-1'450,"1"0"0,4-1-270,1 1 269,-1 1-359,2-1 270,-2 1-180,2-1 360,-1 1 0,0 0-451,-1 0 361,-1 0-270,1 0 360,-2 0-90,1 0-271,-1 0 181,2 0-270,2 0 1439,0 0-1439,5 6 0,-4-1 0,13 5-90,-11-1 90,16-1-90,-13 0 270,17 1-270,-14-4 180,12 2-180,-12-6 90,11 1 0,-11-1 0,11-1-90,-11 0 0,11-5 90,-10 4-90,11-13 0,-11 9 0,12-14 0,-11 11 0,5-6 0,0 0 0,-5 4 0,11-12 0,-13 13 0,10-13 0,-10 12 90,7-11 0,-10 12-90,5-10 0,-6 11 0,2-12 0,-4 10 89,2-17-89,-3 15 0,1-17 0,-2 17 0,-5-17 0,4 15 0,-3-2 0,-1-1 0,0 1 0,0-3 0,-2 1 0,-1 2 0,1-1 0,0-1 0,0 4 0,-1-4 0,-1-1 0,1 4 45,-2-3 0,-1 0-45,2 5 45,-1-1 0,-1 0-45,0 3 90,-1 0 0,0 0-90,1 2 135,-3 0 0,-1 1 45,-5-1-90,-3-1 90,-6 2-90,18 6 0,-18-2 0,18 4 90,-14-1-180,12 1 90,-13 10 0,14-7-46,-3 8 1,-1 3 0,4-3 0,-1 0-45,1 1 0,0 1-227,-1 3 0,2-1 317,2-1-90,-1 4 90,-1 6-90,5-8 45,0 2 0,2 0-45,1-2 45,1 3 0,0 1-45,1-2 45,1 2 0,0 1-45,0-3 45,5 3 0,1 0-45,-4-3 0,6-5 0,1 1 90,1 10-90,1-9 44,-1 1 1,1-1-45,-2-3 45,3 2 0,1-2-45,-1-1 45,5 1 0,2 1 45,-4-5 0,1 0-90,4 3 0,1 0 272,-6-4 1,0-1-228,4 1 0,-2-2-45,-3 0 45,3-1 0,-1-1 45,-5-2 0,15 0-1,-15-1-89,15-6 0,-15 5 90,13-14 0,-14 13-135,3-10 0,0-1 45,-3 5 0,2-7 0,-1 0 0,-2 4 0,8-15 0,-10 14 0,7-15 0,-9 14 0,0-2 0,-1 0 0,-1 1-45,0-4 0,-1 0 45,-1 1 0,-1-5 0,1-1 0,-1 1-111,-2 6 0,-1-1 111,-3-8 0,0 6 0,-4-5-90,-2-2 90,0 9 0,-1-1 0,1 1 0,-1 2 0,-2-1 0,0 1 0,1 2-45,-6-3 0,0 0 45,3 4-266,-1 1 0,0 0 266,4 3 0,-5 0 0,1 1 0,4 2 211,-4-1-211,-5 2-90,9 1 90,-17-1 0,19 3 0,-17 1 0,17 0-90,-14 8 90,14-5 0,0 7 0,0 2 0,2-3 0,-3 10 0,1 2 0,2-2 0,0 6 0,0 0 0,3-3 45,2 2 0,0 1-45,1-4 0,2 3 0,0 0 0,1-2 45,0 2 0,1 0-45,0-3 45,2 3 0,1-1 499,4-2-500,0 4 1,1 0 45,1-4-45,-1 2 0,0 0-45,-2-6 0,1 1 0,1 0 90,-1-3-90,2 2 0,1-1 90,0-3-90,1 1 0,1-1 0,0-1 0,6 4 0,-4-5 0,-2-3 90,12 7-90,-11-9 0,6 4 0,-3-5 0,-5-3 90,11 1-90,-11-3 0,12-6 0,-12 5 0,3-9 0,-1 0 0,-1 2 0,4-10 0,0-2 0,-3 4-45,1-7 0,-1-1 45,-3 3-90,-1-3 0,0-1 0,-3 2 45,0-5 0,0-1-251,-3 2 236,-1 7 0,0-4 0,0 4 60,-1-9 0,0 7 0,0-3 0,-2 1-45,-5 2 0,0 1-1365,5-4 1,-1 1 1409,-7 7 0,-2 2-45,3-1 0,-1 2 45,-8-5-45,-2-1 0,-1 1-50,1 5 95,-6-1 0,0 1 0,1 4 0,-5 1 0,0 1 0,2 4-45,-2 0 0,1 2 45,4 1-45,0 4 0,1 0 45,5-2 209,-8 9-209,4 3 0,7 0-225,0 3 1,0 1-226,3 2-630,0 5 1,1 1 90,4-1-650,1 7 1,2 0-1639,2-2 3252,5-8 1,2 4-1,-1-3 1,3 7-1,2-6 1,0-1-1</inkml:trace>
  <inkml:trace contextRef="#ctx0" brushRef="#br0" timeOffset="39468">4099 3631 16438,'-11'6'1079,"-2"2"-449,-11-5-450,7 3 44,-6-2 1,-2-1-135,0 2-1183,1-1 1,-4 0 0,3 0 252,4-1 0,-1 0 885,-5 1 0,-5 1 0,0 0 0,4-1-45,-3 1 0,0 0 15,8-1 0,-3 1 0,-3 0 0,1 0 0,1 0 0,4 0-431,-4 0 0,4-1 0,-2 1 438,-3 1 1,-2 0-1,-1 0 1,0 0 49,6-1 0,-2 1 0,1 0 0,0-1 0,3 0 7,-5 1 1,2-1 0,-3 1-65,2-1 0,-4 2 0,-2 0 0,0 0 0,2-1 0,5 0-15,-1-1 0,5 0 0,-4 0 15,2 0 0,-3 1 0,-2 0 0,0 0 0,3 0 0,3-1 15,0 0 0,4 0 0,-3 0-30,-3 2 0,-3 0 0,-1 1 0,1-1 0,4 0 0,-3 0 0,1 1 22,1 0 1,-4 1-1,1-1 1,4 0-23,5-2 0,1-1 30,-6 3 0,-2-1 0,4 0-30,2-2 0,1 0 0,2-1 0,10-3 1691,-5 0-1691,9 0 2642,-3-1-2822,5 0 1993,4-4-1813,0 0-90,6-6 0,4-6 90,-3 1-45,2-3 0,1-1 45,-1-2-45,4-6 0,-1 1 45,-1 1 0,-4 8 0,1-4 0,-2 3 90,6-9-90,-6 11 0,-1 1 360,-1 3-360,-11 15 0,-1 2 44,-4 6 1,-3 4 0,-1 1 0,0 1 0,-1 0 0,0 1 15,-2 3 0,-1 2 0,2-3-15,5-6 0,0-1-45,-4 7 0,-2 1 0,4-2 0,-1-1 0,3-2 0,0-1 0,5-5 0,-2 5 0,5-10 90,7 5-90,-4-5 90,25 9-90,-13-6-1011,14 3 1,3 0 1010,-14-6 0,0-1 45,10 4 0,4 0-15,-5-4 0,1 1 0,-1-1-30,0 0 0,1 0-68,2 0 1,5 1 0,1 0-1,-6-1-67,-2 0 1,0 0-384,0 0 1,2 1 0,1 0 0,-6-1-68,-3 0 0,-2 1-508,3 1 1,2 3 0,-6-1-2185,-1 4 2553,2 8 0,-17-7 1,-1 0-1</inkml:trace>
  <inkml:trace contextRef="#ctx0" brushRef="#br0" timeOffset="40617">970 5078 12840,'0'9'1439,"0"-17"-1439,6 1 0,-3-12 0,-1-5-45,3-1 0,1-1-1387,-3 0 1,-1 0 1476,1-2 0,-2-1-45,-4-3 0,-2 2 45,1 10 0,0-1 75,-4-8 0,-2-4 0,0 5-75,2 9 0,0 1 105,-4-4 0,-1-4 0,2 6-60,-3-2 270,1 6 0,2 2-360,3 9 0,1 8 0,5 12 0,2 4 0,0 9 30,3-5 0,1 4 0,0-4-180,-3-6 0,0 0 180,6 6 0,3 3 0,-2-4-30,0 6 0,6-3 0,2-2 90,-2-7-90,3-1 0,1-2 0,-1-5 45,3-2 0,-1-1-45,-2-4 2149,9 1-2149,-6-9 90,-8 1-180,6-6 90,-14 2 0,2 1-90,-5 2 90,2 3 0,-1 2 383,8 7-383,-4-3 0,16 12 90,-10-12-90,2 5 0,1 0-90,-1-6 90,7 4-90,-1-5 90,-7-6 0,12-1 90,-17-9-90,2-7 0,-8 7 45,-8-1 0,-1 1-45,-2 1 45,-6-1 0,-1 2-45,1 3 0,0 2 0,-1 2-90,4 4 90,-4 0-540,7 3-1169,4 10 540,7 10 899,-1-1-90,12 4-449,0-7 359,14-5 540,-10-8 0,-1-2 0,10 2 269,-12-14 1,-3-1-90,-4 3 180,-1-7 0,-1-1-270,-1 2 449,1-15-539,-3 18 0,0-6 0,-1 13 0,1 0 0,-1 4 90,11 19-180,-4-8 45,4 8 0,1 3-45,0-3 0,2 5 0,1 1 0,-1-2 0,2 3 0,-1 0 0,-2-4 45,1 3 0,0-2-45,-5-5-45,0-3 0,-2 0-45,-4-7-3187,0 2 2612,-10-12 0,0-3 0,-8-10 0</inkml:trace>
  <inkml:trace contextRef="#ctx0" brushRef="#br0" timeOffset="40987">1705 4445 13110,'-12'-2'89,"5"6"-178,-2 2 89,8 5-180,-3 6 90,8-8-90,3 8 90,4-12-180,6 2 270,-6-6 0,9-6 0,-12 4 360,5-16 179,-15 5 1,-10-7-540,-16 7-90,5 7-360,-3 10-809,19 0-90,0 5-90,10-2 539,5-2-1348,15-2 2248,-6-2 0,7-7 0,-9-2 0</inkml:trace>
  <inkml:trace contextRef="#ctx0" brushRef="#br0" timeOffset="41384">1923 4343 13469,'-14'-5'1439,"-3"2"-1439,3 7 0,0-3 0,4 6-89,7-2-1,1 0-270,1 0-450,12-4 450,1-11 271,2 4-1,-6-9 0,-2-1 90,-5 1 0,-1-7 0,0-1 0,-2 2 90,-7-3 0,-2 0-1,3 4 46,-3 1 0,0 1-135,1 6 90,-1-4-90,4 13 0,11 17 0,-4-5-90,9 8 0,1 1 0,-3-3-495,7 3 1,0 0 44,-1-1-764,4 0 0,0-1-127,-1-2 1431,-1-3 0,1 0 0,-1-3 0,5 2 0</inkml:trace>
  <inkml:trace contextRef="#ctx0" brushRef="#br0" timeOffset="42085">2078 4167 11400,'-9'12'90,"3"-4"180,-3 9-90,3-1-180,1 3 180,2 4-180,3-15 0,0 3 90,5-5-90,-4-3 90,9 0-90,-4-2 0,4-14 0,-4 4 0,-3-8 0,-1-4 0,-4-6 0,-2 0 45,0 4 0,-1-1-800,-2-4 1,-1-2 0,0 3 844,0 9 0,-2 1 239,-2-9 1,-1-4 0,1 5-285,5 10 0,0 1 45,-7-12 0,1 3-90,7 14-90,-1 0 90,6 13 90,4 4-90,4 19 0,7-7 0,-2 4 0,-1 0-277,5 1 307,-5-7 0,0 3 0,-1-3-196,5 6 166,-4-6 0,1 0 0,7 4-2377,-4-6 2467,5 3-436,-7-8 0,0-2 346,3 1-170,2-1 1,0-1 169,-4-4 1159,13 0-1159,-17-11 2440,4 5-2440,-8-18 0,-2 10 45,-1-6 0,-2-3-45,0 1 1333,-1-12-973,-5 2-271,-3 12 1,-3-12-90,5 21 1039,2-2-949,2 8-90,17 12 0,-6 0 0,9 4 0,2 0 90,-1 3-410,4 0 1,0 0 409,-3-1-45,-5-5 0,0 2 89,-4 0 1,-2 1-45,-7 6 0,-2 2-135,3-4 0,-3 0-1048,-8 5 1,-7 1 0,0-3 161,3-6 1,-3 0 110,-3 3 1,-5 4 0,0 0 0,2-2-820,-2 0 1,0 0 1488,5-4 0,-2 1 0,0 1 0,2-3 0,-6 5 1,2-1-1,6-6 0,0 1 0,0-1 0</inkml:trace>
  <inkml:trace contextRef="#ctx0" brushRef="#br0" timeOffset="42368">1180 5491 15088,'-11'12'0,"1"-3"1170,7-13-721,18-11 1,7-4-405,-10 5 0,1-2-701,4 0 1,5-5-1,2-1 1,0 1 0,-3 2 450,-2 1 0,-1 1 0,4-3 227,-5 5 1,4-3-1,1-2 1,1 0 0,0-1-1,0 2 1,-1 0-1,-3 3-352,5-4 0,-4 3 1,1 0-1,4-2 348,-7 4 0,3-2 0,2-1 0,1 0 0,1-2 0,0 1 0,-1 0 0,-1 1 0,-1 2 0,-2 1-322,3-3 1,-3 3 0,-1 1 0,2-1-1,2-2 313,-2 2 0,2-2 0,2-1 0,1-1 0,1 0 0,0-1 0,-1 2 0,-1 0 0,-2 1 0,-2 3-148,3-3 0,-4 3 1,-1 1-1,1 0 0,4-3 175,-3 2 0,4-2 0,1-1 0,2-1 0,0 0 0,0-1 0,0 2 0,-2 0 0,-2 2 0,-3 2-36,5-3 0,-5 2 0,1 1 0,3-2 12,-1 0 1,4-2 0,2-1 0,0-1 0,-1 2 0,-4 1 0,-4 4-13,5-4 0,-3 2-30,2-2 0,2 0 0,-6 4 860,-5 2-4107,1 0 3313,-31 25 1,5-5-1,-2 2 1,0-1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14:54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6783 2705 7083,'0'0'0</inkml:trace>
  <inkml:trace contextRef="#ctx0" brushRef="#br0" timeOffset="1078">7631 2826 12480,'-11'0'1529,"-3"0"-1349,8 0 360,-8 0-271,8 0 541,-11 0-180,4 3-540,0-2 179,3 2-359,8-3 90,6-4 0,3 3 0,10-7 0,-3 0 0,5 0 0,0-2 0,0-1 0,3 1 0,-1 1 0,-7 4 0,7-1 0,-16 5 90,1 0-90,-20 17 90,-5 1 0,-3 2 0,-1-1-45,8-6 0,1-1-45,-3 1 0,0-1 180,-4 3-180,9-6 0,-6 5 0,13-10 0,14 1 0,0-11-495,10 1 1,3-1-316,0-8 165,-4 6 0,2-1-994,3-4 1,-1-1-1,-7 5 1,0 0 1105,8-6 0,-1 0 1,-1-3-1,-2 1 1</inkml:trace>
  <inkml:trace contextRef="#ctx0" brushRef="#br0" timeOffset="8610">6203 2978 13020,'-12'0'0,"0"0"0,1 0 0,-1 0 179,2 0 91,0 0 90,1 0 90,1 0 0,2 0-181,1 0-89,2 0 900,0 0-451,10 0-359,4 0 90,15 0-90,0-3 0,1 0-682,-7 0 0,3-1 547,0 1 0,4-1 0,1 0 0,-3 0-694,1-1 1,2 0 618,-4 1 0,3 1 0,3 0 0,2-1 0,-1 1 0,0 0-424,-2 0 0,-1 1 0,1 0 0,0-1 0,1 1 0,2 0 374,-4 0 0,1 0 0,2-1 0,0 1 0,1 0 0,-1 0 0,0 0 0,-1 0 0,-2 1-10,1-1 0,-1 0 0,-1 1 0,0-1 0,-1 0 0,2 1 0,0 0 0,0 0 0,3 0 0,0 0 0,0 0 0,0 1 0,-3-1 0,-1 1 0,-3-1 0,5 1 0,-3-1 0,2 1 0,-2 0 0,4 0 0,2 0 0,0 0 0,-3-1 0,-4 1 0,-1 0 0,-3 0 0,2 0-72,2 0 0,3 0 0,2 0 0,-3 0 0,-4 0-63,2 0 0,-2 0-180,0 0 0,4 0 1,-2 0-1,-3 0-225,9 0-883,-2-2 0,-3 0 523,-14 0-2377,4-9 959,-13 6 2535,-8-9 0,-2 6 1,-8-2-1</inkml:trace>
  <inkml:trace contextRef="#ctx0" brushRef="#br0" timeOffset="9062">6084 3061 13379,'-20'1'-90,"1"0"0,-5 0 315,3-1 0,0 1 1844,6 4-1529,8-4 989,36 7-2095,1-7 746,-9-2 0,5 0 0,0 0 0,-3 0-868,4 1 1,1-1 762,-6-1 0,5-2 0,1 0 0,1 0 0,-1 0 0,-4 1-660,4 0 1,-3 1 0,4-2 622,-4 1 1,5-1-1,1-1 1,2 0 0,-1 1-1,-1-1 1,-5 1-427,0 1 1,-3 0-1,0 0 1,4 0 398,-2 0 0,3-1 0,2 0 1,2 0-1,0 0 0,-1 1 1,-3-1-1,-2 1-239,2 0 1,-4 0-1,0 0 1,4 0 227,-3 0 0,4-1 0,2 1 0,1-1 0,0 0 0,-2 1 0,-1 0 0,-4 0-168,2 0 1,-3 1-1,-1-1 1,3 1 167,2-1 0,2 0 0,1-1 0,0 1 0,-1 0 18,-2 1 0,-1 0 0,0 0 0,-1 0 0,-2 0 64,4 0 0,-3 0 0,3 0-82,-3 0 0,3 0 0,1 0 0,1 0 0,-3 1 0,-4-1 0,8 0 0,-1 1 22,-2 0 1,3-1 0,0 1-1,-5 0-22,-5 0 0,-1 1-30,4 0 0,2-1 0,-4 1 30,0 0 497,-4 0 1,-3 0-678,-7 0 1444,1 0-4541,-7 4 2457,-9-3 1,5-5 0,-6-5 0</inkml:trace>
  <inkml:trace contextRef="#ctx0" brushRef="#br0" timeOffset="15959">10922 3491 11670,'-10'3'-240,"0"0"0,1-3 1</inkml:trace>
  <inkml:trace contextRef="#ctx0" brushRef="#br0" timeOffset="17194">8591 3225 17427,'10'-8'1079,"0"3"-989,-4-7-180,1 4 0,5-12-1003,-1 2 1,4-3 0,-1 1-340,1-3 1,3-3 962,-5 8 1,2-4 0,3-2 0,0-1 0,0 0 0,-1 1 0,-1 3-352,1-3 1,-1 3 0,0 0 0,3-3 780,-4 4 1,2-1 0,1-2-1,2-2 1,0 0 0,0 0-1,0 0 1,-1 1 0,-1 2 0,-2 2-1,4-3 1,-3 3 0,0 0-1,0 1 1,2-3 0,1-2-1,1 1 1,-1 0 0,1-1 0,-1 1-1,0-1 1,1 1 0</inkml:trace>
  <inkml:trace contextRef="#ctx0" brushRef="#br0" timeOffset="20228">8622 4295 16168,'9'-5'270,"1"1"-90,5 4-180,-5 4 0,18-3 89,-14 2-89,5-2 0,0-2 0,1 1 0,6-2 0,1-2-1017,1-4 432,-7 2 0,3-1 1,2-1-1,-5 1-831,1-2 1,0-1 1415,-1 1 0,4-2 0,2 0 0,-2-1 0,-4 2 0,5-4 0,-1 0 0,2-2 0,0 0 0,0 1 0</inkml:trace>
  <inkml:trace contextRef="#ctx0" brushRef="#br0" timeOffset="24410">4397 5494 11940,'-10'-5'90,"-1"1"90,3 2 180,0-1 90,-1 0-1,1 0 1,-2 1 0,2 0-180,-1 1-1,2-1 271,-5 0-360,4 0 540,-7-1-450,8 2 269,-6 0 181,9 0-91,15 11-449,-2-7 225,11 8 0,4 0-225,0-5-1018,-2 1 1,3 1 0,-1-1 927,-5-3 0,2-1 22,3 1 0,4 0 1,1 0-1,-3-1-22,1 0 0,2-1-45,-5-1 0,5 0 0,3 0 0,1 0 0,0 0 0,-1-1-33,-4 0 1,0-1 0,0 0 0,0 0 0,0 0 0,0 0 0,0 0-354,0 0 1,-2 0 0,1 0 0,-1 1 0,1-1 0,1 0 0,1 0 340,0-1 0,2 1 0,0 0 0,2-1 0,-1 1 0,0-1 0,-2 0 0,-3 0 0,-2 0-329,4 0 1,-4-1 0,-1 0 0,4 0 339,-2 1 0,3 0 0,3 1 0,0 0 1,1-1-1,-2 1 0,-2-1 0,-3 1-11,1-2 0,-4 0 0,0 0 0,3 1-12,-1 0 1,4 1 0,2 0 0,1-1 0,0 1 0,-2 0 0,-2 1 0,-4-2 11,6 1 0,-5-1 0,3 1 0,-3 0 0,3 0 0,3 0 0,-2 0 0,-1 1 0,-5 0-406,9 3 1,-5 0 360,4-2 0,-3 0-135,3 4 454,-21-2-2972,-5-2-579,-23 2 0,3-3 3185,-4-1 1,-7 0 0,3-1-1,3-1 1,0 1 0,-3-1-1,0 0 1,0 0 0</inkml:trace>
  <inkml:trace contextRef="#ctx0" brushRef="#br0" timeOffset="25715">3947 5700 14009,'-17'0'90,"6"0"2878,-1 0-2338,14 0 179,1 0-629,13 2 0,4 1 0,1 1-672,-1-2 1,3 0 0,-1 0 626,-6 0 0,0-1-45,9 0 0,4-2 149,-3 2 1,2-1 0,-2-1-195,1-1 0,2-2-9,-3 3 0,5 0 0,1 1 0,0-2 0,-5 0-36,-2-2 0,-3 0 0,4-1 15,0 3 0,5-1 0,2 1 0,0-1 0,-2 1 0,-4-1-640,3 0 1,-5-1-1,5 0 625,-5 2 0,4-1 0,2 0 0,1 0 0,-1 0 0,-2 1 0,-3 0 30,6-1 0,-4 0 0,5 1-30,-8 0 0,4 0 0,2-1 0,2 1 0,0-1 0,0 1 0,-2 0 0,-2 0-371,0 1 0,-3-1 1,0 1-1,0 0 1,0 0-1,0 0 371,4 0 0,1-1 0,0 1 0,0-1 0,-1 1 0,0 0 0,-1 0 0,0 0 0,0 1 0,-1 0 0,-3-1 0,-2 1 0,8 0 0,-3 0-61,0 1 1,1 1 0,-1 0 60,0 1 0,-3 1 0,-9-2 0,-1 2 0,11 2 0,-2 0 0,-9-5 865,6 8-775,-16-6 1452,5-1-1363,-6 0 3097,0-2-2730,-2 0-122,-2-2-424,4-1 180,-3-1-180,2 2 0,-3 1 0,0-1 0,0 1 0,0-2 0,0 1 0,-4-2 0,3 2 0,-6-1 0,4 2 0,-4-2 0,4 2 0,-2-1 0,4 2 0,-2-2-719,3 2 719,-2-2 0,1 2 0,-3 0 0,1 0 0,-2 0 0,2 0 0,-1 0 0,1 0 0,1-3-90,-1 2 90,0-2 0,1 3 0,-2-2 0,3 1-90,-2-1 0,3 1-3187,-1 0 0,-7 1 2457,6 5 1,-16-4 0,5 3 0</inkml:trace>
  <inkml:trace contextRef="#ctx0" brushRef="#br0" timeOffset="27678">4600 5580 9062,'-10'-2'1709,"-5"0"-1439,7 1 269,-9-2-359,11 2 0,-3-1 630,0 1 179,-2-3-719,1 2 270,-1-1-270,7 2 269,-3-1-449,5 1 270,-2 0 90,3 1-270,5 6-90,1-5 179,10 13-89,-5-12 90,15 15-90,-11-13-90,4 4 0,1 0 0,0-2 0,6 1 0,1-1-90,-2-1 90,-2-1 0,3 0 0,-2-1-401,8 1 371,-6-2 0,4 1 0,-4-2-60,-9 0 0,0 0 90,7 0 0,4-1 0,-3 1-90,-7-1 0,0 0 60,7 1 0,3-1 0,-3 0-60,-7 0 0,-1 0 60,11-1 0,3 0 0,-1-1-60,1 0 0,0 0 0,-8-1 0,0 1 0,1-1 30,8-1 0,1 0 0,-4 0-30,-9 1 0,-1-1 0,4 0 0,4 0 0,0 0 0,-4 0 0,-4 1 0,1 0 0,7-2 0,3-2 0,-3 2 0,-8 1 0,-1 1 0,6-3 0,3-1 0,-3 1 0,6-3 29,-7 1 1,2-1 0,0-2-30,1-2 0,-1-2 0,2 2 0,-1-1 0,-6 1 0,-1-1 0,-2 2 0,2-5 0,0-3 0,0-1 0,-3 2-45,0-4 1,0-2 44,-3 3 44,0-4 1,0 0-45,-3 3 0,-1-4 0,-2 0 0,-2 3 0,-2-4 0,-1 0 0,-1 3-45,-5-4 1,0 1 44,2 2 0,-5 5 0,-4-3 0,2 3 0,1-8 0,-3 6 0,-2-3 0,1 3-342,6 7 0,-1 1 342,-6-8 0,-2-3 0,2 2 0,4 8 0,-2-1 0,-3-3 0,-3-3 0,-1-1 0,1 3 0,-2 2 0,0 1 0,0 0 0,3 2 0,1 0 0,-1-1 0,-2 2-18,-2 0 0,-2 0 0,-1 1 0,1 1 0,4 2-515,-6-2 1,1 1 550,2 2 0,-3-2 0,-2 1 0,2 0 0,4 2-18,-2 1 0,1 1 22,0 1 0,-3-2 1,0 1-1,3 2-22,3 0 0,-1 2 0,-8-1 0,-3 0 0,4 1 0,8 2 0,0 0 0,-10 3 0,-3 0 0,3 0 0,8-1 0,0 0 0,-4 4 0,-4 1 0,-2 1 0,2 0 30,2-1 0,1 0 0,-1 1-708,5-1 1,-2 1 0,0-1 0,2 1 707,-1 0 0,2 1 0,-1-1 0,1 1 0,1 1 0,1-1-130,0 0 0,-1 1 122,0 0 1,-4 2-1,1 0 1,3-2 22,1 0 0,0 0-23,-1 1 1,-3 3-1,-1-1 1,4-1-23,1 0 0,0 0 22,-1 2 1,-3 2-1,0 1 1,3-2-74,1 0 1,1 2 72,0 0 1,-3 4-1,0 0 1,4-2-23,1-1 0,0 1 45,-1 2 0,-2 4 0,-1 2 0,2-3-15,1 3 0,1-2 0,0 1-30,-1-1 0,0 1 0,1 1 45,4-4 0,0 2 0,1-2 0,2-3 0,2-2 0,2-1-15,-2 8 0,0 4 0,2-3 15,2-8 0,2 1 0,1 3 0,2 4 0,1 1 0,2-2 14,2-2 1,1-1 0,1 0-444,0 4 1,0 1 0,1-3 428,6 4 0,2-3 45,-3-8 0,1-2 0,0-2 681,0 2 1,1-2-728,3 1 1,3 1 0,0-1 0,-2-2-70,0-1 1,1-2 46,2 0 1,5 2-1,0-2 1,-3 0 22,-2-2 0,2-1-23,1-1 1,4 1-1,1-1 1,-5 0-23,-1-1 0,-1-1 22,2 0 1,5-1-1,-1 1 1,-4-2-89,-1 1 0,0-1 88,2 0 1,5-2-1,0 0 1,-5 1 22,0 0 0,-1 0-45,1-1 0,1-2 0,1 0 30,-1 1 0,0-1 0,-2 0-122,0-1 1,0-1 91,1 0 0,4 0 0,-1-1 0,-4 1 45,-3 0 0,0-1-68,1-1 1,4-2-1,-1 0 1,-4 1 22,-1 0 0,-1-1 0,1-1 0,4-2 0,0-1 0,-3 1 0,-2 1 0,1-1 0,-1-2 0,4-3 0,-1 0 0,-3 2 0,-1 0 0,-1-1 0,0-1 0,2-2 0,0-1 0,-4 2 0,-1 1 0,-2 0-45,3-3 0,2-5 0,0 0 0,-3 5 45,-3 2 0,0 0 0,0-2 0,2-2 0,1-2 0,-3 2-447,-2 0 1,-1 1 0,0 0 446,0 2 0,-1 1 0,0-2-30,0-8 0,-1-2 0,-2 4 82,-4 10 1,-1-1-53,0-9 0,0-4 0,-1 4-45,0 7 0,-1 0-45,-3-4 0,-3-4 0,0-1 0,-3 2 22,-1 4 1,-2 0-1,0 1 1,-1-1 271,2 1 1,0-1 0,0 1 0,-3-1-223,-2 0 0,-4-1 0,0 0 0,0 1 0,3 5 18,-4-4 0,-2 1-18,3 5 0,-4-2 0,-2 0 0,2 1 0,2 3 18,3 3 0,2 2 0,-3 0-18,-4 0 0,-5-1 0,-1 1 0,1 1 1,4 2-28,-6 0 0,0 3 45,5 3 0,-5 1 0,0 1 0,0 0 0,5 1-30,3 0 0,3 1 0,-2 2-30,-1 1 0,-4 2 0,-1 1 0,0 0 0,2 1 0,3-1-90,-2 1 0,3-1 0,-3 4-165,5-2 0,-3 3 0,-2 1 1,-1 1-1,0 1 0,1-1 0,2-1 1,3-1-96,-1 0 0,4-1 1,-1 1-1,-1 2 0,0 0 0,-3 4 1,0 1-1,-2 1 1,1 0-1,1 0 0,2-2 1,3-3-328,-3 7 1,3-3-1,0 4 737,3-6 0,-1 4 0,0 1 0,-1 1 0,1 0 0,1-2 0,3-3 0,-1 3 0,2-2 0,0 2 0,-1 3 0,0-1 0,-1 1 0,1 0 0</inkml:trace>
  <inkml:trace contextRef="#ctx0" brushRef="#br0" timeOffset="29159">7940 5393 14729,'-12'0'269,"0"0"-89,5 0 180,-1-5 90,1 4-90,2-3-90,0 4 449,3 0-539,7-3-180,19-2 0,-3-2-1067,8 1 0,1-1 978,0 0-121,-3 0 0,4-1 0,-3 1 75,-10 3 0,0-1-375,7-2 0,3 0 1,-4 1-211,-1 0-919,-3 1 1,-1 0-794,-8 3 2432,3-2 0,-11 4 0,-1-1 0</inkml:trace>
  <inkml:trace contextRef="#ctx0" brushRef="#br0" timeOffset="29376">7773 5534 14639,'-25'7'224,"6"-2"1,0-1 1035,-12 3-1170,3-1-90,22-3-1170,33-2 271,-5-1-740,7-5 1,0-3-1639,-2 1 2621,-4-2 1,-2-1-1,3 1 1,-2-1 0</inkml:trace>
  <inkml:trace contextRef="#ctx0" brushRef="#br0" timeOffset="67161">8294 7214 11400,'-17'-6'450,"2"-2"0,5 7 90,1-2 449,-5 3 270,5 0 450,23 0-1304,12 3 0,9-1-261,-11-1 0,3 0 0,2 0 0,0-1 0,-2 1-749,2 0 0,-2 1 1,0 0-1,4-1 630,-3-1 1,3 0 0,2-1 0,0 1 0,0-1-1,-3 1 1,-3-1-26,-1 1 0,-4 0 0,1 0 0,5-1 9,-5 1 0,3-1 0,2 0 0,2 0 0,1 0 0,0 0 0,1 0 0,-1 0 0,-2 0 0,-1 1-358,5-1 0,-2 1 0,-1 0 1,0 0-1,0 0 0,1 0 1,0 0 348,-1 0 0,1-1 0,0 0 0,0 0 0,1 1 0,-1-1 0,1 1 0,0 0-179,-1 1 1,1 1 0,0-1 0,1 1 0,0 0 0,-2 0 0,-1 0 0,-2 0 0,-2 0 178,7 0 0,-4 0 0,0 0 0,1 1-165,-1 0 0,1 0 0,1 1 0,1 0 0,-1 0 1,0 0 164,-1 0 0,0 0 0,-1-1 0,1 1 0,-2 0 0,-2-1 0,2 1 0,-3-1 0,0 1 0,4-1 0,-4 0 0,3-1 0,2 1 0,0-1 0,1 1 0,-2-1 0,-2 0 0,-4 0 0,8 0 0,-6 0 0,4-1-18,0 0 0,5 0 0,0 0 0,-3-1 0,-4-1-27,-1-1 0,-2-1-135,2 1 0,2 1 0,-6-2 646,-3-10-1995,5-5 899,-20 5-1009,-5-5 1,-3 0-302,-7 2 1940,-5-5 0,-3 2 0,-8 5 0,7 4 0,1 0 0</inkml:trace>
  <inkml:trace contextRef="#ctx0" brushRef="#br0" timeOffset="67626">8574 7428 13110,'-20'2'89,"1"0"1,-11 0 0,-2 0 585,4 0 0,1 0-2314,0-1 1,1 0 761,7 1 0,4-1 2915,4 0-958,36-6-720,-7-2-555,1 2 0,7 0 0,1-1 0,-3 1 285,4-2 0,2-1-45,-6 2 0,5 0 0,2 0 0,0-1 0,0 1 0,-5 0-369,-1 1 1,-4 1 0,1-1 0,4 0 334,-1 0 0,5-1 0,2-1 1,2 1-1,0-1 0,-1 0 0,-2 1 1,-3 1-12,4-2 0,-5 2 0,1-1 0,6 0 0,-11 1 0,2 1 0,2-1 0,2-1 0,0 0 0,2 1 0,1-1 0,-1 0 0,0 0 0,0 1 0,-1-1 0,-2 1 9,2 0 0,0 0 0,-1 0 0,0 1 0,0-1 0,0 1 0,-1-1 0,1 1 0,0-1 0,0 0-9,0 1 0,0-1 0,0 0 0,0-1 0,0 1 0,0 0 0,1 0 0,-1 0 0,1 1 0,0-1-97,-1 0 1,2 1 0,1 0 0,0-1-1,0 1 1,-1 0 0,0 0 0,-1 0-1,-3 0 1,-1 1 0,-3 0 96,8-1 0,-6 1 0,0-1 0,3 1 0,0 0 0,3-1 0,3 0 0,0 1 0,-1-1 0,-3 1 0,-4 0 0,2 0 0,-4 1 0,2-1-36,1 1 0,3-1 0,0 0 0,-1 1 1,-6 0 35,0 0 0,-2 1 265,1-1 1,1 1 0,-4-1-266,-3 1 1364,0 0-1454,-12 0 2131,-3 1-4380,1-1 3682,-7 1-3682,0-1 540,-6 1 0,1 0 2056,-6 0 0,6 0 0,-3 0 0</inkml:trace>
  <inkml:trace contextRef="#ctx0" brushRef="#br0" timeOffset="70158">1243 4695 7533,'9'-12'270,"-1"2"-91,-3 4 181,-2 1 0,1 1 0,-2 2 0,1-1-1,-1 1-89,1 0 90,-1 0-90,-1 0 899,0 1-989,-6 1-90,-2-1 0,-6 1 0,-4 4 0,1 2 45,0 3 0,-1 1-45,-4 4-1164,-5 3 0,0 2 1119,14-10 0,-1 2 15,-6 4 0,-2 4 0,3-2-15,5-5 0,0 2 45,-1 2 0,-3 3 0,1 2 0,1-2-30,2 1 0,1 0 0,0 1-30,-2 2 0,-1 0 0,2 0-30,3-4 0,2 1 0,0 0 60,2 6 0,0 1 0,2-1-60,-1 0 0,1 3 18,1-4 0,0 4 0,1 2 0,0-1 0,0-4-18,1-3 0,0-3 0,1 4 36,1 3 0,2 5 0,1 2 0,-1-2 0,1-5-7,-1-3 1,0-4 0,2 3-12,3 3 0,1 5 0,3 1 0,-1-2 0,0-4-18,-2-4 0,1-4 0,3 3-103,2-4 0,3 3 0,3 1 1,1 0-1,0-2 0,-1-1 1,-2-3-78,5 2 0,-1-5 0,5 1-225,-5-4 0,4 0 0,2 0 1,3 0-1,-1 0 0,0-1 1,-2-2-1,-4-1-415,4 0 1,-4-3 0,0-1 0,4-1 766,-4 1 1,2-1 0,3 0-1,0 0 1,1 0 0,-2-1 0,-1 0-1,-2 0 1,6-1 0,-4-1 0,1 0-1,0 0 1,-2 0 0,-1 0 0,0 0-1,0-1 1,1 1 0,-1 0-1</inkml:trace>
  <inkml:trace contextRef="#ctx0" brushRef="#br0" timeOffset="71391">10200 5603 10141,'-9'-7'1170,"-3"-3"-1,5 2-360,7-5-449,-1 5 45,15 0 0,5 3-135,-1-1-1147,3 1 1,6 0 0,-2 1 966,-5 0 0,0 2-1,5-1 1,6 0 0,0 0 0,-4 1-45,2 1 0,1 0 9,-3 0 0,5-1 0,1 1 0,-1 1 0,-4 0-24,-4 2 0,-2 1 0,4 1 8,-3-2 1,4 1-1,3 1 1,0-1 0,0 1-1,-3 0 1,-4 1-9,5 2 0,-4 0 0,3 2-18,-4-3 1,2 1 0,3 1 0,0 0 0,0 1 0,-1 1 0,-3 1-434,4 3 1,-3 3-1,-1 0 1,0 0 0,0 0 420,-2-3 0,0-2 0,-1 1 0,1 1 0,-1 3 44,0 3 1,1 3 0,0 2 0,-2 0 0,-2-1 0,-3-4-265,-3 1 0,-2-3 1,-1 4 237,1 4 0,0 4 0,1 2 0,-2-2 0,-2-3 12,-2-5 0,-1-2 0,-1 2-13,0 5 1,1 4 0,-1 1 0,-1-1 0,-2-5-18,-1-4 0,-2-3 0,0 4 30,0 0 0,0 5 0,0 2 0,-1-1 0,0-1 0,-1-4-30,0-2 0,-1-2 0,-1 2 18,-1 4 0,-1 5 0,0 1 0,0-2 0,2-5-18,-2 0 0,-2-2 0,0 0 0,-2 4 0,-1-2 0,2-3 0,0-2 0,-1-1 0,-2-1 0,-3 4 0,-1-1 0,2-4 0,1 0 0,-2-2 0,0 0 0,-3 1 0,-3 2 0,0-1 0,2-2 0,-1 0 0,1-2 0,0 0 0,0 0-335,-3 3 1,-2 0 0,1 0-1,1-1 335,3-3 0,1-1 0,0 0 0,1-1 0,-4 1 0,1-1 0,1 0-59,-5 2 0,0-1 59,4-2 0,0 1 0,-2-1-30,-4 2 0,-1-1 0,1 0 30,2-2 0,0 1-112,0-1 1,-3 2 0,1-2 0,4 0 111,3-2 0,2-1 94,-6 1 1,-4 1-1,6-1-94,-5-1 601,0-1 1,1-1-602,4-2 0,-5-5 0,15-1-90,11-1 1796,-1 0-1706,8 3 2551,-3-1-2551,14-3 2415,-8 3-2415,19-4 0,-13 6 0,3 0 0,1 0 0,0 1 45,5 1 0,1-1-45,0 1-1093,1-2 1,5-2 0,-3 1-208,-7-1 0,1 0 480,6-2 1,4-3 0,1 0 0,-4 0-820,0-1 1,0-2 1491,-1 1 0,4-3 1,-1-1-1,-3 2 1,-6 1-1,-2 1 0,0-1 1,7-4-1,0 0 1,0 0-1</inkml:trace>
  <inkml:trace contextRef="#ctx0" brushRef="#br0" timeOffset="72407">1259 4592 8882,'-5'9'899,"2"0"-629,3-5 0,0 1-90,0 1 0,6-1 0,-5 1 90,11-1-90,-7 1-1,6-1 1,0 0 0,1-1 0,3 0-90,11-1 0,-3-2-1416,6-3 0,2-3 1371,-14 0 0,1-1-90,5 0 0,4-2 0,0 1 1,-3-1-136,1-2 0,1 0-450,-3 3 0,4 0 1,1 0-1,0 0 1,-4 1-1,7-1 0,-1 2 630,-3 0 0,3 1 0,-1 0 0,-3 1 0,-1 1 0,-2 0 0,6 2 0,1-1 0</inkml:trace>
  <inkml:trace contextRef="#ctx0" brushRef="#br0" timeOffset="72842">1852 6176 13020,'-27'8'90,"10"-6"134,1 5 1,1 1 45,5-5 540,-1 7-630,18-7-1,18 0-179,2-2-1093,-2-6 1,5-4 0,-3 1 499,-1 2 0,0-2 458,-6 0 0,2 0 0,1-2 0,0 1-405,0-1 0,2 0 1,-1-1-1,-1 1-491,3-1 1,0-1 0,1 0 580,-1 0 0,1 0 1,2-1-1,-1 0 347,-3 2 0,0 0 0,0 0 0,0-1 0,-1 2 0,1-1 0,-1 0 0,0 1 0,1-1 0,1 0 0,0 0 0,0 0 0,0 0 0,0-1 0</inkml:trace>
  <inkml:trace contextRef="#ctx0" brushRef="#br0" timeOffset="73525">2073 6332 13199,'-25'14'0,"7"-3"270,-3 2-90,11-8 180,11 3-360,5-13 90,12 4-135,5-13 0,2-2-817,-8 8 0,2 0 772,0-3 0,4-2 0,2-1 0,-1 0 1,-3 2-497,0 1 0,-2 2 1,4-3 165,0 1 0,3-3 0,3 0 1,0-1-1,-1 1 0,-5 3 60,3-2 0,-3 2 1,2-2-181,-1 2 0,3-2 1,1 0-1,0-1 0,-2 2 1,-4 2 273,-1 0 1,-3 2 0,2-1-1,7-3 1,3-1 0,-5 3-1,-9 4 1,-1-1 0</inkml:trace>
  <inkml:trace contextRef="#ctx0" brushRef="#br0" timeOffset="73708">2197 6580 13199,'-18'16'72,"1"-1"0,-1 1 0,0 0 0,-4 8 0,12-7-252,26-14 0,1-7 1,4-6-368,-2 0 1,3-3 0,3-3 0,0-1 0,-1 2 0,-3 1-547,5-2 1,-4 1 0,3-1 818,-3 2 1,3-2 0,1 0 0,-1 0 0,-2 2 0,2-2 0,-1 1 0,-1 1 0,2-1 0,0 0 0,0 0 0</inkml:trace>
  <inkml:trace contextRef="#ctx0" brushRef="#br0" timeOffset="77475">7184 4540 17067,'-11'4'1080,"3"-1"-900,14 1 449,19 4-539,-5-4 45,7 1 0,1 0-649,1-2 634,-5-1 0,5 0 0,-3-1-485,-5 0 1,0 0 431,5 0 1,4 0-1,1 1 1,-4-1-715,2-1 0,1 1 701,-4 0 0,4-1 0,3 1 0,-2-1 0,-3 1-54,-3-1 0,-3 0 0,4 0 22,-3 0 0,3 1 1,3-1-1,2 0 1,0 0-1,-2 0 1,-1 0-1,-4 0-458,3 0 1,-4 0 0,0 0 0,5 0 435,-4 0 0,4-1 0,3 0 0,1 1 0,0-1 0,1 0 0,-2 0 0,-3 1 0,-3-1-337,5 1 0,-5 0 0,0 0 0,5-1 347,-5 0 0,3-1 0,2 0 0,2 0 0,1 0 0,-1 0 0,-1 0 0,-3 1 0,-2-1-271,7 1 1,-5 1 0,1 0 0,4-1 269,-8 0 0,2 0 0,3 0 0,1-1 0,0 0 0,1 1 0,-1 0 0,-1-1 0,-3 1 0,-2 0-134,4 1 1,-4 0-1,-2 0 1,2 0 0,4 0 124,-4-1 0,3 1 0,2 0 0,2 0 0,0-1 0,0 1 0,0-1 0,-2 1 0,-2 0 0,-3 0 0,3 0 0,-3-1 0,-2 1 0,1 0 0,3 1 10,0 0 0,3 0 0,2 0 0,2 0 0,0 1 0,-1 0 0,-1-1 0,-2 1 0,-4-1-34,5 1 1,-4-1 0,-1 1 0,4 0 23,-3 0 0,3 1 0,2 1 0,1-1 0,0 1 0,-1-1 0,-3 1 0,-3-1 0,0-1 0,-4 1 0,0-1 0,4 1 0,1 0 0,4 1 0,2 0 0,1 0 0,0 0 0,-4 0 0,-5-1 30,3 1 0,-5-1 0,3 0-30,2 1 0,5 0 0,1 1 0,-2-1 0,-7 0 0,-3-1 0,-2 0 0,4 0 0,2 1 0,-4 0 1078,0-1-1033,-4 0 0,-2-1 45,-7 0 1637,2-1-4695,-9-1-309,-28-4 0,11-1 3330,-8 1 0,0 0 0,1-4 0,-7-1 0</inkml:trace>
  <inkml:trace contextRef="#ctx0" brushRef="#br0" timeOffset="100180">8675 3423 11850,'17'-12'-539,"0"0"-181,-3 3-2238,5-1 1609,1-4-1078,5-1 2427,1-1 0,-12 7 0,-1 0 0,1 1 0,0-1 0</inkml:trace>
  <inkml:trace contextRef="#ctx0" brushRef="#br0" timeOffset="-202543.73">3322 4063 13739,'0'-15'0,"0"2"90,0 1 90,0 1 180,-5 2 0,4 0 89,-4 2-89,5 3-90,0 1 180,0 1-270,-3 1 269,2 5-179,-2 6 0,3 4-978,0 5 798,0 1-1,0 5 1,0 4-90,0-5 0,0 2 0,1-6 0,-2 2 22,0-1 1,0 4 0,-1 1-1,1-4 23,0 3 0,0 0-27,0-2 0,-1 3 0,-1 2 0,1-1 0,1-3-18,0 2 0,1-2 0,0 1 0,-1 4 0,-1 1 0,1 0 0,1-5 0,0 1 0,0-5 0,0 5 0,-3-2 0,1-2 0,0-9-186,-14 5 186,9-16 0,-8-7 0,0-3 0,-1-2-45,-4-9 0,-1-3 45,2-2 30,5 3 0,-2-6 0,2 2-1548,5-4 0,1 1 1518,-4-1 0,2 0 45,10 2 0,3 6-45,-1 10 180,25-2-90,-16 10-45,9 9 0,2 4-45,-4 1 89,4 10 1,-1 2 200,-2 1-230,-5-6 0,2 3 0,-2-1-15,-4-6 0,-1 0 75,4 5 0,2 3 0,-2-3-1870,4 6 1794,-4-7 1,0-1 779,8 7-734,-9-11 115,10 4-205,-14-13 108,8-9-198,-10-7-540,3-11 1,0-5-301,-4 3 1,-2-2 0,0-2 151,0 3 1,0-2 0,0 0 0,0 1 417,0-4 0,-1 1 1,-1 0-61,-3 5 0,-1 0 0,1 0-673,0 1 1,0 0 0,-1 2 943,-4 0 0,0 0 1,4 1-1,2-1 1,-1 2-1,-4-8 1</inkml:trace>
  <inkml:trace contextRef="#ctx0" brushRef="#br0" timeOffset="-202092.73">3228 3884 13379,'-12'-20'1350,"4"7"-271,-3 3-899,8 8 270,-8 8-360,5 3 44,-3 5 1,0 1-45,0 5-45,-3 3 0,1 2-317,1-1 272,1 5 0,0-1 68,2-3-68,2 3 0,1 2 45,3-13 0,0-1-45,-1 3 0,2-1 90,5 5-90,0-19 0,4-7 0,1 2 0,-2-15 0,0-3 0,5 0-1042,-3-2 1,1-6 0,-1 3 1086,-3 7 0,1-1-45,3-7 0,1-4 0,-1 5-11,-4 8 0,0 1-34,7-12 0,0 1 45,-3 11 90,13-4-90,-14 16 45,4 10 0,0 4-45,-2 2-270,4 12 0,0 3-449,-2 0-101,-6-8 1,2 4 0,-1 1 0,0-1 454,0-1 1,-2 0 0,1 0 0,1 3 0,0 2 0,0-2 0,1 2 0,0 0 0</inkml:trace>
  <inkml:trace contextRef="#ctx0" brushRef="#br0" timeOffset="-198371.73">4791 2628 10861,'-9'0'90,"1"-4"-90,5 2 90,0-2 90,0 4-1,1 0-898,1 0 719,5 0 0,1 0 0,4 0 0</inkml:trace>
  <inkml:trace contextRef="#ctx0" brushRef="#br0" timeOffset="-197027.73">9842 3116 11490,'4'-8'540,"-1"1"-360,-3 5 0,1 0-90,-1 1 90,0-1 90,0 1-1,1-1 1,-1 1 1169,1 0-989,8 7-180,-2-1-90,9 8-90,-8-7 180,3 4-90,-7-5 179,3 3-269,-4-4 270,3 2-270,-2-5 450,6 2-180,2-2-270,-1-1 89,4-6 1,0-3-180,1 0 0,1-3 0,3-3 0,-2 2-535,-4 2 1,1 0 466,5-5 1,3-2 0,2-2 0,-4 3-663,-4 3 0,-2 1 1,3-2 354,2-1 0,4-3 0,3-2 0,-1-1 1,-1 2-1,-2 3-434,-3 1 0,-2 3 1,0-1-1,3-1 399,-1 0 0,4-1 1,1-1-1,1-1 1,1 0-1,-1 1 0,-2 2 1,-3 1 156,3-1 1,-2 3 0,-1 0 0,2-1 0,3-2 0,3-1 0,0 0 0,-1 1 0,-3 2 0,-3 3 0,1-1 0,-1 0 0</inkml:trace>
  <inkml:trace contextRef="#ctx0" brushRef="#br0" timeOffset="-195042.73">9490 6347 10951,'-9'-9'539,"2"1"901,-4 1-631,3 2-719,-2-1 90,5 2 1259,4 4-629,15 5-271,5 5-539,6-3-1471,3 2 0,-1-1 1561,2-5 0,-5 1 0,5 1 0,-3-2-261,-8-1 1,0 0 230,10-1 0,4 1 0,-4 0-345,-6-1 1,-1 0 306,3-1 1,4 1 0,0 0-1,-4-1-22,0 1 0,1-1 18,-3 0 0,5 1 0,1-1 0,0 0 0,-1 1-18,0-1 0,0 1 0,-1-1 0,0 0-170,1 1 0,0-1 0,0 0 1,0 1 191,5-1 1,2 1-1,-2-1 1,-5 0-23,-3 0 0,0 0 0,1 1 0,4-1 0,0 0 0,-4 0 0,-2 0 0,1 0 22,0-1 1,4 0-1,0-1 1,-4 1-68,-2 1 0,-1-1 75,8-2 0,4-2 0,-5 2-30,-10 2 0,-1 0 0,7-3 0,1-1 0,-2 0 0,4 1 0,2-4 0,-1-1 0,-6 0 1180,2-3 0,0-5-1180,-7-2 0,-3-1-45,2 2 0,-1-2 45,-5-1 0,-1-2 0,-2 2 0,0-10 0,-4 7 0,0-4 0,-1 3-4,-1 6 0,-1 1 4,-3-9 0,-4-4 0,2 4-990,0 8 1,0 2 989,-7-11 0,-1 1-45,0 8 0,0 2 45,2 4 0,0 0 0,-5-3 0,-1 0-87,-3 1 0,-1 2 87,4 2 0,0 1 0,-6-4 0,-3 1 0,0 3 0,-2 0 0,2 1 0,-1 0 0,-2 0 18,5 2 0,-5 0 0,-1-1 0,1 2 0,3 0-18,4 1 0,1 2 0,-2-1 0,-4 0 0,-4-1 0,-2 1 0,2 0 0,4 0 0,4 2 0,4 0 0,-5 0 14,0 1 1,-5-1 0,-3 1 0,1-1 0,1 1 0,5 0-15,1 0 0,3 1 0,-3 0 15,0 1 0,-5 1 0,-1 0 0,0 0 0,2 0 0,5-1-15,-7 0 0,2 1 0,0 4 0,-4 2 0,0 1 0,5-2 0,4-3 0,0 2 0,1 2 0,-2 3 0,0 0 0,4-1 0,2-1 0,2 0 30,-6 6 0,-1 3 0,4-2-30,6-3 0,2 0 0,-3 8 0,-2 5 0,3-3 0,5-5 0,1 0 0,0 3 0,0 5 0,0-1 0,2-3 0,1 0 0,1 0 22,0 1 1,0 4 0,1 0-1,1-5-22,3-1 0,1-1 0,-4 10 0,3 0 0,9-5 0,2-2-90,-2 6-30,1-10 0,4 2 1,-2-3-151,7 5-300,-4-7 0,3 1 1,-2-2 119,-4-6 0,1 0-643,8 3 1,5 0 0,-3-1-547,-6-4 1,2-2 1626,6 1 1,4 1 0,-2-2-1,-5-2 1,0-1 0,-2-1 0,0 1-1,0-1 1</inkml:trace>
  <inkml:trace contextRef="#ctx0" brushRef="#br0" timeOffset="-193625.73">9355 6956 10681,'-12'0'1079,"2"0"-359,4 0-540,3 0 1169,0 0-1169,3 6 629,15 7-629,-7-2-1606,10 2 0,1-2 1516,-1-1 135,9 2 0,1 0-317,-13-7 0,0 0 182,10 1 0,4 1 0,-4-1-45,-5-2 0,-1 0-464,3 0 1,3 0 0,1 0 0,-4-1 463,-1 1 0,1-1-9,0 1 0,4 0 0,2 0 0,-1 0 0,-4 0-36,4 0 0,1 0 22,-1 0 1,5 1-1,0 0 1,-5-1-775,-1 0 0,-1-1 752,-5 0 0,2 0 0,1 0 29,4 0 1,1 0 0,-1 0 488,-2 0 1,2-1-519,-1 0 0,5 1 0,-1-1 0,-4 0 45,-1-1 0,-1 0-45,1-1 0,5 1 0,-1 0 0,-4-1 0,-2 0 0,1 0 0,0-1 0,3 0 0,1-1 0,-5 1 0,-2 1 0,0-1 0,1-1 0,4-1 0,0-1 0,-2 0 45,5 0 0,-1 0-444,-6 0 0,0 0 0,-1 0 399,2-1 0,-2 0 45,-1-1 0,0-1 1150,5-1-1195,2-3 0,-1 0 0,-5 0 0,-1-3 0,0 0 0,-5 1 0,2-7 0,-2-2 0,-8 6 0,-1 0 0,3-2 0,-2-2 0,-3-3 0,-3 1 0,0 1 1008,0 5 1,-2 0-964,-5-1 0,-3 0 45,-3-4 0,0-1 175,-1 3 1,-1 0-236,0 0 0,-2 0 0,2 3 870,-6-4-900,4 6 0,-1-1 89,-2 0 1,-1 1-707,-3-1 1,-1 1 616,2-1 0,-2 0-615,0 2 1,-3 0 0,4 2 614,7 4 0,1 0 0,-10-2 0,-5-1 0,5 1-35,9 5 1,0 0 34,-9-3 0,-3 0 0,3 0 0,7 3 0,0-1 0,-9-1 0,-4-2 0,4 2 0,8 1 0,0 1 29,-9-2 1,-5-1 0,5 1 398,8 3 1,0-1-369,-9-1 0,-4-1 0,3 1-60,10 1 0,-1 1 45,-4 0 0,-6-1 0,1-1 0,5 2-45,1 0 0,1 1 45,-2-1 0,-5 0 0,1 0 0,4 0 0,5 2 0,1 0 44,-8-1 1,-3 0 0,4 0-90,9 2 0,1-1 0,-7 1 0,-2-1 0,4 1 0,-6 0 45,-2 3 0,2 0-45,5-2 0,-3 4 0,1 0 0,4 1 0,-4 0 0,0 2 90,3 2-90,4-3 0,0 0 0,-2 4 0,1 0 0,-5 3 30,5-2 0,-3 2 0,4-1-30,-7 7 30,7-4 0,-3 2 0,4-1-30,5-4 0,1 0 0,-3 7 0,-3 3 0,3-3 45,5-5 0,1 0-45,-3 7 0,-1 3 0,2-4 0,-1 9 0,4-8 0,1 3 0,0-3 0,2 8 0,1-9 0,0 4 0,1-4 0,7 8 0,-6-7 0,2 1-90,11-1 0,3-2-90,-1 7-150,5-8 0,5 2 1,-1-4 261,-5-5 0,2-1-562,4 0 0,7 1 1,0-1-1,-4-2 210,-7-3 1,-2-1-1,4-1-49,-1-1 1,5 0 0,2 0 0,1 0 0,0 0 0,-3-1 0,-3 0 194,5 1 1,-3-2 0,3 0 0,-1-1 0,3 0 0,1-1 0,-1 0 0,-5 0 0,-4-2 0,-1 0 0,1 1 0</inkml:trace>
  <inkml:trace contextRef="#ctx0" brushRef="#br0" timeOffset="-182191.73">12801 2328 11490,'0'-8'450,"1"2"-180,-1 3 0,0 1 90,0 1-180,0 0 719,0-1-899,4 1 0,-1 0 0,2 1 0,-3 0 0,-1 0 0,1 0 0,-1 0 0,1 3 0,0-2 0,-1 2 0,-1-3 0,2 2 90,-2-2-90,1 3 0,0-2 3276,-1 0-2414,-2 0-862,0 2 0,0-2 0,-1 1 180,0 0-180,-11 7 0,8-5 89,-10 6-89,14-9 0,-3 2 0,2-1 0,1-1 0,0 0 90,0 0 90,1-1-180,0 1 90,-1 0 0,1-1-90,-1 0 0,1 1 270,-2 0-270,2-1 180,-2 1-90,1 0 0,0-1 90,0 1 180,1-1 2916,0 0-2685,0-4-591,7 3 0,-2-7-90,14 0 90,2-5 0,0 2 0,1 1 0,-6 3 0,0-1-30,5-1 0,3 0 0,-2 0-958,1 1 0,0 0 988,2-1 0,0 0 0,-6 3 0,-3 1-90,4-1-913,-7 3 1003,1 0-255,-8 2 255,-2 1 88,-1 14-88,-1-5 45,-4 8 0,-1 1-45,2 1 30,-5-2 0,-3 3 0,-1 0-30,-2 4 0,0 0 0,-3 1 0,0-1 0,-1 3 0,3-5 1719,5-8-1719,-5 11 89,11-14-89,0-2 1106,9-3-1106,0-6-90,15 1-90,-6-7-1079,9 0 0,2-2-226,-1-3 1,0 0-155,3 1 1,0 0 572,-2 1 0,-1 1-573,2-2 1,-1 1 37,-9 3 0,-1 0 1601,7-3 0,1-1 0,-3 1 0,4-2 0,-6 1 0,-1 1 0</inkml:trace>
  <inkml:trace contextRef="#ctx0" brushRef="#br0" timeOffset="-181977.73">13575 2176 14189,'-12'0'180,"-2"-9"-990,14 7 361,-4-10-1620,31 12 989,-13-3-559,8 5 1,1 1 1535,-4-2 0,9 8 1,-17-3-1</inkml:trace>
  <inkml:trace contextRef="#ctx0" brushRef="#br0" timeOffset="-181826.73">13592 2375 11490,'-14'12'810,"2"-1"-90,1-3-630,5-3-180,-1 2-450,19-5 0,-2-7-89,14 4-406,-11-8 1,1 0-1196,10 1 2230,-1-4 0,0-1 0,-8 5 0,-1 1 0,6-4 0,-1 1 0</inkml:trace>
  <inkml:trace contextRef="#ctx0" brushRef="#br0" timeOffset="-181476.73">14148 2006 13199,'0'-14'1260,"-5"5"-721,-2 3-539,-4 11 270,-7 10-270,6 2 0,-1 3 0,1 0 90,2 1-1729,0 3 1,2 1 664,3-4 1044,1 1 1,2 0-161,10-4 0,-6 8-135,11-16 0,3-2 45,-4 2 0,12-3 1,2-2 179,-2-2 0,4-8 0,2-4 179,-9-7 1,-2-3-135,0 4 0,-3-4 165,-5-2 0,-3-4 0,-2 2-30,-4-8-135,-5 6 0,-2 0 45,-1 7 0,-1 1-90,-10-6 0,-1 5 0,0 2 0,-2 5-45,3 3 0,-1 4-540,-3 9 0,0 4-224,-8 3-284,7 3 1,-3 5 0,2-1-547,7-3 1,0 0 1503,0 2 0,-2 2 0,2-2 1,3 0-1,1-1 0,-1 2 0,0-1 1</inkml:trace>
  <inkml:trace contextRef="#ctx0" brushRef="#br0" timeOffset="-180941.73">12950 2913 15808,'-14'17'90,"-1"8"0,10-11 45,5 2 0,3 1-135,6-2 45,10 2 0,4-2-45,-8-9 0,1-1-820,5 0 1,4 0 0,2 0 0,-4-2-235,4 0 1,1-2 1053,0 1 0,4 0 0,-1-2-30,-2-1 0,0-1 0,-2-1-375,-4 0 0,-1-2 1,2 1 404,5 0 0,2-1 0,2-1-36,-7-1 0,1-1 0,1-1 0,0 1 0,-3 0-12,5 0 0,-3 0 0,5-2 36,-10 3 1,4-2 0,2-1 0,0-1 0,1 1-1,-1-1 1,-3 1 0,-2 1 11,2-2 0,-3 2 0,0-1 0,2-3-23,-1 1 1,2-1-1,2-2 1,1-1-1,0 0 1,-1 0 0,-2 1-1,-4 2-22,3-2 0,-5 1 0,1 0 0,1-3 11,-2 1 0,3-2 1,1-1-1,0-2 0,0 0 1,-1 1-1,-2 1 0,-3 2 34,2-2 0,-4 2 0,-1 0 0,2-4 25,-1-2 1,2-3 0,1-2 0,0-2 0,-1 1-1,-2 2 1,-3 3 19,-1 1 0,-2 3 0,-1-1 0,0-3 134,-1 0 1,0-4 0,0-2 0,-1-2 0,1 1 0,-2 0 0,0 3 0,-2 4-90,-1-7 0,-1 4 0,-2-3 0,0 4 0,1-4 0,-2-1 0,0 0 0,-1 3 0,-1 5-580,-7-5 1,-3 3 549,3 3 0,-2 0 0,0 2 30,-5 0 0,-2 2-23,-2 3 0,-4 0 1,2 2-38,4 2 0,0 2 0,-3 0 15,-1 2 0,-4 1 0,-2-1 0,0 2 0,0 0 0,4 1-23,0 0 1,3 1-1,-1 0 1,-4 3-38,4 0 0,-3 1 0,-2 1 0,-2 1 0,-1 0 1,0 0-1,2 1 0,2-1 0,3 1 15,-3 0 0,4-1 0,2 1 0,-2 2 0,-4 1 0,3 0 0,-3 1 0,-2 2 0,-2 0 0,0 1 0,-1 1 0,2-1 0,1 0 0,2 0 0,3-2 18,-4 3 0,3-1 0,3 0 0,-1 1 0,-3 0-8,4-1 1,-1 0 0,-2 1 0,1 0 0,-1 1 0,1 0 0,0 0 0,1 2 1,-1 2 1,0 2 0,1 0 0,1 1 0,0 0 0,1-1 0,2-1-13,-1-1 0,2 0 0,0-1 0,1 1 0,-3 4 0,3-2 0,-2 3 0,-1 2 0,-1 2 0,0-1 0,1 1 0,1-1 0,3-3 0,2-1-23,-2 3 1,3-3 0,2 1-1,-1 3-29,2-2 1,-1 4 0,-1 2-1,1 1 1,1-2 0,2-1 0,3-4-9,1 2 0,4-3 0,3 2-210,2 1 0,2 4 0,2 1 0,2-2 0,0-5 30,3-5 0,0-3 1,5 0-230,1-2 1,4 2 0,4 0 0,0-1 0,2 0 0,-1-2 0,-3-2 285,3-2 1,-2-2 0,0-2 0,1 0 0,1 1 0,-2 0 0,1 1 0,0 0 0,1 0 0,0 0 0,-1-2 0,-1 0 0,0-4 0,1 1 0,0 0 0,-1 0 0,1-1 0</inkml:trace>
  <inkml:trace contextRef="#ctx0" brushRef="#br0" timeOffset="-179559.73">13419 2811 12930,'5'-11'2248,"-1"1"-1438,-4-1-91,0 2-179,0 0-90,0 3-450,0 4 180,3 0-90,-1 1-90,1 0 0,1-1 0,-1 2 0,0 0 0,1 0 0,-2 0 0,0 0 90,-1 0-90,0 3 90,0-2 90,1 3-91,-1-4 181,2 0-180,-2 0 180,4 0-180,-4 0 180,3 0-180,-2 0 0,1-4 0,-2 4 0,2-5-90,-2 3 0,1 0 0,-1 0 0,1 0 0,-1 1 0,1 0 0,-1 0 0,0-1 90,0 2-90,-1-2 0,1 1 0,-1-1 0,0 0 0,3 2 0,-3-2 0,4 1 0,-4 0 0</inkml:trace>
  <inkml:trace contextRef="#ctx0" brushRef="#br0" timeOffset="-175510.73">12073 3846 11580,'-4'-16'720,"1"2"-360,-1 4 179,1 2-89,-1 0-90,0 1-90,0 2-90,0 1-90,1 1-90,0 0 0,0 2 90,1 1 0,0 0 89,0 0 1,1 9-90,-1-2 0,0 9 90,0-2-533,-1 1 353,2 2 90,-2 11 0,2-6-45,1 1 0,-1 1-45,1 0 90,6 1 0,2-1-90,0-5 0,0-5 0,3 0 180,12 3-180,7-7 0,-15-4 0,0-2 0,15-8 0,-14-4 0,-1-2 0,4-9 0,2-3 0,-1-1-276,-5 0 276,-5 5 0,1-3 0,-2 2 0,1-6 90,0-2 0,-2 1 0,-3 6-1,-1 3 1,-1 2-90,-2 6 611,0 0-252,-1 13-89,0 25-270,0-6-1005,2 0 1,-1 5 0,1-3 1049,-2-5 0,1 1-45,1 4 0,0 5 0,0-1 0,0-3 0,0 1 0,0 0 0,0 2 0,0 5 0,1-1 0,-1-4 45,1-2 0,-1 1-45,1-4 0,-1 4 0,1 2 0,0-1 0,-1-6 0,1 4 0,-1-1 45,1 0 0,0 4 0,0 1 0,-1-4-597,0 6 1,0-3 641,0-2 0,-1-1-243,-2 1 1,-3-6 152,-5-12-394,-17 3 394,8-12 898,-7-10 1,-1-7-944,3-5 0,2-3 75,4 2 0,-1-2 0,1 0-233,5 4 0,0 1 0,3 0 113,0-5 0,4 0-450,6-1 0,2 1 463,-1 9 0,2-1-913,4-6 1,3-3 0,0 3 269,-1 7 1,1 0-374,7-6 1,4-4 0,-2 4 682,-5 7 0,0 0 1,1-1-1,2 0 1,-2 1-1,-3 2 0,1 1 1</inkml:trace>
  <inkml:trace contextRef="#ctx0" brushRef="#br0" timeOffset="-174327.73">12856 3671 10771,'16'-17'809,"0"0"-359,-1-1-1889,0 2 1889,-2 0-90,-1 1 94,-1 2-4,-1 1 193,-2 2-194,-1 1-89,-1 2-90,-2 2 1826,-1 0-1826,-6 12 406,3-2-496,-10 9 0,-4 3-90,2 3-373,-6 1 0,-2 1 373,4-5 0,0 0 0,0 0 0,-2 0 0,2 0-90,-2 0 0,2-1 30,0 0 0,0 1 0,3-3-30,-2 4-133,3-2 0,2-1 133,6-4 69,6 8 21,10-13-90,4-2 0,2-1 0,9-2 0,-7-2 0,3-1 0,-2 1-211,-5 0 0,1 1 211,9-3 0,3 0 0,-3 0-45,-7 2 1,-1 1-106,8-2 0,3 0 0,-4 0 462,-8 1 1,-2 1-1348,18-1 1,-3 0 405,-11 1-1440,11 4 180,-25-3-610,-1 7 2499,-3-5 0,-1 2 0,0-3 0</inkml:trace>
  <inkml:trace contextRef="#ctx0" brushRef="#br0" timeOffset="-173893.73">13540 3503 13829,'1'-15'1439,"-6"4"-1079,-5 23-360,-2-2 45,3 9 0,1 3-45,0-4 0,1 3 0,2 1 0,1-4 0,2 2 0,0 0 90,1-4-135,4 1 0,2-1 45,3-3 0,6 5-90,10-7 0,-10-5 45,5-1 0,0-3 45,-1-1 0,2-7 0,0-3 0,-4-1 0,-1-9 0,-2-3 0,-5 2 45,-3-8 0,-1-1 45,-3 1 90,-6 6 0,-3-4 0,0 4 0,-3-2-135,-6-1 0,-3 4-45,8 12-90,-12 0 90,14 9 0,-3 7-900,-2 9 360,6 1-719,0 2 0,1-1 90,3 1-470,1 3 1,2 1 1355,8-4 0,-5 12 1,6-17-1</inkml:trace>
  <inkml:trace contextRef="#ctx0" brushRef="#br0" timeOffset="-173709.73">13886 3728 14549,'-17'-12'1799,"-2"-2"-1979,13 10-2699,-3-2 1620,8 2-540,-1 1 0,2 2 1799,6-3 0,-4 1 0,4-3 0</inkml:trace>
  <inkml:trace contextRef="#ctx0" brushRef="#br0" timeOffset="-173241.73">14144 3288 13919,'-12'-8'1439,"2"8"-1259,0 17-180,6-3 0,-2 16 0,6-17 0,-1 6 0,6-4 0,3-3 45,2 0 0,2 0-45,4 0 0,2 1 0,-1 0 0,0-2 45,1 0 0,0-1-45,-3-1 45,-1-1 0,0 1 45,-3-2 270,9 9-270,-14-10 269,4 8-179,-8-9 90,0 8-180,-2-7 0,0 8-90,0-8 90,-5 7-90,-1-8-90,-12 8-809,-2-5 359,1 1-180,1-4-2248,-3-1 1259,9-3 1709,-16 1 0,17-1 0,-5-1 0</inkml:trace>
  <inkml:trace contextRef="#ctx0" brushRef="#br0" timeOffset="-173023.73">14200 3246 13469,'-9'-14'1350,"-1"-1"-1440,36 3 90,-12 2-390,4 6 0,6 1 0,-3 1-866,-5 0 1,0 1 1255,10-1 0,5 0 0,-3 0 0,-7 1 0,-1-1 0,2 1 0,1 0 0,-1-1 0</inkml:trace>
  <inkml:trace contextRef="#ctx0" brushRef="#br0" timeOffset="-172043.73">8577 7113 10231,'6'-12'1439,"-2"2"-989,0 4 0,-4 2-90,3 0-1,-2 0 361,1-3-360,0 2 809,0-6-809,-1 6 449,1-5-629,-2 8 450,0-2-630,-4 10-450,-5 10 1,-2 8-371,-1 0 1,-1 4 0,-2 2 0,2-2-1,1-5 1,2-1 0,-1 1 0,-1 2 584,-1 1 1,0 3 0,-2 1 0,1 0 0,0-2 0,2-3 0,-2 5 0,2-3 0,-1 1 0,0 0 0,0 0 0,-1 0 0,1 0 0</inkml:trace>
  <inkml:trace contextRef="#ctx0" brushRef="#br0" timeOffset="-170038.73">9876 5640 7831,'0'-18'-690,"0"-1"1,-3 1-1,0-1 690,3 0 0,-2 0 0,-4-1 0,-2 1 0,2-1 0,0 1 0</inkml:trace>
  <inkml:trace contextRef="#ctx0" brushRef="#br0" timeOffset="-168776.73">9455 3252 9961,'0'-11'2429,"4"1"-1889,0 0-271,0 2 811,1-1-810,-5 4 359,2-1-449,-2 4 1889,0 0-1709,4 6 90,4 3-181,4 5-179,-3-2 270,3 2-180,-8-8 270,4 3-360,-5-4 539,3 0-449,-4-1 720,2-2-720,-3 0 179,6 0-269,-2-7-90,16-10 0,-7-2-1328,6-2 1,3-1 1327,-11 11 0,0-1-23,5-4 1,3-3-1,1-2 1,-1 2 22,2-2 0,-2 0 0,1 1 0,-3 2 0,0 1 0,0-1 0,-1 1 0,3-3 0,-2 2 0,0-1 0,0 2 0,-1-1 0,-1 3 0,-1-1 0,1 1 30,3-5 0,2-1 0,-3 2-30,3-2-587,-2 1 0,-2 2 587,-7 5-232,9-8 232,-14 15 0,3-5 90,-5 8 1894,1-3-5261,-2 5 0,-1 4 0,-4 3 1234,1 5 2135,-9 5 0,6-5 1,-6 5-1</inkml:trace>
  <inkml:trace contextRef="#ctx0" brushRef="#br0" timeOffset="-163845.75">9345 5724 12840,'0'-6'3276,"0"-4"-616,-3 9-2480,7-3-180,-6 8 90,12-3 0,0 11-90,6-5 90,-4 2-90,-2-2 90,-5-3 0,-1-1 0,1 1 90,0 1-180,-1-2 180,3 3-90,-4-4 0,2 4-90,-2-5 90,-1 2-1,0-2 91,-1 0 2159,1 0-1889,12-12-360,-7 5-90,13-9 90,-3 2 0,3-4-90,-2 0 0,1 0-300,-6 4 0,0-1 300,5-4 0,1-3 0,-1 2-439,-5 4 0,1 0 439,1-3 0,4-3 0,0 1 0,-2 2 0,-1 0 0,1 0 0,1-1 0,3-2 0,0 0 0,-2 4 0,-2 0 0,0 2 0,2-1 0,3-2 0,1 0 0,-3 2 0,3 0 0,-2 1-938,-3 3 1,0-1-1,-2 2 938,10-6-372,-13 8 372,-5 4 347,6-3-347,-8 6 594,3-2-594,-6 3-2798,1 0-479,-25 6 2621,6 3 1,-2-2-1,-1 0 1,-6 7 0</inkml:trace>
  <inkml:trace contextRef="#ctx0" brushRef="#br0" timeOffset="-161043.75">11139 3925 10591,'-10'-11'1799,"1"5"-1619,6 0 0,0 5-90,2-1 180,0 0-91,0 1 91,0-1-90,0 1-90,1 0 0,0-1 0,4 0 180,3-2-90,4 2 180,12-2-271,-8 3 91,8-1 0,0 2-90,2 6-30,-1 0 0,4 2 0,-2 3-497,-3 6 1,-2 4-1,1 3 455,-5-4 0,1 3 0,0 0 0,0 1 0,-2-2-403,-1 1 1,-1-2 0,-1 2 0,-1 2 429,-4-1 0,-2 3 0,0 1 0,-1 0 0,-1-2 0,-1-3-15,0 0 0,-2-2 0,-1 3 15,0 0 0,-2 4 0,-1 2 0,0 1 0,0-3 0,0-3 15,0 2 0,0-4 0,-2 3 29,-1-1 1,-1 4 0,-1 1 0,0 1 0,-1-3 0,2-4-60,0 0 0,0-4 0,-1 3 24,-2 1 0,-2 4 0,-1 0 0,0-1 0,2-4-9,-2 1 0,-2-1-45,2-4 0,-3 4 0,-2 0 0,2-2 0,1-3 45,-1 2 0,0-2-45,-2 2 0,-3 2 0,0 0 0,3-4 0,4-4 0,0-1 0,-7 4 0,-2 2 0,2-3 0,7-6 0,0 0 0,-7 2 0,-3 1 0,2-2 0,7-4 0,0-1 0,-6 2 0,-3 0 0,3-2 0,-7 0 0,-1-1 0,1-3-136,6-9 136,0-1 0,1-3 0,5-8 0,5 6 0,1-2 0,3-4 0,2-1 0,0-6 0,1-2 0,1-1 0,3 7 0,2 1 0,2 2 0,-3 8 1205,13-3-845,5 24-360,-2-2 626,-3 6 0,0 2-626,-2 4 75,-3-7 1,-1 2-31,2 6 0,0-1-236,3 7 191,0 1 0,0 0 0,-2-5 45,0 0 0,1-1-45,-1-6 0,0-1 0,1-1 0,-1-4-90,16 2-180,-12-9-675,6-10 1,1-3-135,2-4 259,-7-1 1,4-6 0,1-1 0,-4 3-820,0-1 1,-1-1 1273,-2 2 1,3-2 0,-2 0 0,-2 2 0,-1-3 0,-2 0 0,0 0 0,1 0 0</inkml:trace>
  <inkml:trace contextRef="#ctx0" brushRef="#br0" timeOffset="-160610.75">11197 3896 12930,'-8'-11'90,"-1"-1"0,3 6 269,-6 0-269,4 8-90,-3-3 270,0 18-180,6-10 0,-2 11 90,-1 1-180,4-6 180,-4 12 0,4-15 359,-2 6-359,4-11 360,-2 0-360,3-4 0,-2-13-180,2-8 90,-1-5-1729,7 1 1,2 0 1523,-4 3 115,9 0 0,1 1-2057,-5 7 2057,11 0-556,4 7 376,-6 4-1125,6 10 1,2 3-675,3 1 627,-5 3 0,0 2 1352,0-1 0,-1-1 0,-4-2 0,0 0 0,5 5 0,1 0 0</inkml:trace>
  <inkml:trace contextRef="#ctx0" brushRef="#br0" timeOffset="-159243.75">9430 6393 11221,'-7'-3'989,"0"1"-539,4 2-180,0-1 89,0 1-179,1 0 90,0 0-90,0 0 270,0 0 269,1 0 451,-1 0-361,7 0-719,19 4 45,2-3 0,2-1-135,-5 3 0,1-1-1032,5-2 1,3 0 0,-4 0 1031,-9 0 0,0 0-60,9-1 0,5-1 0,-5 0-120,-8-1 1,-1 0-914,8 0 1,3 0 0,-4 1-488,-10-1 1,1 1 1434,14 0 0,-1 1 0,-9 1 1,8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17:14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10622 1667 10681,'-11'1'450,"1"1"-1,3-2 1,0 1 0,0-1-90,0 0 89,-1 0-89,2 0-90,-1 0 90,3 0-90,1 0 0,0 0 269,-1 0-269,1 0 450,-2 0-450,2 0 1079,0 0-810,10 0-359,-2 0 360,24-5-360,-11-2-1032,1 2 1,3-2 0,-1 0 896,-4-1 0,2 0-23,2-1 1,6-1-1,-1 0 1,-3 1-23,1-1 0,1-1 36,-2 0 0,5-2 0,2-1 0,1 0 0,-2 0-510,0 2 1,-1-1 0,0 1-1,1-1 1,-1 1 473,-1 0 0,-1-1 0,0 1 0,2 0 0,1-1 0,-3 2 0,3-1 0,0 1 0,1-1 0,-2 1 0,-1 1 0,-4 1-331,4-1 1,-5 1 0,4 0 330,0-1 0,4-1 0,1 0 0,1-1 0,-2 1 0,-5 2 0,2-1 0,-4 1 0,3-1 0,0 1 0,3-3 0,3 0 0,-1 0 0,-1 1 0,-4 1 0,0 0 0,-2 1 0,2-1 0,-1-1 0,3 0 0,2-2 0,0 0 0,-2 2 0,-4 0 0,1 1 0,-5 1 0,4-2-15,-2 0 0,4-1 0,1 0 0,0-1 0,-2 0 0,-3 3 15,-1-1 0,-3 2 0,4-2 15,0 0 0,4-2 0,2-1 0,0 0 0,0 1 0,-2 0-15,-2 1 0,-1 1 0,-1 0 0,0 0 0,1 0-18,1 0 0,-1-1 0,1 0 0,0 1 0,0 0 18,0-1 0,2 0 0,-1 1 0,-1 0 0,-4 2 0,0 0 0,0 1 0,8-3 0,4-2 0,-5 2 0,-9 4 0,0 0 0,7-2 0,3-2 0,-3 2 0,-9 3 0,-1 1 0,6-3 0,3-1 0,-4 1 0,4-1-45,3-2 0,-1 1 1557,-7 2-1467,0 0 0,0 0-45,-7 3 2624,9-4-2624,-12 5 2046,1-1-2046,-6 3-3277,-1 1 0,-16 1 0,5 0 2457,-14 0 1,7 0 0,-3 0 0</inkml:trace>
  <inkml:trace contextRef="#ctx0" brushRef="#br0" timeOffset="1166">10869 1337 16707,'-13'0'2879,"2"0"-2699,2 0-540,3 0-2428,3-3 1708,0 3-1528,3-6-669,-1 1 2724,1 0 1,0-2-1,0 2 1</inkml:trace>
  <inkml:trace contextRef="#ctx0" brushRef="#br0" timeOffset="1586">11335 923 14998,'-10'-4'3276,"1"3"-6192,5-6-361,1 6 2589,6-2 1,4 2 0,4 1 0</inkml:trace>
  <inkml:trace contextRef="#ctx0" brushRef="#br0" timeOffset="2101">12054 1584 19946,'-7'-5'-3277,"2"-1"0,5-4 0,0 0 2631,0 1 1,0 0-1,0 1 1</inkml:trace>
  <inkml:trace contextRef="#ctx0" brushRef="#br0" timeOffset="2584">12723 1083 15988,'-15'-6'-820,"3"-1"1,-3-4 0,4 0 0</inkml:trace>
  <inkml:trace contextRef="#ctx0" brushRef="#br0" timeOffset="3085">12291 507 20845,'-4'7'90,"1"-2"0,3-5 0</inkml:trace>
  <inkml:trace contextRef="#ctx0" brushRef="#br0" timeOffset="6601">10855 1337 10411,'3'-6'3276,"1"4"0,-11-4-2542,6 4-644,0 1 180,-1-2-180,2 2 90,-2-1-91,2 1 451,-2 0-270,2-1-270,-1 2-90,0 3 90,0 1-180,6 1 270,4 8-90,1-9 0,0 9 0,0-1 0,-5-4 0,6 12 0,-6-11 0,4 8 0,-5-9 0,5 8 0,-4-6 0,2 1 90,-1-1-90,-4-7 0,2 4 90,-3-6-720,0 2 540,-5-8 90,-1 2 0,-4-5 0,-2 1 0,4 3 0,-5-5 0,7 6 0,-7-6 0,7 5 0,-5-3 0,7 4-90,-4-1 90,5 2-89,-2 0 89,10 7 0,4 0 0,2 4 89,8 1-89,-11-1 0,10 2 0,-10-5 0,3 2 0,-3-4 90,-4-1-90,5 1 0,-7-3 180,3 1-180,-4-2 360,1 0-180,-2 0-90,1-5-90,-1 4 0,2-13 0,-1 8-180,4-21 0,-3 16-540,0-5 1,0 1-180,-1 3-91,1-7-1888,-1 5 989,-1 2 1889,4-13 0,-3 12 0,1-8 0</inkml:trace>
  <inkml:trace contextRef="#ctx0" brushRef="#br0" timeOffset="8000">11342 918 15088,'-6'0'1709,"0"0"-1709,6 6 90,0-2-90,4 1 90,-3-1 0,10 3 90,-10-1 270,13 6-450,-11-5 90,7 3 0,0 3-90,-2-4 180,9 12-180,-10-11 90,10 11 0,-9-12 0,7 11-90,-9-12 89,7 8-89,-8-9 90,7 10-90,-8-10 0,5 6 0,-6-8 90,1 1-90,0-1 0,-2-1 0,2 1 0,-3-2 90,1-1 0,-2 0-90,-4-2 0,-7-3 0,1 2 0,-12-8 0,13 8 0,-13-8 0,12 7-90,-9-5 90,11 4 0,-6-1 0,8 2 0,-3-1-180,7 3 180,4 4 90,14 6-90,5 4 0,1 0 0,-5-4 0,0-2 0,-7-3 90,12 5-90,-13-7 0,9 4 0,-11-5 90,7 1-90,-9-1 90,4-1-90,-7-1 90,3 0-90,-3-6-90,0 4 90,1-15-180,-2 10-1169,2-20-1928,-2 1 707,1 3 2570,0 6 0,0 2 0,1 3 0,1-5 0</inkml:trace>
  <inkml:trace contextRef="#ctx0" brushRef="#br0" timeOffset="9135">12274 464 15178,'8'10'630,"4"-3"-360,-4 16-270,6-10 45,-6 3 0,0 0 45,4-1 45,-1 4 0,0 2 44,5 6-1818,-7-11 1,0 0 1265,4 6 373,-1-4 90,-4-6 400,5 13-490,-8-15 678,1 8-678,-3-13 90,-1 4 0,-2-7-90,-8-11-90,1 6 90,-11-21 0,9 18 90,-6-16-1,9 15 1915,-3-4-1915,6 8 293,0 1-382,7 9 0,1 2 90,1 5-90,10 7 0,-10-9 0,4 1 0,0-1 90,-3-2 179,9 10-179,-9-13 360,9 6-180,-8-10 368,8 2-548,-10-4 0,7-15-180,-8 6 90,0-8 0,-1-1-90,-3 1-315,0-2 1,0-1-46,-1 3-1439,-5-11 900,4 18-2288,-11-3 2457,7 17 1,-5-5 0,4 8 0</inkml:trace>
  <inkml:trace contextRef="#ctx0" brushRef="#br0" timeOffset="9783">11879 1294 13020,'-5'-7'809,"1"1"-179,4 5-495,10 16 0,3 9-45,-4-6-941,2 3 0,2 5 1,-3-3 850,0 3 0,-3-6 0,0 1 45,-1-5 0,-1-1 543,3 8-588,0-2 0,1 1-90,0-2 45,-3-5 0,1 0-494,1 3 179,-1-7-990,3 7-1927,-6-10 2769,-5-6 1,1-9 0,-5-9 0</inkml:trace>
  <inkml:trace contextRef="#ctx0" brushRef="#br0" timeOffset="10116">11904 1306 10861,'-8'-11'1349,"-1"3"-360,0 0-899,3 5 90,-3-3-180,2 5 90,2 1-90,-2 0 0,-2 0 180,-5 12-90,-2 0 0,1 2-90,5-1 90,4-9 0,3 0 180,0-2-270,8-2 0,-4-7 90,15 0-90,-14-8 90,19-1-180,-16 5 90,7 1 0,0 3 0,-4 6 0,15-4-180,-11 5-405,4 5 1,2 1-136,-1-3-764,6 6 0,1 2 44,-1-3 1104,1-1 0,1 0 1,1-1-1,-8-5 0,0 1 1</inkml:trace>
  <inkml:trace contextRef="#ctx0" brushRef="#br0" timeOffset="10533">12579 961 14459,'6'17'0,"-5"-1"90,12 2-90,-5-3-45,0 3 0,1-1-135,3 3-315,-1 3 0,2 2-225,-5-11 1,0 0 359,2 2 1,0 0-2790,8 8 2070,-11-17 1079,4 4 0,-8-10 0,1 1 0</inkml:trace>
  <inkml:trace contextRef="#ctx0" brushRef="#br0" timeOffset="10885">12608 930 12750,'-20'-3'1079,"5"0"-629,-7 2-450,11 1 90,-17 12-90,17-2 0,-9 11 0,13-9 90,-2 5-90,6-10 0,-1 8 0,4-11 90,0 2 539,0-5-629,0-10 180,16-17-180,-7 6 0,2 5 0,0 4 0,-4 5 0,2 4 0,-2 2 90,2 7-90,4 3-90,-2 4-1394,4 3 0,2 0-585,-1 0 2069,4 4 0,1-1 0,-5-7 0,9 5 0</inkml:trace>
  <inkml:trace contextRef="#ctx0" brushRef="#br0" timeOffset="25148">9373 4493 8252,'0'-13'630,"0"0"-360,-4 2 90,3 1-1,-4-1 91,0 0-180,4 0 270,-11-3-271,7 4 451,-15-9-540,5 12-90,-2-3 450,-5 15-271,9 12 1,0 3-225,2-8 0,0 1-837,-1 11 1,0 6 0,3-5 836,3-6 0,1-1-23,0 4 1,-1 4-1,1 1 1,1-5-23,1 1 0,1 0 22,0 0 1,0 4-1,0 0 1,2-5-23,3-2 0,2 0 60,1 7 0,2 3 0,3-4-844,7-6 1,3-3 783,-3 6 0,4-2 30,2-10 0,4-4 0,-3-1-30,-7-2 0,1-3 0,4 1 0,3-1 0,1-1 0,-4-1 44,-2-3 1,-1-3-45,1 1 0,4-2 0,0-1 0,-4 1-810,-1-5 1,-1-1 809,0 2 0,2-1 0,-2 0-45,2-9 0,-3 1 45,-4 4 0,0-2 0,-3-1 0,2-3 0,-1-1 0,-3 3 0,2-3 0,-3-2-18,-3 2 0,-1-4 0,0-3 0,-1 2 0,-1 5-27,-2-4 0,-3 0 63,-2 5 0,0-5 0,-3-1 0,1 2 0,-1 5-18,-3-1 0,-3 3 67,-2-1 1,-4-3-1,0 1 1,1 5-68,0 2 0,-3 3 0,-3 1 0,-4 1 0,-1 0 0,3 5 0,0 3 0,-1 4 0,3 1 0,-3 2 0,-2 1 0,1 1 0,4-1 0,4 2 0,2 1 0,-2 2 0,-4 2 0,-4 2 0,0 2 0,1-1 0,4-1 0,4-1 0,4-2 0,-3 4-105,1 0 0,-2 4 0,-1 2 0,0 0 0,1-1 0,5-2-120,-5 6 0,3 2-189,4-5 0,0 4 1,0 1-1,1-1 0,4-4-126,1 1 1,5-1-554,6 5 1,4 4 0,1-5 1008,-2-10 1,2-2-1,10 7 1,1-2 0,3-4-1</inkml:trace>
  <inkml:trace contextRef="#ctx0" brushRef="#br0" timeOffset="26003">9151 4784 13020,'-10'-7'719,"-7"1"-269,-4 5-360,-1-1-1729,-8 1 1,-2 1 1154,13-1 1,0 2 550,-7 1 1,-5 1-1,-1 0 1,4 1-68,6-2 0,3 0 0,-4 1 51,0 0 0,-5 1 1,-2 1-1,-1 0 1,-1 1-1,1-1 0,3 0-36,0 0 0,2 0 0,0 0 0,0 0 0,-1 0 0,0 0-292,-3 0 1,-1 1 0,0 0 0,0-1 0,1 1 0,0-1 276,1 1 0,0 0 0,1 0 0,0 0 0,0 0-18,0 0 0,0 1 0,0-1 0,1 1 0,2-1 17,-4 1 0,3-1 0,-5 2 1,8-2 0,-4 1 0,-1 0 0,-2 1 0,2 0 0,2-1 0,3-1 0,-4 1 0,4 0 0,-3 1-15,2-1 0,-4 2 0,-1 0 0,0 0 0,2-1 0,4-1 15,1 1 0,3-2 0,-3 2 0,0 0 0,-4 1 0,0 1 0,2-1 0,3-1 0,-1 0 0,2 1 0,-4 2 0,-3 2 0,6-2 0,-2 1-111,4 0 0,2 0 21,8-4 90,-2 3 1265,7-4-1265,2-3 2172,1 1-2442,7-21 2154,-5 7-1929,7-12 0,2-1-45,-4 1 45,5-6 0,1 0 45,-3 1 0,-3 5 0,0-3 0,-1 1-729,-2 0 0,0 2 729,1-3 0,-1 1-646,-8-8 556,0 26 90,-11 5 0,5 2 45,-2 10 0,0 3-45,-1-3-135,4 3 0,-1 2 135,2-3 0,1-1 90,-5 9-45,2 1 0,0 2-45,5-7 0,1 1 30,0 1 0,0 3 0,2-2-30,0-1 0,2-1 60,6 3 0,4 3 0,3-4-15,5-3 0,2-3 499,3 6 0,3-2-544,0-10 0,4-5 0,-3 0-1097,-5-2 0,0-1 977,2 0 0,2 0 0,-1-1-330,-1-2 1,0-1-1,-1-1-1061,5-1 1,1 0 1060,-5 0 0,2 0 1,0 0-644,0-1 1,0 0 0,-1 1 1017,3-1 1,0 2 0,-4 0 0,1 1 0,-2 1 0,1 0 0,-1 0 0</inkml:trace>
  <inkml:trace contextRef="#ctx0" brushRef="#br0" timeOffset="177796">8551 5542 13020,'4'-16'809,"-1"0"91,-3-3-631,0 8 451,4-9-90,-3 12-540,2-1 539,-3 4-629,0 8 0,0 0 0,0 5 90,4 4-90,-3-3 0,8 10 0,-8-10 0,7 12 0,-6-12 0,4 15 0,-2-15 0,0 12 0,-2-15 0,0 7 0,-1-8 0,1 3 0,-1-5 0,1 2 0,-2-4 90,1 0-90,0-4 0,-1-2 0,0-3 0,0 2 0,-3-2 0,3 5 0,-5-6 0,2 5 0,0-4 0,-1 1 0,1 2 0,-2-5 0,3 6 0,-1-1 0,0 0 0,2 2 0,-2-3 0,1 3 0,0-3 0,0 4 0,0-4 180,0 4-90,0-1 180,0 1-270,1 2 450,-1 5-360,1 22-90,0-8-239,1 1 0,0 1 239,0-2 0,0 6 0,0 5 0,0-11 45,2 2 0,0-2-45,-1-3 0,3 0 0,0-1 0,-4-3 90,5 8-90,-5-14 450,2 4 0,-1-8-450,-1-16 0,1 4 0,-3-10 0,-1-2 0,2-1-45,-5-7 0,-1-1 259,4 0-214,-2 10 0,-3-3 0,2 3 0,3-5-45,-4 1 0,1 2 45,3 8-90,-1-4 180,2 24-90,2 4 0,-1 7 0,2 1 0,-1 7 0,0 2 0,0 1 0,0-2 0,0 5 0,0 0 0,0-4 45,0 3 0,0-1-45,0-4 0,0 1 0,0-1 353,0-4-353,2-1 0,0-2 0,0-4 0,3 3 270,-5-10 180,0-3-450,0-21 0,0 6 0,-2-13 0,-2-2 0,-1 0-681,1 6 1,1-3-1,-1 3 681,-2 5 0,1 1 0,1-8 0,0 0 0,-1 4 0,1 3 0,-2-4-90,1-9 90,2 23 90,14 21-90,-1-4-135,0 12 1,-1 2-226,3-3-1279,-6 7 1,-2 1-174,0-1 719,-2-3 1,-2 4 0,1-2 623,-1-9 1,0 0 0,0 2 0,0 3 0,0-3 0,0 10 0</inkml:trace>
  <inkml:trace contextRef="#ctx0" brushRef="#br0" timeOffset="180112">8823 5640 9602,'-10'1'1079,"2"-1"-629,3 0-91,-1 0 1,1 1-90,0-1 0,0 0 0,0 1 0,1-1-90,0 1 89,1-1-89,1 1 90,0-1 360,-1 1-1,1 0-359,0 0 360,0 0-180,1-1 1349,0 1-1530,11-6-179,-4 3 0,7-6 0,1-2 0,3 2 0,7-9 0,1 0-273,-12 9 1,1-1 317,7-4 0,3-3 0,2 0 0,-4 2-811,0 0 1,0 0 693,0 0 0,3-2 0,2-1 0,-1 1 0,-3 2-456,-5 2 1,-1 2 0,2-1 437,4-3 0,5-1 0,0-2 0,0 2 0,-4 1 30,-4 3 0,-2 2 0,3-1-30,3-2 0,3-1 0,2-1 0,-2 2 0,-4 1 0,4 0 0,-1 0 0,-5 3 0,3-2 0,2 0 0,-1 1 0,-4 0 0,1 1 0,-2 0 0,0 1 0,3-2 0,1 0 0,-1 0 0,8-3 0,-6 1 0,-8 2-198,-1 1 0,-2 0 198,-7 3 312,4-2-312,-8 6 1127,1-2-1217,-3 3-2093,0 0-156,-6 0-869,0 5-69,-5 1 3264,-2 0 0,3 2 1,-1-4-1</inkml:trace>
  <inkml:trace contextRef="#ctx0" brushRef="#br0" timeOffset="180879">8754 5672 12480,'0'-11'2249,"0"-2"359,0 7-1978,7-1-91,11 11-269,0-3 45,5 8 0,2 1-45,1-2-937,-4 1 1,3 1-1,-2 0 757,-5-3 0,-1 0 90,10 4 0,3 1-1,-9-5 1,2 1 0,-2-1-135,0 0 0,2-1 22,2 1 1,4 0 0,1 1-1,-4-2-983,1-1 0,-1 1 946,0-1 0,3 1 0,-1-1 0,-4 0 0,-1-1 0,-2 0-30,5 1 0,1 1 18,-5-1 0,3 0 0,2 1 0,0 0 0,-2-1-475,-1 1 1,-1 1 0,-1-1 0,2 0 456,2 0 0,1 1 0,1 0 0,-1 0 22,3 2 1,1 0 0,-1 1-1,-2-1-459,0 0 1,-2-1-1,0 1 437,2 0 0,0 0 0,-1 1 44,-2-1 0,-1-1 0,-5 0-44,-1-1 729,10 6-819,-20-9 1061,4 2-1330,-9-5-2779,1 0 1339,-4-6 1192,-5 4 607,-2-15 0,-6 9 0,0-9 0</inkml:trace>
  <inkml:trace contextRef="#ctx0" brushRef="#br0" timeOffset="182761">10132 4789 10951,'-7'-19'2248,"3"5"-988,-3-9-990,5 13 719,-2-9-809,3 12 629,-1-3-539,2 15 90,12 12-360,-8 0 45,9 2 0,2-1-45,-7-2 0,6 2 0,1 0 0,-4-3 45,1 1 0,-1-1-45,0-2 0,-1-1 0,1 1 0,-1-4 0,10 7 0,-10-11 0,11 0 0,-10-4 0,5-10-90,1-9 90,-6-2-45,-1-2 0,-1-1-305,-2-2 350,-4 5 0,1-3 0,-2 2 0,1-10 0,-2 9 0,0-4 0,0 3 0,-1-8 0,0 9 0,0 5 90,0 13 90,0 35-91,0-4-1108,0-4 0,0 4 0,0-3 1064,1-6 0,-2 1-45,0 8 0,-1 5 0,1-4 0,0-7 0,0-1 0,-3 8 0,-1 5 0,1-4 0,3-10 0,0 0-240,-2 10 0,-1 4 0,2-3-1326,2-1 1,0-3 1025,-1 7 0,2-3-90,1-8 1,2-4-2648,7 11 2688,2-15 1,4 5 0,-5-16 0</inkml:trace>
  <inkml:trace contextRef="#ctx0" brushRef="#br0" timeOffset="183629">11043 4753 12480,'0'-19'1169,"-7"5"180,1-10-1169,-8 12 0,3-6-90,-2 13 90,-3 0-180,5 10 0,-10 9 0,10 0-1639,-2 5 1,0 1-745,3-1 2383,0 0 0,2 1 1409,5 1-1409,5 9 0,-1-11 0,18 4 0,-10-15-180,21 2 90,-17-8-90,2-8 0,0-3 0,-2-1 459,-3-2 1,0-1-550,3-15 63,-6 10 0,-1-1 177,-2-3 0,1-2 0,-1 1 30,-1-1 0,0-1 0,-1-3 0,0-4 0,-2 5 0,1 9 0,-1 0 90,0-4 0,0-2 0,0 4-90,0-2 3172,0-7-3082,0 41-90,0-6 0,0 17 0,0 3-33,0 0 33,0-5 0,0 3 0,0-2 0,-1-5 0,2-1 30,0 7 0,0 4 0,2-4-30,5 7 0,-3-10 0,2 2 0,0-4 0,7 4 0,0-1 0,1-2 0,-2-7 0,2-3 0,1-1 0,-3-5 0,6-9 0,0-4 0,-4 0-45,3-9 0,-1-1 45,-6 2 0,-1-2 0,-2 1 0,-2 5 618,2-8-528,-6 24-90,0 5 0,-1 19 0,0-6 0,0-2 0,1 0 0,1-3 0,2 7 0,5-7 0,-2-6 0,12 2 0,-10-9 0,14-7 90,-14-5-90,1-2 0,-2-2 0,-3-5 45,-1-2 0,-2-1-45,-2 1 94,-3 5 1,-2-1-5,-4-8-90,1 8 0,-6-3 0,0 5 0,0 8-180,-8 0 1,11 13-1081,-9 2 721,11 8-1440,-3 7 1169,9-7-2248,7 11 2248,-3-16 724,15 6 0,-9-11 0,7 0 0</inkml:trace>
  <inkml:trace contextRef="#ctx0" brushRef="#br0" timeOffset="184047">11626 4711 11670,'16'-22'2969,"-7"0"-2520,2-1 631,-16-1-990,-3 17 180,-7-4-270,0 10 90,-3 5-90,6-3 0,-2 15 0,10-14 0,-1 22 0,4-16 0,6 7 0,3 0 89,-1-2-1728,8 6 1,1 1 754,-4-3 974,3 6 0,0 1 721,-5-5-721,0 5 0,-2 1-90,-2-2 45,0 4 0,-1 0 45,-1-3 0,0 3 0,0-1 0,-1-3 90,0 0 0,1 1-90,0-6 404,-2 0 1,1-2-225,-2-6 360,1 3-450,-9-11-90,-7-2 0,-1 0-90,0-6 0,1-3-90,-2-8-24,6 5 0,1-2-111,2-2 0,4-1-765,3-10 1,4-1 584,0 9 1,2-1-689,4-4 1,1-4 0,2 6 51,-1 8 0,2 2 1041,4-4 0,2-1 0,-1 3 0,8 0 0,-6 5 0,0 0 0</inkml:trace>
  <inkml:trace contextRef="#ctx0" brushRef="#br0" timeOffset="184712">10575 6212 5250,'5'-13'1709,"2"-2"1545,-6 3-1185,3-8-558,-4 12-1241,0-3-180,0 26 0,0-5 540,0 14-720,-4 1-540,3 3 360,-2 0 603,5-8 0,2-2-1772,1 0 989,2 3-630,0-13 811,-2-30 269,0 9 179,-2-12 1,-2-2 0,1 3 315,-1-3 0,0 1-225,0 3 89,0 2 1,1 2-270,0 7 540,2-3-450,-1 13 179,6 5-359,-4 5 90,12 11-90,-9-4 0,7 3 0,-3-2 0,-1-3-90,2 3-629,8 4 179,-7-7-405,2 0 1,1 0 135,-3-4-631,0 0 1,1-2 360,-4-3 1079,8 0 0,-12-11 0,1-2 0</inkml:trace>
  <inkml:trace contextRef="#ctx0" brushRef="#br0" timeOffset="184879">10870 6081 11311,'-4'-26'1169,"0"8"-539,-4 6-541,3 30-89,1 12-90,3-13 1,0 0-631,6 10 0,0-2-179,-2-4-740,10 3 1,1 0 1175,-4-4 1,2-5-1,0 0 1,1-1 0</inkml:trace>
  <inkml:trace contextRef="#ctx0" brushRef="#br0" timeOffset="185644">11574 6046 13919,'-7'-9'2519,"-14"-3"-1440,-1 6-899,-2 4 0,8 7 0,1 2-180,4 7 45,-2 1 0,0 2-45,4 0 0,1 0 0,0-2 0,1 0-1639,0 10 1,3-3 483,3-7 1672,6 13-607,-3-19-3144,18 2 2875,-13-8-977,22-5 1066,-16-10-45,4-4 0,-1-2 225,-7 5 0,-2-1-45,8-12 0,-1-3 135,-6 6 0,-2-2 90,-1 2 0,-1-3 0,0-1 0,-1 1 180,0-3 0,-1 0 0,0 1-151,1-1 1,-1 0 0,-2 2 240,-1-5 0,-3 8 2162,-1 18-2432,-1-3 0,1 21 0,1 7-90,2 2 45,-1 10 0,1 0-273,2 1 228,1-9 0,1 5 0,1-5 0,1-7 0,1 0-60,2 5 0,0 3 0,1-5 60,8 5 1403,-6-7 1,0 0-1854,14 3 270,-8-9-45,2-4 0,1-1 136,-2-4 89,1-4 0,-1-3 0,-3-4 269,11-7-179,-17 3 837,1 5-837,-8 9-180,7 6 90,-7 2 0,22-3 0,-14-3 0,8-5 0,0-2 0,-1-4 0,-1-1 0,0-2 90,-4-3 135,-2-1 0,-2-1 44,-3 1 389,-1-9-118,-10 3-450,-4 8 0,-1 2 0,-1 2-90,-5 4-90,-12-1-90,18 5-719,-6 7-271,14 2-179,0 13 629,11-8-1708,7 14 1438,2-15-269,4 7-900,1-8 1775,-5-4 1,7 1 0,-6-4 0</inkml:trace>
  <inkml:trace contextRef="#ctx0" brushRef="#br0" timeOffset="186112">12225 5987 13110,'10'-19'3276,"-4"-3"-2685,-1 4 219,-17 0-540,-7 14-180,-1 0-90,-9 15 0,20-4 0,-6 9 0,13-5 90,-1 1-90,9-4-3277,9 3 3162,-2-8 294,9 1 1,3-4-90,-9 0 630,13-5-360,-20 4 989,8 3-899,-9 7 629,6 19-809,-9-6-433,-1 5 0,-1 0 343,0 2-180,-2-6 0,-1 2 45,1 3 0,-1 0 0,0-10 0,0 2-45,0 9 0,0 4 0,0-3 0,0-9 0,0 1 0,0 8 0,0 4 0,0-4 45,0-10 0,0 0-45,0 5 0,0 2 0,0-3 90,0 3-161,-3-5 0,1-1 251,1-10 2850,-20 2-2940,12-19-1425,-8-7 0,0-3 1335,5-9-60,5 5 0,0-5 0,1 3 233,4 6 1,1-1-714,4-9 1,1-5-1,1 4 45,-1 8 1,2 0-599,5-9 1,4-2 0,-1 4-58,-4 8 0,2 1 57,7-5 1,2-2 0,-1 3-547,-4 7 1,-1 2 1091,9-7 1,0 2 0,-10 9 0,0 0 0,13-6 0</inkml:trace>
  <inkml:trace contextRef="#ctx0" brushRef="#br0" timeOffset="189278">12195 4618 11940,'-11'-10'1259,"2"0"-899,0 6 0,2 0-180,1 1-90,1 0-90,3 2 180,0-1-90,2 1 90,0 0 359,21-4-449,-7 1 180,14-1 0,4-2-677,-16 4 0,2 0 429,4-1 1,4 0-1,1-1 1,-3 1-580,2 1 0,1-1 572,-4 1 0,3 0 0,3-1 0,0 0 0,-2 1 0,-3 0 15,-1 0 0,-2 1 0,2 0-12,5-1 0,4-1 0,1 0 0,-2 0 0,-6 2 27,-1-1 0,-1 1 104,3-1 1,2-1 0,-4 1 120,-2 0-398,9-2 218,-25 3-180,0-2-1799,-6 1-67,0 0-1321,0 1 3377,6 2 1,3-1-1,7 1 1</inkml:trace>
  <inkml:trace contextRef="#ctx0" brushRef="#br0" timeOffset="189579">13432 4242 13199,'0'-15'2249,"0"3"-1169,0-2-1080,-5 7 449,4 0 91,-3 19-180,4 11-270,0 5-90,1-11 0,2 0 45,-3 6 0,1 0-292,1-8 1,0 2 6,-2 7 0,0 5 0,0-4-120,-1-7 0,2 1-733,0 9 1,1 3 0,1-3-547,1-8 1,1-1 1441,1 4 1,1 3-1,0-4 1,2-6-1,0-2 1,0 5-1,1 0 1</inkml:trace>
  <inkml:trace contextRef="#ctx0" brushRef="#br0" timeOffset="190461">12738 6060 13289,'-22'1'989,"0"0"1,0-1 0,-1 0-810,0 1 0,0 0 359,-3-1 1,9 0-360,17 0-90,-4-7 45,22 1 0,10 1-135,-13-2 0,1 0-820,4 1 1,5 0 0,1-1 0,-3 2 806,1-1 1,1-1 29,-2 2 1,5-2 0,2 0 0,0 0 0,-3 0-585,1 1 0,-1 0 0,0 0 0,0 0 544,0 0 1,1 0 0,-1 0-1,0 0-435,2 0 0,0 0 1,-2 0-1,-5 2 98,8-2-652,-5 2 1,-2 0 201,-12 2-775,3 0 146,-12 1-809,2 1 2248,-1 0 0,1 0 0,-2 0 0</inkml:trace>
  <inkml:trace contextRef="#ctx0" brushRef="#br0" timeOffset="190862">13684 5748 14639,'0'-9'1259,"0"1"-90,0 2-359,-5 3-450,-2 23-271,-1 3 1,0 5-90,4-7 0,0 2 0,1 0-1093,-1-1 1,1 0 0,0-2 1034,0 3 1,3-1-949,3-1 0,1-3 1096,-2 6-514,10-1 1,2-1 423,-3-7 0,10-2 0,2-3-90,-2-4 90,6-5 0,2-3 0,-3-11 0,-8 3 0,3-2 0,-4-1 0,-6 0 0,-1-3 0,1-5 0,1-4 0,-3 3 0,-4 5 0,-4-1 0,-2-3 0,-3-5 0,-1 0 0,-1 5 0,1 2 0,-4 1-30,-7-7 0,-5-3 0,1 6 30,7 11 0,-1 3-180,-8-1 0,-2 0 0,2 2-270,-7 3-854,-2 8 0,2 3 45,7 3 1259,7 6 0,-1 4 0,3-1 0,5-5 0,2 1 0,-4 12 0,-1 0 0</inkml:trace>
  <inkml:trace contextRef="#ctx0" brushRef="#br0" timeOffset="194596">13381 4330 8522,'-7'0'450,"0"0"-270,5 0 0,-1 0 0,1 0-1,0 0 91,-2 0 450,0 0 179,0 0-629,0-2 90,3-3-180,1 1 270,0-5-270,0 5 179,0-6-179,0 5 180,0-6-270,0 7 360,0-5-270,0 6 359,0 14-359,5-3-45,-5 10 0,1 2-45,7-1 45,-5 6 0,-2 1-257,4-1 257,-1 5 0,1 1-45,-1-3-30,0-7 0,1 2 0,0-2-2463,1 8 2448,-1-8 0,0 1 0,0-3 0,-1-1-45,2 5 44,0-1 1,0 0 45,-2-6 0,4 13-90,-6-19 450,3 5 0,-4-11-291,1-5-159,-1-17 0,-1 1-45,0-5 0,0-1 45,-5-2 6,5 6 0,0-5 0,-1 4-6,-1 4 0,0 0 0,1-7 0,2-3 0,-1 3-90,0-9 90,0 10 0,-1-3 0,0 3 0,0 4 0,0 2-568,0-4 0,0 1 568,-1 0 0,1 11-90,0 3 2154,1 1-2064,0 12 0,0 1 0,4 22 0,-3-13 45,3 2 0,-1 0-45,-2-3 0,3 2 0,0-1 90,-3-2-90,2 1 0,1 0 0,-3-3 90,5 16-90,-5-19 1510,2 11-1510,-2-15 90,1 3-90,-2-8 180,1 0-90,-1-1-90,1-5 0,0 3 89,-1-4-89,1 3 0,-1-1-89,0 1 89,0 1 0,0-1 0,0 1 0,0-2 0,0 2-3277,1 0 0,-1 12 0,5-4 2788,-4 11 1,9-9 0,-4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26:40.8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6719 3914 8792,'-11'4'720,"1"0"-361,1-4 1,0 0 0,-1 0 0,0 0 359,-4 0-449,2 0 720,-16 0-181,4-4-539,0 3 450,-1-6-451,17 7 1,-6-2-180,9 2 180,-1 0 0,37 0-180,-13 0-1180,6-1 1,7-1 0,-3-1 1134,-7 0 0,1-1-45,5 0 0,6-1 0,0 1 0,-3-1 0,-9 1 0,-2 0 0,3-1 18,5 1 0,4-1 0,2 0 0,-1 1 0,-5 0-18,-4 1 0,-2 0 0,2 0 18,3-1 0,4 0 0,2 0 0,-3 0 0,-3 0-18,3 0 0,1 1 18,-6 0 0,4-1 0,1 0 0,0 0 0,-3 1-748,2-1 0,-2 1 0,0-1 730,3 1 0,0-1 0,-1 0 0,5-1 0,-5 2 0,-14 0-630,9 0 181,-17 2-2700,5 0 1170,-8 1 2540,2 5 1,-2-3-1,2 3 1</inkml:trace>
  <inkml:trace contextRef="#ctx0" brushRef="#br0" timeOffset="883">9023 3891 11311,'-17'0'989,"-4"0"-539,4 0 629,-4 0 1260,15 0-2069,20 0 44,3 0 1,3 0-270,2 1 0,2-2-781,-1 0 1,3 0-1,1-1 1,-4 0 735,5 2 0,2-1 30,-7-1 0,4-2 0,2 1 0,1-1 0,-2 0 0,-3 1-475,3 0 0,-2 1 1,5-1 454,-7 0 0,3 0 0,3 0 0,2-1 0,1 0 0,0 0 0,-2 0 0,-2 1 0,-3 0-467,6 0 0,-4 0 1,0 0-1,5 0 465,-9 1 0,3 0 0,2-1 1,2 1-1,1-1 0,0 0 0,0 1 1,-1 0-1,-2-1 0,-2 1 0,-3 1-253,5-1 1,-4 0 0,-1 1 0,0-1 0,5 1 253,-3 0 0,2 0 0,3 0 0,1 0 0,1-1 0,0 1 0,-1 1 0,-2-1 0,-1 0 0,-3 0 33,3 1 1,-4-1-1,-1 1 1,1 0-1,4-1-42,-4 1 0,2 0 0,3 0 0,1-1 0,0 1 0,1 0 0,-2 0 0,-1 0 0,-1 0 0,-4 1 0,8 0 0,-4 0 0,-1 1 0,5-1 0,-5-1 0,4 0 0,2 0 0,1 0 0,0 0 0,-2 0 0,-2 0 0,-4 1-91,1 1 0,-4 0 0,0 1 0,1-1 91,3-1 0,2-1 0,0 0 0,-1-1 0,-1 2 90,7 0 0,-2 1 0,-4-1 482,-1-1 1,0 0-423,1 0 0,3 0 0,-6 0 1610,-2 0-1580,8 0 0,-20 0-180,-3 0 1886,-1 0-1886,-5 0-3133,1 0-144,-13 0 2514,4 0 1,-10 0 0,5 0 0</inkml:trace>
  <inkml:trace contextRef="#ctx0" brushRef="#br0" timeOffset="2366">7298 3253 13829,'-8'7'360,"1"-2"359,6-5-449,6 1-180,7-10-45,3 2 0,2 0-45,-3-1 0,2-2-763,4 0 0,4-1 0,-3 1 763,-3 1 0,-1 1 45,10-4 0,1-2 0,-1 3 0,-2 0-112,-10 5 0,1-1 157,3-1 0,3-1 0,-4 2 0,2-2-45,-4 2 0,0 0-45,-7 4 0,5-4 0,-11 6-180,0-1-3097,-1 2 233,-2 6 3044,0 1 0,0 5 0,0-2 0</inkml:trace>
  <inkml:trace contextRef="#ctx0" brushRef="#br0" timeOffset="3200">7960 3006 10411,'-5'-18'1079,"3"5"-539,-6 0-360,7 7 0,-4-1 90,4 3-270,-1 1 90,1 1-90,0 9 90,0 10-90,1-1 135,2 2 0,1 0-46,-2-1-89,4 10 180,4-1-90,-7-9 0,7 1 0,1-1 0,-6-2-45,4 0 0,1-1 45,-4-2 0,6 11-90,-8-15 540,4 4-181,-5-9 91,1 0-450,-3-10 0,1-2 0,-6-5-90,-1-14 90,0 11 0,-1-5 0,0 0-90,3 0 90,-3 2 0,0-2 0,2-1 0,0 1 0,-2-6-45,2 7 0,1 4-45,3 11 180,4 16-90,-2-1-135,3 10 1,2 1-226,-1 0-855,0 7 1,1 0-682,2 0 1896,-5-5 0,0 2 0,-1-2 0,1-5 0,0-1 0,-1 9 0,1 0 0</inkml:trace>
  <inkml:trace contextRef="#ctx0" brushRef="#br0" timeOffset="3899">9786 3366 12570,'-9'0'809,"2"1"-89,6-6-450,14-2-180,-5-6 0,9 1 0,2 1 0,1-5-1144,-2 4 1,2 0-1,-1 1 1099,-5 4 0,1-1 45,7-3 0,2-1 0,-2 1 294,-6 4 1,-1 0-266,7-3 1,2-1 0,-1 0-30,-5 2 0,-1 0-918,5-2 1,-3 1 917,2-3-90,-11 5-90,-4 2 1954,0 0-4832,-4 3-309,0 3 509,0-1 3340,0 0 1,1 1 0,0-1 0</inkml:trace>
  <inkml:trace contextRef="#ctx0" brushRef="#br0" timeOffset="4518">10452 2812 11850,'1'-14'2609,"0"4"-2519,-5 4-90,3 10 90,-5 17-90,5-3 0,0 3 0,-1 0 90,2-1-45,-1 3 0,1-1-45,0-3 44,5 0 1,0 0-45,-3-5 0,14 8 90,-3-6-90,-1-6 90,11 7-90,-13-12 0,16 0 0,-14-4 0,3-8 0,0-2 0,0-1 0,2-9 0,-1-3-90,-3 0-697,-5 4 1,0-5 0,-1 2 831,-3 6 0,-2-2 164,0-12 1,-3-5 0,1 4-120,1 10 0,-3 0 90,-3-7 0,-3-4 0,1 5-90,0 2-577,-6 5 0,-1 2 487,4 9-270,-16 0-1214,8 21 0,2 6 674,2-10 1,0 2 654,0 6 1,0 4 0,0 2 0,2-3 0,0 0 0,1 0 0,-1 2-1,0 1 1,0-1 0</inkml:trace>
  <inkml:trace contextRef="#ctx0" brushRef="#br0" timeOffset="7465">4837 3901 11580,'-8'-5'900,"2"1"-450,3 4-181,1 0 1,0 0 0,1-2 90,5 1-270,10 7 0,-1 3-45,2 3 0,0 1-45,-4 1 0,3 1 0,0 0 0,-4-4-90,-1 4 0,0-1-180,-2-1-720,-1 3 1,-1 0-180,-2 0-470,0 3 1,-2-1 1400,-1-1 0,0 10 1,0-13-1</inkml:trace>
  <inkml:trace contextRef="#ctx0" brushRef="#br0" timeOffset="8233">5093 4347 13289,'-1'16'360,"-2"-3"-180,13 14-180,-6-12 45,1 4 0,1 1-45,0-4 0,0 4 0,0-1 0,-1-4 0,1 2 0,1 1 90,-2-3-90,1 2 0,0 0 0,-1-3 0,4 12 0,-7-20 450,1 4-450,-8-15-90,-1-2 135,-4-9 0,-1-3-45,-1-3-1639,-2-3 1,1 0 1433,3 5-195,1-2 1,0 2 399,3 4-18,-3-10 18,7 18 359,-1-2-179,13 22-180,-7-6 90,13 14-90,-7 3 0,1-8-135,-3 4 0,0 1-224,-2-2 369,0 3 0,0 1-10,-1-4 0,0-1 0,0-1 0,-1-1 0,5 13 0</inkml:trace>
  <inkml:trace contextRef="#ctx0" brushRef="#br0" timeOffset="9816">9105 3915 11131,'15'6'1169,"-1"0"-719,-3-2-90,2 0-91,2 1 181,10 2-180,-2-1-1608,6 0 1,2 0 1427,-14-3 0,1 0 22,7 0 1,5 2-1,3-1 1,-2-1-442,-5-1 0,0 0 1,1 0-1,-1-1 1,0 1 328,-1 0 0,0 0 0,0 0 0,0 0 0,2 0 0,0-1 0,1 0 0,2 0 0,-1 0 0,0 0 0,-2-1 0,-4 1-352,6-1 1,-4 0 0,3 0 351,-3 0 0,3-1 0,2 0 0,1 0 0,-1-1 0,-1 1 0,-4 1-318,6-1 0,-3 1 1,4-1 304,-6-1 0,4-1 0,2-1 0,1 0 1,0 0-1,-3 1 0,-4 0-17,7-1 0,-5 2 0,5-2-15,-8 0 0,4-1 0,1 0 0,3-1 0,0 0 0,-1 0 0,0 0 0,-2-1 19,-2 1 0,0-1 1,-2 0-1,1 0 1,0 0-1,1-1 0,1 0-34,-2 1 1,1-1 0,1-1-1,1 1 1,1-1 0,-1 0 0,0 0-1,-1 0 1,-1 0 0,-2 1 59,3-2 0,-2 2 0,-1-1 0,-1 1 0,1-1 0,0-1 0,0-1-12,0 0 1,2-1 0,0-2 0,0 1-1,0-1 1,-2 1 0,-3 0 0,-2 2 198,4-4 1,-4 2 0,3-4-158,-3 1 0,4-2 0,0-2 0,1-1 0,-3 2 0,-4 2 0,1-1 0,-4 2 0,1-3 77,1-2 1,3-3 0,-1-1 0,0 0 0,-5 5-18,2-4 0,-3 1-45,-2 2 0,-1-2 0,0 0 0,-3 3-45,-2 4 0,-4 1 0,-10-15 0,-6 2 0,-7 6 22,2 10 1,-6 0-1,-1-1 1,3 3-23,-4 0 0,-3 1 25,6 3 1,-4 0 0,-3 0 0,-2 0-1,0 0 1,3 1 0,3 0-106,1 2 0,3 0 1,0 0-1,-4 1 80,3 0 0,-4 1 0,-2-1 0,-2 1 0,0-1 0,0 1 0,2 0 0,2 0 0,3 1 0,-3-1 0,4 1 0,0 0 0,-3 1-12,2 1 1,-4 2 0,-1 0 0,-2 1 0,1 0 0,0-1-1,3 1 1,4-1 11,-3 0 0,5-1 0,0 0 0,-4 3-13,1 0 0,-4 2 0,-2 1 1,0 1-1,1 0 0,3-1 0,3-1 13,-4 1 0,5-1 0,-2 3-180,2-1 0,-4 3 0,0 2 0,0-1 1,2 0-1,5-2 0,-4 4 0,2 1-180,3 0 0,-2 5 1,1-1-1,7-2 90,5-4 0,4 0-690,1 6 1,2 3 0,1-3 262,7 6 697,3-3 0,3-1 0,6-7 0,-6-6 0,1-1 0</inkml:trace>
  <inkml:trace contextRef="#ctx0" brushRef="#br0" timeOffset="10117">11672 2986 13559,'4'16'1799,"-1"1"-1529,-4-1 0,-3 0-180,-6 7-1183,2-3 1,-3 3 0,0-2 79,-1-4 0,-2-1 1013,-2 5 0,-3 4 0,-1 1 0,3-4-404,3-5 1,1-2 0,-1 1 403,-2 3 0,-2 1 0,-1 0 0,1 0-90,-4 2 0,1 0 0,0-1 153,4-5 0,0-1 0,-2 2-261,0 0 0,-3 3 0,-1 1 0,1-1 0,3-3 48,1-1 0,2-2 1,-3 2-283,-2 2 0,-4 2 0,0 2 0,1-1 1,4-4 26,0 0 0,1 0-415,1-1 1,-3 2 0,1-1 0,3-3 780,4-4 1,1 0-1,-3 1 1,1-1 0,-3-2-1</inkml:trace>
  <inkml:trace contextRef="#ctx0" brushRef="#br0" timeOffset="10416">10928 3161 13919,'-17'-12'180,"7"4"1079,-2-1-359,11 12-540,4 6 179,8 14 1,3 3-1010,-4-9 1,2 1 536,1 4 1,3 3-1,0 2 1,-2-5-679,1 2 0,0 0 664,-1-3 1,2 3 0,1 1 0,0-1 0,-3-3-54,-1-3 0,-2-2 0,2 2 18,1 3 0,3 2 0,1 2 0,-1-2 0,-3-3-18,3 3 0,0-1 0,-1 0 0,3 3 0,-1 0 0,-3-4 0,-2-2 0,-1 0-60,4 6 0,2 4 0,-3-4-30,-6-9 1,-1 1-481,3 7 0,1 5 1,-3-5-151,0 5-919,-4 1 1,-3-3-1022,-9-10 2660,-4-5 0,-4-1 0,-8-4 0,5-3 0,1 0 0</inkml:trace>
  <inkml:trace contextRef="#ctx0" brushRef="#br0" timeOffset="11202">6776 3940 11490,'-13'0'1350,"-13"1"-1,-4 1-989,0-1 179,10 1 1,2 0-360,5-1 270,-8 1-360,17-2 629,0 0-359,15 5-180,-1-4-30,7 2 0,6 1 0,-1-1-882,-3-1 0,1 0 732,2-1 0,5 1 0,0-1 0,-2 0-1394,4 1 1,-1-1 1393,-2-1 0,1 0 0,3 0 18,-6 0 0,2 0 0,1 0 0,0 0 0,-3 0-491,5 0 1,-1 0 0,3 0 484,-5 0 1,5 0 0,1 0 0,2 0 0,-1 0 0,-3 0 0,-2 0-13,-2 0 0,-3 0 0,0 0 0,4 0 0,-2 0 0,3 0 0,2 0 0,1 0 0,0 0 0,-1 0 0,-3 0 0,-2 0 0,1 0 0,-3 0 0,-1 0 0,4 0 0,-1 0 0,4 1 0,1 0 0,1-1 0,-1 1 0,-3 0 0,-3 0-30,3 1 0,-5 0 0,3-1-132,1 1 0,2 0 0,1 0 1,-2-1-1,-4 1-108,-1 1 0,-2-1-600,2 0 1,2-1 0,-5 1-750,-4-2 1619,-4 2 0,-11-2 0,-5 0 0</inkml:trace>
  <inkml:trace contextRef="#ctx0" brushRef="#br0" timeOffset="11567">6527 4114 15628,'-5'8'-270,"2"-2"540,23-3-180,-2-1-1183,5-1 1,7 0 0,-2-1 80,-3-2 0,2-2 1048,0 2 0,5 1 0,2 0 0,-1-1 0,-4-1-167,-1-2 1,-2 0 0,3 0 142,-3 2 1,4 1 0,2 0 0,1 0 0,-1 0 0,-2 0 0,-3-1 9,-1 0 1,-3 0 0,0-1-1,5 1 18,-4 1 0,4 1 0,2 0 0,2 0 0,1 0 0,-1 0 0,-1 0 0,-3 0 0,-3 0 5,4 0 0,-5 0 0,0 0 0,5 0-23,-4 0 1,5 0-1,1 1 1,2 0-1,-1 0 1,-2-1-1,-2 1 1,-4 0 7,2 0 0,-4 0 0,3 0-30,1 0 0,2 0 0,2 0 0,-2 0 0,-6 0 0,2 0 0,-2 0-30,2 0 0,3 0 0,-6 0 154,0 0-573,2 0-2828,-17 3 3032,-27-2 1,4 2 0,-2-3 0,0 0 0</inkml:trace>
  <inkml:trace contextRef="#ctx0" brushRef="#br0" timeOffset="16099">6691 4024 8972,'-10'0'270,"1"0"-90,3 0 0,1 0 89,-2 0-89,1 0 90,-1 0-90,1-4-90,0 3 90,0-3 0,0 4 0,0-3-90,0 2 89,1-2 1,0 3-90,0-1 90,0 0-90,1 0 0,1 1 0,-2 0-90,3 0 360,-2 0-270,3 4 90,5 2 0,2 9 0,6-5 269,10 12-359,-4-11 0,4 1 0,1 0-406,4-2 346,-2-1 0,7 1 0,0-1-318,-9-3 0,0-2 0,1 0 0,2 1 306,1 0 0,3 0 0,0 0 0,0 0 0,-1-1-18,-2 0 0,-2 0 0,0-1 0,2 0 18,-1-1 0,2 0 0,0 0 0,-2-1 0,-4 0-18,4 0 0,-1-1 22,3 0 1,4 1-1,1-1 1,-5 0-23,0-3 0,0-1 18,-5 3 0,4 0 0,2-1 0,-2 1 0,-3-1-1383,5-1 0,-1-1 1365,0 0 0,2 1 0,0-1 0,-2 1 0,0 0 0,0-1-456,-1-2 1,1 0-1,1 0 1,-2 0 455,-3 2 0,-1 0 0,1 0 0,1-1 0,0-1 0,3-1 0,0 0 0,-2 0 0,-5 0-37,2 0 0,-1-1 104,-1 0 1,3-3-1,0 1 1,-4 0-23,-3 1 0,-1-1 45,6-4 0,3-3 0,-4 2-90,-8 5 0,-1-1 89,5-4 1,1-4 0,-2 3 0,3-7-60,-6 6 0,1-4 0,-3 3 60,3-9-60,-6 7 0,0-3 0,-1 3-30,-1-10 0,-1 7 0,-1-1 0,-3-4 0,0 1 45,0 10 0,-1-2-15,-3-9 0,-2-5 0,0 5-30,4 7 0,-1 1 22,-4-1 1,-4-4-1,1 1 1,1 3-23,3 1 0,-1 1 30,-6-7 0,-4-3 0,2 4-30,5 8 0,-1 1-109,-5-6 0,-3-3 0,1 4 109,5 7 0,-1 1 30,-7-6 0,-3-2 0,1 2 492,0 3 0,-2 0-545,3 3 1,-2-1 0,0 0-1,2 1 23,-6-2 0,-1 0-23,3 4 1,-2-2 0,0 1-1,3 2 23,1 0 0,-1 1 0,-3 0 0,-5-2 0,0 1 0,4 2 552,0 0 0,0 1-552,3 2 0,-4-1 0,-2 1 0,1-1 0,4 2-522,3 1 0,2 0 0,-1 1 522,-3-1 0,-1 0 0,-2 0 0,2 1 0,0 0 0,0 2 0,0-1 0,0 1 0,-1-1 0,1 0 0,-1 1 0,1 0 0,-2 1 0,1 0 0,0 0 0,1 0 198,-4-1 1,1 0-1,1 1-198,2 4 0,0 1 0,2-1 0,0-2 0,0 1 0,0 1 0,-3 2 0,1 0 0,3 0 0,2-1 0,1 1 0,-6 4 0,-4 2 0,4-1 45,10-3 0,0 1-15,-7 5 0,-2 3 0,3-2-30,7-4 0,0 1 67,-3 2 1,-2 3-1,-2 1 1,4-1-8,0-1 0,2-1 0,0 1-444,-3 2 1,-1 1 0,1-1 428,0 3 0,1 0 0,3 3 0,2-1 148,4-8 0,1 1-163,-2 8 0,0 4 0,2-3-30,4-7 0,1 0 0,-1 8 0,1 4 0,0-4 45,2-9 0,1 1-45,1 6 0,1 3 0,0-4 0,-1 8 30,4-11 0,2 2 0,-2-2-30,1 6 30,3-6 0,2 3 0,0-4-30,3 6 30,0-6 0,2 2 0,-2-4 234,8 4-234,-4-7 0,3 3 0,-1-3-30,-5-4 0,0-1 22,4 1 1,2 3-1,2-1 1,-4-2-23,1 0 0,1-1 0,3 1 0,4 1 0,0 0 0,-4-2-137,1 0 0,0-1 159,1-1 1,5 3-1,0-2 1,-4 0 21,-2-2 1,0 0-45,-3-1 0,4 1 0,1 0 0,-1 0 0,-4-2 0,2 1 0,0 0 22,3-1 1,4 2 0,1-2-1,-5 0-22,-4-2 0,0 0 0,2-1 0,5 0 0,0 0 0,-3 0 0,-1-1 0,1-1 0,1 1 0,5 0 0,1-1 0,-4-1 30,-4 0 0,-1-2 0,0 1-30,2 1 0,2-1 0,0 1 0,-3-2 0,-2-1 0,-2-1 0,2 0 0,0 0 0,3 0 0,-1 0 0,-4 0-128,4-3 1,0 0 127,-1 0 0,5-2 0,0 1 0,-5 0 0,-2-1 0,-1 0 0,0 0 0,2-1 0,-1-1-30,-3-2 0,0-1 0,-2 1 30,0 0 0,1-1-23,-1 0 1,2-4-1,-1 0 1,-2 3-23,-3 0 0,0 0 15,5-8 0,1-3 0,-3 2-15,-7 8 0,-1-1 15,3-10 0,1-3 0,-3 2 30,-4 9 0,-2-1-45,0-2 0,1-5 0,-2 1 0,0 3 0,-1 0 0,-2 0-9,-1 2 0,-2-5 0,-1-1 0,-1 1 0,1 5 54,-1-5 0,-2 1-18,-1 5 0,-1-4 0,-1 0 0,-2 0 0,0 2-5,-5-1 1,-1 2 0,-1 0-1,1 1 0,3 2 1,1 1 0,0-1-1,-4-1 8,-1 1 0,-5-2 0,0-1 0,-1 1 0,2 1 0,3 4-130,1 1 0,2 3 0,-2-1 145,-2-2 0,-4-1 0,-1-2 0,1 2 0,4 3 0,-2 0 0,-1 1-23,-2 1 1,-6 0-1,1-1 1,3 3 22,0 1 0,-1 1 0,3 2 0,-5 0 0,-2 0 0,2 1 0,4 2 0,5 4 0,4 1 0,-4 2-45,-1-1 0,-4 0 0,-1 1 0,0 1 0,1 0 0,4 1-45,-3 2 0,3 1 0,-3 2-206,4-2 1,-3 2-1,-2 1 1,-2 1-1,2-1 1,1 0-1,4-1 115,-1 0 1,3-1 0,1 0 0,-4 3-230,1 0 0,-3 2 1,-2 2-1,-1 0 1,0 1-1,2-1 0,0-1 1,4-1 236,-4 3 0,3-2 1,1-1-1,-3 3 0,5-4 1,-2 2-1,0 1 1,-1-1-1,1 1 0,0-1 1,3-1-1,-1 2 0,-1 0 1,1 0-1,-1 0 1</inkml:trace>
  <inkml:trace contextRef="#ctx0" brushRef="#br0" timeOffset="20716">8332 2947 12210,'14'-19'0,"-5"6"0,8-3 0,4-1 30,-1 4 0,2 0 0,0 0-811,-4 1 0,-2 1 1,4-1 780,6-1 0,5-1 0,-1 2 0,-4 1 0,-1 1 0,1 2 0,-3 1 0,5-2 0,2 1 0,0 0 0,-3 1 0,3-1 0,-2 2 0,1-1-716,-4 1 1,2 0 0,-1 0-1,-2 0 716,-2 2 0,-1-1 0,-1 2 45,5-2 0,-3 2 928,6-1-973,-2 0 0,-1 0 0,-9 3 0,11-3 90,-20 4-1169,1-1 1079,-22 4 0,9-2 0,-13 3 0</inkml:trace>
  <inkml:trace contextRef="#ctx0" brushRef="#br0" timeOffset="23000">9821 2453 10141,'0'-8'180,"0"1"-90,-5 5 0,4 0 450,-4 0-91,2 2-359,2 6-90,-3-5 90,3 10-90,0-3 180,1 2 0,0 8 0,11-1-90,-1 3 0,5-5 90,8-2-90,-13-9 180,15 2-180,-16-6 179,14-11-89,-2-7-45,-8 3 0,0-2-45,6-5 0,-10 7 0,-2 2-90,-2 3 180,5-7-180,-7 12 0,3-2 0,-4 6 0,1 6 90,-1-3-45,2 11 0,1 7 0,0 2 0,1 1-237,-1 1 1,1 1 191,-1 1 0,0 2 0,-1-4 0,-1-7 0,0-1 30,1 8 0,1 3 0,-1-4-30,2 8 60,-2-11 0,1 3 0,-2-4 30,2 5-45,-1-2 0,0 0 134,-2-6 361,1 11-270,-3-18 270,1 3-540,-7-10 0,1 1 0,-15-16 0,8 10 0,-1-12 0,0-1 0,2 7 0,0-9 0,0 0 0,3 2-45,2-2 0,0-1-45,3 1-450,1-4 0,1-1-89,9 1 269,-8 5 0,2 0-1279,11-1 1,2 1-272,-3-5 1910,5 1 0,1 1 0,-2 2 0,5-5 0</inkml:trace>
  <inkml:trace contextRef="#ctx0" brushRef="#br0" timeOffset="23616">9808 2234 11670,'0'-8'180,"0"2"450,-5 3-540,1 11-90,-3-7-90,0 20 90,3-14 90,0 15-90,2-15 0,0 9 90,2-9 90,3 0-180,0-9 0,4-9 0,-3 1 90,3-9-90,-5 11 0,4-3 0,2 7 0,-1 2 0,4 6-360,6 8-90,-5 2-1124,4 0 0,2 1 225,-1-1 960,2 2 0,1-1 0,1 0 1,-7-6-1,1 1 0</inkml:trace>
  <inkml:trace contextRef="#ctx0" brushRef="#br0" timeOffset="24216">10453 2492 12120,'-10'-9'-450,"18"0"91,3 5-316,7-1 0,3 0 136,-2 1-226,6-4 0,0 0 496,-1-1 388,-6 1 1,4-1 0,-3-1 779,-1-1 1,-2 0-675,3 0 0,0 0 855,1-8-451,-17 15-359,-5 0-270,2 11 90,0-4-90,1 8 90,16-9-90,-10 3 90,20-3-90,-14-1 180,17-8-90,-16 5 90,2-7 0,-1-2-91,-3 3 1,5-11 360,-5-2 90,-1-3-450,-1-1 180,-3-1-270,-5 17 0,1-2 0,-3 8 90,0 15 0,0-3-90,0 12 0,0 1 89,5 2-911,-3-4 1,0 3 0,1-3 821,3 9 30,-2-8 0,1 3 0,-1-4-158,-2 7 173,5 1 0,1-1-45,-5-5-45,1-6 0,0-1-675,-1 6 91,-1-9-2648,-12 7 797,0-14 2480,-6-1 0,-2-1 0,-8-3 0,6 1 0,1-1 0</inkml:trace>
  <inkml:trace contextRef="#ctx0" brushRef="#br0" timeOffset="24449">9318 2362 10411,'-7'14'210,"0"0"0,4 9 0,5 3-180,5 0 0,3 1 0,0 0-824,-3-6 0,0 0 0,3 1 726,6 2 1,3 2-1,2-2 1,-4-3-203,-1-1 0,1 0-540,1 0 1,5 3-1,0-1 1,-2-3 809,0-1 0,0-2 0,1 1 0,1 0 0,0-3 0,-4-4 0,1 0 0</inkml:trace>
  <inkml:trace contextRef="#ctx0" brushRef="#br0" timeOffset="24667">10976 2043 12660,'1'16'450,"0"-1"-361,-6 15-897,4-6 658,-2-4 0,0 4 0,0-2-677,3-3 0,-1 1 7,-2 2 1,-3 5 0,0 0 0,0-4-820,0 2 1,-1-2 1459,-2 2 0,-2 1 0,0-2 1,-2-3-1,-2-1 0,0 1 1,-1 0-1</inkml:trace>
  <inkml:trace contextRef="#ctx0" brushRef="#br0" timeOffset="25515">6548 3991 10861,'-13'-8'1619,"1"1"-1079,6 2-271,1 1 541,-2 1-450,3 1 449,-3-1-539,4 3 450,-4-1-450,5 1 989,-3-1-1079,18 1 359,16 4-494,-13-2 0,3 1-1056,8 0 1,4 0-1,-2-1 1056,-4 1 0,1-2-27,-1 0 0,5 0 0,1-1 0,0 1 0,-4-1-744,-2 0 0,-2 0 0,2 0 726,3 0 0,2 0 0,1 0 0,0 0-286,-5 0 1,0 0-1,1 0 1,-1 0 0,-2 0 285,5 0 0,-2 0 0,3 0-133,-5 1 1,3-1 0,3 1 0,0 0 0,-1 0 0,-1 0 0,-4 0 132,5 1 0,-3 0 0,4 0 0,-7-1 0,4 1 0,1-1 0,2 1 0,-2 0 0,-1-1 0,-5 1 0,6 2 0,-5-1 0,3 0 0,-2-1 0,3 0 0,1 0 0,1 0 0,-3 1 0,-4-1 0,8 1 0,-1 1 0,-3-1 0,4-1 0,-1 0 0,-6 0 0,-5 0 0,-1 0 159,12-1 1,-3 0-429,-13 0-1484,2 0-856,-19-12 1440,-5 8-470,-6-6 1,-2-1 1375,-8 8 1,5-3 0,0 1 0,-8 4 0</inkml:trace>
  <inkml:trace contextRef="#ctx0" brushRef="#br0" timeOffset="25967">6404 4169 12930,'-10'1'0,"0"0"1529,4-1-360,9 0-495,17 1 1,10-2-428,-9 0 1,4 0-1,0 0 1,-1-1-772,0 1 1,-1-1 0,0 0-1,3 0 569,1 0 0,2-1 0,2 0 0,-1-1 0,-1 1 0,-4-1-475,2 0 0,-3 0 0,4 0 468,-4 0 1,3 0-1,3 0 1,1 0-1,-1 0 1,-2 1 0,-3 0-578,6-1 0,-3 0 0,4 0 564,-6 1 1,4 0 0,3-1 0,0 0-1,-1 0 1,-1 1 0,-5 0 4,7-1 0,-5 1 0,5 0-8,-8 0 1,2 0-1,3 0 1,1 0-1,1 0 1,-2-1-1,0 1 1,-3 0 13,4 0 0,-2-1 0,-2 1 0,1 0 0,1-1-36,0 1 0,1-1 0,1 0 0,-1 1 0,-2-1 0,-2 1 22,1-1 1,-2 1-1,-2 0 1,-1 0-23,6-3 0,-5 1 0,-11 2 0,8-4 997,-17 6-1807,2-4 1794,-3 3-4261,-1-2 3637,-1 1-2699,-7 1-938,-5 1 3196,-7 1 1,-2 0 0,1 0 0</inkml:trace>
  <inkml:trace contextRef="#ctx0" brushRef="#br0" timeOffset="29983">2656 4843 7533,'0'8'0</inkml:trace>
  <inkml:trace contextRef="#ctx0" brushRef="#br0" timeOffset="31266">3934 4793 8522,'-15'3'1619,"-6"0"-719,4-1-720,2 0 269,5-2-179,7 0 0,0 0 360,-2 0-450,2 0 359,-4-3-359,4 2 360,-6-3-360,5 4-180,-2 0 449,3 0-269,3 4 180,10 7-270,-7-2 45,9 1 0,3 0-45,-5-2 90,9 2 0,2 0-90,-2-2 89,0-2 1,4 2 0,0-2-90,2-2 0,0-1 0,0 1-347,-2 0 0,1 0 0,1-1 279,2 0 1,4-2 0,-2 0-1,-3 0-505,-2 0 0,0-1 505,3-1 1,4-1-1,0 0 1,-5 1 22,-1 0 0,1 0-45,0-2 0,4-2 0,0 0 0,-4 0 45,-3 2 0,1 0-45,2-4 0,5-2 0,0 0 0,-3-1 0,-2 0 0,-2 0 0,0 0 0,4-1 0,1 0 0,-1-2 0,0-2 0,0-2 0,-5 1-1394,-7 5 1,-1-1 1393,8-6 0,-1-2 0,-4-1 0,-2-1-123,-6 8 0,0-1 123,3-6 0,0-3 0,-1 2 0,-5 7 0,-1 0-30,1-7 0,1-3 0,-3 3 30,-1 7 0,-3-1 0,1-11 0,-1-5 0,-4 2 0,-4 6 0,-2 2 0,0-1-99,3-2 0,0-1 0,-3 0 76,-4 2 1,-5-1-1,0 2 1,2 3 22,0 0 0,-3 0 0,-1 3 0,-4-4 0,-2 0 0,0 1 0,4 4-98,3 3 1,2 2 0,-4 0 97,0 0 0,-4-1 0,-2 0 0,0-1 0,1 3 0,4 1 0,0 2 0,3 3 0,-3-1-18,-5 0 0,-5 1 0,-1-1 0,1 1 0,4 1 388,4 1 0,2 0 0,-2 2-370,-1 1 0,-3 0 0,-2 1 0,1 0 0,1 1 0,3-1 0,0 0 0,3 1 0,-4 2 0,2 0 0,-3 2 0,-2 1 0,0 0 0,1 0 0,5-1-30,-1 1 0,3 0 0,-3 2 30,2 0 0,-3 1 0,-2 3 0,1-1 0,1 0 0,4-1-592,0 0 1,2 1 0,0 0 591,-3 1 0,-1 1 0,1 1 0,1 0 0,-3 7 0,3 1 0,2-1 67,0-2 0,1 3-67,3-1 0,-2 3 0,2 2 0,3-1 22,5-3 1,3 0-1,2-1 1,-1 0-23,-2 5 0,0-1 0,4 1 0,2 0 0,3 3 0,1-2 0,2-5 45,1-3 0,3-2-45,1 0 0,2 3 0,1-1 0,-2-3 0,1-3 0,2 0 22,3-1 1,6 2-1,1 0 1,0-4 7,4-2 0,1-4 0,-1 1-30,-7 0 0,-1 0 0,1 0 0,0-2 0,5-1 0,2-1 0,-1-1 0,-5-2 0,-4-3 0,0-1 0,6 2 0,3 1 0,-4-3 0,-8-2 0,-2-1 45,15 0 0,-1 0-45,-8-5 232,-2 4 1,-1 1-233,-6-2 1082,9-4-992,-16 9 0,4-4-90,-7 6 2787,1-1-6064,-3 2 2457,6 1 1,1 4 0,6 2 0</inkml:trace>
  <inkml:trace contextRef="#ctx0" brushRef="#br0" timeOffset="34683">9049 7570 13649,'0'-16'180,"0"1"270,-4-1 90,1 1-361,-1 2 361,0-1-360,3 9 360,-1-5-360,1 6 269,-1-3-359,1 5 360,-1 0-270,2 1 90,-1 7 90,0 15-181,1-1-44,2 4 0,0 2-1639,-1 0 1504,3-6 0,0 0 90,-4-3 0,0-1 0,4 9-45,-2 1 0,0 0-45,-1 1-142,1-6 0,1 3 0,0-1 142,-1-4 0,-1 0 0,2 5 0,0-1 0,0 4 0,-1-10 0,-1-7 0,1 5-180,-2-12 554,1 2 1,-1-4 0,0 0 0</inkml:trace>
  <inkml:trace contextRef="#ctx0" brushRef="#br0" timeOffset="35533">9574 7841 12120,'-13'-13'900,"3"5"-451,-1-11-359,5 11-90,-1-11 90,6 3-90,0 3-45,1-3 0,0-2 45,0-2 0,2 4 0,1-2 0,-3-4 0,1-2-1118,4-6 1,-1-1 1117,-3 1 0,-1-1 90,3 0 0,-1 0 135,-5 0 0,-2 1-91,2 11 1,-2 0 135,1-4 0,-1-2 0,-1 5-90,-7-2 508,1-5-598,4 22 135,3 18 0,1 8-165,1 2 0,1 3 0,0 1-733,0-3 0,0 2 0,1 1 0,0-2 703,-1 6 0,-1 0 0,3-1-30,2-5 0,1 2 0,0-3 0,0-3 0,-2-4 0,1 0 30,6 5 0,4 3 0,-2-5-30,0-2-45,7-1 0,1-3 45,-3-5 0,1-3 0,1-2-90,-3-12-90,3-3 1,-1-2 179,-5-9 301,0 2 0,-1 1-301,-6 0 0,0-5-90,-2-2 90,-2 12-89,1-8 178,-1 17 3029,4 12-3118,-2 4 0,7 15-90,-3-11-90,6 8 180,-4-14-450,10 6 360,-10-11 0,13 1 90,-14-11-90,9-1 90,-11-8 0,2-6 0,-6 5 0,-14-9 0,5 16 0,-20-3 0,15 9-135,-4 8 0,1 0-224,3-2-451,0 9 1,2 1 89,6-6-2158,-1 17 1708,12-16 181,-5 3 989,19-6 0,-12-3 0,12-1 0</inkml:trace>
  <inkml:trace contextRef="#ctx0" brushRef="#br0" timeOffset="35950">9980 7513 12210,'-8'-8'1169,"-5"1"-179,-3 6-900,1 0 270,-9 1-271,15 0-89,-4 0 0,3 4 0,5-3 0,-3 6 0,7-3 0,5 1 0,2 4 0,6-5 0,5 10 0,-1-2 0,0 2 0,5 8 0,-12-10 0,7 7 90,-1 7-90,-5-9 0,0 3 0,0 0 0,-1-1 0,0 3 0,0 0 0,-1-2 0,-1 1 0,-1 0 0,-1-4 0,-1 2 0,-1 0 0,-2-6 90,-5 14-270,-10-12-179,2-3-1170,-15-2 899,15-9-1979,-15-17 1440,17 4 1169,0-11 0,1-2 0,5-1 0,1 4 0,0 0 0</inkml:trace>
  <inkml:trace contextRef="#ctx0" brushRef="#br0" timeOffset="36216">10358 7037 12750,'1'-13'1889,"-8"2"-540,-9 25-1079,-3-5-1,5 15 1,3 3-910,6-12 0,1 1 670,-1 10 0,-1 6 0,3-3-442,1-6 0,2 0 412,-1 2 0,-2 5 0,2 1 0,0-5-45,4-1 0,1 0-203,-1 3 1,0 5 0,2 0-1,1-4-592,4-3 1,1-2 0,-1 0 599,-1 2 0,-1 2 0,2-3-853,3-4 1,0 0 0,-1-6-668,2 1 1760,-1-4 0,-1-2 0,0-4 0,2 0 0</inkml:trace>
  <inkml:trace contextRef="#ctx0" brushRef="#br0" timeOffset="38132">10512 7404 9871,'0'-14'1080,"1"2"-810,-1 6-1,0 0 1,0 3-90,0 0-180,-5 1 90,4 7 0,-3 4-90,4 15 0,-3-6 90,3 13-90,-3-17 90,10 14-90,-1-15 0,12 13 0,-5-18 0,3 0 0,2-2 0,0-7 0,1-1 0,-1 4 0,0-2-45,6-11 0,-4-3 45,-7 3 0,-2-7 0,-2-2 0,-5 2 0,-4-3 0,-4 0 0,-7 2 90,-3-1 0,-1 1 0,-8 3-90,2 3 0,0 2 0,3 5 45,-2 5 0,0 3-45,7 7-315,1 3 0,2 2-1934,6 4 1709,4 0 1,1 0-630,1-2 1169,7-1 0,3-2 0,-1-3 0,13 3 0</inkml:trace>
  <inkml:trace contextRef="#ctx0" brushRef="#br0" timeOffset="38299">10977 7376 12570,'-8'-9'0,"6"1"0,-27 2-360,12 2-90,-8-1-989,9 3 540,16 1-181,-4 0 1,4 0 1079,7-2 0,3 1 0,6-2 0</inkml:trace>
  <inkml:trace contextRef="#ctx0" brushRef="#br0" timeOffset="38716">11119 7213 12750,'0'-14'899,"0"2"271,-12-3-991,9 6 1,-15-8-180,17 11-90,-4-4 90,5 7 0,12-4 0,-4 5-45,8 0 0,1 0 45,-3 1-90,15 8 90,-20 0 0,2 2 0,-5 12 0,-3-12 0,0 21 0,-8-19 0,3 11 0,-7-15 0,8 6 0,-3-9 0,9 6 0,2-7 0,13 5 0,-6-6 0,6 2 0,4 0 0,-9-2 0,16 5 0,-21-3 90,6 5-90,-12-4-90,-1 9 90,-10-7 0,-7 14-179,-2-10-586,0 1 0,0 1-44,0-1 269,3-3 1,-1 0-2738,-12 6 3039,10-7 0,-8 3 1,12-8-1</inkml:trace>
  <inkml:trace contextRef="#ctx0" brushRef="#br0" timeOffset="38982">11332 6711 13559,'20'-14'764,"-3"5"1,3 2-555,0 2 0,2 1 0,-1 2-828,5-1 1,1 2 677,2 4 0,4 3 0,-6 2-60,-8 0 0,-1 3 0,1 0 0,3 3 0,-1 0 0,-3-1 0,-2 2 0,-3 2-90,0 3 0,1 3 0,-1 2 0,-3-4-1549,-3 3 1,-3 0 1219,1 1 0,0 2 0,-3 0-151,-5 0 0,-3-1 1,-1-1 209,4-4 0,-1-1 0,-2 3-187,0-1 1,-3 3 0,-2 2 0,1-1 0,-1 0 0,2-3 345,-2 5 0,0-3 1,-1 3-1,1-4 1,-1 3-1,-1 1 1,0-1-1,1-4 1,0 0-1,-1 0 0,0 0 1</inkml:trace>
  <inkml:trace contextRef="#ctx0" brushRef="#br0" timeOffset="40466">9295 8290 11131,'-20'10'0,"-1"0"0,-1 0-1975,1-1 2244,-1 0 181,1 0 135,4 0 0,-1 0-316,-3 0 332,1 1 1,4-1-422,15-4 269,28-15-404,-12 5 0,2 0-666,6-4 0,5-3 1,1 0-1,-4 1 651,-5 3 0,-2 1 0,3-1 0,3-2 0,4-2 0,2 0 0,1-1 0,-2 0 0,-3 2-449,-3 2 1,-3 0 0,0 0 0,4-1 429,0-1 0,4-1 0,2-1 1,1-1-1,1 0 0,-2 1 1,-1 0-1,-4 2-11,4-3 0,-3 3 0,0-1 0,5-2 15,-10 5 0,3-1 0,2-1 0,1-1 0,1 0 0,1-1 0,1 0 0,0 1 0,-1-1 0,1 1 0,-2 1 0,-1 0-122,2-1 0,0 2 0,0-1 0,-1 1 0,1 0 0,-1 0 0,0 0 0,0 0 1,0 0-1,1-1 116,-1 1 0,1-1 0,0 0 0,-1 0 0,1 0 0,-1 0 0,1 0 0,0 0 0,1 1 0,-1 0-116,0 0 1,2 1 0,0-1 0,1 0 0,-1 1 0,1 0 0,-2 0 0,0 0 0,-3 2-1,-1 0 1,-3 0 106,7-1 0,-5 2 0,0 0 0,3-1-116,-1 1 0,3-1 1,1 0-1,1-1 1,-1 1-1,-3 1 1,-4 0 25,1 1 0,-5 1 0,3-1-61,3 0 0,4-1 0,-2 0 1,-6 2-120,3 0 101,3-1-461,-35 5-1009,-10 8 1,-4 2 1541,-3-3 1,-2 1 0,5 1 0,-1 0-1,0 0 1,-6 1 0,-1-1 0</inkml:trace>
  <inkml:trace contextRef="#ctx0" brushRef="#br0" timeOffset="40767">9584 8596 11041,'-20'14'45,"1"-1"0,0 0 0,-2 0 0,2-1 629,0 0 1,1-1-540,-1 4 0,8-6 179,22-14 1,8-5-225,-1 3 0,4-3-637,-2 0 1,4-4 0,4-2 0,1-2 0,0 1 0,-2 2 488,0 0 1,1 1-1,-1-1 1,1 1 0,-1-1-1,2 0-131,-4 2 1,1-2 0,-1 1-1,1 0 1,1-1 0,1 0-1,0 0 198,-3 3 0,2-1 0,1-1 0,0 1 0,1-1 0,-1 1 0,0 0 0,-2 1 0,-1 1 0,-2 0-313,5-2 1,-4 2 0,-1 0 0,1 1-1,2-2 304,-1 1 0,3-1 0,0-1 0,1 0 0,0 1 0,0-1 0,-1 0-145,-1 1 0,0 0 0,1-1 0,-1 1 1,-1 0-1,0 0 0,-2 1 163,0 0 0,-2 1 0,0 0 0,0 0 0,4-1-18,-1-1 0,4-1 0,1-1 0,2 0 0,-1 0 0,-2 0 0,-1 2 0,-5 1 0,7-2 0,-5 1 0,3 0 183,0 0 0,3-1 1,1 0-1,-4 0 1,-6 3-1174,4-5-104,-1-3-435,-43 22 1529,-1-4 0,-1 1 0,2 4 0,-10-5 0</inkml:trace>
  <inkml:trace contextRef="#ctx0" brushRef="#br0" timeOffset="41917">2298 4984 10231,'-11'0'540,"0"-5"-270,4 4 359,-3-4-359,3 5 810,-2 0-721,21 0-179,9 0 0,7 0-150,1 0 0,2 0 0,0 0-682,-2 0 1,0 0-1,2 0 670,-3 0 0,3 1 0,1-1 0,-1 0 0,-5-1-893,0-1 0,-4 0 1,3 0 874,1 1 0,3 1 0,1 0 0,0-1 17,-5-1 1,1-2 0,0 0 0,-1 0 0,-1 1-343,4 1 1,-3 1 0,4-1 354,-2-1 0,5-1 0,1 1 0,0-1 0,-2 0 0,-4 1 0,-1 0 0,-3 0 0,3 0 6,2 0 0,5-1 0,0 0 0,-1 0 0,-5 0 9,2 1 0,-2-1-45,-1 1 0,2 0 0,0 0 0,-5 0 0,-5 2 0,-1-1 45,11 0 0,-3 1-2744,-13 0-578,-4 6 1697,-16 3 1580,-5 3 0,1 2 0,2-1 0</inkml:trace>
  <inkml:trace contextRef="#ctx0" brushRef="#br0" timeOffset="44300">9113 8518 9152,'-13'0'1619,"0"4"-990,3 0-449,4 4 270,-1-4 0,5-1-360,0-2 360,1 0-1,1 1-359,0 1 180,4 5-180,3-3 90,6 5-90,-2-5 360,17 4-270,-1-6-91,4 1-89,-1-4 90,-11-3 0,-1 0-233,7 1 203,-5-2 0,3-3 0,-2 3 30,10 1-60,-7-3 0,2-1 0,-2 0-235,-7 4 1,0 1 264,8-4 0,4-2 0,-4 2-15,-8 2 0,1 0 15,9-2 0,3-1 0,-3 1-443,-8 2 1,1 0 412,9-2 0,4-1 0,-3 1-1478,-8 1 0,-1 1 1478,1 0 0,1-1 0,1 1-30,1-1 0,1 0 0,-3 0-248,1 0 1,2 0 247,-1 0 0,6-1 0,-1 0 0,-4 0 0,-2 1 0,1-1 0,0-1 0,5 0 0,-1-1 0,-4 2 0,-2-1 0,1 0 22,0-1 1,5-2-1,-1 0 1,-3 2-23,-2 0 0,0 0 0,2-1 0,4-1 0,0 0 0,-4 1 0,-1 0 0,1 1 0,-4 1 0,5-2 0,1 0 0,-1 0 0,-4 1 0,3 0 0,-1 0 0,3-2 0,5 0 0,-1-1 0,-5 2 0,-5 1 0,0 1 0,3-1 0,3-2 0,1 0 0,-5 2 45,1-1 0,0 1-45,1-1 0,6-2 0,0 0 0,-5 2-45,0 0 0,1 0 67,0-1 1,5-1-1,0 0 1,-5 1-23,-2 1 0,0 0 0,1 0 0,2-2 0,1 0 0,-5 2 0,-2 0 0,0 0 0,-1-1 0,3-2 0,-1 0 0,-3 2 0,-1-1 0,-1 1 0,8-6 0,0-2 0,-8 4 0,-1 0 0,-2 0 0,1 1 0,0-2 0,1 0 0,2-3 0,0-1 0,-3 3 0,0 0 0,-2 0 0,2-2 0,1-3 0,1-1 0,-3 4 0,-2 0 0,0-1 0,0-1 0,2-4 0,-1 0 0,-2 4 0,-1 0 0,-1 0 0,0 0 0,0-4 0,1-1 0,-3 5 0,-1 0 0,-1 1 0,1-8 0,1-3 0,-2 3 0,-3 10 0,0-1-30,-1-10 0,1-5 0,-2 4 30,0 10 0,-1 1 0,-2-4 0,-1-4 0,0 0 0,0 5 0,0 1 0,-1 0-23,-2-3 1,-2-3-1,0-1 1,0 3 22,0 1 0,-1-1-18,-1 1 0,-2-4 0,-2-1 0,-1 0 0,0 3 18,-1 2 0,-2 2 0,0 1 0,0-1-206,3 1 0,0 0 0,0-1 0,-1 1 1,-2 1 187,-4 0 0,-4-1 0,0 2 0,1 1 0,2 3 18,3 1 0,2 3 0,-4-1-13,0 1 0,-3-2 0,-3 0 0,-1-1 0,0 1 0,2 1 1,4 2-277,-5-1 1,3 1-1,-4 0 277,6 1 1,-3 1 0,-2-2 0,-2 0 0,1 1 0,0 0 0,2 0-1,4 2 12,-8-1 0,4 1 0,-4-1-13,4 2 0,-3 0 0,-3-1 1,0 0-1,0 0 0,2 1 0,4 1 13,0 0 0,4 1 0,0 0 0,-2 0-18,-4-1 0,-2 0 0,-1 0 0,1 1 1,1 0 17,-1 0 0,1 1 0,1 0 0,1 0-90,-2 0 0,2 1 0,-4 0 78,8 0 1,-1 1 0,-3 0 0,-1-1 0,0 2 0,-1-1 0,1 1-1,1 0-1,-2 1 0,1 1 0,0 0 1,0 0-1,0 1 0,0-1 1,0 0-59,-1-1 1,1 1-1,0-1 1,-1 0-1,1 0 1,0 1 0,-1 0 70,0 2 0,-1 0 0,0 0 0,0 1 0,2 0 0,2-1 0,3 0 0,-4 2 0,4-1 0,-1 0 44,1 0 0,-1 1 1,0 0-1,-2 0-62,2 1 0,-2 0 0,0 1 0,1 0 0,2-2 18,-4 2 0,3 0 0,-4 1 15,2-1 0,-4 2 0,-1 1 0,0 0 0,2-1 0,4-1-15,0 0 0,4-1 0,-4 2 0,2-1 0,-3 2 0,-2 1 0,0 0 0,3 0 0,2-2 0,1 0 0,3 0 0,-3 2 15,2-1 0,-3 3 0,-1 1 0,0 0 0,2-1 0,4-1-15,-1 0 0,4-1 0,-2 2 18,-2 3 0,-2 3 0,-1 1 0,2 0 0,3-3-18,-2 4 0,2-1 30,0 0 0,-1 3 0,1-2 15,0 4 0,2-2-339,4-6 0,-1 1 294,-2 4 0,1 2 60,3-4 0,2 1 0,0-1-60,0 0 0,1 1 22,1 3 1,0 4-1,0 1 1,2-4-23,1 0 0,1 1-66,1-4 1,1 3 0,-1 3-1,1-2 1,-1-4 65,1 6 0,2-1 18,0-5 0,2 3 0,0 2 0,0-2 0,-1-4 27,-1 4 0,1 0-27,3-1 0,3 5 0,1 1 0,-1-1 0,-1-5-18,-1 5 0,1 0 15,0-9 0,1 5 0,1 1 0,0 1 0,0-3 0,-1-4 30,2 8 0,2-1-45,-2-6 0,1 3 0,2 0 0,0 0 0,-2-5 0,3 3 0,2-1 22,2-1 1,3 3-1,1-1 1,-3-5 22,0-1 0,2-3-45,2 1 0,4 1 0,0 0 0,-3-3 0,0-2 0,0-1 22,1 0 1,5 1-1,0 0 1,-4-2-23,-2-1 0,1-1 23,1-1 1,4 1 0,0 0 0,-4-2 21,0-1 0,-2-1-45,1 0 0,2 0 0,0-2 0,4 0 0,1-1 0,-2-2 0,0-3 0,2-1 0,-5 2 0,4 0 0,3-1 0,-2 1 0,-5-1-60,-3-2 0,-3 0 0,3-1-195,-2 1 0,5 0 0,1-1 1,0 0-1,-2 0 0,-3 1-15,0 0 0,-3 0 1,3-1-387,4-2 1,4-2-1,1 0 1,-2 0 0,-4 1-142,-4 1 0,-2 1 1,1-2 796,0 0 0,3-1 0,1-1 0,-1 0 0,-4 2 0,6-6 0,-2 1 0,-3 1 0,0 0 0,0 0 0</inkml:trace>
  <inkml:trace contextRef="#ctx0" brushRef="#br0" timeOffset="48755">2191 5926 7803,'9'11'-240,"-1"2"0,-8-2 0</inkml:trace>
  <inkml:trace contextRef="#ctx0" brushRef="#br0" timeOffset="49933">1275 6577 9602,'-10'8'2338,"5"-3"-1888,1-9-450,18-7 0,-7-1-907,13-6 907,-10 6 0,2-2 0,1-1 0,0 0 0,3-2-801,-1 1 531,0-1-90,1 1-719,4-4-136,-9 8 1,1 1 225,5-6 918,0 0 0,-13 13 0,-2 0 0</inkml:trace>
  <inkml:trace contextRef="#ctx0" brushRef="#br0" timeOffset="50150">1141 7002 11760,'-10'12'-90,"-6"2"90,8-8 180,-5 0-180,30-30-90,-6 8-1003,3-4 1,5-4 0,-3 1 155,-3 5 0,0 0 599,0 0 1,2-3 0,-1-1 0,-1 3-817,1-3 0,-1 1 764,-2 2 0,1 0 0,-1-1 215,-1 0 1,0 1 0,-2 0 0,2-3 0,-1 1-1,1-7 1,1 0 0</inkml:trace>
  <inkml:trace contextRef="#ctx0" brushRef="#br0" timeOffset="50401">1264 6195 9602,'18'12'359,"0"-2"-269,-5-2 0,1 1-515,10 3 635,-5-2 0,3 1 0,-2-1-595,-2-1 1,0 0 451,1 1 0,5 2 1,-1 0-1,-3-1-1360,0 0 0,-1-1 1323,0 1 0,2 1 0,-1 2 0,-3 2 0,0 1 0,-3 0-294,1 0 1,-2 1 285,-1 3 1,-1 5-1,0 1 1,-4-4-23,0 0 0,-5 2-234,-2-2 0,-3 5 0,-1 1 0,-1 0 0,1-6-659,-2 5 0,-2-1 308,-1-1 0,-1 3 1,-1 0-1,1-5-254,2-5 0,0-2 839,-2 4 0,1 0 0,3 0 0,2-2 0</inkml:trace>
  <inkml:trace contextRef="#ctx0" brushRef="#br0" timeOffset="51266">2407 6104 8882,'-13'-8'1169,"-1"-3"-719,7 5 629,-5-7-719,7 7 720,-4-5-811,7 7 631,-3-2-630,4 3 539,-1 1 451,0 2-991,8-1 1,-1 1 270,26 0-450,-9-6-817,0 4 0,5 0 0,-3-1 772,-4-3 0,2-1 45,2 2 0,6 2 0,0-1 0,-3 1-45,0-3 0,1 1-9,-4 2 0,4 0 0,2 0 0,-1 0 0,-5 1-36,-2 0 0,-2 0 0,3 0 15,2 1 0,6-1 0,2 0 0,0 1 0,-2-1 0,-4 1-15,0 0 0,-4 0 0,4 1 15,0-1 0,5 1 0,1-1 0,1 0 0,-3 1 0,-5 0-15,-2 0 0,-4 0 0,3 0 0,3 0 0,4 1 0,0 0 0,-1 1 0,-4-1 0,3 1 0,-1 2-23,0-1 1,4 1-1,0 1 1,-6 0-981,-3 1 0,-2 1 913,10 0 0,-4 1-452,-10 0 182,-10-4-629,0 0-630,-4 0 198,-6 0 72,-8-2-290,-5 0 1,-2-2 1483,-12 0 1,9 0 0,-1 0 0,-7 0 0</inkml:trace>
  <inkml:trace contextRef="#ctx0" brushRef="#br0" timeOffset="51716">2597 6090 12210,'-16'0'405,"0"1"0,-4-1-1,2 0 1,1 0-315,6 0 540,-2 0-1,27 0-449,-3 0 90,15 0 0,4 0-881,-14 0 1,2 0 677,4 0 1,6 0-1,0 0 1,-3 0-1332,3 0 1,-1 0 1293,2 0 0,2 0 0,1 0 37,-5 0 1,1 0-1,0 0 1,-3 0-423,-1 0 0,-2 0 1,3 0 369,-1 0 0,3 0 0,3 0 0,-1 0 0,-2 0 0,-3 0 15,0 0 0,-3 0 0,3 0-13,2 0 1,3 0 0,2 0 0,0 0 0,-2 0-348,-1 0 0,-1 0 1,-1 0-1,0 0 360,5 0 0,0 0 0,0 0 15,-6 0 0,2 1 0,-2 0 0,-5 0 604,6 0-424,-9 0 0,-2 1-135,-6-2-270,-5 0-922,-17-3 1102,4 2 0,-7-2 0,10 3 0</inkml:trace>
  <inkml:trace contextRef="#ctx0" brushRef="#br0" timeOffset="52902">7411 3910 10231,'11'-3'1799,"-3"0"-180,-6 1-629,-2 16-631,0-4 91,0 15 0,0 7-315,2-3 0,0 0-273,-2-8 0,0 1 0,0 1 205,2 2 1,1 2-1,-1 0 1,0-5-68,0-1 0,-1-1 30,3 10 0,0 3 0,0-5 60,1 2-45,2 0 0,-1 0-45,0-8 45,1-1 0,-1-2-45,-1-6 630,5 6-720,-15-39 90,0 9 0,-1-7 0,-2-4 0,0 1-245,0 6 0,0 0 245,-2-10 0,-1-4 0,1 4-45,3 7 0,1 0 45,-3-8 0,-1-3 0,3 3 0,2 10 0,2 0 0,-3-15 0,1 1-90,3 11 26,1-11 154,1 23 564,0 6-564,7 24 0,1-3-45,-1 7 0,2 1-378,4-1 363,-7-6 0,-1 3 0,0-3-30,4 9 0,-5-10 0,1 3 0,-2-4 0,1 6 45,1-2 0,-1 0-45,0-6 89,4 11-89,-6-21-136,3 2-1483,-4-23 810,-6 5-830,0-8 1,-1-2-572,-7 2 2210,0-3 0,-2 1 0,0 4 0,3 4 0,0 0 0</inkml:trace>
  <inkml:trace contextRef="#ctx0" brushRef="#br0" timeOffset="53632">2458 7122 10501,'-8'-1'-870,"7"3"1,8 9-1</inkml:trace>
  <inkml:trace contextRef="#ctx0" brushRef="#br0" timeOffset="54868">10697 3914 13110,'-5'-9'359,"-4"1"271,7 6 269,-5 0-629,6 7-90,-3 3-90,4 18-90,-2-7 90,2 2 0,0 1-90,0-2 0,2 5 0,0 0 90,0 5-90,1-12 0,1-1 180,-1 11 0,2-20 359,-2 6-449,-2-13 90,1 1-180,-1-9 0,-1-16 0,-2 4 0,-1-1 0,3 1 0,-1 0 150,-3-4 0,-1-2 0,1 4 30,1-6-90,-3-2 0,1 3-90,4 14 360,-3-3-91,3 33-269,-1-5-45,0 16 1,0 3-396,0-15 0,0 1-190,-2 10 0,-1 6 1,0-3-1010,0-9 1,0 0 637,0 1 1,-1 2-1,0-2-638,-2 6 1,0-1 1169,2-7 1,0 1 0,-1 6 0,0-1 0,2-8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28:31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9423 1714 12750,'-22'0'2338,"7"0"-1978,0 0-90,8 0-180,1 0-90,2 0 0,0 0 0,2-4-90,1 3 90,6-2-180,7 3-899,7 0 449,9 4-179,-5-3-830,-3 1 1,-1-1-302,2-1 1689,0 0 1,-2 0 0,0 0 0,5 0 0</inkml:trace>
  <inkml:trace contextRef="#ctx0" brushRef="#br0" timeOffset="517">9767 1471 12390,'-6'-15'720,"4"2"899,-12-6-1350,12 8-89,-10-3 90,10 10-270,-2 25 90,1-8-90,1 13 0,1 3 0,0-4-1347,-1 6 0,1 0 1347,0-4 45,0 2 0,1 0-45,0-7-138,5 1 1,0-1 137,-3-6 0,9 1 0,1 0 90,-1 0-90,6 1 0,-6-7 0,-9-9 90,1 1 90,-3-2 1691,-3 0-1871,1 0 1098,-3-1-1278,1 0 0,3 0-540,-3 0 451,2 0-181,-1 0-1079,-2 0 809,2-4-2557,-4 1 1967,3-2 1310,-5-2 0,5 4 0,-2-5 0</inkml:trace>
  <inkml:trace contextRef="#ctx0" brushRef="#br0" timeOffset="1032">9734 1518 12570,'-5'-14'1349,"4"4"-1079,-8 3-180,5 12 0,0 3-90,1 7 0,3 16 90,0-12-90,3 4 0,-1 0 0,0-3 45,4 2 0,2-2-45,-3-3 0,4-2 0,2-1 90,-1-4-90,15 6 90,-13-13 89,19 1-179,-17-10 90,8 4 0,-8-16 90,-3 10-90,1-11 180,0-6-180,-6 8 90,0-3 0,0 0 0,-2 3-90,1-14-90,-4 22 0,0-1 180,4 27-180,-3-6-1093,4 7 1,3 6 0,-2-3 1079,-3-5 1,0 0 41,4 11 1,2 6 0,-2-5-239,-5-9 0,-1 0 239,3 7 0,0 4 0,-1-3-30,-3-9 0,0-1 30,1 7 0,2 2 0,-2-3 150,-1 5 89,0 0 0,0 0-89,-1-7-180,-5 5-90,0-19-90,-7-13-90,2 4-539,-5-21 269,4 10-480,4-5 1,-2-6 0,3 3 1954,1 4 1,1 0-1756,1-8 1,0-5 0,2-1 0,-1 4 409,2 3 0,0 1 1,4-6-1,1-2 1,0 4-1,0 7 0,0-1 1</inkml:trace>
  <inkml:trace contextRef="#ctx0" brushRef="#br0" timeOffset="1500">10252 1250 12570,'8'-9'1529,"-1"1"-540,-2 13-809,-1-5 135,1 15 0,0 8-225,-1 4 0,1 0-877,0 1 1,-1 0 816,-1-3 0,0 1 0,-1-3-2654,0 7 2624,0-12 0,0 1 0,1 1 0,1-1 0,0 3 0,2-1 0,1-2 0,-1-7 0,7 6 0,-7-14-180,7-8 180,-7-3-45,3-11 0,-1-1 45,-1 0-45,1-4 0,0 0 45,-3 10 805,6-4-895,-6 15 180,6 10-90,-4 4-45,1 1 0,0 2 45,1 3-45,1-2 0,1-2 45,-2-4 3276,7 5-3070,1-10-206,-5-3 90,14-6 90,-15-6-90,1-2 0,-3-1 0,-3-6 0,-1 0 0,-3-1 0,-8 1-1,0-1 1,-2 0-90,-7 5-135,1 2 1,0 3-136,3 5-1439,-14 15 899,17-1-809,0 7 0,0 1 90,3-2 1529,4 16 0,2-20 0,5 5 0</inkml:trace>
  <inkml:trace contextRef="#ctx0" brushRef="#br0" timeOffset="1833">10833 1463 13110,'10'-15'2068,"-3"4"-359,-2-5-1349,-4 9-360,-5 0 180,-13 23-180,-4 7 0,10-9 0,0 2-546,1 6 1,2 1 545,2-1-45,3-5 0,0 1-90,2 3 1,1-2 44,7 7-90,-2 4 0,2-1 90,6-2 45,0 1 0,0 0 45,-2-5 0,1 0 0,0 0 0,-4-6 130,-1-1 1,-2 1-41,-8-5-90,3 3-450,-24-10 91,15-4-631,-7-6 1,-1-3 179,6 0-829,-1-8 1,3-3-752,4-1 2119,1 4 0,1-1 0,3-8 0,0-1 0</inkml:trace>
  <inkml:trace contextRef="#ctx0" brushRef="#br0" timeOffset="2517">11208 1174 14099,'0'-11'1529,"0"2"-1169,-4 3-360,3 3 270,-3 1-270,4 6 90,0 0 0,11 16-180,-7-11 180,12 13-90,-12-16 0,6 12 0,-5-9 0,8 12 0,-8-11 90,4 5-90,-1-6 0,-2-3 0,3 2 0,5-2 90,-5-3-1,13 0-89,-12-2 270,14-13-180,-15 9 180,3-13 0,0-2-90,-3 7 45,0-6 0,0 0-135,-4 6 89,2-6-269,-6 12 180,1 13-90,-2 0-90,6 14 1,3 1 89,3-2-891,-3 5 1,0 2 890,-4-12 0,0 0 0,3 13 0,0 4 0,-1-4 0,-3-9 0,0-1 0,2 8 0,0 4 0,-1-5 0,0 0-400,0-2 1,0-2 579,-3-7 539,2 6-539,-3-15 180,-6 0-450,-7-11 1591,1-3-2131,-3-8 1,2-2 89,3-6-79,1-2 1,1-1 213,5 11 1,1 0-91,-1-5 0,2-3-598,1 0 1,2-1 0,0 1 212,2 1 0,1-1 880,0 0 0,1-5 0,0 1 0,1 4 0,2 1 0,1 1 0,-2 0 0,0 0 0,0 0 0</inkml:trace>
  <inkml:trace contextRef="#ctx0" brushRef="#br0" timeOffset="2716">11746 981 12570,'9'7'1529,"-1"-5"-899,-1 18-451,-1-10 46,1 9 0,1 2-135,0 1-1183,-1-3 1,1 4 0,-1-3 480,-2-5 1,-1 1 641,3 9 0,1 3 0,-1-3-30,-3-6 0,0 0 0,2 9 0,0 3-180,-4-1 1,-1-2-1,0-10 0,0 1-480,-5 5 0,-2 2 1,0-4 563,-4 5-997,-3-11 1,-4 1 0,2-4 794,-10 0 0,3-4 0,0-3 0,-6-3 0</inkml:trace>
  <inkml:trace contextRef="#ctx0" brushRef="#br0" timeOffset="2937">10977 980 15628,'-13'8'1979,"1"17"-1709,5 3-794,3-3 0,0 6 0,0 0 524,1-4 0,1 2 0,0-1 0,0 0-366,0-2 0,0 0 0,0 0 1,0 2 350,1-2 0,0 2 0,0 1 0,0 0 0,0-2 0,1-4 15,-1 9 0,1-2-126,2-6 0,1 3 0,0 1 0,1-1 0,0-5-54,0 1 0,3-1-600,7 5 1,4 1-1,0-5 60,-6-11 1,4-2-374,10 1 1,6-1 0,-3-5 725,-6-6 1,1-4 0,2 3 0,3 0 0,-3-3 0,-1-5 0,-1 0 0</inkml:trace>
  <inkml:trace contextRef="#ctx0" brushRef="#br0" timeOffset="57081">4399 1706 10681,'-14'-4'1079,"2"1"-719,5 0 0,0 3-90,0-3-90,0 3 0,0 0 89,-2 0 1,-3 0-180,4 0 0,1 0 0,5 0-90,11 0 90,8 0-90,3 0-540,-1-2 1,-1 0-361,1 1-739,8-4 1,-1-1 1304,-3 1 0,-3 1 0,0-1 0,-4 0 0</inkml:trace>
  <inkml:trace contextRef="#ctx0" brushRef="#br0" timeOffset="79283">8009 7566 7353,'31'2'90,"0"0"0,-1 0-2746,1 0 2656,-1-2 90,0 2 0,-10-2 0,1 0-45,-6 0 0,2 0-15,4-1 0,3-1 0,-3 0 59,-3 1 1,-1 0-30,9-1 0,4-2 0,-4 0-60,-8 2 0,0-1 30,8-1 0,3 0 0,-3 0-30,-8 0 0,0 0-30,7-1 0,5 0 0,-5 0 30,-7 1 0,0 0-60,8-3 0,4-1 0,-4 1 15,-8 1 1,0 0 44,2-2 0,4-2 0,1 0 0,-2-1-116,1-2 1,-1 0 0,2-1 115,0 0 0,1-1 0,2-1 0,-2-1-45,0 0 0,-1-1 0,0 0 1,0 0-401,0-1 0,0 0 0,-1 0 0,-2 1 475,1 0 0,-3 1 0,1-1-30,3-3 0,1-1 0,-4 3-45,-8 7 0,-1 0-423,5-6 0,3-3 0,-3 3 468,-6 5 0,0-1-234,2-3 0,3-3 0,0 0 0,-3 2 189,-2 2 0,0 0-45,2-3 0,3-3 0,-1-1 1,-3 4 146,-1 3 0,-1-1 32,5-8 1,2-3 0,-2 3-90,-5 8 0,0 0 0,5-7 0,2-3 0,-3 4 0,-3 8 0,-1 0 0,4-5 0,2-2 0,-3 3 0,6-5 0,-6 6 0,3-5 0,-2 2-180,2-4 1,-2 1 119,-2 6 0,-1 0 0,0 0-24,2-6 1,-1-1 83,-4 5 0,0-2 0,-1 2 0,0-2 0,0 0 0,0-2 0,0 1 0,1 0 0</inkml:trace>
  <inkml:trace contextRef="#ctx0" brushRef="#br0" timeOffset="98014">7921 7489 6543,'12'-3'720,"5"-3"-450,0 0-270,0 1-3277,-4-1 983,-3 2 3486,9-3-1192,-6 1 90,3 1 0,0-1 0,-1 0-45,3 0 0,-1-1-45,-1 1 89,2-1 1,0 1-90,-1-1 90,1 0 0,1 0-90,-3 0 90,4-1 0,1-1 0,-5 2 45,2-1 0,1 0-45,-5 2 45,0-1 0,1 1-135,-2 0 90,14-7 0,-15 7 180,15-8-270,-14 9 90,14-9-1,-15 9 1,16-8 0,-17 7-45,6-2 0,-1 0-45,-3 0 45,3-2 0,0 0-45,-5 1 90,3-1 0,0 0 0,-2 1-45,3-2 0,0 0-45,-1 1 0,1 0 0,0 1 0,-2 1 45,2-1 0,0 1-45,-3-1 45,5-3 0,0 0 45,-3 1-45,4-3 0,-1 0-45,-3 4 0,1-3 0,0 0 90,-2 2-45,1-2 0,0 0-45,-1 2 45,1-1 0,-1-1 45,-1 3 811,6-7-811,0 0 0,-7 6-45,2-2 0,-1 0 45,0 2-45,1-2 0,0-1-45,-1 2 90,1-3 0,0 1-90,-2 2 45,2-3 0,0 1 45,-2 2 0,1-2 0,-1 1-90,0 0 45,1-2 0,1-1 45,-3 4-90,3-4 0,1 1 89,-4 3-89,7-8 90,-5 5-90,-3 2 90,9-12 0,-8 12 0,1-2 0,-1 1-90,-1 1 90,2-3 0,-1 1-90,-2 1 1638,3-3 0,1-1-1473,4-9-165,-7 14 0,-1-1 45,2-3 0,-2 2 44,-1 2-89,0-2 0,1-1 90,-1 2-45,1-4 0,2-3 45,2-8 153,-5 13 1,0-2-154,1-7 0,-1 2 0,-2 2-45,0-7 0,0 0 45,-2 5 0,0-4 0,-1 0-90,-1 2 45,0-3 0,0-1-200,-1 5 245,0-5 0,1 0 0,0 3 90,-1-2 0,1-1 0,-1 6-91,1 6 1,-1-1 360,0-9-90,-5-1-270,4 3 0,-4 2-90,5 16 0,-2-5 0,1 7-720,-4-3 1,4 5-2558,-8-4 0,2 4 3267,-13-2 1,2 4-1,-8-1 1</inkml:trace>
  <inkml:trace contextRef="#ctx0" brushRef="#br0" timeOffset="99598">4243 7625 10861,'-9'-9'450,"2"5"539,-2-8-269,1-1-630,0 0 539,2-7-449,4 11 270,0-13-270,1 10 179,-2-15-179,2 13 0,0-3 0,-1 0-90,1 0 90,0-5 0,-1 1-90,1-1 45,-3-8 0,0 0-135,0 3-929,1 6 1,-1-2 0,0 3 1018,-1-4-358,0-2 1,-1 1 267,1 5 90,-1-1 0,1-1-90,0 4 89,0-3 1,0-1 0,1 3-393,0-5 0,-1 1 393,2 2-90,0 4 0,0-1 45,0-1 0,1 0-45,-2-7 60,1 6 0,0-3 0,0 3-60,0-10 30,0 9 0,0-4 0,1 3-30,-1-7 30,1 7 0,0-2 0,0 3-30,-1-7 45,0-1 0,1-1-45,-1 6-658,1 4 1,1-3 0,0 2 657,-2-5 60,2 5 0,0-4 0,1 4 1040,-2-6-1100,2 7 0,0-3 0,-1 3 90,1-9-90,-1 8 0,1-3 0,0 2 30,-1-8-30,1 7 0,0-1 0,0 0 0,0-1 90,-1-1 0,0-1-90,1 1 0,0-1 0,-1 2 0,0-2 0,0 5 0,0-7 0,0 7 0,0-3 0,0 5 0,0-4 0,1-3 0,0 1-90,0 4 90,0-3 0,0 0 0,-1 5-148,1-4 1,0 1 147,-1 2 1140,0-4 1,1-4-1141,0 7 0,0 0 76,-1-1 1,2 1-77,0-6 0,1 3 0,-1 5 0,1 0 0,0 0 0,-2 3 0,0-14 0,0 20 0,0-13 0,0 16 1512,0-8-1512,0 10 1478,-3-2-1478,2 6 89,-2-1-89,2 2-90,-1 0 90,1-1-90,-1 2 90,0 0 0,-3 6 0,1 1 0,-10 14 0,5-6-1639,-4 6 1,-2 2 1523,2-1 115,2-3 0,-1 2 0,1-2-120,-2 6 120,-2 2 0,0-1 0,2-4 0,0 0 0,1-2-90,3-4 90,-6 10 0,10-19 90,0 4-180,10-22 90,0 5 0,2-9 0,2-2 0,2 1 0,0-3 0,1-1 0,-1 1 0,2 0 0,1 1 0,-3 2 45,2 1 0,0 0-45,0 4-45,1 0 0,0 1 135,0 4 3186,9-3-3309,4 7 33,-9 8-360,6 4 0,1 2-157,-13-2 0,1 2-143,7 9 0,5 3 1,-4-2-491,-3-3 1,-1 1 493,0-2 1,2 3-1,2 2 1,0-1 0,-3-2-438,-2-3 1,-1-1 0,3 1 1040,0 1 0,4 3 0,0 0 0,0-1 0,-2-2 1,-1-2-1,-1-1 0,1-1 0,0 1 0,0 0 0,0-1 1,0 1-1</inkml:trace>
  <inkml:trace contextRef="#ctx0" brushRef="#br0" timeOffset="101763">9601 5240 8702,'-5'9'630,"1"-2"-1,4 0-449,0-3-90,-3 2 180,3 0-180,-4-1 0,4 2 90,-2 2-90,1-2 90,0 3 0,-1 2-180,1-2 89,0 4 91,-1 2-90,-1 3 45,1-3 0,0 2 0,-2 7 0,0 1-135,2-8 0,-1 2-67,-1 0 1,1 2 0,-1 0 156,-3 8 0,0-1-397,2-5 1,-1 2 336,-1 0 0,-1 3 0,1-5-30,2-9 0,-1 1 0,-1 7 0,-3 3 0,2-3 45,2-6 0,0 0-16,-5 9 1,-1 4 0,-1 0 0,2-8 0,-1 0 0,1 0-30,1 0 0,-1 1 0,-1-1 30,-2 4 0,-1-1 0,2-4-30,-4 5 30,5-7 0,-3 2 0,3-3-30,-6 6 0,4-6 0,-1 2 0,2-3 90,-6 6-90,5-7 0,-1 3 0,1-3 0,-4 7 30,3-5 0,-2 3 0,-1 0-1001,4-3 0,-1-1 0,1 0 971,-1-1 0,1 1 0,-1 1 90,-5 3 0,0 0 0,2-3-191,6-7 1,0 0 190,-7 4 0,-3 3 0,3-3-45,6-4 0,-1 0 45,-6 4 0,-4 2 0,3-2-90,7-5 0,-1 0 60,-5 4 0,-4 2 0,4-2-60,6-4 0,0-1 60,-6 5 0,-4 1 0,4-2-60,6-4 0,0 0 59,-10 6 1,-4 2 0,4-2-15,7-5 0,1-1-15,-8 5 0,-5 1 0,2 1-589,3-4 0,1-1 1,0 0 558,3-1 0,1 0 0,-2 1 67,-4 2 0,-4 2 1,2 0-1,4-3-215,3-1 1,1-1 207,-6 5 0,-4 1 0,5-3-15,9-4 0,0 0-15,-7 4 0,-5 2 0,4-2-30,6-3 0,0-1 30,-8 5 0,-4 3 0,1-1 0,5-4 0,1-1 0,1 0-30,2-1 0,0 0 0,-1 1 0,-8 2 0,-2 2 0,4-3 44,9-5 0,1 0 16,-6 3 0,-4 1 0,4-1-60,7-4 0,0 1 60,-6 1 0,-1 2 0,2-2-60,-5 2 0,-2 0 0,1 0 0,6-2 45,-3 1 0,1-1-45,6-2 45,1 1 0,1-1-45,5-2 1882,-4 2-1882,9-3 755,-3 0-755,6-1 3276,-2 0-3229,2-2-47,0 2 0,1-2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30:58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9946 1651 12030,'4'-20'1169,"0"1"-539,-2 1-759,0 3 579,0 1 0,-1 2 38,-1 2-309,2 1 22,-1 3-201,1 1 0,-2 1 0,1 1 340,-1 2-340,1 6 0,-1 3 90,5 5-90,-4 1-367,4-1 367,-2 3-628,-2 3 628,3 1-991,-1 2 991,-2 1-180,2 0-90,0 0-179,-3-1-811,7 7 451,-5-7-830,2-4 1,2 0-572,-1-1 2084,6 10 0,-4-17 0,1 0 1</inkml:trace>
  <inkml:trace contextRef="#ctx0" brushRef="#br0" timeOffset="368">10244 1559 13379,'-6'16'45,"0"1"0,-1 5-45,1 0 0,2 0 0,3-1 0,-1 1 0,0-1 0,2-4 0,4 0 0,4-1-359,10-5 269,3 4-90,1-12 90,0-10 90,-8-4 45,1-1 0,-1-2-45,-5-5 45,-1 0 0,-3-1 45,-9 1 89,-2-3 1,-1 0-90,-6 3-90,-1 2 0,-1 2 0,1 6-90,-7-1 90,4 15 0,5-3-990,-3 12 1,2 4-180,0-5-470,0 10 1,3 2 1467,4-8 1,0 10 0,6-14 0</inkml:trace>
  <inkml:trace contextRef="#ctx0" brushRef="#br0" timeOffset="735">10563 1505 13110,'-15'-7'449,"-2"3"-179,5 1-360,-6 11 90,6 2 0,-3 15 0,10-7-45,2-1 0,0-1 45,2-1 0,6 13 0,-4-17-90,18 6-90,-10-12 90,8-1 0,3-3 1,-1-7 223,7-1 1,1-1-3347,-2-7 3347,-5 5 0,-2-1 135,-7-2 0,-2 1 0,0-6 134,-9-2 1,-4-1-225,-5 2-45,-8-3 0,-1 2-135,1 4-90,-2 4 0,1 1 90,2 7-630,0 8 1,0 7-1010,5 4 1,1 2-1,0-1 1,0 0 2080,3 6 0,2-1 1,4-5-1,1 4 0</inkml:trace>
  <inkml:trace contextRef="#ctx0" brushRef="#br0" timeOffset="1401">9703 2085 12030,'-10'-8'630,"2"9"-180,16 17-271,-2-1 181,9 4 0,2 0-90,1-1-1363,-2-6 1,5 1 0,-3-1 125,-3-5 0,2-1 1012,3-1 0,4 1 0,1 0 0,-3-2 393,2-1 1,2-2-421,0-1 0,6-1 0,3 0 0,-2-1 0,-5-1-23,-3-2 0,-4-1 1,3-1 4,2 1 0,3 0 0,2-1 0,2-1 0,-2-1 0,-2-2-281,-3-1 1,-1-1-1,0-2 1,-1 0-1,0 0 1,-1 1 280,3 0 0,0 1 0,-1 0 0,0 0 0,0-1 0,2-3 0,1-1 0,0 0 0,-2 0 0,-4 1 0,-4 2 0,-2 0 0,0 0-411,7-7 1,0-1 410,-2 2 0,1-5-84,-8 4 1,0-5-1,1-3 1,0-2-1,0 0 1,-2 1-1,-2 2 138,0 2 0,-3 1 0,0 1 0,-1-2 0,0-3 71,-1 3 1,1-2 0,1-2 0,-1-2 0,0 0 0,-1-1 0,-2 1 0,-3 1 0,-2 2 0,-4 2-25,-5 1 0,-3 1 0,-4 2 1,-2 1-1,-2 0 0,0 1 1,0 1-1,0 0-89,0-3 1,-1 1 0,-1 0 0,0 2 0,-1 0 0,-2 3 0,-1 2 7,0 3 0,-3 2 0,-1 1 0,-1 2 0,-1 1 0,1 1 0,0 1 0,2 1 0,2 0-5,-1 2 0,1 2 0,1 1 0,1 1 0,-1 1 0,1 0-36,-1 2 0,-1 1 0,1 0 0,0 2 0,1-1 0,1 1 39,0 1 0,0 0 0,0 0 0,2 1 0,0-1 79,0 0 1,1 0 0,0 0 0,-2 4-65,2-1 1,-2 3 0,-2 3 0,0 0-1,0 1 1,0 0 0,3-2 0,3-2-12,-3 3 1,3-2-1,2 0 1,-3 4-12,4-3 0,-2 2 0,-2 1 0,1 2 1,0 0-1,2-1 0,2-2 0,2-2 168,-1 6 0,4-2 0,1 3-161,1 0 0,0 3 0,1 2 0,1-1 0,2-3 12,1-2 0,3-3 0,1 2-30,-1 1 0,-1 2 0,3 0 0,2-1 22,6-2 1,3-1 0,1-1-1,-1-2 42,-1-1 1,-1-2 0,3 2-47,5 1 0,4 3 0,2 0 0,-1-2 0,-2-4 207,-1-3 1,-1-3 0,3-1-391,1-1 0,5 1 0,2-1 0,1 0 1,-2-2-1,-4-1-135,4 0 0,-4-3 0,6-2-110,-6-2 0,4-1 1,2 0-1,3-2 1,-1 0-1,0-1 0,-2 0 1,-3 0 216,2-2 0,-2-1 0,-2 0 1,1-1-1,1 0 0,-1 1 0,1-1 1,1 1-1,0-1 0,-1-1 0,-1 1 1,-2-1-1,3-3 0,-1-1 0,1 1 1,0 0-1</inkml:trace>
  <inkml:trace contextRef="#ctx0" brushRef="#br0" timeOffset="10801">10251 2124 9871,'13'-2'900,"-2"5"-810,-6-1 0,0 2 449,7 5-449,-4-4 45,5 4 0,0 0-45,2 0 0,4 2 0,1 0 0,1 1-30,-3 1 0,4 3 0,-3-2-483,-5-4 1,-1 1 512,8 8 0,4 4 0,-4-2-383,-8-6 0,-1 1 383,2 3 0,2 5 0,-1 0 0,-3-3-677,0 2 0,-2 2 659,-2-2 0,1 5 0,0 2 0,-1-1 0,-2-3-491,0-3 1,-3-2-1,1 4 509,-1 0 0,0 3 0,0 3 0,0 0 0,0-2 0,-1-4-30,0 0 0,-1-2 0,-1 2 29,1 1 1,-1 4 0,0 2 0,-1 0 0,0 0 0,0-3-18,-2-2 0,0-1 0,0-2 0,-1 2 0,0 0-42,0 1 0,0 2 0,0 0 0,-1 0 0,1-2 0,-1-1-30,0 3 0,0-3 0,-1 0 0,0-2 30,-2 6 0,-1-3 0,2-4-30,-1-3-95,1-1 0,0-1 95,2-6 679,-5 10-679,7-15 90,-4 4-90,5-8 1627,-1 1-1627,3-10 1653,0 2-1653,-3-8 0,2 6 0,-2-1 1081,-1-2-1081,3 2-90,-8-11 90,6 8 0,-6-15 0,5 12 0,-2-16 0,3 17-90,-2-11 90,3 15-90,-2-2 90,9 27 0,-5-9 45,7 9 0,1 3-45,-2-6 0,5 3 0,2-1 90,-2-3-45,4 1 0,0-1 45,-1-4-90,7 5 90,-5-8 0,-3-2-90,4-1 89,12-12-178,-7 2-1004,-2-4 1,4-3 0,-2 1 567,-4 1 0,1-1 3,-1 0 0,3-4 0,1 0 1,0 0-1,-4 1 42,0 1 0,-3 1 1,3-2-68,0-1 1,2-3 0,2-2 0,0 0 0,-2 2 0,-2 1 218,0-1 0,-2 2 0,1-1 1,2-3-1,2-2 0,-1 0 1,-3 3-1,1-2 0,-1-1 1</inkml:trace>
  <inkml:trace contextRef="#ctx0" brushRef="#br0" timeOffset="48168">9326 6574 10861,'6'-8'1349,"-2"1"-809,-4 5-180,0 0-1,0 0 271,-4 1 899,3 1-1169,8-1-270,0 1-45,12-9 0,2-2-45,-1 0-803,-2-1 0,2-3 0,-2 2 803,5-5 0,2-2 0,-2 0 0,-6 3 0,-1-2 0,-2 1 0,-6 2 0,-2-2 0,-4 0 90,-16 0-90,11-3 90,-20 12-90,8 7 90,0 1-90,-13 15 0,16-5 45,-3 8 0,1 4 45,3 6 1159,2-11 0,2 0-1249,8 1 0,1-1 0,-1-5 0,10 1 0,1-2 0,-3-4-225,8 0 1,1-2-136,-1-1-495,3-1 1,1-2 224,-1-6-494,4 3 0,-1-2 314,-2-11-315,2 5 1,-1 0 675,-3-7 314,1-2 0,-1-1 405,-6 3 404,-1-5 1,-2 1-136,-6 4 271,-2 0 0,-1-1-361,-1 4 811,-5-13-901,4 18 181,-7-3-90,7 10 0,-3 15-361,4-3-1650,2 14 0,2 3 1651,1-3-90,-2-2 0,0 4 0,2-4-281,5 9 281,-5-7 0,0 4 0,0-3 0,0-6 0,1-1-120,1 10 0,1 3 0,-1-3 30,-2-9 0,0 0-120,2 7 0,1 1 1,0-3 29,2 5-135,-2-2 0,1-3-45,-3-7 90,3 4-179,-2-11 449,-3-6 0,4-8 0,-5-24 0,0 4 457,-4 4 0,-1-2 0,0 2-412,-1 5 0,-1 0 135,-1-9 0,-1-4 0,0 4-91,0 6 1,0 1 180,-1-8 0,-2-3 0,1 4-12,2 9 1,0-1 11,-4-7 0,-2-4 0,2 5-90,-2-5-61,4 8 1,-2-2 0,3 4-30,1-1 0,1 0 0,0 2-90,3 6-90,0-9 90,2 15 2221,17-2-2221,7 21 90,3-6-323,-10 5 1,-3 2 232,-3-1 0,3 4-90,-4 8-90,-4-11-135,-3 3 0,-1-1-45,-1-3-899,-13 15 719,8-18-989,-10 1 0,-2-2-1748,2-4 3241,-9 3 1,11-15 0,7-3 0</inkml:trace>
  <inkml:trace contextRef="#ctx0" brushRef="#br0" timeOffset="48551">10035 6121 11850,'3'-8'1170,"0"1"-721,-3 5-449,-4 1 0,1 24 0,-2-13 0,5 9 0,4 1 0,2-5 0,8 3 0,-4-8 0,8-5 0,-8-2 0,12-1 0,-12-7 0,8 0 90,-12-7 90,1-6 90,-12 1-180,3 0-90,-10 6 0,1 7 0,0 2-180,-6 1-90,10 1-809,-5 6 629,8 0-1259,-1 6 360,4-2 0,6-2 539,-4-1 810,10-3 0,-2-2 0,6-2 0</inkml:trace>
  <inkml:trace contextRef="#ctx0" brushRef="#br0" timeOffset="48801">10274 6067 10861,'10'-15'2159,"0"-3"-1710,-7 9 541,0-6-810,-3 10 0,0-1-1,-5 4-89,0 1 0,-4 6 0,-1 1-90,-1 12 0,2-6 0,-3 14 0,8-13 0,1 5 0,1 0-270,9 6 91,0 3-901,12-5 630,-6-16-89,4 3-1980,1-7 1260,-6-1 1259,2-9 0,1-2 0,-3-1 0,-2-3 0,0 1 0</inkml:trace>
  <inkml:trace contextRef="#ctx0" brushRef="#br0" timeOffset="49252">10453 5704 11221,'-16'-19'1439,"9"7"-900,-10 4-179,8 22-270,-3-5 0,7 13 0,2 3 0,1-3-1729,3 8 1,1 1 843,-1-5 855,4-6 0,2 3 0,-1-4 665,2 9-665,0-10 0,2 4 0,-1-4-60,3 4 134,3 3 1,1-1 135,3-3-225,-9-8 0,1-1 585,6-1-540,-13-9 0,4-5-90,-7-6 0,4-16 0,-2 5 0,3-8 180,-1 2 0,-1 6 44,-1 2 1,1 0-135,-1 2 270,3-8-270,-3 20 270,4 5-360,-3 7 0,2-1 90,3 18-90,-5-17 0,3 7 0,0-1 0,0-5 0,13 7-360,-10-13-945,6-3 1,0-1-315,0-1-20,6-12 1,-1-4 1088,-2 2 0,-3-2 0,0-1 1,0-2-1</inkml:trace>
  <inkml:trace contextRef="#ctx0" brushRef="#br0" timeOffset="49784">11470 5699 12750,'0'-8'180,"0"1"809,0 2-989,5 12 0,2-7-90,0 12 0,0 4-1079,4 1 539,1 7-89,-6-8-1350,-1-6 720,-2-4 359,1 2 990,-2-5 0,0-1 0,-1 0 0</inkml:trace>
  <inkml:trace contextRef="#ctx0" brushRef="#br0" timeOffset="49936">11414 5502 10501,'-13'-14'-90,"1"3"-270,1 4 360,5 4 0,4 4 0,8 5 0</inkml:trace>
  <inkml:trace contextRef="#ctx0" brushRef="#br0" timeOffset="50184">11537 5383 12210,'0'-11'2429,"-6"0"-2070,5 13-89,-4 18-180,5-1-90,4 6 0,1 0 0,-3-2 0,8 5 0,2 1-400,-5-4 85,6 3 1,0 0-59,-1-5-932,3 3 1,1-1 225,-2-7-560,2 1 1,-1-1 1390,-3-8 1,5 4 0,-9-8 0</inkml:trace>
  <inkml:trace contextRef="#ctx0" brushRef="#br0" timeOffset="51367">11655 5669 11670,'-14'0'1080,"-2"0"-900,9 0-180,7 0 0,-1-4 0,17 3 0,3-14 90,1 8-90,0-5 0,1-2 0,-1 3-45,1-4 0,0 0 135,-5 2 89,-1-1 1,-2-1 90,-5 4 1169,2-12-899,-9 13-360,-5-2-90,3 8 180,-8 2-180,0 1 0,1 8 90,-6-1-180,10 7 90,-4 5-90,7-4 89,4 16-178,17-6-1550,-5-8 1,2-1 770,-2-4 1,1-2-614,6-1 1,-1-3 850,-4-3-557,1-1 0,0 0 648,-4-1 224,3-4 0,-1-3 855,-1-11-180,3-1 89,-13 3 1,-3 1-180,-1 2 2531,-1-8-2351,-5 5-270,3 4-90,-3-3 269,5-2-269,0 7 1654,0-9-1654,0 13 1034,11-3-1034,6 7-90,1 0 90,9 13 0,-17-8 225,2 8 0,0 1-135,-4-6 449,9 15-359,-13-14 270,0 5-360,-3-7 449,-6 2-629,-2-5 0,-8-5-90,3-4-269,0-12 89,8 6-630,2-15 541,9 14-91,0-1 0,0 1 90,8 3-135,0-1 1,0 1 224,0 2 45,4-1 0,0 0 225,-1 1 0,3-1 0,0 0 0,-3 0 90,9-3 540,-10 2-270,-9 5 809,3-5-899,-9 8 359,-6-2-89,-8 4-450,1-1 180,-11 14-270,12-9 45,0 9 0,0 1-45,1-6 90,-2 11-90,3-3 0,5-5 0,-1 10 0,3-12 0,7 9 0,-4-10 0,13 6 0,-13-8 0,19 1-90,-15-5-90,15 0 90,-14-7 90,5 4-90,0-16 90,-4 11 0,6-19 0,-9 14-90,5-16 90,-6 14 0,2-17 0,-4 18 0,2-12 0,-3 18 0,2-4-90,-2 7 90,-1 3-90,3-1 0,0 7 0,3 2 0,-3 8-539,6 6 449,-6-6-405,4 1 1,2 1-1126,11 4 541,-6-8 0,0-2-1,9 2 1170,4-16 0,-16-8 0,7-6 0</inkml:trace>
  <inkml:trace contextRef="#ctx0" brushRef="#br0" timeOffset="51851">12666 4969 11940,'-9'-18'959,"1"0"1,-3 2 0,0 0-826,2 0 1,0 1-135,-6-2 0,6 20 0,8 15 90,0-3-90,6 4 0,0 1-90,-2-1-60,6-3 0,3 3 1,0 0-301,1 6 0,0-1 114,2-1 0,2 1 201,0 4 0,-2-3 256,-5-8-166,0-1 0,0 0 45,-4-4 90,4 7 90,-7-13-90,-11-13 0,6-4 45,-7-4 0,0-1-46,8-2 46,-4 2 0,0-1-45,5 3 90,5-16-90,-4 18 90,21-11-180,-14 15 180,21-4-180,-17 10 0,15-1 0,-15 9 0,12 0 0,-14 7 0,5-7 0,-3 11 0,-5-11-630,7 13 181,-10-12-1260,4 4 616,-6-8 1,0 1 0</inkml:trace>
  <inkml:trace contextRef="#ctx0" brushRef="#br0" timeOffset="51967">12818 4822 11580,'-6'-19'450,"-2"-7"-1349,3 10-1710,0 5 2609,10 13 0,2 12 0,6 0 0</inkml:trace>
  <inkml:trace contextRef="#ctx0" brushRef="#br0" timeOffset="52984">13040 4902 12300,'-7'7'180,"-2"-1"270,4 10-360,0-7 0,2 17-90,9-8 0,-4 4 0,21-1 0,-16-14-90,21 6 90,-19-10 0,12 0 0,-13-3 0,7-10 0,-11 7 359,2-20-179,-5 16 810,-12-19-451,-5 13-359,-2-2-90,5 8 90,0 5 0,9 0-90,-7 1-90,8 0 0,1 0 0,1-1 0,6-1-90,2-1 90,9-5 0,-5 3 0,2-3 0,1-1 0,8-5 90,1 0 90,-2 2-180,-15 10 90,4-1 90,-6 3 90,6 7-270,-6-4 269,8 15-179,-6-14 180,8 22-180,-4-14 0,3 8-90,-5-10 90,-2-6-90,-4-3-90,3-5 90,-1-3 0,9-18 0,-7 7 0,0 0 0,0 3 0,0 0-1639,1-7 1,-2 2 1523,-2 7 2,1-8 113,-3 17 90,1 7-90,0-1 0,4 22 0,-3-14 0,1 7 0,1 0 0,-1-3 45,4 2 0,0-1-45,-1-4 0,15 9 0,-12-15 90,14 2-90,-12-5 0,4-9 0,-1-2 0,0 0 0,4-12 0,-1-4 0,-7 5 0,-2-1 0,4 0 0,-1-3 150,-7 0 0,-2-2 0,0 3-306,-1-6 291,-1 1 0,-1 1 1687,-5 13-1822,4 1 28,-4 9-28,2 2 0,0 2 0,-1 9 0,-1 8 0,4 1 0,-2 14 0,9-17 0,2 16 0,8-17 516,-2 5-516,9-1 90,-10-7 180,0 1 0,1 0 0,-4-1 1474,6 4-1294,-10-3-361,-2-2 361,0 16-720,-10-11 1,-4 0-811,-7 6 1,-3 1-560,0-5 1,-2-1 700,4-4 0,-2-2 0,0 0-155,-3 0 1,-1 0 0,0 0-1,3-1 1,0 0 0,-1 0 272,0 1 1,-1-1 0,-1 1 0,1-1 633,-3 1 0,1 0 0,-1 0 0,-2 2 0,0-1 0,0 1 0,6-3 0,0 0 0,-1 1 0,1-1 1</inkml:trace>
  <inkml:trace contextRef="#ctx0" brushRef="#br0" timeOffset="53550">9760 6784 12210,'-21'8'674,"2"-1"1,-3 1 179,0 1 1,-1-1-2494,1 1 1,0-1 1199,2-1 0,3 0 889,-5 1 180,11-4 1035,6 1-1395,13-10 44,17-4 1,8-4-225,-8 0 0,1-1 0,2 0-271,-7 4 0,0 1 0,0-2 0,3 0 196,-1 0 0,3-2 0,0-1 0,1 0 0,-3 1 0,-1 2-622,3-3 0,-3 2 1,2-1 624,-3 2 0,2-1 0,0-1 0,1 0 0,-1 1 0,0 0 0,1 0 0,-1 0 0,0 0 0,-3 2 278,4-2 0,-3 1 1,3-1-297,1 0 0,3-1 0,1-1 0,-3 1 0,-4 3 45,1-1 0,-3 2-75,1 0 0,1-1 0,-4 2-60,-5 3-1799,-1-1-1388,-25 6 2971,1 5 1,-4-4 0,7 4 0</inkml:trace>
  <inkml:trace contextRef="#ctx0" brushRef="#br0" timeOffset="54284">11809 5909 12120,'-16'4'1092,"1"0"0,-2 0 0,0 0-500,-11 8 38,-2-2-451,22-6 1,-2 0 1259,9-2-539,13-2-630,-3 1 89,10-3 1,3-2-90,3-5-507,-5 2 0,6-2 1,1 0-1,-1-1 327,-2-1 0,0 1 0,0-1 0,1 0-68,1 0 1,0 0-1,2 0 1,1-2 7,-2 1 0,3-1 0,1-1 0,-1 0 0,-1 1 0,-4 2-30,1-1 0,-3 1 0,4-2 0,-3 2 0,4-2 0,2-2 0,1 0 0,0 0 0,-3 2 0,-4 1-670,5-2 0,-4 1 1,3-1 669,-4 1 0,3-2 0,3 0 0,0-2 0,-1 1 0,-2 0 0,-3 3 0,-1 0 0,-3 1 0,0 0 0,2-2 0,-1 2 0,3-3 0,1 0 0,2-1 0,-1 0 0,-1 0 0,-1 2 0,-4 1 0,2-1 0,-3 2 0,0 0 0,3-2-12,-1 2 1,3-2 0,1-1 0,2-1-1,0 0 1,0 1 0,-2 1 0,-2 1 11,6-3 0,-2 1 0,0 1 0,0-1 0,-1 2 0,0-1 0,1 0 0,-1 0 0,0 0 0,3-1 0,0 0 0,-1 2 0,-5 1 0,-5 2 0,0 1 30,7-3 0,3-3 0,-5 4-30,1-1 45,-1 1 0,-1 1 45,-5 2-90,11-4 0,-20 9 90,4-2-3367,-9 4 2355,-7 0-2355,-16 9 0,2-1 2913,-11 3 0,11-2 1,0-4-1</inkml:trace>
  <inkml:trace contextRef="#ctx0" brushRef="#br0" timeOffset="60950">11872 2850 11311,'0'-16'1259,"0"2"-4536,5 2 2063,-4 2 1753,3-2 1320,-4 2-1409,0 0 679,0 1-769,0 1 90,-4-3-180,2 4 3006,-5-4-2801,6 6-655,-3 0 180,2 21 0,2-6 45,-2 10 0,1 2-45,1-1 0,0 4 0,0 2-90,0-4-360,2 3 1,2-2-1,2-4-630,-1-1 1,1-1 0,4-6-2198,6 10 2702,-7-17 0,4 2 0,-8-7 0</inkml:trace>
  <inkml:trace contextRef="#ctx0" brushRef="#br0" timeOffset="61300">12088 2720 12390,'0'14'720,"-4"4"-720,3-4 0,-3 15 0,4-12 44,2 4 1,3 2-45,10 2 0,-9-9 0,2-2 45,6-3 0,1-4-45,-1-2 0,7-5 0,0-3 0,-3-6 45,1-3 0,-2-2 45,-8-4 0,-3-2 0,-2 0 0,-11 1 90,-1-3 0,-1-1-90,-8 3-45,1 0 0,1 1-135,2 5 90,0 4 0,0 2-90,4 5-899,-6 16 179,11-4-829,0 7 1,2 1-482,2-2 2030,0 9 1,6-12 0,2-1 0</inkml:trace>
  <inkml:trace contextRef="#ctx0" brushRef="#br0" timeOffset="61653">12426 2624 12210,'-19'-6'1439,"2"1"-1349,5 11-90,1 8 0,2 2 0,4 4 0,4 5 0,0-10 45,4 3 0,1-2-45,3-3-45,3-1 0,2-2 45,11-5 0,1-7 0,-8-6 0,-2-3 90,-1-9-45,-3 8 0,0-1 225,-4-3 0,-1 1-180,0-5 45,-5-2 0,-2 0-46,1 5-44,-10 0 0,-1 2-45,3 4-45,-5 4 0,-2 1-134,4 3-676,-3 9 1,0 2-406,1 2 713,-4 14 1,1 2 0,2 0 0,2-3 0,0 1 0</inkml:trace>
  <inkml:trace contextRef="#ctx0" brushRef="#br0" timeOffset="62251">11062 2935 12390,'-8'-7'450,"1"1"-450,4 5 0,2 20 0,1-8 0,-1 10 0,2 0 90,3-1-90,-1 3 0,-1 0 0,4-1-225,0 2 0,-1-1-135,-1-4-405,2 0 1,1 0 44,-3-5-2557,4 12 3219,-7-19 0,1 3 1,-2-10-1</inkml:trace>
  <inkml:trace contextRef="#ctx0" brushRef="#br0" timeOffset="62484">11039 3041 10951,'-8'-27'1709,"3"10"-1439,-1-2-270,4 14 0,0-1 90,14 10-90,8 8 0,2-4 45,-3 3 0,-2 0-45,-1-6-90,3 3 0,0 1-180,-3-2-180,9 1-1709,-4-3 1350,-8-3-1890,9 1 2699,-15-3 0,2-7 0,-7-2 0</inkml:trace>
  <inkml:trace contextRef="#ctx0" brushRef="#br0" timeOffset="62684">11196 2863 10591,'-10'-15'989,"3"3"-719,1 3-180,3 6-90,-1 0 0,1 8 90,2 15-45,2-1 0,2 1-45,0-3 0,0 0-1093,2 4 1,2 2 0,-1-3 1067,5 4-155,0 0 0,-1 0-1298,1-7 938,3 5-2737,5 1 908,-8-10 2369,10 8 0,-12-15 0,2 1 0</inkml:trace>
  <inkml:trace contextRef="#ctx0" brushRef="#br0" timeOffset="62867">11446 2781 11490,'-7'-8'720,"-6"-1"-1170,8 6-2788,-5 13 1889,7-2 1349,3 12 0,0-9 0,0 2 0</inkml:trace>
  <inkml:trace contextRef="#ctx0" brushRef="#br0" timeOffset="63033">11556 3034 12660,'0'7'0</inkml:trace>
  <inkml:trace contextRef="#ctx0" brushRef="#br0" timeOffset="63233">11556 2973 11940,'-6'-2'1619,"-6"-3"-1349,8-2-270,-3 1 0,4-5-1619,26-4 450,-10 1-470,10 0 1,2 0 982,-5 0 1,-4 4-1,1-1 1,0 0 0</inkml:trace>
  <inkml:trace contextRef="#ctx0" brushRef="#br0" timeOffset="71634">10900 5960 15088,'0'-7'1170,"-3"1"-990,2 3 0,-3 2-1,4-1-89,0 0 90,0-1-180,0 0 90,0 0-90,6-1 0,-5 0 0,10 0 0,-10-1 0,11 0 0,-6-1 0,6 0 0,-3 0-180,0 0 0,1 1-179,-1-1-631,4-1 361,-3 1-1800,8-3 1260,-10 5-2108,8-2 3039,-11 5 0,2 0 1,-4 0-1</inkml:trace>
  <inkml:trace contextRef="#ctx0" brushRef="#br0" timeOffset="71817">10986 6006 12840,'-17'11'2518,"3"-4"-2428,4-1-180,5-5-449,11 0-1890,3-1 900,15-14 1529,-9 6 0,0-2 0,-1-2 0,-1 0 0,1 1 0,0-1 0</inkml:trace>
  <inkml:trace contextRef="#ctx0" brushRef="#br0" timeOffset="85666">11355 3838 12300,'-8'-7'989,"0"1"-809,5 4-90,0 0 0,1 0 0,-1 2-90,2-1 0,-1 1 0,1 0 270,0 9-90,6 15-180,2-3 45,-1 1 0,1-1-45,2-2 0,-1 3 0,-1 1 0,0-3 0,1 3 0,0-1 0,-1-4-180,-1 0 0,1-1-270,-1-3-1798,5 11 988,-7-17 1260,5 6 0,-6-11 0,2 0 0</inkml:trace>
  <inkml:trace contextRef="#ctx0" brushRef="#br0" timeOffset="86216">11319 3906 12300,'-15'-9'1169,"1"0"-719,2-1-450,4-1 0,0 0-90,14-3 90,4 9 90,15-6-90,-6 10 0,-1-2 0,0 3 90,-1 7-45,0-2 0,-1 1 45,-4 3-45,-3 6 0,-1 1-45,-4 6 0,-8 9 0,1-13 0,-2-1 0,-9-2 0,7 2 0,0-1 0,0-7 0,-3 7 0,31-36 0,-14 16 0,10-8 0,0 0 0,-5 11 0,5-2 90,2 3-90,-7 5-90,13 2 180,-15 6-90,7 6 90,-11-5 180,-1 12-180,-4-14-1,-1 5 1,-6-3-90,-1-4 0,-11 10 0,7-10 0,-4 5 0,1-4 0,6-5-899,-9 3 269,11-7-2338,-6-7 1349,9 4 1619,-1-27 0,9 16 0,1-18 0</inkml:trace>
  <inkml:trace contextRef="#ctx0" brushRef="#br0" timeOffset="86399">11677 3787 14189,'11'0'0</inkml:trace>
  <inkml:trace contextRef="#ctx0" brushRef="#br0" timeOffset="86569">11825 3953 14639,'-12'5'2338,"0"-2"-2518,3-1-3097,2-2 2972,13-8 0,-5 1 0,8-7 0</inkml:trace>
  <inkml:trace contextRef="#ctx0" brushRef="#br0" timeOffset="86834">12002 3694 13559,'-8'-8'1260,"3"1"-1171,-1 4-44,15 15 0,5 4-45,-7-4-135,9 13 1,1 0-46,-9-7-450,0 2 0,1 1 1,-3-3-1010,3 1 1,0 1 1220,1-5 1,4 6-1,-6-14 1</inkml:trace>
  <inkml:trace contextRef="#ctx0" brushRef="#br0" timeOffset="87200">12219 3605 13110,'-13'10'359,"3"9"-359,7 0 45,1-2 0,3-1-45,5-2 0,1 15 0,6-18 90,5 10-90,-5-15 0,2 3 0,-2-8 0,-3 0 0,4-1 90,2-16-90,-5 7 90,-1-7 0,-1-2 0,-4 2 90,-2-6 0,-5-2 89,-5 5 1,-2 0-225,3 0 0,-1 0 45,-8 0 0,0 5-90,4 8-90,-16 8 0,16 5-765,-3 9 1,0 3-855,3 2 1709,0 7 0,1 1 0,4-2 0,1-5 0,1 0 0</inkml:trace>
  <inkml:trace contextRef="#ctx0" brushRef="#br0" timeOffset="89067">11926 3116 11850,'-10'-3'1619,"2"3"-719,-4-3-720,6 3 629,-9 0-539,9 0 270,-4 0-360,7 0 2068,-1 0-1348,20 0-810,-8 0 0,11 0 0,2 0-90,0-5-1051,9-1 1,1 0 1050,-15 0 0,0 0 0,9-2 0,4-2 0,-3 2-1334,-7 2 1,-1-1 1333,11-3 0,2 0 0,-10 2 0,0 0 0,-1 1-260,-1 0 0,2-1 260,1 0 0,3-2 0,1 1 0,-4 1 0,-1 0 0,-1 0 22,2 0 1,3-1 0,-1 0-1,-3 2-22,-3 0 0,0 1 0,5-2 0,2 0 0,-4 0 0,1 0 0,-2 1 0,-1 0 0,-4-2 0,0 2 1348,-7 2-1437,-7 3 2850,1 1-6038,-1 0 2457,-8 0 1,-2 7 0,-8 3 0</inkml:trace>
  <inkml:trace contextRef="#ctx0" brushRef="#br0" timeOffset="91133">12793 3256 15718,'6'23'0,"-2"-6"0,0 0 0,5 7 0,-6-8 0,-1 1-45,5-1 0,-1 0-135,-2 4-405,3 2 1,1 0-46,-3-6-854,0 1 0,0-1-225,-1-4 1709,4 8 0,-4-15 0,0 2 0</inkml:trace>
  <inkml:trace contextRef="#ctx0" brushRef="#br0" timeOffset="91499">12902 3196 12120,'0'12'180,"4"1"-90,1 0-90,8 9 0,-5-7 0,2 1 0,-1-1 0,1-2 0,4 3 0,1 0 0,-2-6 0,3 0 0,0-2 0,-4-5 90,11-8-90,-15 3 90,2-13 0,-7 4-90,-2-4 90,-8-11 0,5 11-45,-12-3 0,-3-1 45,-3-3-1351,5 9 0,0 0 1261,-3 1-269,7 9-91,5 1-2698,-5 8 1618,7 2 1440,-1 8 0,4-4 0,1 0 0</inkml:trace>
  <inkml:trace contextRef="#ctx0" brushRef="#br0" timeOffset="91783">13558 2897 13649,'0'8'90,"0"-5"-90,2 13 0,1 3-90,-2-3-90,4 12-1079,3 1-360,-2-12 0,0 0 989,0-2 1,1-1 629,1 2 0,-1-3 0,0-6 0,2 1 0</inkml:trace>
  <inkml:trace contextRef="#ctx0" brushRef="#br0" timeOffset="92133">13727 2824 12210,'-9'12'90,"3"10"-90,5-8-90,1 7-180,10-4 180,-7-7-180,9 1 1,2-2 89,-5-3 45,7-1 0,2-2 135,-2-1 45,2-3 0,0-2 45,-4-5 539,10-10-449,-19 4 360,-6-13-360,-1 14-1819,-14-4 1,-3 0 1293,6 5 321,-10-1 1,-1 3 23,9 5-286,-15 0 106,21 12-1529,-3-6 360,7 21 1349,3-8 0,6 6 0,4-6 0</inkml:trace>
  <inkml:trace contextRef="#ctx0" brushRef="#br0" timeOffset="92400">14299 2410 12660,'-5'15'0,"7"-1"0,0-3 0,8 8-90,-5-4-450,6 11 0,-3-10-269,0 5-2339,4 2 2248,-4-10 781,4 7 0,-3-13 0,0-1 0</inkml:trace>
  <inkml:trace contextRef="#ctx0" brushRef="#br0" timeOffset="92750">14496 2308 11221,'-4'7'179,"1"13"-179,2-12 0,1 11 0,5 0 0,1-7 0,11 13-89,-4-14-91,0-2 0,1 0 90,0-4 135,4 0 0,1-3 494,4-8-269,3-2 540,-11-20-720,-13 10 0,-9-1 0,-2-1 90,-2 3-91,-8-1 1,-1 0-90,5 4-45,-2 1 1,2 2 44,3 5-900,-5-1 1,12 12-2378,-1 2 3061,4 6 1,2-6 0,0 0 0</inkml:trace>
  <inkml:trace contextRef="#ctx0" brushRef="#br0" timeOffset="93000">15042 1860 12030,'0'-15'1259,"0"4"-1169,0 6-90,0 9 90,0 15-180,0 2-315,4-2 1,1 0-226,-2 2-1009,6-4 1,0-1 328,-3-3 1310,11 9 0,-9-14 0,2 1 0</inkml:trace>
  <inkml:trace contextRef="#ctx0" brushRef="#br0" timeOffset="93366">15232 1647 12210,'-3'17'0,"0"-3"0,9-3 90,-1 2-90,2-2 0,8 11 0,-8-10 45,5-1 0,1-1-45,-1-1 0,17 3 0,-15-10 0,7 1 0,-3-8 0,-7-4 90,8-13-90,-13 5 270,-2-2 0,-2-1-1,-1 0-44,-8-3 0,-2 1-45,1 4-90,-8 2 0,-1 3-90,2 6-45,-6 7 0,-1 6-990,6 6 1,0 4-605,-2-2 1,0 2 1607,2 8 0,4 0 1,2 2-1,4-9 1,0 1-1</inkml:trace>
  <inkml:trace contextRef="#ctx0" brushRef="#br0" timeOffset="93816">12413 4316 6183,'0'0'0</inkml:trace>
  <inkml:trace contextRef="#ctx0" brushRef="#br0" timeOffset="102432">11822 3143 13469,'7'-1'180,"6"-3"-90,-8 9 0,8-5 0,-3 2 0,1-1 0,2 2 0,1-3 90,16 0-90,-8-2 0,1-1-45,-4 3 0,0-1 0,12-2 0,-3-2-45,-6 0 89,3 0 1,-1-2-90,-2 0 45,2-1 0,1-1 45,-2 1-90,-4 0 0,3-1 0,0 0 45,7-3 0,0-1-409,-1 1 1,2 0 363,-5 1 0,2-1 0,-5 3 0,-7 2 0,0 1 0,6-3 0,3-2 0,-3 1 0,7-3 30,-6 2 0,3-3 0,-3 1-30,-1-2 0,-1 0 0,4-1 0,0-2 0,-1-4 0,-3 1 0,-3 0 0,-4 5 0,0-1 45,-2-1 0,-1 1 45,3-5 90,0-3 0,-1 1-90,-3 5-45,0-3 0,-1 0 45,-2 4 0,-1-3 0,-1 0 0,-2 3 90,-3-5 0,-2-1-225,-4 6 0,-1 1 45,1-1 0,-1 0-1531,-9-4 0,-3 3 1531,1 4 45,-6-2 0,-1 2-242,1 3 227,6 4 0,-3-1 0,3 1-30,-9-1 30,8 3 0,-4 0 0,4 1-30,-8-2 30,5 3 0,-3-1 0,1 2-30,-1 0 0,1 1-853,-4-1 0,0 1 898,7 1 0,1 1 0,-3 3 0,2 0-45,-9-2 0,7 4 0,-3 2 0,3-2-149,7-1 1,-1-1 178,-9 4 0,-5 2 0,5-1-30,7-2 0,-1 0-23,0 0 1,-4 2 0,0-1-1,4 0 23,1 0 0,1 0 0,-8 2 0,-2 3 0,4-1 0,9-4 0,1 1 0,-4 3 0,-3 2 0,4-1 0,-4 6 0,7-2 0,-2 4 0,4-2 0,-4 8 60,7-3 0,-1 4 0,2-2-143,5-8 0,0 1 113,-1 10 0,1 5 0,0-4 15,2-8 0,1 1-23,0 1 1,-1 4 0,1-1-1,2-3-22,1-2 0,2-1 60,1 9 0,0 4 0,3-3 75,6-6 0,0-2-90,-1 6 0,2-2 45,2-11 0,2-2 0,-1-3 0,10 1-90,-4-4 0,5-1 0,-3-3 0,-7-5 0,0-1-95,4-1 0,4-1 0,0-1 1,-4 0-131,2-3 0,-1-2-369,-3 1 0,3-1 1,1-1-1,-1 1 1,-3 0-388,5-3 0,-1-1 981,-5 2 0,3-3 0,1-1 0,-2 1 0,-2 2 0,3-4 0,-1 1 0,0-2 0,1 0 0,-1 0 0</inkml:trace>
  <inkml:trace contextRef="#ctx0" brushRef="#br0" timeOffset="108649">12055 4090 9961,'-8'2'360,"2"0"-180,5-2 90,-2 0 90,1 0-91,-1 0 3007,1 0-165,2-4-2482,4 2-629,-3-4 0,3 3 0,-4-1 90,0 1-90,0 0 90,-4 1-90,3 0 90,-2 1 0,3-1 0,-2 1-90,2 0 90,-2 0 0,1 0-90,0 0 90,9 0-90,7 0 0,0-3 0,9-1 0,-14 0 0,14-5 0,-13 6 0,13-10 0,-13 8 0,5-3 0,-5 1 0,-1 2 0,1-2 0,3-2 0,-5 3 0,10-8 0,-11 8 0,11-9 0,-12 9 0,12-11 0,-12 11 0,11-14 0,-11 12 45,3-4 0,-1 0-45,-1 2-90,9-13 90,-11 15 0,5-10 0,-6 10 0,5-11 0,-7 11 0,4-12 0,-5 11 0,1-13 0,-2 12 0,0-16 90,0 15-90,0-7-90,-1-1 90,0 7 0,-6-15 0,1 16 0,-5-14 0,1 15 0,-1-13 0,2 13 0,-1-3 0,1 0 0,1 2 0,-9-14-90,9 15 90,-2-2 90,-3-3-90,5 7 0,-10-11 90,10 13-90,-11-7 90,11 8 0,-16-6 0,13 8-90,-12-4 90,12 6-90,-9-2 0,8 2 0,-4 0 0,1 1 0,6 1 0,-11-1 0,10 1 90,-10 6-90,10-5 0,-3 8 0,-1 2 0,-5 5 90,-3 5-45,7-6 0,2-2-45,0 1 45,-5 6 0,1 1 45,1-3-45,-1 4 0,-1 0 44,4-4-89,1 1 0,-1 1 0,4-3 0,0 1 0,1 0 90,3-3-45,1 5 0,0 2 45,1 8-1300,2-12 0,-1-1 1300,1 10-2590,1 4 2500,0-12-308,5 4 1,0-1 307,-3-2 45,8 2 0,2-1-45,-5-2 0,7 1 0,2-1 90,-3-2-354,4 0 0,0-1 264,-1-4 301,4-1 0,1-2-571,-1-5 90,-4 0 0,2-3-810,3-8 1,0-3 0,8-2-104,-6-2 1,3-5 0,-4 2-547,-5 4 1,0-2 1559,3-4 1,3-2-1,-3 1 1,-6 4-1,0 1 1,4-6 0,0 1-1</inkml:trace>
  <inkml:trace contextRef="#ctx0" brushRef="#br0" timeOffset="109699">12195 3906 13469,'-4'-8'3238,"14"33"-3058,-4-11 0,1 2-120,2 3 0,1 2 0,0-2-15,1-1 0,1-1-45,1 3 0,-1-1 0,-4-6 0,10 12-90,-12-15-899,6 8 179,-9-11-2467,1 7 78,-4-8 3199,-5 5 0,-3-7 0,-6 1 0</inkml:trace>
  <inkml:trace contextRef="#ctx0" brushRef="#br0" timeOffset="110316">12288 4491 13649,'0'-7'2879,"0"1"-2610,11 22-269,-2-13 0,3 12 0,-1 1 0,2-9-90,-3 7 1,-1 2-91,-1-3-855,0 4 1,-1 0-46,-1-1-359,1 9-1838,-2-4 2792,-2-8 0,2 4 0,-2-10 0</inkml:trace>
  <inkml:trace contextRef="#ctx0" brushRef="#br0" timeOffset="112682">12817 3676 12930,'0'-10'1529,"0"1"-1169,-3 7 359,3-1-449,-4 3 270,3-3 989,0 2-1349,7 0-180,1 1 90,9 0-90,-7 0 90,9 0 89,-4-1-89,2 0 0,-2 0 0,0-3-90,-4 1 0,15-5 0,-12 3 0,1-2 0,0-1 0,0 0 45,0-1 0,1-1-45,-3 0-45,3-4 0,-1-2 45,-3 1 0,2-4 0,-1-1 0,-2 3 0,-1-4 0,-1 0 0,-1 1 0,-1-4 0,-1-1 0,-1 3 0,-2-3 0,-1 0 0,0 4 0,-3-1 0,-1 1 0,2 2 0,-4-1 0,-1 1 0,-1 1-45,-3-4 0,-2 1 45,-1 3-1639,-1-3 1,1 1 1613,1 5-408,-2 0 1,-1 0 432,3 4-208,-3 0 1,0 0 297,2 4-171,-13-4 81,15 7 2591,-13 1-2501,15 2 1103,-17 7-923,2 9-180,1-2 90,7 1 0,2 0-90,2-3 0,-2 2 0,1 2 0,1-2 89,-1 3 1,0 0 0,2 0-45,-2 3 0,1 2-45,3-3-1079,-3 11 0,2 1 1079,3-4-30,3-5 0,-1 4 0,2-1-791,5 6 0,0-1 731,-3-4 0,2 1-509,3-3 0,2 2 0,0-5 509,0 2-221,5 1 0,1-2 311,-2-5 551,2 0 1,1-1-642,-2-4 45,4 1 0,0-2-45,-1-3 1587,8 3-1946,4-6-91,-9-3-495,4-2 1,0-2 134,-1 2-829,5-9 1,-1-3 1896,-2 3-1897,3-8 1,-1-2 982,-3 1 1,-5 4-1,-1 0 1,2-2 0</inkml:trace>
  <inkml:trace contextRef="#ctx0" brushRef="#br0" timeOffset="113682">13180 3883 16258,'-7'-7'1079,"1"2"-809,6 4 2069,-1 0-1710,1 6-539,9 7-90,-1-1 0,7 5-90,4 6-180,-9-7-989,3 6 0,0 1-270,-1-1-110,1 6 1,-1 0 982,-2-1 1,-3-5-1,0-1 1,0 3 0</inkml:trace>
  <inkml:trace contextRef="#ctx0" brushRef="#br0" timeOffset="118199">6146 3871 13469,'-6'-6'1170,"1"1"-811,0 4-89,4-1 360,-3 1-270,4 6-270,0 5 0,0 3-45,6 4 0,1 2-45,-4 4-686,4-3 1,3 4 0,-2-3 640,-5-5 0,1 0-315,4 10 0,2 4 1,-1-4 89,-3-10 0,-1-1-690,3 7 1,2 2 0,-2-4-750,3-1 1510,2-2 0,0-2 0,-2-5 1,6 3-1</inkml:trace>
  <inkml:trace contextRef="#ctx0" brushRef="#br0" timeOffset="118648">6556 4112 12840,'14'-12'899,"-4"-3"-809,11-6-90,-10 4 45,3-1 0,1 0 45,-1 0 45,0-2 0,0-1-3412,-4 4 3501,1-9 405,-8 7-449,-2 8 966,-7-8-1146,0 13 675,-7-2-675,3 6 0,-3 6 0,3-2 0,-5 20 0,8-12 0,1 8 0,0 1 0,3-1 0,0 5 0,2 1 0,6-5-45,-3 2 0,2-1-45,9-8-719,6 9 179,-4-16-1888,16 1 1258,-16-12-379,2-2 1,1-2 1502,-3-7 0,-2 4 0,-1 1 0,1-5 0</inkml:trace>
  <inkml:trace contextRef="#ctx0" brushRef="#br0" timeOffset="119150">6843 3754 12030,'-10'-6'2069,"-1"1"-1349,9 20-91,-1 14-971,6 1 476,-2 1 1,3-1-381,1-16 0,1 1 276,-1 10 0,1 4 0,-1-3-398,0-6 0,2 0 398,1 9 0,1 4 0,-1-5-30,-2-9 0,0 0 30,3 6 0,2 2 0,-1-4-30,3 4 0,-3-8 0,1 0 180,5 4-180,-5-9 642,6 6-12,-9-14-61,-1-13-569,-4 1 0,-6-10 0,-1-3-90,2 0 90,-7-8 0,-2-2-5,4-1 5,-2 5 0,-1-3 0,1 3-1576,3 5 0,0 1 1576,-3-10 0,-1-1 90,4 8 0,-1 1-1144,3 5 0,-1 1 1054,-1-4 0,1 1-215,0 0 0,1 1 215,-1-3-68,2 2 1,1 1 67,1 6 1730,8-8-1730,1 14 0,14-3 0,-7 7 0,15 7 90,-16-4 2640,6 13-2730,-7 0 90,-5 0-90,-3 0 0,-1 0 0,-3 0-135,-6 3 0,-2 1-135,-1-1-810,-6 2 1,-1 0-270,2-2-290,-1-2 1,1-1 973,3-6 0,-5 2 0,10-10 0</inkml:trace>
  <inkml:trace contextRef="#ctx0" brushRef="#br0" timeOffset="119733">7300 3774 12930,'-16'3'899,"2"0"1080,-3-1-1439,8 0 269,-8 0-629,12 0 0,0-1 1079,3-1-719,13 0-450,-4 0 90,17 0-180,-1-6 45,0-1 0,1-1-195,-7 1 1,2 0 149,8-4 0,5 0 0,-4 1-45,-9 3 0,1 1-90,1-2 0,4 0 0,0 0 0,-5 1 0,-4 1 0,0 1-450,13-6 1,-3 0 134,-8 4-1618,7-8 1258,-20 10-1798,0-6 1618,-10 5-1978,-2-7 2068,-8 6 900,-2-6 0,1 7 0,0-3 0</inkml:trace>
  <inkml:trace contextRef="#ctx0" brushRef="#br0" timeOffset="120065">7564 3537 10861,'-19'-1'1619,"5"1"-90,-12 0-1169,13 0 359,-9 0-449,15 0 720,-1 3-91,12 4-629,-3 0 360,20 5-540,-11-8 0,15 3 89,-2-2-89,-4-3 0,7 2-45,-8-3 0,1 0 45,5 0-45,3 0 0,0-1-45,-3 1 0,1 0 0,-1-1 0,-5 1 45,0 0 0,0 0-45,-3 1 0,3 0 450,-10 3-360,-6-2 90,0 9-180,-3-5 0,-13 17 0,4-10-135,-7 4 0,-2 1-225,1 0-585,-4 2 1,0 1-225,3-4-470,1 2 1,2-1-1639,5-3 2469,-2 6 0,10-13 0,2 0 0</inkml:trace>
  <inkml:trace contextRef="#ctx0" brushRef="#br0" timeOffset="126248">8339 3454 13289,'0'-12'1080,"0"2"-451,0 3-89,0 1-90,0 0-180,0 2-180,0 0-90,0 1 0,0 1 0,0 1 180,5 0 179,6 6-179,7 10-180,-2-2 0,-1 7 90,0 1-90,-6-7-45,1 1 0,-2 1-45,-2-3-809,7 15 359,-9-17-1709,4 9 1260,-6-13 989,3 5 0,-4-10 0,0 1 0</inkml:trace>
  <inkml:trace contextRef="#ctx0" brushRef="#br0" timeOffset="126598">8497 3313 14459,'6'15'360,"-1"-3"-360,5 9 0,-2-8 44,-2 3 1,2 2-45,12 6 45,-5-10 0,0-2-45,7 3 0,-5-14 0,-1-4 0,-3-6 0,3-2 0,-2-1-90,-2-4 90,-1-2 0,-2 1 0,-5 0 0,-7-5 0,-6-1-45,-4 8 1,-3 2-1595,-6-4 1,-2 2 1535,7 5 1,-1 4-389,-1 7 0,2 4-49,7 7-1099,0 3 1,2 3-1022,2 5 2518,3-6 0,0-1 0,2 3 0,1 0 1</inkml:trace>
  <inkml:trace contextRef="#ctx0" brushRef="#br0" timeOffset="127099">8886 3283 13110,'0'-8'89,"10"25"-448,-3 5-181,0-3 0,1 0-1099,-1 0 1,-1-2-1215,1 2 2853,2 1 0,-7-12 0,2 0 0</inkml:trace>
  <inkml:trace contextRef="#ctx0" brushRef="#br0" timeOffset="127249">8835 3155 9242,'-9'-9'-540,"-1"0"0,6 4-269,0 0 809,3 3 0,1 0 0,0-1 0</inkml:trace>
  <inkml:trace contextRef="#ctx0" brushRef="#br0" timeOffset="127468">9017 3049 13739,'-5'15'270,"2"-1"-270,7 13 90,-2-11-315,3 6 0,0 0-135,1 0-540,-1 4 1,1 0-2378,5-2 1638,-8-6 1,1 1-1236,6 6 2874,-5-7 0,2 4 0,-2-9 0</inkml:trace>
  <inkml:trace contextRef="#ctx0" brushRef="#br0" timeOffset="128249">9113 3292 10771,'-5'-17'1529,"1"1"-1529,9 2 0,1-5 0,8 10 0,4-12 0,-5 11 180,0-1 0,-1 1 0,-2 2 539,5-5-629,-13 10 180,0 0-270,-6 3 0,3 4 90,-12 8-90,8-1 0,-6 11 0,8-3 0,1 1-405,9-5 0,2 0 226,0-3-181,6 2 0,1-1-90,-3-5-405,2-1 1,2 0 404,-2-4 270,5 0 1,-1-3 1168,1-12-719,4 9 719,-15-23-629,-7 19 720,-1-22-901,-1 19 181,0-13-360,0 15 0,0-5 0,6 8 90,8-3-90,8 5-90,0 0 90,2 2 90,-13 1-90,3 0 270,-6 4 0,-3-3 1079,0 3-989,-11-4-90,0 0-180,-12 0-90,7 0 0,-6 0-270,9 0-360,1-4-359,4 0-270,16-7 539,-4 4-90,12-4-359,-6 5 0,0 1 449,5-3 0,3-1 1,1 1 629,-4 0 1124,-2 2 1,0-1 44,-4 2 1080,5-4-1709,-15 7 629,0-2-359,-9 3 179,-9 1-719,2 6 90,-13-1-270,14 7 0,-9-1 0,14-1-180,-1 2-90,6-5-3007,18 3 3196,6-7 1,5 1 0,-4-4 0</inkml:trace>
  <inkml:trace contextRef="#ctx0" brushRef="#br0" timeOffset="130198">9916 6699 10771,'-11'8'629,"-3"2"-539,5-5 270,-7 5-270,10-6 270,-7 5-180,8-6 0,-2 2 270,3-2-361,2-1 181,-5 2-180,5-2 270,-8 4-270,6-4 90,-9 6-90,8-5 90,-9 5-180,9-5 90,-6 4 0,7-5-90,-2 2 90,2-1-90,2-1 90,-1 0 1439,2-1-1170,8-5-179,7-2-90,1-4-45,0 2 0,2-1 45,-2-2 0,1 0-1696,8-4 0,1-1 1606,-7 5 0,0 0 30,1 0 0,0 0 0,-1 1-175,7-4 145,-5 3 0,3-2 0,-3 2 0,-5 2 0,0 0 30,7-4 0,3-3 0,-3 2-215,-7 4 1,1-1 184,6-3 0,3-2 0,-3 1 0,-7 6 0,0-1 30,7-2 0,2-3 0,-2 3-30,-8 5 0,1-1 0,7-4 0,4-1 0,-4 2 0,5-2 0,-8 5 0,3-2 0,-4 2 0,-1 1 0,1 0 0,-2 1 0,-5 2 0,8-2 0,-14 5 3093,1-1-3093,-4 1-3277,-1 0 2457,-1 6 1,8-4 0,2 4 0</inkml:trace>
  <inkml:trace contextRef="#ctx0" brushRef="#br0" timeOffset="131015">12112 5807 10411,'-10'0'810,"0"0"629,1 0-540,4 0-719,-1-4 180,11 0 270,16-9-361,-3 4-1362,3-1 1,4-2 0,-2 1 920,-6 3 0,1-1 261,4-2 1,4-2 0,2-1 0,0 1-179,-5 2 0,0 1 1,1-1-1,1 0 0,0-1 89,-1 1 0,2-1 0,0 0 0,0 0 0,1-1 0,-1 1 0,-2 1-256,6-3 1,-2 1 0,0 1-1,0-1 1,1-1 242,-3 1 0,1 0 0,1-1 0,0 0 1,-2 1-1,-1 0 0,-4 2 13,3-1 0,-4 1 0,3-1 15,-2 1 0,5-3 0,0 0 0,1 0 0,-2 1 0,-4 2-15,1 0 0,-3 1 0,2 0 0,3-2 0,4-1 0,0 0 0,-1 0 0,-4 3 0,3-1 0,0 0-23,-3 1 1,5-1 0,-2 0-1,-3 2 23,-4 2 0,-1 0 0,5-2 0,4-1 0,-3 1 0,-5 2 0,-2 1 0,3-2 0,-2 1-25,2 1-1954,-17 5 1113,-6 7-1203,2 1 2069,-17 7 0,9-3 0,-10-1 0</inkml:trace>
  <inkml:trace contextRef="#ctx0" brushRef="#br0" timeOffset="149614">10590 6403 11400,'-17'2'0,"0"0"90,-1 2-1010,1-2 1190,0 1 179,1-1-41,2 1-228,3 0 253,1 0-433,4-1 90,1 0 0,8-2 269,19-13-239,0 4 0,5-2 0,3-1-618,-4 1 1,3-2-1,0 0 1,1 0-1,-1 0 498,-5 3 0,0 0 0,0 0 0,0-1 0,3 1 12,0-1 1,2-1 0,2-1 0,1 1 0,-2 0 0,-2 1 0,-3 1-480,3-1 1,-3 1 0,4-1 466,-5 2 0,3-1 0,3-1 0,0 0 0,0 0 0,-3 1 0,-3 2 0,6-3 0,-5 3 0,4-2-103,-5 2 0,4-1 0,1-1 1,1 0-1,0 0 0,-2 1 1,-3 2-471,2-2 0,-3 2 1,0 1-1,0 0-247,5-1 1,1 0 0,-2 1 0,-3 0-196,-1-1 0,-9 5 1015,-18 16 0,-16-6 0,1 7 0</inkml:trace>
  <inkml:trace contextRef="#ctx0" brushRef="#br0" timeOffset="149898">10610 6610 11311,'-25'13'89,"0"0"1,0 0 0,-3 1 0,4-1 540,4-3 0,9-4-1,27-9-449,-4-6-1273,10-3 1,8-2 0,-3 0 621,-3-2 1,1-1 514,-6 6 1,2-1 0,2 0 0,0-1 9,0 1 0,1-1 0,1 0 0,0 1 0,-2 0-54,4-2 0,-2 2 0,5-3 0,-8 5 0,2-1 0,4-1 0,0 0 0,0-1 0,0 2 0,-3 0 0,-2 1 0,3 0 0,-3 1 0,0 0 0,3-1 11,-1 1 0,3 0 1,2-2-1,2 0 0,-1 1 1,0 0-1,-3 0 0,-3 2-11,2 0 0,-4 0 0,1 2 0,3-2-68,-3 1 1,3 0-1,3-1 1,0-1 0,0 1-1,-1 1 1,-2 0 0,-4 1-83,9-2 0,-4 2 0,3 0-330,-4 0 0,4 1 0,2-1 1,-1 1-1,-2 0 0,-4 2-613,-3 0 1,-3 1 0,1 0 534,10-1 0,1 1 0,-6 1 558,3 8 0,-8-6 0,-7 6 0</inkml:trace>
  <inkml:trace contextRef="#ctx0" brushRef="#br0" timeOffset="159763">11514 6776 9242,'0'-14'989,"0"2"-359,0 4-91,-5 1-89,4 1-180,-4 1-90,5 1 0,0 0-90,-4 1 0,4 0-90,-3 1 450,3 1-361,0 7 1,0 17-90,0-4 0,2 4 0,0 1 0,-1-2 45,2 3 0,1 0-135,0-4-90,0 2 1,1-1-91,0-5-855,1 3 1,0 0-2153,4-1 3219,1 2 0,-2-12 1,-4-8-1</inkml:trace>
  <inkml:trace contextRef="#ctx0" brushRef="#br0" timeOffset="160132">11724 6805 11400,'3'-7'810,"-1"16"-810,-2 5 0,9 13 0,-7-11 90,21 1-90,-15-11 0,11 4 0,1-5 90,-7-2-90,3-1 0,0-1 90,-2-1 360,15-7-360,-19 0 89,3-12-179,-11 6 0,-9-15 0,-5 13-1639,-4-4 1,-2-1 1703,-2 4-65,4 1 0,1 1-1332,5 7 1332,-2 0-90,1 6 0,5 0-629,-6 17 269,9-8-675,0 8 1,2 0-135,0-3 1259,15 14 0,-11-16 0,11 5 0</inkml:trace>
  <inkml:trace contextRef="#ctx0" brushRef="#br0" timeOffset="160499">12112 6671 11400,'0'-17'1080,"0"5"-271,-5-3-719,0 11 0,-4 6-90,-1 19 0,4-4 0,1 4 0,1 3 0,2-7 0,2 0 0,2 6 0,4 0 0,5-4 0,1-3 0,10 3 45,-3-12 0,-1-5-45,-4-9 0,2 0 0,0-2 0,-3-7 0,-1-2 0,-2-1 0,-3 0 0,-1-9 0,-5-3 0,-9 9 0,-2 1-45,7-3 0,-3 3 45,-11 3 0,-1 8-180,6 14-1459,-4 5 1,1 4 1630,0 11 1,2 2 0,1-6 0,1 0 0,-1 4-1,1 1 1</inkml:trace>
  <inkml:trace contextRef="#ctx0" brushRef="#br0" timeOffset="162114">11186 6355 8522,'-2'-8'990,"1"0"-631,0 5 181,-1-3 449,0-1-539,0 0-180,1 6-90,6 5-90,-4 7-90,16 14 0,-12-11 0,7 8 90,-3-5-180,-3 7-180,2-3-1214,-5-2 0,0-1 45,-1-2 1439,0 14 0,-1-16 0,0 2 0</inkml:trace>
  <inkml:trace contextRef="#ctx0" brushRef="#br0" timeOffset="164514">11517 7224 9691,'-9'-6'990,"1"2"-720,4-1-90,1 5 539,-4-4-539,3 3 270,-5-2-360,6 2 180,-3-2 179,4 3-269,1 4 630,15 9-630,-7-1 0,7 1 0,3 0 89,1-2 1,0-1-225,-3 0 0,1 0-967,13 2 1,0-3 1011,-3-3-30,-5-2 0,3-1 0,-3-1-60,-5-1 0,1-1 30,8 0 0,4-2 0,-3 0-30,-6 2 0,-1-1 0,2-3 0,4-2 0,0 0 0,-3 0 0,-1 2 0,-1-1 30,1-1 0,1-2 0,0 0-30,-2-1 0,-1 0 0,1 0-868,4-5 1,2 0 0,-2-1 867,-2 4 0,-1-1 0,1-1 0,0-1 0,1-1 0,-1 0 0,-3 2-90,-4 2 0,0 0 90,2-2 0,3-2 0,0-1 0,-2 1 0,-1 0 0,-2 0 0,0 1-581,3-3 1,1 0 0,-2 1 580,2-4 0,-1 0 0,-3-2 0,-2 0 354,-4 8 0,-1-1-384,2-8 0,1-3 0,-3 2 30,-3 7 0,-2 0 0,2-10 0,-1-4 0,-2 4 838,-4 8 1,-1-1-839,-3-8 0,0-3 0,-2 4-45,-1 8 1,-3 1 44,-2-1 0,-5-3 0,-2 1 0,1 3 0,-5 3 0,0 3 0,-1-1-106,5 2 0,1-2 0,-2 1 0,-2 2 160,-4 2 0,-4 3 0,-1 1 0,1 1 0,4 0 302,4 0 1,2 1 0,-3 2-357,-2 0 0,-5 2 0,-3 1 0,0 0 0,3 0 0,4 1 30,1-1 0,4 1 0,-4 1-30,1 2 0,-3 1 0,-2 1 0,0 1 0,3-1 0,3-1 0,1 1 0,3 0 0,-3 2 0,3 0 0,-3 2 0,-2 2 0,1 0 0,1-1 0,4 0 0,1 0 0,3 0 0,-1 2 0,-3 4 0,-2 4 0,0 2 0,1-1 0,4-3 0,3-4 0,3 0 0,0 2 18,-1 3 0,-1 4 0,0 1 0,2-1 0,2-4-18,0 5 0,3 0 0,4-4 0,0 5 0,0 1 0,2-1 0,1-5-45,1 3 0,3-2-113,3 3 1,2 4-1,1-1 1,0-6 22,0-5 0,3-3-180,1 0 0,3 2 1,1-2-1,-2-3 0,1-1 0,1-4-337,1 0 0,4 0 0,1-1 0,-4-2-68,0-2 1,0-1 719,2 0 0,4-1 0,0 0 0,-4-1 0,-1-4 0,0-1 0,1 1 0,0 0 0,-1 0 0</inkml:trace>
  <inkml:trace contextRef="#ctx0" brushRef="#br0" timeOffset="168050">10445 7384 8612,'-6'-13'630,"5"1"-181,-10 1 1,10 1 0,-11 1-180,8 1 0,-2 2-180,-1 2-90,6 1 0,-5 0 90,5 2-90,-3 0 0,4 16 0,-1-6 44,2 11 1,3 1-45,3-4 0,-2 4 0,1 0 0,6-5 0,-5 1 0,-1 0-89,4-3-406,-1 2 0,0 1-854,4-1 809,0 5 540,0-9 0,-10-9 0,2 0 0</inkml:trace>
  <inkml:trace contextRef="#ctx0" brushRef="#br0" timeOffset="168483">10438 7443 8252,'-12'-28'1170,"4"10"-990,2 2-1,20 18-179,-7-2 0,8 5 0,0 1 90,-4-1-90,19 4 0,-16-2 0,2-3 0,1-1 0,-1 2-90,1-1 0,1-1-89,-4-1-91,8 1-630,-7-3 720,-6 1-269,4-14 359,-9 6-90,0-21 180,-4 14 0,-2-4 0,-2-1 0,-4 2 269,-1-5 1,-2 0 0,-2 2 135,0-3 0,1 1-225,3 6 0,-8-8-90,14 20 0,7 17-90,-3-4 0,8 8 0,1 0 0,-4-2 44,5 2 1,1 0-45,-1-1 45,2 2 0,1-1-135,-1-1 0,-3-4 1,1-1-991,12 9 451,-7-8 629,1-1 0,-1-1 0,-2-2 0,6 2 0</inkml:trace>
  <inkml:trace contextRef="#ctx0" brushRef="#br0" timeOffset="168698">10927 7166 9512,'-10'-21'449,"2"3"-449,3 5 90,2 0-90,10 8-809,12-6 179,-3 7-450,1 0 1,0 0 1079,-3 3 0,7-2 0,-11 3 0</inkml:trace>
  <inkml:trace contextRef="#ctx0" brushRef="#br0" timeOffset="168848">10989 7247 8612,'-7'7'-720,"21"-9"720,12-12 0,-10 6 0,1 0 0,-1-1 0,0-1 0</inkml:trace>
  <inkml:trace contextRef="#ctx0" brushRef="#br0" timeOffset="170731">11088 8098 11400,'-8'-5'720,"0"3"-540,5-3-90,0 5-90,1 0 0,0 0 0,1 0 0,-1 7 0,2 15 0,-1-5-135,3 2 0,1 0-45,-2-5-315,1 2 1,1-1 44,0-3-1979,0 11 1440,1-15 989,0 2 0,-3-7 0,1-2 0</inkml:trace>
  <inkml:trace contextRef="#ctx0" brushRef="#br0" timeOffset="170897">10892 8001 9602,'-10'-8'-3277,"-5"0"3241,16 6 1,-7-1 0,11 3-1</inkml:trace>
  <inkml:trace contextRef="#ctx0" brushRef="#br0" timeOffset="171132">11067 7900 10681,'0'-16'1079,"0"4"-539,-6-2-450,5 9-90,1 6 0,2 8 45,6 4 0,1 1-45,-3 6-90,5 2 0,0 1 0,-2 0-315,1 4 0,1 0-44,-2-2-451,0 0 1,0 0 89,0-5 810,-2 0 0,1-2 0,-3-5 0,4 6 0</inkml:trace>
  <inkml:trace contextRef="#ctx0" brushRef="#br0" timeOffset="171797">11229 8153 9242,'0'-9'539,"0"-6"-449,11-2-90,-8 2 135,9 1 0,0 2-45,-6 2 450,12-12-360,-13 12 359,1-9-359,-4 11 0,-2-3 90,0 4-270,-6 3 180,-4-3-180,3 5 0,-10-1 0,10 8-90,-2 1 180,3 11-90,6-5 0,6 11 0,-4-13-90,18 15 90,-13-16 0,11 6-270,-1-3 180,-6-6-180,13 6 180,-15-8-89,8 0 179,-11-3-90,3-6 90,-7-7 0,1 0 0,-3-3 179,0 1 1,0-5-180,0 4 0,5-8 0,-4 15 0,12-10 0,-11 11 0,18-8 0,-14 9 0,17-4 90,-9 6-90,1 1 0,-3 2 0,-9 1 180,2 4 90,-3-3-270,-6 3-720,0-4-719,-1-10 900,2 5-1260,15-16 1079,-9 11 720,22-8 0,-18 8 0,10-2 0</inkml:trace>
  <inkml:trace contextRef="#ctx0" brushRef="#br0" timeOffset="172198">11634 7788 11041,'-12'6'899,"1"-1"-719,1 7-90,0-1 0,1 2-90,-1 2 0,4-4 0,0 4 0,5-8 0,0 6 0,6-5 0,1 1-90,3-5 0,0-3 0,1 0 0,-3-1-90,6-10 180,-8 3 0,5-8 0,-6 10 0,2-3 0,-3 6 0,3-2 0,-3 4-90,5 0 180,-2 4-90,1 2-90,3 3 90,-5 0-809,8 3 539,-7-5-899,7 3 629,-7-8-1439,6 1 1439,-8-3 540,5-5 0,-6 4 0,0-4 0</inkml:trace>
  <inkml:trace contextRef="#ctx0" brushRef="#br0" timeOffset="172666">11728 7656 10591,'-6'-9'540,"0"1"-181,0 4-269,3 3-90,-2-1 0,4 14 90,5 6-90,3 2 0,0-2 0,2 1 0,2-1 0,-1 0 0,-1-1 0,0 0-90,2 7 0,0-2 90,-2-5-45,-1-2 0,0 1 45,-2-5-89,5 8 89,-8-13 179,1 3-89,-12-27 0,6 12 0,-4-9 0,0 0-90,5 7 90,-1-10-90,2 12 0,6-5 0,-1 4 0,2 2 0,11-3 0,-11 5 90,21-1-90,-19 4 0,10 5 0,-12-3 0,5 8 0,-5-5-90,4 5 0,-7 0-1079,2 0 359,-5-3-89,1-1 899,-2-4 0,-7-1 0,-2-1 0</inkml:trace>
  <inkml:trace contextRef="#ctx0" brushRef="#br0" timeOffset="172815">11763 7606 9781,'-9'-5'-820,"17"0"1,-6 10 0,11 1 0</inkml:trace>
  <inkml:trace contextRef="#ctx0" brushRef="#br0" timeOffset="173815">11974 7700 9781,'1'14'1080,"4"3"-990,6 2 0,-1-4-90,10 6 90,-11-13 0,12 7-180,-12-9 90,10 2 0,-11-6 0,7 1 0,-10-9 0,2-1 180,-12-18-91,4 11 361,-10-12-450,6 19 180,-5-4 0,3 9 0,1-2-180,3 3 0,0-1 0,3 0 0,-1-3 0,6 2-90,6-5 180,-3 5-90,10-2 0,-13 5 270,13-1-90,-8 5-180,2-3 270,3 11-270,-9-10 0,7 7 0,-9-5 89,2 0-89,-1 3 90,0-2-180,2 3 180,-3-2-90,0-2 0,-2-3 270,0 0-180,0-7-90,0-7-90,1-1 90,-1-2 0,0-1 0,-1 6 90,2-12 0,-3 15 0,0-5-90,0 10 360,0-1-360,0 13 0,4-3 90,0 7-90,1-7 0,0-3 90,-3-1-90,4-1 0,-2-1 0,2-5 0,-2 4 0,6-17 0,-5 12 0,1-9 0,-1-1 0,-1 4 0,2-17 0,-5 19 90,-1-4-90,0 7 90,0 2-180,-4 0 90,3 14 0,2-2 0,4 14 0,6-11 90,3 8-90,-4-10 0,10 8 0,-11-9 0,9 5 0,-12-8 0,3 3 90,-8-5-90,1 2 0,-2-2 0,-9 3-90,6-2-630,-17 2 360,15-3-1888,-13 2 718,12-2 1530,-4 0 0,6-1 0,0-1 0</inkml:trace>
  <inkml:trace contextRef="#ctx0" brushRef="#br0" timeOffset="174463">12581 7522 13289,'0'-11'990,"0"2"-630,5 1-1,18-3-179,-6 0-90,6 3 0,0 0 0,-2 0-45,3-1 0,-1-1-45,-3 2 0,3-3 0,0-1 0,-6 3-45,1-2 0,-1 1-135,-5 2-629,8-9 449,-14 10-989,5-9 809,-9 10-1349,2-11 1259,-4 10-1348,1-10 1528,-1 10 90,-5-3 90,4 4 450,-10 2 180,10-1 1349,-13 3-1169,9 1 989,-11 0-1169,9 1 539,-6 0-719,8 3 360,-3-2-360,6 3 629,-1-1-539,3-1-90,-1 2 359,8 2-269,-6-2 180,17 2-360,-12-3 360,20 3-360,-14-5 270,19 1-271,-17-1 271,16-1-180,-17 0 90,14 0-180,-17 0 270,11-4-360,-14 3 180,4-3-180,-8 4 449,1 0-179,-3 5-270,-4 16-90,2-4-450,-9 8 1,-3 0-864,2 1 583,0-8 1,-4 5 0,-1-1 0,3-3 409,-1 0 0,1 0 1,-3 3-1,-1 2 1,1-3-1,5-6 0,-1 1 1</inkml:trace>
  <inkml:trace contextRef="#ctx0" brushRef="#br0" timeOffset="176814">13263 7074 11041,'0'-10'1079,"0"1"-719,-4 3-90,3 1 0,-4 0-91,5 1-89,0 1 0,0 0-90,0 1 360,0 1-270,0 5 0,6 4-90,-1 8 0,2-2-512,1 3 512,-7-3 0,8 2 0,-8 1 0,6 1 0,-3 11-425,1-7 0,1 2-1105,0 1 1,1 0 1529,0 1 0,1-2 0,3 5 0,-3-14 0</inkml:trace>
  <inkml:trace contextRef="#ctx0" brushRef="#br0" timeOffset="177497">13463 7031 12300,'-12'0'810,"6"6"-810,-2-5 89,7 11 1,-2-5-180,3 6 90,10 10 90,5 4-90,2-3 0,-4-11 0,1-2-90,-2-4-45,3-3 1,1 0 134,-1-3-45,1-6 0,1-2 45,-5-1 45,-1-5 0,-1-2-45,-5 2 90,-5-3 0,-1 0-90,0 2 269,-13-5 1,-2-1-180,4 5 0,-7-2 0,-1 1-90,7 6 0,-12-4 0,16 10 0,5 5 0,11 0 0,14 7 0,-2-7 0,3 3-45,-4-4 0,-1 0-45,7 0 90,2-2 0,-1-1 0,-4-3 0,0 1 0,-2 0 0,-4 0 0,4-2 0,-10 6 90,-4-2 0,1 10-90,-1 5-90,-2-3 180,5 14-90,3-10 0,-1 3 0,12 0 0,-11-12 90,16 1-90,-14-5 0,3-2 0,0-1 0,-3-5 180,1-3 0,0-2 0,-6-2-1,0-2 1,-4 1-180,-9 2 45,-3-3 0,-1 1-45,-9 3 0,-3 1 0,-1 2 0,-1 5-405,-7 3 1,0 4-712,2 10 23,9-3 1,-4 2 0,5 0 545,5 1 1,2 1 0,-8 4 0,2 0 0,2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34:17.9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980 5275 17607,'13'-1'1259,"8"0"-2898,-1-10 1,1-3 671,-4 6 1,2-1 966,2-5 0,4-6 0,0-1 0,-3 2-307,-5 5 0,-1 1 1,3-4-88,-2 3 0,3-3 1,2-1-1,0-2 1,2 0-1,-1 0 1,-2 1-1,-1 2-199,0-1 1,-2 2 0,0 1-1,1-2 1,3-2 592,-3 3 0,2-2 0,2-1 0,1-2 0,2 0 0,0-1 0,0 0 0,0 0 0,-1 1 0,-1 1 0,-1 1 0,-2 2 0,3-3 0,-3 3 0,0 0 0,-1 1 0,0 0 0,1-1 0,2-2 0,1 0 0,1-1 0,-1 1 0,1-1 0,-1 1 0,0-1 0,1 0 0,-1 1 0,1-1 0,-1 1 0</inkml:trace>
  <inkml:trace contextRef="#ctx0" brushRef="#br0" timeOffset="2215">8018 5953 13739,'-12'-8'180,"1"1"90,3 3 180,2 0-1,-1 2 91,2 0-180,0 1 0,2 1-180,0 0 359,2 0 990,0 0-1259,7 0 360,-1 5-450,8 0 359,-2 0-269,12 5 135,-7-8 0,1 0-270,-2 2 0,3 0 134,7-3 1,5 0 0,-3-1-674,-8 1 0,2-1 471,5 1 1,4-1-1,1 0 1,-4-1-626,-2-1 1,1-1 628,-3 2 1,4 0 0,2 0 0,-1 0 0,-3-1-496,-3 0 1,-2 0 0,3 0 453,1 0 0,5 0 0,1 0 0,1 0 0,-2 0 0,-3 1-548,2 0 0,-3 1 0,5-1 530,-5 0 1,4-1 0,3 0 0,0 0 0,0 0 0,-2 0 0,-4 0-13,0 1 0,-4 1 0,0 0 0,5-1 0,-3 0 0,2 0 0,3 0 0,2 0 0,0-1 0,1 1 0,-1 0 0,0 0 0,-3 0 12,3 0 1,-1 1 0,-1-1 0,-1 1 0,1-1 0,0 0 0,0 1-160,1-1 0,-1 1 1,1-1-1,0 0 0,0 1 1,0-1-1,0 1 147,1-1 0,1 0 0,2 1 0,-2-1 0,-1 0 0,-3 1 0,-4-1 0,0 1 0,-3 0 0,2-1 0,1 0 0,3 0 0,2 0 0,-3 0 0,-4 0 0,1 0 0,-1 0-30,4-1 0,3-1 0,-5 1 632,-1-1-1142,-3-1 0,-2-1-179,-8 2-874,5-5 513,-12 5-2197,-7-3 0,-4 5 3190,-16-1 1,5 7 0,-9 2 0</inkml:trace>
  <inkml:trace contextRef="#ctx0" brushRef="#br0" timeOffset="3966">10686 5869 12750,'-15'0'270,"0"0"-91,-1 0-449,2 0 630,0 0 0,1-5 536,0 4 3,3-3 91,17-3-811,11 2 1,3 1-135,-3-1 0,1 1-1014,8 0 1,3 1 0,-4 1 1013,-7 1 0,0 1-15,9 1 0,4 2 0,-5 0-30,-7 2 0,-2 1 29,9 3 1,3 1 0,-4 1 15,-9-1 0,-1 1-608,6 4 0,3 2 0,-3-1 608,-9-5 0,-1 2-489,5 9 1,2 3 0,-5-2 443,-6-8 0,-2 0 30,2 8 0,-1 4 0,-2-4 34,-3 4 26,-8 1 0,-3 0 0,0-6-90,-8 0 0,-3 0 90,1-5-46,-7 0 1,0-1 1324,1-3-1369,5-6 0,-2 1 0,3-1 1835,-8 1-1835,5-3 0,-2 1 0,3-2 0,-5 1 0,0 0 0,1-1 0,11-1-180,-7 0-360,16-2 3624,6-16-3174,6 6 0,2-8 0,2-1 0,2 2 90,0-2 0,0 0 0,-2 4 0,0 0 0,0 1 90,-5 5 525,4-3-435,-9 16 312,-1 4-222,-5 18-180,-3-5 135,3 0 0,-1 1-1928,-4-1 1793,6-6 0,2 2-1400,-1-2 1,1 0 1399,1 4-464,3 2 1,2-1 373,7-5-225,5-1 0,3-2-225,8-6-643,-4-5 1,4-1 0,-3-2-13,-3-2 0,0-2 1105,6-2 0,5-2 0,0-1 0,-3 1 0,-8 2 0,-2-1 0,2 0 0,4-2 0,0 1 0,0-1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36:04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441 2658 14908,'15'-15'-270,"0"-1"0,4 1 1,2-1-1,1 1-823,-3 2 1,-1 0 0,5-2 682,-3 3 0,3-2 1,2-1-1,2-1 1,0 0-1,0 1 0,-2 0 1,-3 2 216,5-3 0,-4 2 0,1 0 1,2-2-1,-4 3 0,1-1 0,2 0 1,1-1-1,0-1 0,-2 2 0,0 0 1,-3 1-1,2-1 0,0 0 0,0-1 1,1 1-1</inkml:trace>
  <inkml:trace contextRef="#ctx0" brushRef="#br0" timeOffset="920">616 3184 7803,'-8'6'449,"1"-2"-359,4-1 0,1-1-90,0 0-90,0-1-539,1 1-91,8-1 720,7-6 0,5 4 0,5-5 0</inkml:trace>
  <inkml:trace contextRef="#ctx0" brushRef="#br0" timeOffset="1769">3561 2030 8612,'0'15'1889,"0"-3"-720,-4 4-899,3-8 270,-6 9-360,4-12 2068,0 3-2248,19-23 0,1 4-820,-1 1 1,5-4 0,2 0 0,-3 2 42,6-3 0,2 1 230,-5 2 1,5 0 0,2-2 0,1 0 0,-2 1 0,-2 1-274,-3 2 1,-2 1 0,0 1 0,2-2 655,0 1 0,2-1 0,1 0 0,-1 0 0,0 0 0,-2 1 0,0 0 0,-2 2 0,0-1 0,0 1 0,1-1 0,-1 0 0,1 0 0,0 0 0</inkml:trace>
  <inkml:trace contextRef="#ctx0" brushRef="#br0" timeOffset="3517">5462 3146 10501,'-7'-7'450,"0"2"-90,-1-1 89,0 5 1,0-4 0,0 0-90,0 4-1,2-3 1,0 4-90,1-2 90,1 2-90,2-3-90,-1 3 1708,2-1-1528,0 0 0,7-1-90,-5 1-90,14-1 90,-8 0-90,11-1-224,-1-1 134,1-1 0,3-1-910,2-1 1,3-2 0,2 0 0,-1 0 815,-2 1 0,-1 0 1,4-2-126,-5 2 1,3-2-1,3 0 1,0-1-1,0 0 1,-2 1-1,-4 1-782,7-3 1,-5 2 0,5-2 500,-8 3 0,3-1 1,2-2-1,2 0 1,-1 0-1,-1 1 0,-1 0 1,-4 1-411,3-1 1,-3 2 0,0 0 0,2-2 683,3-1 1,2-2-1,2 0 1,0-1 0,-3 1-1,-3 2 1,0-1 0,-3 1-1,1-1 1,-1 0-1,-1 1 1,1-1 0,0 1-1</inkml:trace>
  <inkml:trace contextRef="#ctx0" brushRef="#br0" timeOffset="4100">450 3140 8522,'-9'6'810,"-3"1"-540,5-1 449,-7 6-449,8-6 450,-3 6-91,6-9-449,11 1-45,12-13 0,6-5-932,-7 7 0,2-2 662,-2-1 0,5-3 0,1-2 0,1-1 0,0 1 0,-4 1-685,1 1 1,-3 0 0,0 0 0,5-2 491,-4 2 0,3-2 0,3-2 1,1 0-1,1-2 0,0 1 1,0 0-1,-1 0 0,-2 2 1,-2 1 179,3-2 0,-3 2 1,-1 1-1,0-1 0,1 0 1,2-1-1,-1 1 0,1-1 1,1-1-1,2-1 0,-1 1 1,0 0-1,0 0 0,-2 1 1,-1 1-1,-1 1 0,0 0 1,0 0-1,0 1 0,0-1 1,0 0-1</inkml:trace>
  <inkml:trace contextRef="#ctx0" brushRef="#br0" timeOffset="7217">2579 3801 10051,'-9'-5'810,"2"0"-540,4 4 89,1 0-89,0 0 90,1-1 180,-2 1 179,0-1-539,1 0 990,0 0-901,7 1-89,4 1 180,21 0-270,-6 0 90,1 0 0,5 0 0,-3 0-720,-6 0 1,1 0 584,5-1 0,7 0 0,0-1 0,-4 0-678,-2-1 1,1 0 650,-3 1 0,4 0 0,2-1 0,-1 1 0,-4-1-18,-4 0 0,-2-1 0,2 0 0,5 2 0,5-1 0,1 0 0,-2 1 0,-4 0 0,-5 0 0,-3 0 0,4 0 15,0 0 0,4 0 0,3 0 0,-1 0 0,-2 1 0,-3 0-526,-2 0 1,-4 1-1,3 0 511,2 0 0,4-1 0,0 0 0,-1 0 0,-4 1 0,0 0 0,-1 0 0,8 0 0,4 0 0,-5 0 0,-9 0 0,-1 0 0,6 1 0,3 0 0,-5 0 0,-3 0-263,-2 1 1,-1-1 262,-6-1 695,8 0-695,-12 0 1115,5 0-1115,-7 0 1851,1 0-1851,-1 0 865,-1 0-865,3 0 54,-4-3-54,5 3 0,-5-3 0,5 3 0,-4-2 0,3 1 0,-5 0 0,1 0 22,-3 1 1,-3 6 0,-1 1-1</inkml:trace>
  <inkml:trace contextRef="#ctx0" brushRef="#br0" timeOffset="9750">2942 4270 10591,'8'-4'120,"-2"0"0,-6 4 0</inkml:trace>
  <inkml:trace contextRef="#ctx0" brushRef="#br0" timeOffset="10171">3861 4254 13379,'-6'-7'1350,"-1"-3"-4627,0 6 2457,7-2 1,1 4 0,3 2 0</inkml:trace>
  <inkml:trace contextRef="#ctx0" brushRef="#br0" timeOffset="10787">4271 4258 11670,'7'-9'0</inkml:trace>
  <inkml:trace contextRef="#ctx0" brushRef="#br0" timeOffset="21786">1623 5348 6813,'3'-9'360,"0"2"-270,-2 3 90,1-1-90,0 1 180,0-2-181,0 4 901,0-2 89,-6 16-629,-7 17-1966,-1-3 0,0 2 1516,3-7 0,-1 1 60,1-3 0,-1 2 0,1-4-60,-2 3 45,0-1 0,1 0-45,2-4 90,-8 11-90,11-16 0,-4 6 0,7-11 269,-2 3-269,7-12 3276,2 1-3160,8-6-116,-4 2 0,6 1 0,-8 2 0,9 0 0,-9 2 0,14 2 90,-12 5-90,16 2 0,-16 0 0,14 12 90,-14-12-90,2 7 0,1 0 0,-1-1 45,1 3 0,1 0-45,-2 0 90,0 3 0,0 0 0,-2 1-45,-2-5 0,-1 1 45,-1 5 0,-1 0-408,2 8 348,-3-7 0,1 2 0,-1-1 15,-1-7 0,0 0 15,0 7 0,0 2 0,0-3 30,0 8 0,-1 1 0,1 0 0,-2-6 0,1 1 0,-1 0-90,0-6 44,0 2 1,0 0 45,0-4-45,0 5 0,0-1-45,0-5 45,0 4 0,0 0-45,0-5 0,2 3 0,0-1 0,-1 0 45,4 3 0,1 0-45,-5-2 0,5 2 0,1-1 90,-4-3-90,3 2 0,1-1 90,-2-3-90,3 7 180,0 1-180,-3-8 45,0 2 0,1 0 45,-1-3-90,-1 2 0,1-1 0,0-2 0,4 13 0,-5-17 0,6 12 90,-4-14-90,6 8 0,-6-9 0,12 6 0,-9-8 90,14 4-90,-13-6 0,14 0 0,-13-2 90,17-6-90,-15 0 0,3-2 0,1-2 0,-2-2-1639,8-5 1,0-2-1639,-3 2 1638,1-4 1,-2 0 999,-5 2 0,3-7 0,-8 7 0</inkml:trace>
  <inkml:trace contextRef="#ctx0" brushRef="#br0" timeOffset="23650">9226 5560 13649,'-8'-6'900,"2"0"-361,0 3 91,4-1-180,-4 2 359,2 1-719,-1 1 0,-3 7 0,-5 17-180,5-6-135,1 2 0,1 0-134,1-5-406,2 1 1,0 0 224,1-3-2339,0 11 1530,2-17 1349,7 3 0,-1-8 0,6-1 0</inkml:trace>
  <inkml:trace contextRef="#ctx0" brushRef="#br0" timeOffset="23950">9213 5557 12030,'0'-19'1349,"0"0"1,-5-5-541,3 0 1,-1 2-451,-3 6 181,-2-9-450,5 18-180,-4 0 90,4 6-90,1 5 90,1 2 0,6 0 0,0 1 0,4-7 0,-1 3 0,-4-9-90,-2 0 90,-8-6 0,4 2 0,-15 2 0,11 3-180,-10 3-899,2 2-450,5 0-360,-4 6-1259,10 1 359,0 5 2789,9 0 0,-5-5 0,4-2 0</inkml:trace>
  <inkml:trace contextRef="#ctx0" brushRef="#br0" timeOffset="24184">9434 5278 13739,'4'-20'3276,"0"-11"-1515,-1 9-1581,-1-1 90,-1 14-270,-11 22 0,8-3-90,-8 11 0,-2 1-90,6 3-913,-1-5 1,-2 3 0,2-1 95,2-6 1,1 0 126,-2 8 1,-1 3 0,1-3 631,3-8 1,0 1-856,-1 6 1,1 2 0,1-3-758,0 5 767,5-6 0,-1-1 1083,0-4 0,10 0 0,-4-2 0</inkml:trace>
  <inkml:trace contextRef="#ctx0" brushRef="#br0" timeOffset="25116">9455 5622 12750,'-10'-10'2069,"4"2"-1260,-2-2-719,7 6 0,-2-7-90,11 6 90,9-9-90,0 7 0,2-3 0,0 0 0,-1-1-220,-3 3 1,-1-1 489,7-6 144,-7 2 215,-2 0 1,0-2-270,-4 3 180,4-12-360,-11 19 252,-6-1-162,-2 4-180,-10 9-90,5-5 0,-9 19 0,11-14-90,1 10 0,0 2-629,4 6 359,-2 5 132,7-7-1481,7-2 1079,0-8-315,3 0 1,1-1 225,3-3-316,0 0 1,1-2 404,-2-4 360,3 0 1,0-1 628,-4-2 1890,13-13 449,-17-2-2158,2-6 809,-9 3-719,-1 10-630,6 3 180,5 14-90,1-6 90,9 19-90,-12-17 180,11 14-180,-12-13 89,3 2 631,-5-3-90,-3-3-451,-5-11-269,-4-1-90,0-12 90,-2 7-269,7-13-1,-2 14-180,9-1 0,2 0 90,1 4 1,12-3-1080,7 9 989,-8 2-315,4 2 1,0 0 494,-1 1 90,3 3 0,1-1 180,-5 0 90,-1 2 0,-1 1 90,-6-4 2428,5 5-1798,-21-2-450,-5-1 449,-19 5-539,8-3 0,-1 0-270,-10 4 0,9-2 0,3-1 0,7-1 0,-4 5 90,12-5-180,9 4 90,3-6-180,7 0 0,2-1 90,2 0 45,1-1 0,-1-1 45,-6 0 0,12-4 0,-18 3 0,4-4 0,-9 5 0,1 5-90,-4-4-360,1 8 181,0-4-91,0 0-540,3 2 271,0-4-181,2 0-1978,8-1 1618,-4-2-2107,17-7 1247,-14 5 1899,7-13 0,-10 8 0,0-7 0</inkml:trace>
  <inkml:trace contextRef="#ctx0" brushRef="#br0" timeOffset="25536">10344 5295 12750,'-5'-17'1638,"0"0"0,-8-4-327,-9 3-1311,4 32 0,8 4-287,3 12 107,6-3-90,0-6-405,1 4 1,0 0 134,0 2 261,0-7 0,0 2-846,0-1 1,0-2 225,0 5-541,0 1 1,0-1 630,0-6 359,0-1 0,0-1 900,0-5 2826,0 5-1245,0-19-502,0-9-1079,0-2 0,6-5 539,1 0-629,0 6-1,3 0 1,-1 1-180,-1 2 180,19-4-270,-15 10 180,15 0-180,-14 9-90,12 2 0,-16 8-90,9 5 90,-13-4-765,0 0 1,-2-1 134,-1-3-1709,0 11 1350,-2-17-104,0 1 1,0-6 0</inkml:trace>
  <inkml:trace contextRef="#ctx0" brushRef="#br0" timeOffset="25650">10444 5506 10681,'-1'-24'655,"0"0"0,1 0 1,0 3-1,0 0 0,0 0-1619,-2-11 1,2 3-2185,4 5 3148,1 25 0,4 17 0,0-1 0</inkml:trace>
  <inkml:trace contextRef="#ctx0" brushRef="#br0" timeOffset="26169">10588 5517 12210,'2'15'1439,"0"-1"-539,1-1-451,0-4 991,9 11-1171,-5-11 451,10 9-540,-11-14 360,8 1-450,-9-4 179,6-8-179,-8 5 90,2-19-90,-5 13 180,1-20-90,-6 15 270,3-15-360,-3 17-90,2-5 0,2 5 0,-2 6 0,16-4 0,-6 7 90,21-1 0,-16 3 539,17 6-269,-17-4 719,13 10-809,-16-5 270,8 8-360,-11-4 0,2 1 0,-3-3-90,-1-3 0,1 5 89,-3-9 541,1 3-630,-2-4-90,1-1 0,5-12 0,-3 9 0,5-17 0,3 7 180,5-7-180,-3 7 360,6 0-270,-14 13 0,9-3-90,-9 3-990,12 5 1,-9-3-2288,14 6 0,-11-7 3094,18-3 0,-17 1 0,11-4 0</inkml:trace>
  <inkml:trace contextRef="#ctx0" brushRef="#br0" timeOffset="26285">11124 5506 9332,'-10'5'-450,"3"-2"0,5-2 0</inkml:trace>
  <inkml:trace contextRef="#ctx0" brushRef="#br0" timeOffset="30467">2352 5421 8612,'-7'0'540,"0"0"-360,6 0 179,0 0-179,0 0 270,0 0-360,-2 0 1799,3 0-1439,3 0-360,9 0 180,12 0-270,-3 0 134,-3 0 1,1 0-135,-2 0 45,4 0 0,1 0 45,-1 0 0,8 3 0,2 3 45,-2-1 0,-2 1-412,0 0 1,1 1 306,-3-1 0,0 0 0,-2-1-30,6 2 0,-7-2 0,3 0 0,-3 0 0,-6-2 0,0 0 0,9 2 0,4-1 0,-4 0 45,-7-2 0,0 0-45,10 1 0,3 0 0,-4 0 0,-8-2 0,-1 1 0,8-1 0,3 1 0,-5 0 0,-8 0 0,0-1-1070,8 1 1,3 0-1,-4-1 1070,5 2 0,-7-2 0,2 1 0,-2-1-68,3 0 113,4-1 0,0 0-45,-2 0 0,3-2 0,1-1 0,-3 2 0,4-3 0,-1-1 0,-4 1 0,5 0 0,1-2 0,-12 2 0,-1 0 183,1 0 0,0 1-183,-1 0 0,-2 0 0,-6 2 0,14-2 0,-15 1 3276,13-1-3196,-4 1-80,-3-1 108,5 0-108,-14 2 0,3 0 0,-4 0 90,-1 1-90,0-1 90,0 1-90,-2-1 180,2-1-180,-3 2-1170,0-1-179,-7 1 270,-1 0-2198,-11 0 3084,5 0 0,-4 0 1,8 0-1</inkml:trace>
  <inkml:trace contextRef="#ctx0" brushRef="#br0" timeOffset="31399">5154 5797 12840,'-11'1'629,"-1"-1"-89,5 0 0,-1 0 89,1 0-179,1 0-90,1 0 539,-3 0-629,4 0 450,-4 0 629,6 0-1169,5-9-180,-2 2 0,10-7 0,6-4-315,-1 3 0,2-2 0,0-1 1,1 2-734,1-3 1,0 2 0,3-4 682,-5 6 1,2-2 0,2-2 0,1-1 0,1 0 0,0-1 0,0 1 0,-1 1 0,-3 2 200,3-2 0,-2 0 0,-1 2 0,0 0 0,1-1 0,1-1 1,-1 1-1,1-1 0,1-1 0,0 0 0,1 0 0,-2 1 1,0 0-1,-2 1 0,3-2 0,-1 0 0,0-1 0,1 1 1,-1 0-1</inkml:trace>
  <inkml:trace contextRef="#ctx0" brushRef="#br0" timeOffset="32368">5105 6431 14009,'-10'2'1709,"2"-1"-720,1 4-629,4-3 630,-5 3-720,6-4 1079,-2 0-1079,3-8-225,6-10 0,4-5-195,2 2 0,2-2 0,0 0-740,-1-1 0,1 0 0,3-2 480,-2 6 0,3-2 1,2-2-1,2 0 1,0-1-1,-1 2 0,0 0 1,-3 3-411,4-4 1,-2 4 0,1-1 0,3-4 687,-6 6 1,3-1 0,2-3 0,1-1 0,2-1 0,-1 0 0,1 1 0,-2 0 0,0 1 0,-2 2 0,-2 2 0,5-3 0,-3 2 0,-1 2-1,1-1 1,2-1 0,-1 0 0,-1 1 0,1-1 0,-1 1 0,1-1 0,0 1 0,-1-1 0,1 1 0</inkml:trace>
  <inkml:trace contextRef="#ctx0" brushRef="#br0" timeOffset="33132">4809 7023 13289,'-12'2'3276,"-3"-1"-1604,10-6-953,11-13-629,4 0-1183,5 2 1,5-3 0,-1 0-547,-1 3 1,1-3 1091,-1 3 1,3-4 0,3-2 0,0-1 0,0 1 0,-3 2 353,0 0 0,-1 2 0,0 0 1,1-2-1,-2 2 0,1-1 0,1-1 1,0 0-1,0 0 0,0 1 0,-2 1 1,0 0-1,0 0 0,0 0 0,-1 1 1,1-1-1</inkml:trace>
  <inkml:trace contextRef="#ctx0" brushRef="#br0" timeOffset="41016">6642 7691 10771,'-14'-2'1619,"2"0"-1439,5 1 0,2 0 0,0 0-90,2 1 179,0 0-89,-1-1 90,1 1 0,0-1-90,1 0 0,-1 0 0,1 1 0,-1-2-1,1 1 451,-1-1-450,0 1 540,0-2-540,1 2 539,0 0-629,2 0 1349,-2 0-1169,14 12-90,11 11-180,-11-11 0,0-1 0,11 8 0,-1-3 90,-1-3-90,5 0 0,-1-1 0,-1-2 0,4 0 0,0-2 0,-3-2 0,3-2 0,0 0 0,-4-2 0,2-3 0,1-1 0,-5 2 0,7-10 0,-1-2 0,-5 5-693,-6-3 0,3-2 1,-4 2 692,3-4 0,2-3 0,-1-1 0,-4 0 0,2-3 0,-1 0 0,-4 1 0,1-4 0,-2 0 0,-3 3-537,0-4 0,-2-1 447,-2 2 90,-2 6 0,-1-1 0,-1 3 0,0 1-34,-1-9 34,-2 4 0,0-4 0,-1 3 0,0 6 0,-2 0 0,-2-12 0,-3-4 0,1 5-278,2 12 1,-2 1 277,0-5 0,-2-1 0,1 3 1654,-5-2-1654,-1 3 0,-2 0 0,-2 1 0,5 4 0,-2 0 0,-1 2 0,-1 1 0,-8-1 0,-2 2 369,6-1 1,-1 0-370,-2 3 0,-1 1 0,3 1 0,-7 0 29,9 2 1,-4 0 0,3 0 60,-8 1-60,9 1 0,-4 1 0,4 0 60,-9 5 30,7-1 0,-4 2 0,2 0-30,0 5 0,1-1-1023,5-3 1,0-1 0,1 1 977,-2 2 0,2 1 44,0 3 1,2 0 252,-4 6-252,8-4 0,-2 4 0,2-3 0,-1 10-30,6-8 0,-1 4 0,2-3 30,0 8-90,4-9 0,0 3 0,1-3 0,1 6 0,6 2 0,2-1 90,0-3-90,4-6 0,3 3 0,1-2 30,0-4 0,2-1 0,-1 1-177,-1 0 0,-1 0 1,3-1 176,7 2 0,3 0 0,-4-4-30,-8-5 0,1 0 0,8 2 0,3 1 0,-2-2 0,-8-4 0,1 1 30,9 1 0,4 0 0,-4-1-30,-7-2 0,0-1 0,8 0 0,5 1 0,-4-2 0,-9 0 0,-1 0 0,9-2 0,3-1 0,-4-1 0,-9 0 0,0-2-90,9-3 0,5-2 0,-5 0 45,-11 1 0,1-1-15,7-4 0,4-2 0,-5 2 60,-9 4 0,-2 0-30,5-5 0,2-3 0,-3 2 30,3-8-30,-7 4 0,1-2 0,-2 1 30,-5 6 0,-1-1-30,3-9 0,-1-4 0,-1 3 30,-3 7 0,0-1 0,0-9 0,-1-5 0,0 4-866,-1 9 1,-1 1 865,-1-1 0,-1-1 0,-1 1 0,-1-2 0,-1 2 277,-2 5 0,0-1-322,0-3 0,-2 0 45,-7-3 0,-3 1 0,8 8 0,-3 1-30,-7-4 0,-5-2 0,3 4 30,5 5 0,-1 2 0,-2 1 0,-4 0 0,0 0 0,3 2 0,0 1 0,0 2 0,-2 2 0,-6 1 0,1 1 0,4 1 0,0 0 0,0 3-90,2 2 0,-5 3 0,-2 1 0,2 1 1,5-2-136,-4 3 0,1 2-243,5 0 0,-4 3 0,-1 1 1,2 1-1,5-3-117,0 3 1,4 3-72,3-4 1,0 4-1,-1 2 1,2-1 0,3-3-984,-1 8 1,3-1 1302,0 1 1,0 2 0,2-3 0,3-2 0,1-3 0,0 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34:50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4831 5204 8702,'5'0'0</inkml:trace>
  <inkml:trace contextRef="#ctx0" brushRef="#br0" timeOffset="1650">7064 3059 15538,'-9'-3'450,"0"5"0,-4 7-360,4 0 89,-3 2 1,-2-1-90,1 1 180,-8 6 0,-1 2-180,2-2-1183,4-2 1,-3 2 0,3-2-842,-5 6 1994,6-5 0,-2 2 0,0 1-269,2 2 0,0 0 0,1-1 239,1-3 0,0 0 0,0 1-48,-2 3 0,-1 2 0,1 0 0,2-4 63,1-1 0,1-2-135,-1 1 0,-1 1 0,0 0 180,-3 3 0,0-1-45,4-5 0,0 1-45,-4 4 0,-1 1 89,-1-1 1,1-1-90,5-4 0,-2 0 120,-5 5 0,-2 3 0,2-3-75,4-3 0,-1-1-15,1 0 0,-2 2 0,0-1 60,0 2 0,-1 0 0,1-1-45,1 0 0,-1 1 0,0 0 0,-4 4 0,0 0 0,4-3 0,0-1 0,0 0 0,0 0 0,-3 3 0,0 1 0,2-5 0,2 0 0,-1-1 0,0 0 0,-2 3 0,-1 0 0,3-3-45,1-1 0,0-1 22,-1 1 0,-2 3 1,0-1-1,2-2-22,1-1 0,1-1 30,-1 0 0,0 2 0,-1-1 30,1 0 0,0 1 0,2-2-15,-1 0 0,-1 1 0,1 1 0,-3 3 0,0-1 0,3-2 0,1 0 0,0-1 45,-5 7 0,-3 4 0,2-3-45,8-8 0,0 0-15,-5 7 0,-3 2 0,4-3-30,5-8 0,0 1 30,-4 4 0,-2 3 0,2-4-30,-3 5 45,-2 2 0,0-2-45,5-3 90,-4 3 0,1 1-90,4-6 45,-3 3 0,1-1-45,5-5 546,0 0 0,-1-1-546,3-3 1652,-12 11-1652,13-13 90,-9 8-90,10-9 2396,-8 8-2396,9-8 90,-6 7-180,7-9 1178,-4 4-1178,7-7-732,0 1-617,1-7 270,1-8 899,0 0-135,0-5 0,0 0 136,0-2-1,0-6 0,0-4-717,0-2 0,0 0 987,0 5 0,0 0 0,0 1 0,0-2 0,0 5-2563,0-2 2563,0 7 0,0 1-76,0-4 165,0 9 1,0-4 90,0 12 1686,-5 0-1326,4 16-360,-3-4 90,4 21-90,0-11 3096,0 9-2868,0-5 1,0-1-318,0 8 58,0-8 1,2 3 0,-1-2 165,1 5 0,1-2-270,1-1 0,1-1 90,3 4 0,3-4-45,3-10 45,8-2 0,1-5-135,5-11-1093,-1-3 1,5-3 0,-3-2 725,-3-1 0,-1-3 142,-5 5 0,1 0 0,2-2 0,-1 0-431,1-1 1,1-1-1,0-1 1,-1 1 0,-2 1-438,5-3 1,-3 1 0,4-1 857,-5 2 1,3-2 0,1-1 0,0 0 0,-2 1 0,-2 2 0,1-2 0,-3 2 0,1-1 0,-1 0 0,0 1 0,1-1 0,-1 1 0</inkml:trace>
  <inkml:trace contextRef="#ctx0" brushRef="#br0" timeOffset="42500">2520 3551 9602,'0'-7'719,"0"1"-539,-4 5 0,3 0 0,-3 0 180,4-1-181,0 1 631,0-1-360,-2 2 449,1-2 361,-1 2-1081,2 4 91,0 0-180,9 9 90,2 9-90,3-6 45,-5 1 0,-1-1-45,-2-2-45,3 2 0,-1 0-45,-1-1 45,1 2 0,1 0-45,-2-3 45,1 2 0,0-1-45,-2-3 0,5 7 0,-2-3 0,-4-7 90,6 9-90,-7-11 0,4 5 0,-6-8 90,3 2-90,-4-5 90,2 2 0,-1-3-1,0 2-89,0-2 90,2 2-90,-3-1 180,4 1-90,-3-1 180,6 0-270,-4-1 90,12 0-90,-7-5 0,19-1 0,-14-6 0,6 4 0,0 0 0,-1-3 0,-5 4 0,2-1 0,1 1 0,-1 0 0,5-3 0,4 0 0,0-1 0,-3 3 0,0-1 0,0 0 0,-4 3 0,-1-1 0,-1 1 0,-4 2 0,9-4 0,-12 6 0,3-2 0,-6 2 0,2 1 0,-4 1 0,5-1 0,-6 1 0,3 0 0,-3 0 0,3 0 0,-3 0 0,3 0 0,-3 0 0,2 0 0,1 3 0,-2-2 0,2 2 0,-2-3 0,0 2 0,2 0 0,-2 1 0,6 2 0,1 2 0,-1 0 0,9 10 0,-12-9 0,11 10 0,-11-9 0,3 3 90,3 6-90,-4-5 0,1 1 0,-1 0 0,-1-1 0,2 1 0,-2 1 0,0-3 45,0 3 0,-1 1-45,0-3 0,0 3 0,-1 1 0,1 4 0,2 3 90,-5-6-90,0-2 0,-2-5 90,3 13-90,-3-14 90,3 12-90,-3-13 0,4 10 0,-4-12 0,5 11 90,-4-7-90,1 2 0,-1-5 0,0-1 0,-2-3 90,2 5-90,-2-7 0,0 3 0,-1-4 90,1 1 179,-1-1-179,5 0-90,6-6 0,1 0 0,4-1 0,-2-5 0,-2 7 0,5-7-90,7-2 90,-7 5 0,1-1 0,0 0 90,-2 1-90,1-1 0,0 0 0,-3 1 0,2 0 0,0-1 0,-4 2 0,11-7 0,-15 10 0,5-4 0,-9 6 0,1-1 0,-4 2 0,1 0 270,-1 0 0,-1 7-270,10 6 90,4 6-90,0 0 0,7 4 0,-14-12 0,4 6 90,-1 1-90,-3-6 90,7 14-90,-8-14 0,8 15 0,-8-14 180,8 16-180,-8-16 0,1 3 0,1-1 0,-2-1 0,3 2 0,-1 0 0,-1-2 0,2 5 0,1 1 0,-2-3 45,1 2 0,1 0-45,-3-5 0,2 2 0,-1-1 0,-1-2 0,5 9 0,-7-12 0,3 6 0,-3-7 0,3 5 0,-4-9 0,0 2 0,-2-3 0,0-2 0,0 2 0,0-3 90,0 2-180,-2-2 90,3 0 0,-2 0 90,0 1-180,0 0 90,0 0 90,2 0-90,0-1 0,6 0 0,-3 0-90,12-5 180,-8 0-90,6-1 0,5-9 0,-8 10-45,4-4 0,-1-1 135,-1 4-90,1-2 0,1 1 0,-4 0 0,16-4 0,-18 6 0,10-1 0,-14 4-90,3 0 90,-4 0 0,-3 0 0,5-2 0,-5 3 0,5-1 0,-6 2 0,4 0 0,-3 0 0,1 0 0,0 0 0,-1 0 0,4 0 0,-2 3 0,1-3 0,-2 4 0,-1-3 0,-1 0 0,1 1 0,1-1 0,-1 0 0,3 0 0,-3 0 0,4 2 0,-4 0 90,7 8-90,-5-5 0,8 14 0,-7-9 0,5 7 0,1 4 0,-3-8 45,2 4 0,0 0-45,0-1 0,1 3 0,0 0 0,-1-1 90,1 3 0,0-1 0,-2-1-45,1 2 0,0 0-45,-3-1 44,1 2 1,0 0-1710,-3-3 1665,-1-5 0,0 0 90,3 13-90,-3-10-546,0 2 0,0 0 546,-2-2-329,0-1 1,1 0 418,-2-4-41,5 11-49,-3-15 1359,3 10-1359,-4-11 1148,3 8-1148,-4-11 869,1 2-869,-1-5 331,0 0-331,-1 0 18,1-1-18,-1-1 0,1 1 0,0-1 0,0 0-450,2 0 91,-2 0-1710,4 0 989,-3 0-2197,3 0 0,-4 0 657,2 0 2620,-2 0 0,2 0 0,-1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37:52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 4144 12120,'-10'-5'720,"2"2"-450,5 3 89,-2-2 541,-4 1-91,-3 0-539,1 1 450,-3 0-450,9 0 449,-5 0-539,5 0 360,-3 0-450,5 0 809,-1 0 1,3 2-181,11-1-449,-4 4 450,25-3-360,-13 2-91,9-2 1,1-1-473,3 2 383,-10-2 0,4 0 0,2 0 0,-2 0-1209,3 1 1,-1-1-1,1 0 1029,3 1 0,1-1 0,-2 1-234,-3-1 0,-1 0 0,-1 0 264,3 1 0,1-1 0,-3 1-30,0-1 0,2 0 22,0 1 1,4 0 0,1 0-1,-5-1-22,-1 1 0,0-1-23,2 1 1,4 0 0,1 0-1,-6-1 68,0 1 0,-1-1-68,2 1 1,4 0 0,0-1-1,-5 1 23,-2-1 0,0 1 22,0-1 1,4 0 0,1 0-1,-6 0-67,-1 0 0,-1 0 67,0-1 1,3 1 0,0-1-1,-3 1-22,-3-1 0,-1 0 0,10 0 0,0 0 0,-5 0 0,-3 0 0,7 0 0,-1-2 0,-2 0 0,-6 1-192,-2-1 0,-1 0 192,-6-1 34,5 2-304,-11-2 945,0 2-1665,-3 0-869,-15-1 780,5-1-180,-15 1-380,3 1 1,0 0-1639,-9 0 2808,4 0 1,0 1 0,9-1 0,2 1 0,-1 0 0,-1 0 0</inkml:trace>
  <inkml:trace contextRef="#ctx0" brushRef="#br0" timeOffset="586">1930 4050 16528,'12'6'1888,"0"3"-1528,-1-8 1079,16 7-585,-1-5 1,4-1-518,-6 0 1,2-1-1,2 0 1,-2 1-814,2-1 1,0 1 0,3-1 529,-3-2 0,3 0 0,1 0 0,-1 0 0,-5 0-365,-3 0 0,-3 1 1,3 0 346,5-2-1,5 0 1,1 0 0,-1 0 0,-4 0-36,-4 2 0,-3 0 0,4-1 15,-1 0 0,4 0 0,2 0 0,0-1 0,-2 1 0,-4 0-488,2 1 0,-3 0 1,2 0 472,1-1 0,3 0 0,2 0 0,0 1 0,-2-1 0,-4 0 0,1 1 0,-4 0 0,5 0 0,-5 0 0,3-1 0,2 1 0,2 0 0,-1-1 0,0 1 0,-3 0 0,4 0 0,-2 0 0,-1 0 0,0 0 0,1 0 0,0 0 0,0 0 0,1 0 0,-1 0 0,0 0 0,2-1 0,1 1 0,-1-1 0,-2 0 0,-5 0 0,1 0 0,-2 1 30,7-2 0,3-1 0,-5 1-30,3 1 45,-2 0 0,-1 0-45,-9 1-262,11 0 262,-20 0-3277,2 0 2621,-33 0 1,8 0-1,-4 0 1,-1 0 0</inkml:trace>
  <inkml:trace contextRef="#ctx0" brushRef="#br0" timeOffset="9034">1963 4697 13919,'-11'-4'360,"1"1"0,3 0 89,2 2 1,0-1 0,2 2 1079,1-1-989,7 1-1,5 0-179,9 2 0,4 1-90,6-2-1131,-2 1 0,4-1 0,-2 1 951,-6-2 0,1 0-36,-2 0 0,6 0 0,0 0 0,0 0 0,-3 0-434,-3-2 0,-1 0 0,3 0 395,0 1 0,4 0 0,3 0 0,0 1 0,-2-1 0,-4-1-390,2-2 1,-3 0 0,4 1 389,-1 1 0,4 0 0,3 1 0,-1 0 0,-1-1 0,-5 1-15,1-2 0,-3 0 0,3 0 15,-1 1 0,4 1 0,2-1 0,0 1 0,-3 0 0,-3-1-15,-1 0 0,-3 0 0,4 0 0,-2 1 0,4 0 0,2-1 0,0 1 0,-1 0 0,-4 0-60,5 0 0,-2 0 0,-1 0-358,-1 1 1,0-2 0,-1 1 0,-2 1 282,5-1 0,-5 1-1304,6-1 2388,-14 1-4226,7-1 0,-25 1 2949,-24 0 1,-1 0 0,4 0-1,0 0 1</inkml:trace>
  <inkml:trace contextRef="#ctx0" brushRef="#br0" timeOffset="9367">1915 4926 15808,'-18'3'-315,"1"0"0,-2 0 1755,-6 0-181,39-3-899,-5 0 44,18-3 1,3 1-1023,-13 1 1,2 0 819,6-2 1,5-3-1,2-1 1,-4 2-654,-6 2 1,-2 0 0,4-1 465,1-1 0,5-1 0,3-2 0,0 1 0,-2 0 0,-4 1-680,5-1 1,-5 2 0,6-2 664,-10 2 0,4-1 0,3 0 0,0 0 0,1 0 0,-2 0 0,-1 0 0,-4 1-425,4 0 1,-4 0 0,0 1 0,3-1 424,-2 0 0,1 0 0,1 0 0,0-1 0,1 1 0,-1 1 0,5-2 0,0 1 0,0 0 0,-1 1 0,-3-1-111,-2 1 0,-3 1 0,0-1 0,3 1 98,0-1 0,4 0 0,1 0 1,1-1-1,-1 1 0,-2 0 0,-5 1-202,5 0 0,-4 0 0,1 0 147,2 0 1,2 0-1,-1 0 1,-2 0-293,-4 2 0,-1-1 0,-3 1 509,3 0 1,0 0-1544,10 0 0,-2 0-136,-9 1-1747,5 6 2881,-32 1 0,-4 1 0,-9-2 1</inkml:trace>
  <inkml:trace contextRef="#ctx0" brushRef="#br0" timeOffset="13185">1403 4673 13649,'-11'0'2159,"1"0"-1889,7 5-90,0-4 90,0 3-91,0-4 91,-1 0-90,-1 0 90,-1 4-90,-1-3 180,-3 4-180,1-4 449,-20 5-269,11-5 0,-3 0-135,-8 1 0,-2-1-1864,6-3 1,0-1 1670,1 3 1,-1-2-4,5-4 1,-1-4 0,-2 0-575,0 0 1,-3-1-1,0 0 1,2 0 566,2 1 1,1 0-1,0 0 1,-2-2-261,1 0 0,-3-2 0,-1-1 0,1 0 1,2 1-1,3 1 268,0 1 0,2 0 0,-1-1-215,-3-4 0,-3-3 0,-2-1 0,2 1 0,4 1 185,4 4 0,2 0 0,-1-2 0,-1-4 0,-1-3 0,-2-3 0,3 2 0,3 3 0,3 3 0,2 1 0,1-2 18,-2-4 0,1-4 0,-1-2 0,2 1 0,1 5-63,1-7 0,1 1 200,2 8 1,-1-2 0,1 0 0,1-1-179,0 1 1,2 0-1,0 0 1,0 1 263,2 2 0,0 2 0,1-4-241,-1-3 0,1-4 0,0-2 0,0 1 0,1 5 0,1 3 0,0 4 0,1-4-18,1-3 0,0-4 0,1-1 0,0 1 0,-1 4 18,3-3 0,1 0-18,0 5 0,3-3 0,1-1 0,1 1 0,1 3 18,0 4 0,1 2 0,1 1 0,-1 0 0,0-3 0,0 0 0,0 1 0,1 1 0,7-2 0,1 3 0,-3 3 67,-10 6 1,0 1-68,3-1 0,1 0-57,1 0 1,-1 1 56,4-2 48,-1 1 0,-1 1-48,-6 2 1566,11-3-1566,-18 6 2224,7-3-2224,-11 4 1440,4-2-1440,-5 3 1339,0-3-1339,-1 2 339,0-4-339,-1 1-90,-10-14 0,8 7 90,-9-5 0,-1-1 0,5 0-45,-4-1 0,-2 1 45,4 4 0,-8-9-90,11 16 1,-3-1-181,7 6 360,-1 14-90,9-4 0,-2 11 0,2 2 0,7 1-120,-4 0 0,2 6 0,0-2-973,-2-5 1,-1 0 0,1-1 252,1 3 0,0 0 0,-1 3 20,-2 0 1,0 3 0,-2 0 0,-1-4-820,0 0 1,-2-1 1273,0-2 1,1 2 0,-2 0 0,-1-2 0,-3 2 0,-2-2 0,0 2 0,-1 0 0</inkml:trace>
  <inkml:trace contextRef="#ctx0" brushRef="#br0" timeOffset="24021">11580 3262 8702,'-13'13'0,"1"-1"-90,2 0 90,3-3 0,2 0-90,3-3 0,2-1-360,6-2 1,6-2-181,4-1-187,4-6 817,-1 5 0,3-15 0,1 5 0</inkml:trace>
  <inkml:trace contextRef="#ctx0" brushRef="#br0" timeOffset="24202">11892 3333 8972,'-16'23'0,"0"0"0,6-9 0,-1 1-30,-4 5 0,-2 3 0,3-2-15,4-8 0,0 0-90,-8 13 0,2 0-45,5-7-270,3-3 1,4-1-181,12-6 630,4 2 0,5-9 0,0-1 0</inkml:trace>
  <inkml:trace contextRef="#ctx0" brushRef="#br0" timeOffset="24568">11926 3594 11041,'6'12'629,"-2"-1"-179,-4-5-360,-4-2 90,4 2-90,-6-4 180,4 2-180,-2-3 180,0 1-270,2-1 0,0 0 0,1-1 0</inkml:trace>
  <inkml:trace contextRef="#ctx0" brushRef="#br0" timeOffset="43237">10408 5079 12840,'-8'-8'149,"-3"1"1,-1 7 0</inkml:trace>
  <inkml:trace contextRef="#ctx0" brushRef="#br0" timeOffset="44235">9158 5158 9332,'-10'0'989,"2"0"90,-1 0-809,3 0 540,-10 0-630,8 0 539,-12 0-449,10 0 360,-12 0-360,12 0-90,-5 0 269,5 0-269,4 0 0,-2 0 270,2 0-180,9 0 449,23 0-494,-6 0 0,1 0-670,8 0 0,2 0 504,-4 0 1,1 0 0,-1 0-15,0 0 0,2 0-9,-5-1 0,5 0 0,1-1 0,0 0 0,-1 1-36,0-1 0,0 0 0,-1 0 0,2 0-395,-4 0 0,0 0 0,0 1 1,1-1-1,1 0 410,-1 0 0,1 0 0,0 0 0,0 0 0,-2 0 0,-3 0-800,3 1 1,-3 0 0,1 0 784,4-1 0,1 0 0,1 0 0,-1 0 0,3-1 0,-1 1 0,-2 0-171,-5 0 1,-2 1-1,4-1 186,-2 0 0,5 0 0,1-1 0,1 1 0,-2-1 0,-4 1-127,2 0 0,-3 0 0,3 0 112,-1 0 0,5 0 0,1-1 0,-1 1 0,-1 0 0,-6 0 0,6 0 0,-1 1 0,-2-1 0,5 1 0,-2-1 0,-4 1 44,-4 0 1,-2 0-15,5 0 0,2 1 0,-4-1-30,2 0 254,-2 1 0,-1 0-254,-7 0 1471,15 0-1471,-21 0 596,9 0-596,-12 0 1318,7 0-1318,-9 0 1292,4 3-1292,-5-3 1083,2 4-1083,-3-4 248,1 0-248,-2 0-820,0 0 1,-7 0 0,-2 0 0</inkml:trace>
  <inkml:trace contextRef="#ctx0" brushRef="#br0" timeOffset="47102">11154 5016 13739,'-7'-4'360,"0"4"-270,6-4 90,-2 4 0,2-2-90,0 0 0,-1-1 0,1 2 1439,0 0-1529,1 4 0,2-1 0,1 3 0,1-3 0,-2-1 2338,-1 0-2248,15-9-90,-9 6 90,14-11 0,-5 6 0,-3-2-90,7 0 90,2 0 0,1-2-2041,4 0 1951,-1-1 0,-1 0 0,2-1 90,1-1-1006,-9 3 1,3-1 0,-2 0 915,1 1 0,1-2-18,-3 1 0,5-2 0,1-2 0,-1 1 0,-3 2-352,-1 0 1,-2 2-1,3-2 310,2 0 0,3-3 0,3-2 0,0 1 0,-1 1 1,-4 2-413,4-2 1,-4 3 0,5-2 234,-7 4 1,3 0 0,1-2 0,2 0 0,0 0 0,0 0 0,-3 2 0,-2 1-12,2 0 1,-2 1 0,-1 0 0,4-1-163,-2 2 0,3-1 1,2-1-1,1 0 1,0 0-1,-1 0 0,-2 2 1,-4 0-411,3 1 1,-5 1 0,1 0 0,2 0 780,2-1 0,3 0 0,1-1 0,0 0 0,-2 2 0,-4 0 0,0 0 0,-4 2 0,2-1 0,5-1 0,1 0 0,-1 0 0</inkml:trace>
  <inkml:trace contextRef="#ctx0" brushRef="#br0" timeOffset="48920">9264 5536 8882,'-10'0'720,"2"0"-271,3 0-89,1 0 0,-1 0 359,-1 0-449,2 0-90,0 0 540,2 0-630,6 3 180,7 1-180,0 2 89,5-1 1,5-1-90,5 0 0,5-1-848,-8-1 0,3 0 0,0-1 0,-1 0 788,2 1 0,-2-1 0,3-1 6,-4 1 0,3-1 0,1 0 0,-2 0 0,-4 0-482,6 0 0,-1 0 464,-2-1 0,5 0 0,1 0 0,-1-1 0,-3 1-390,-3-1 1,-3-1 0,3 1 401,1 0 0,4 1 0,3-1 0,-1 0 0,-1 0 0,-4 0-30,2-1 0,-4-1 0,5 1 12,-3 1 1,4 0 0,2 1 0,2-1 0,0 1 0,-1-1 0,-3 1 5,2-2 0,-1 1 0,-2 0 0,1 0 0,1 0-232,-3 1 1,1-1 0,1 0 0,-1 1 0,1-1 0,-1 1 213,2 0 0,1-1 0,0 1 0,-1 0 0,-3 0 0,-2 0 0,-1 0 0,-3 1 0,4-1 15,-1 1 0,4 0 0,2-1 0,0 1 0,-3 0 0,-4-1-15,7 1 0,-1 0 0,-6 0 0,4 0 0,0 0 0,-1 0 0,-5 0 0,-1 3 0,-2-1 0,4-2 0,4 0 0,-6 1 1720,3 3-1720,-4-4 0,-1 0 870,-6 2-870,1-1 1511,-8 1-1511,-4-2 90,0 0 0,-2 0 0</inkml:trace>
  <inkml:trace contextRef="#ctx0" brushRef="#br0" timeOffset="50252">11712 5601 13829,'0'-9'810,"0"1"-720,0 5 359,0-1-269,0 2 270,0-1 719,0 2-899,6 5-90,-4 2 360,18 12-270,-11-7-1,9 6 1,4 2-90,-2-2 0,1 0-506,-1 2 1,4 2 370,-2-4 0,3 3 0,1 0 0,-3-3-840,0 1 0,1 0 795,-5-4 0,3 3 0,3 1 0,-1 0 0,-1-1 0,-3-3-507,0 1 0,-2-2 1,2 2 431,1 0 0,4 2 0,2 1 0,0 0 0,-2-1 0,-3-2-501,2 0 0,-3-1 0,4 1 267,-5-2 1,4 1 0,2 2-1,0-1 1,0 0 0,-2 0 0,-3-3-52,5 3 0,-4-2 0,5 2-109,-5-3 1,4 3 0,3 2 0,0-1 0,-1 0 0,-2-1 0,-3-2 170,2 1 0,-4-2 0,2 1 0,-1 0 0,3 1 0,1 1 0,-3-2 0,-3-1 1,1-1-1,1 1 0</inkml:trace>
  <inkml:trace contextRef="#ctx0" brushRef="#br0" timeOffset="53172">9924 6701 10141,'-8'2'990,"0"-1"-721,5-1-89,0 0 0,-1 1 0,1-1 0,-1 0 0,1 1 0,0-1 0,1 0-90,0 0 90,0 0 0,0 0 179,1 0 541,0 0-540,8 1 89,2 0-299,9-2 0,6-1 0,-1 0-591,-6-2 0,1 0 486,6 0 0,6-1 0,1 0 0,-6 0-532,-1-1 1,-1-1 486,4 1 0,5-1 0,0 0 0,-4 1-552,0 0 0,0 0 570,-4 1 0,4 0 0,1-1 0,0 1 0,-5 0-18,6-1 0,0 1 17,-4 0 1,5 1 0,1-1 0,1 0 0,-4 1 4,-3 1 1,-1 0 0,-1 0-1,0 0 0,3 0 1,-1 0 0,0-1-1,0 2 38,4-1 0,-1 0 0,-5 1 30,-3 1 0,-2-1 0,-2 1 0,-6 0 0,8-2 0,-12 2 744,5-1-834,-8 0 1107,2 1-1017,-3 0 1378,1-1-1468,-1 1 0,0 0 1979,-3 0-1709,6 1-180,1-4 0,3 3-90,1-8 0,6 2 0,7-9-1593,3 3 1638,-10 5 0,-1 1-45,13-6 0,-10 6 0,4-3 0,1 1 0,-2 0-841,3-1 0,2 0 823,-5 2 0,3-2 0,1 0 0,-1 1 0,-4 1-1091,6-1 1,-2 1 1078,-3 0 0,0 1 0,2-1 30,3 0 0,1 0 0,-2 0-196,-1 1 0,0-1 196,-2 2 0,4-2 0,-1 1 0,-4 1 0,-4 1 0,0 0 0,4-1 0,2-1 0,-4 1 0,2-1 0,-1 0 0,-2 1 0,-5 1 0,4-2 786,-9 3-786,-2 2 1220,0-2-1220,1 2 0,-4 0 3107,3-1-3107,-5 1 861,1 1-1761,-2 1-2377,-1-1 0,-5 1 0,-11 0 2766,-1 6 1,-7-4-1,8 5 1</inkml:trace>
  <inkml:trace contextRef="#ctx0" brushRef="#br0" timeOffset="55952">12234 6404 11940,'0'-9'630,"0"2"-1,-6 2-89,1 1-450,-2 1-90,-6 0 0,8 3 270,-17 15-90,9 4 0,0 2-135,3-3 0,-2 1-863,-1 7 0,-3 2 0,3-2 863,4-8 0,0 0 45,-3 8 0,-3 4 0,3-4-45,3-8 0,1-1 14,-3 6 1,-1 2 0,2-3 30,-2 4 180,-1 1 0,1-1-180,5-9 0,-1 0 0,2-1 0,3-8 90,-2 7-90,3-11 2813,0 1-2723,1-3 720,0-1-810,0-4 0,0 0 0,1-1 0,0 1-1,0 1 91,0 1-180,0 0 0,7-2 90,0 1-90,21-3 0,-9 1-1147,10-1 0,3 0 1147,-16 3 0,2-1 0,10-1 0,5-1 0,-3 2 0,-7 0 0,-1 0 0,2 1 0,1-1 0,-1 1-45,5-1 0,-1 1 0,-6 1 1,0-1-689,2 1 0,4-1 0,-1 1 0,-3-1 688,0 1 0,-1-1 0,2 1 0,4-1 0,0 0 0,-6 1-85,-5-1 1,-2 1 99,7-2 0,3 0 0,-4 1 30,5-3-45,0-1 0,0-1 45,-7 1 0,1-3 0,-2 0 0,-4 1 0,12-8 0,-19 10 0,6-5 0,-10 8 90,0-2 1427,-2 3-1517,-1 0 3276,0 0-2367,0 11-729,-1-4 0,0 8-2980,4 10 2980,-3-7-491,3 5 1,0 2 490,-3-1 0,0 4 0,1 1 0,-2-2 134,-3 4 1,0-1-225,2-3-4,-2-6 1,0 4 0,0-2 93,1 0 0,1 0-135,-1 3 0,0-1 0,1-6 0,0-1 135,-1 5-180,1-5 0,-1 2 0,0 1 0,1-8-4,1 8 4,0-13 2812,0 2-2723,0-5 1434,5-6-1613,7-8-90,2-1 90,4-5-270,-3 3 0,0-1 70,7-6 20,-4 4 0,3-4 1,-2 2-275,-4 4 0,0 0 431,2-2 1,3-3 0,0 0 0,-2 3 67,1 0 0,-1 0 0,2-1 0,2-3 0,1 0 0,-3 3 45,-2 2 0,0 1 0,1-2 0,4-1 0,0 0 0,-3 2-1459,5-3 0,-1 3 1459,-6 3 0,0 0 0,-1 2 0,6-2 0,-2 5 269,-5 11-89,4-5 270,-7 27-360,-10-13 45,0 12 0,-1 1 45,-2-1-356,-5 6 0,-1 0 176,3-2 89,-4-7 1,-2 3 0,2-3 0,5 9 0,-6-7 0,0 1 90,6 1 0,1-2 0,-3 8-90,2-10 0,2 4 0,-1-3 0,1 7 134,2 2 1,2-1-135,3-5-45,-4-6 0,1 0 358,3-4 1,0 0-224,1 13-90,4 0 0,0-2-90,-7-18 2832,3 4-2652,-2-6 90,5-3-181,-3 1 1603,9-3-1692,-11-1 90,10-5 0,-9 4 0,8-7-90,-7 5 0,2-1 0,-3-1 0,2 0 0,-2 0 0,11-6 0,-8 4 0,3-2 0,1 0 0,0-2-90,3-3 0,-1-1 0,1 0-120,-3 1 0,3-4 0,0 0 0,-1-1 0,1-2 1,-1 1-189,-1 1 1,1 1 0,0-2 352,1-1 0,1-2 0,-1 0 0,-2 4 45,-2 2 0,0 1-30,4-5 0,4-3 0,-4 4 75,-6 8 0,0 0-75,4-2 0,2-3 0,-3 4 30,4-2 45,1-1 0,0 1-45,-1 1-90,4-1 90,-8 5 0,-9 7 0,4-2 0,-3 3 0,-2 0 1102,4 1-1012,-5 1 270,4 14-271,-4-5 271,0 13 0,-3 5-90,-7-2 0,-2 1-466,5 1 1,-1 2 442,-4-4 0,-4 4 1,1-2-1,1-3-647,2-1 1,0 0 466,-2 3 1,-2 4-1,0 1 1,2-6-23,2-5 0,1-1 105,-3 7 0,-2 2 0,3-3-150,3-9 0,1-1 60,-2 4 0,-1 2 0,1-2-60,-1 4-41,-2 1 1,1 0 40,-1 0 0,-1 3 0,4-12 0,6-11 0,0 1 418,1-4-508,-2 0 1117,-1 3-1027,-3-3 185,3 5-275,0-5 90,0 2 0,1-2 0,0 1 0,1-1 0,1 0 0,0 1 0,1-1 0,-1 1 0,0 0 0,1-1-89,-1 0-3188,0 0 0,1-8 0,5 5 0,-4-10 0,3 4 2561,-4 0 0,0-1 0,0 4 0</inkml:trace>
  <inkml:trace contextRef="#ctx0" brushRef="#br0" timeOffset="56536">14080 7736 17967,'-12'-9'-820,"-2"6"1,2-6 0,0 9 0</inkml:trace>
  <inkml:trace contextRef="#ctx0" brushRef="#br0" timeOffset="57802">11471 6914 11041,'-5'-8'1079,"0"2"-809,4 5 0,0-1 0,0 0 449,-2 1-539,2-1 450,-1 1 359,1 1-629,0 5 629,5-4-629,11 15-90,1-9 90,8 7 0,1 0-675,-10-6 0,1-1 495,5 2 0,4 1 0,1 1 0,-4-2-728,4 1 0,2 0 625,-8-2 0,5 0 0,1 2 0,2 0 0,1 1 1,-1-1-1,-1 0-413,0 1 1,0-1 0,0 0-1,0 0 1,0 1 0,1-1 360,-3 0 1,1-1 0,-1 1-1,1-1 1,1 1 0,0 1 0,2 0 9,-3-1 1,2 1 0,1 1 0,0 0 0,1 0 0,0 0 0,-1 0 0,-2-1 0,-1-1 0,-3 0-18,2 1 0,-2-2 0,-2 0 0,1 0 0,3 2-9,-1-1 0,3 1 0,2 2 0,1 0 0,2 0 0,-1 0 0,-1 0 0,-2 0 0,-2-2 0,-3-1-351,5 3 1,-4-2-1,-1-1 1,4 3 341,-3-1 0,3 1 0,2 1 0,1 1 0,0 0 0,-1 0 0,-3-2 0,-2-1 0,0 1 0,-3-2 0,-1 1 0,4 1 12,-1 1 1,3 2 0,2 1 0,0 0 0,-1 0 0,-2-1 0,-3-2 17,2 3 0,-3-3 0,2 3-30,-2-3 0,2 3 0,1 1 0,0-1 0,-1 0 0,-5-3 0,7 5 0,0-1 18,-6-4 0,4 2 0,1 0 0,-1 0 0,-1-3-363,3 1 0,-2-2 0,0 0 345,2 2 0,-1 0 0,1-1 30,-2-3 0,0-1 0,-3-3 457,-1 0-577,-1-2 0,-1 0-270,-6-3-869,4 1-2048,-19-20 2897,-7 6 0,-2-1 0,2-3 0,-1 0 0,-7 1 0,1 0 0</inkml:trace>
  <inkml:trace contextRef="#ctx0" brushRef="#br0" timeOffset="59386">12359 6079 10321,'-25'-14'2069,"3"-3"-1709,-1 1 629,4-4-809,13 15 0,-2-4 899,6 5-179,21 2-630,-4 0-61,4 4 1,4 3 0,-1-1-794,-4-3 1,2 0 673,5 4 0,5 2 0,0 0 0,-3-1-715,3-2 1,1 0 654,-8 0 0,4 1 0,3 1 0,-1 1 0,-1-2 0,-3 0-601,2 1 1,-2-2 0,3 2 570,-4-1 0,4 1 0,3 0 0,0 1 0,0-1 0,-2 1 0,-4-2 0,0 0 0,-3 0 0,0 0 0,4 0 0,-2 1 0,5 0 0,2 1 0,1 0 0,2 0 0,-1 0 0,-2 0 0,-2 0 0,-3-2-436,6 2 1,-5-1 0,0 0 0,4 1 435,-6-1 0,2 0 0,2 1 0,2 0 0,1 0 0,0 0 0,-2 0 0,0 0 0,-4-1 0,-2 0 0,5 1 0,-4-1 0,0 0 0,3 2 0,-3-2 0,3 1 0,3 1 0,0 1 0,0-1 0,-1 0 0,-2 0 0,-4-1 0,1 0 0,-4-1 0,1 1 0,2 1 0,0-1 0,3 2 0,1 0 0,1 1 0,-1 0 0,-2-1 0,-3-2 0,2 3 0,-3-2 0,2 1 0,2 2 0,4 1 0,2 0 0,-3 0 0,-4-1 45,2 0 0,0 0-45,-1 0 0,4 1 0,-1 0 0,-4-2 0,-4-2 0,0 1-137,6 1 1,4 2 0,-5-2 136,-10-4 0,0 0 0,7 3 0,0-1 0,-6-1 0,-2-2 771,3 1-726,-2 0 0,-1-2-45,-7-2 1341,2 0-1071,-7-2-1,-2 24-179,0-11 180,-1 14 0,0 2-197,0-1 17,0-5 0,0 2 134,0-1 1,0 0-604,-3-3 0,1 0 514,1 6 0,1 3-357,-2-7 0,-1 1 0,0 1 1,0-2 251,1-2 0,0-2 0,-1 4-215,0 3 0,0 5 0,-1 2 0,0-2 0,1-5 215,-2-3 0,1-3 0,-1 2 24,0 4 0,0 4 0,-1 0 0,0 0 0,1-5-54,-2 4 0,0 1 54,1-7 0,-1 4 0,-1 2 0,1-2 0,1-4 36,-1 4 0,-1 0-72,1-3 0,-1 3 0,-1 2 0,1-2 0,1-4-18,-1 0 0,1 0 0,-1 0 0,-1 3 0,0-1 0,2-5 0,-3 5 552,1-3 0,-1-1-462,-5-1-90,1-3-270,-11-7 180,11-9-90,-4-2 0,-2-3 0,0-3 45,-7-2 1,0-2 1260,-1-2-1186,5 3 0,-4-2 0,2 2 663,6 2 1,-1 0-627,-5-3 1,-4-1 0,-1 0 0,3 1 22,-2-1 0,0 1-23,7 2 1,-2 0-1,-1-1 1,-1 0 22,2 1 0,-2 0 0,0 0 0,1 0 0,1 1-459,-4-2 0,2 1 0,-4-1 459,5 1 0,-5-1 0,-2-1 0,-1 0 0,1 1 0,1 0 0,4 2-260,1-1 0,3 2 0,0 1 1,-3-2 259,0 1 0,-2-1 0,-4 0 0,0-1 0,0 1 0,0-1 0,3 2 0,3 1-23,-3-1 1,4 1-1,0 1 1,-5-1 22,6 1 0,-3 0 0,-2 0 0,-1-1 0,-1 0 0,1 1 0,1 0 0,2 0 0,2 1 0,-5-1 0,5 1 0,-1 0 0,-5-1-18,7 2 0,-2-1 0,-3 1 0,-1-1 0,-1 0 0,0 0 0,0 0 0,0 0 0,1 1 0,2-1 6,-1 1 1,0 0 0,1 1 0,1-1-1,-1 0 1,1 1 0,0-1 0,-1 1-77,0-1 0,0 0 0,-1 0 0,1 0 1,0 0-1,0 0 0,-1 0 0,1 1 88,-2-1 0,-2 1 0,0-1 0,0 1 0,2 0 0,1-1 0,2 2 0,3-1 0,-4 0 0,5 0 0,-4 0-18,-1 0 0,-3-1 0,-2 1 0,3-1 0,4 1 18,-1 0 0,1-1 0,2 0 0,-3 0 0,1 0 0,4 0 0,5 0 0,1 1 384,-6-2 0,-3-1 0,4 0-384,4 2 0,2-1 0,-3-1 0,0 1 1214,0-1-1124,6 1-90,5 1 1969,-5-3-1969,8 4 3276,-1-6-3221,4 3 125,0-11-180,1 6 45,6-4 0,0-1-45,-3-2-45,11-8 0,2-3-43,-10 13 0,-1-1 43,4-7 0,4-7 0,-1 0 0,-1 4-748,-1 0 0,-1-2 757,0 2 0,0-5 0,1-2 0,0 2 0,-3 4-455,-1 5 0,-1 2 0,0-2 461,0-2 0,0-4 0,1-1 0,-1-1 0,0 2 0,-1 3 0,0-1 0,-1 3 0,0-4 0,0 1 0,0-4 0,1-2 0,-1 0 0,0 2 0,0 4 0,-1 1 0,0 2 0,0-2 15,0 1 0,1-2 0,-1-3 0,1 1 0,0 1 0,-1 3 15,0-3 0,1 4 0,-1-2 0,1-4 0,0-1 0,0 3-45,0-2 0,-1 6-831,-1 7 876,1-4 339,-2 9-339,1 5 1128,0-1-1128,0 5 1513,3 0-1513,0 2 90,13 0-90,-5 0 0,10 3 0,5 2 45,-1-3 0,2 0-1072,1 3 0,1-1 1027,-1-3 0,2 0-60,-7 0 0,1 0 0,-1-1-335,0 1 1,1 0 56,-1-1 1,5 1 0,0-1 0,-5 1-113,-1-1 1,-1 0-644,5 1 1,3-1 0,-5 1-2185,4 0 3137,-7 1 1,-3 2 0,-10-1 0,0 4-1</inkml:trace>
  <inkml:trace contextRef="#ctx0" brushRef="#br0" timeOffset="64235">999 6881 9871,'-8'-3'1170,"0"2"-721,8-4-179,-2 5 180,2-3-270,-1 2 450,1-1-451,0 1 991,-1-1-271,-1 2-539,1 4 0,0 0 90,5 3-181,-3-2-89,7 0-90,-6-1 360,6 3-360,-6-4 180,5 5-270,-4-4 90,1 1 180,0 0-90,-1-3 269,8 3-179,-5-4 630,14 0-720,-7-8-46,8-2 1,2-2-135,-10 2 0,0-2-820,6-4 1,3-2 0,1-2 0,-3 3 851,3-4 1,0-2-18,-6 5 0,4-3 0,1-2 0,0 0 0,-1 1 0,-2 3-542,1-3 0,-1 2 1,2-2 513,-2 3 0,2-1 0,2-2 0,1-1 0,-1 1 1,-1 2-1,-3 3-559,6-4 0,-4 4 1,3-2 571,-4 3 0,2-1 0,1-1 0,0 2 0,-2 1 0,2 1 0,-1 1 0,0 1 0,-2 1-81,4-3 1,0 1 80,2-1 0,1 0 0,-5 3 0,-6 3-180,2 0 1096,-17 12-1546,0 3-2158,-12 14 1438,5-6-289,-10 8 1,-1 1 1091,0 1 1,1-2 0,-1 1 0,8-11 0,-1 0 0</inkml:trace>
  <inkml:trace contextRef="#ctx0" brushRef="#br0" timeOffset="70235">2993 8145 13469,'-11'0'-90,"2"1"90,6-1 1529,1 0-1259,19 4-90,-3-3-1041,2 3 0,1 0 1041,9-4-90,-11 2 0,2 0 0,2-1 0,0 0-837,2 0 1,1-1 836,2 1 0,1 1-1077,2-2 1,0 0 986,2 0 0,1 0 30,-10 0 0,1 0 0,2 0-8,0-1 1,2 0 0,1-1-1,3 1-232,-4 0 1,1 0 0,1 0 0,2 0 0,0 1 0,1-2 0,0 1 209,-3-1 0,0 0 0,2 0 0,-1 0 0,1-1 0,0 1 0,-1-1 0,0 1 0,0 0 0,0 0 0,0 1 0,-1-1 0,0 1 0,0 0 0,0 0 0,1-1 0,0 0-10,1 0 0,0-1 0,2 0 0,-1 0 0,1 0 0,-2 0 0,-1 1 0,-3-1 0,-2 1-118,8-1 1,-4 0-1,3 0-7,-3 0 0,5-1 0,1 0 0,-1 1 1,-1-1-1,-5 1 45,-1 0 0,-4 0 0,3 0-126,2-1 0,4-1 0,1-1 0,-2 1 1,-4 0-192,3-1 0,-2 0 257,0 0 0,1-1 0,-1-1-420,-5 1 0,-1-2 1,-1 2 209,-2 0 0,0-1-722,3-2 1,2-1 0,-4 1 1043,0-2 60,4-9 1,-19 13-1,-1-1 1</inkml:trace>
  <inkml:trace contextRef="#ctx0" brushRef="#br0" timeOffset="70651">3351 8199 13809,'-25'4'90,"0"0"0,-1 0 0,1 1 0,-1-1 0,1-1 0,1 1 539,-2 1 1,1 0 0,5-1-87,-1 0-274,49-2-134,-3-4 0,3-1-1020,-5 2 1,2 0 974,-1-2 0,5-3 0,1 0 0,0 0 0,-4 1-560,3 1 0,-3 0 1,6-1 478,-11 1 0,4-1 0,1-1 0,3 0 0,0-1 0,2 1 0,-1-1 0,1 0 0,-1 0 0,-1 1-205,-1 0 1,0 0-1,0 0 1,-1 0 0,1 1-1,0-1 1,0 0 0,1 0-1,1 0 1,1 0 195,-3 0 0,1 0 0,0 0 0,2 0 0,0 0 0,0 0 0,1-1 0,-1 1 0,1 0 0,-1 0 0,-1-1 0,0 1 0,-1 1 0,-1-1-145,4 0 0,-1 0 0,-2 0 0,1 0 1,-1 0-1,-1 1 0,1-1 0,0 0 1,0 1-1,1-1 153,0 1 0,1-1 0,1 0 0,0 0 1,0 1-1,0-1 0,-1 1 0,-2 0 0,-1 0 1,-2 0-1,-3 1-92,9-1 1,-6 0-1,-1 1 1,4-1 83,-4 1 0,4-1 0,1 0 0,1 0 0,0 0 0,-2 0 0,-2 0 0,-3 1 0,7-1 0,-4 1 0,2-1-15,-4 1 0,2-1 0,3 0 0,-2 1 0,-1-1 0,-5 2 15,4-2 0,-1 1 0,1 0 0,2 0 0,-6 1 188,-6 1-548,-7 1-2609,-30 10 1800,2-1-470,-3 3 1,2 0 1178,1 0 0,5-3 0,-1-1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39:44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3638 3056 8342,'-9'9'0</inkml:trace>
  <inkml:trace contextRef="#ctx0" brushRef="#br0" timeOffset="751">5542 3059 9602,'18'-13'-510,"0"2"0,6 1 0</inkml:trace>
  <inkml:trace contextRef="#ctx0" brushRef="#br0" timeOffset="1870">3593 3636 7803,'19'0'0</inkml:trace>
  <inkml:trace contextRef="#ctx0" brushRef="#br0" timeOffset="2417">5599 3554 11131,'-8'7'0,"-3"-1"90,10-4-1170,-6-1-2068,12-6 2338,10-4 810,3-3 0,-3 4 0,0 1 0,6-6 0</inkml:trace>
  <inkml:trace contextRef="#ctx0" brushRef="#br0" timeOffset="3466">3495 4082 7443,'16'8'0</inkml:trace>
  <inkml:trace contextRef="#ctx0" brushRef="#br0" timeOffset="4068">5648 4029 12840,'-19'-7'0,"5"5"90,-4-9-270,12 10-360,-2-11-180,16 6-919,2-7 1,3-2-212,11-2 1423,-7 2 1,0 0 0,8-4 0,-12 9 0,0 0 0</inkml:trace>
  <inkml:trace contextRef="#ctx0" brushRef="#br0" timeOffset="4667">3736 4685 12210,'-12'0'-3277,"5"-5"617,11 0 2660,6 0 0,4-4 0,1 2 0</inkml:trace>
  <inkml:trace contextRef="#ctx0" brushRef="#br0" timeOffset="5400">5564 4549 14279,'-17'-14'-3277,"8"-4"2835,18 0 0,6-2 0,0 10 0,-1 1 0</inkml:trace>
  <inkml:trace contextRef="#ctx0" brushRef="#br0" timeOffset="12916">8315 2969 9781,'4'-11'1440,"-1"3"-1350,-3 3-90,0 2-90,0 2-1619,0 0-1530,-4 1 3239,3 5 0,-6-3 0,3 3 0</inkml:trace>
  <inkml:trace contextRef="#ctx0" brushRef="#br0" timeOffset="13268">8456 4672 14459,'-7'-3'-1799,"1"-2"-1478,6-12 3084,0-7 0,0 0 1,0-5-1</inkml:trace>
  <inkml:trace contextRef="#ctx0" brushRef="#br0" timeOffset="14270">8324 3131 12660,'-10'0'989,"2"0"-809,6 0 0,1 3-90,0-2 0,1 4-90,-1-5 0,1 3 90,-1-2 0,1 0 90,0 1-2519,0 3 1260,2-3-2198,-1 4 2994,2-3 0,-3 0 1,0-2-1</inkml:trace>
  <inkml:trace contextRef="#ctx0" brushRef="#br0" timeOffset="15349">9210 2746 13919,'-16'13'1079,"5"-7"-539,1 6-360,6-10 360,-6 5-450,7-5 1169,-3 0-1259,4-8 0,6 5 0,6-16 0,3-4-180,7 4-640,-6 2 1,4-4 0,0-1 0,-2 3-363,2 1 0,2 0 526,0 1 1,3-2-1,2-1 1,0 0 0,-4 3-438,-1 2 1,-1 1 0,1-1 947,2-1 0,3-1 0,1-1 1,-1 1-1,-3 2 0,-3 0 0,-1 3 1,0-2-1,6-2 0,0-1 0,0 1 1</inkml:trace>
  <inkml:trace contextRef="#ctx0" brushRef="#br0" timeOffset="16099">9202 4387 13289,'-31'0'1638,"11"0"0,-1 0-802,-2 0 0,0 0-791,5 0 0,1 0 134,0 0-269,20-5-1549,15-5 1,8-5 1570,-5 3 0,3-2 0,0-1 0,0 1 0,0 0 1,0 1-1,0-1 0,1-1 0,-1 1 0,0 0 0,-1 0 1,1-1-1,0 1 0</inkml:trace>
  <inkml:trace contextRef="#ctx0" brushRef="#br0" timeOffset="18935">3602 6715 8432,'-8'-6'900,"1"0"-630,4 3-1,0 0 1,1 0 0,-1 1 0,1-1 0,-1 1 90,1-1 449,-1-1-539,0 1 450,1-2 629,1 3-900,11 5-269,-7 2 270,22 10 0,-9 1-180,0-6 0,1 0-180,3 3 359,8-3-269,-17-7 270,18-1-360,-15-9-45,7-4 0,2-3-532,-12 3 0,1-4 433,3-1 0,4-5 0,1-1 0,2-2 0,0 0-356,-6 5 0,2 0 1,-1 0-1,2-1 1,0-1-1,0 0 0,1-1 1,1 0 309,-2 2 1,1-2 0,1 0-1,1-1 1,0 0 0,1-1-1,-1 1 1,1-1 0,-1 0 0,0 2-1,0-1 1,-1 2 0,0-2-1,0 2 1,-1-1 0,0 1 0,0 1-1,0-1 1,0 1 0,0-1-1,0 1 1,1-1 0,0 0-1,0 0 1,1 0 0,-1 1 0,0-1-1,0 0 1,1 0 0,-1 1-1,0-1 1,0 0 0</inkml:trace>
  <inkml:trace contextRef="#ctx0" brushRef="#br0" timeOffset="20649">6907 6427 11131,'-7'-8'2518,"0"1"758,4 5-2414,1-3 1027,2 3-1799,5-2 90,-3 8-90,14 10-90,-11-5 90,10 8-1,-10-15-89,0 3 0,-1-3 0,-1 0 0,0 0 180,0 2-180,-1-2 90,1 3-90,-2-4 90,0 1 180,-1-1 0,3 0-270,-1-6 90,13-7-180,-3-3-509,-1 4 0,2-2 104,6-6 0,1-1-1144,-3 1 1,2 0 1042,-2 1 1,1-1 0,2-2-192,-2 1 0,2-1 0,0 0 0,0-1 131,-1 2 1,1-1-1,0 0 1,1 0 0,0-2 491,-1 3 0,0-1 0,1 0 0,1-1 0,-1 0 0,0 0 1,0 1-1,0 0 0,-1 0 0,1 1 0,-1-1 0,0 1 1,0-1-1,1 1 0,-1 0 0,0-1 0,1 1 0,-1 0 1,0-1-1</inkml:trace>
  <inkml:trace contextRef="#ctx0" brushRef="#br0" timeOffset="21899">9136 6328 11760,'-5'-7'1080,"-2"0"-721,6 6 1,-2-1 180,3 1 0,-2 0 359,2 0 1979,-2 0-2698,2 5 810,5-3-810,5 14 0,-1-11 359,5 9 1,-8-9-360,-1-2 539,0-1-539,-4 0 450,2-1-540,-2 0 450,1 0-450,-1 0 359,3 0-269,0 0 90,12-10-225,-3 1 0,2-2-195,5-5 0,3-2 0,-1 0-703,-4 4 1,-2 1 0,4-3 305,-2 1 1,3-3 0,2-1 0,-1 0 0,0 0 0,-2 3-547,3-5 1,-2 3 0,2-2 436,-1 1 1,1-1-1,1-1 1,0-1 0,0 1 108,-4 4 1,0 0 0,0-1 0,0 1 0,0 0 0,-1 0 353,1-1 0,-1 2 0,0-1 1,1 0-1,0-1 0,2-1 0,1-1 1,0 0-1,1-1 0,-1 2 0,-1 0 1,-2 1-1,0 0 0,0 0 0,0 1 1,0-1-1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40:18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6657 1781 13559,'-12'0'2429,"8"0"-2339,18 0-90,2-5-1079,14 0 1079,-12-3 0,3-2-1093,6-2 1,3-2 0,-1 1 114,-4 2 1,-1-1-1,3-1 509,-4 2 1,3-2 0,1-2 0,2 0 0,-1 0 0,-2 1 0,-2 1 249,2 0 1,-3 0-1,0 0 1,2 0-1,-1-1 1,3-1-1,1 0 1,-1-1-1,0 1 1,-3 2 0,-1 0-1,0 0 1,-1 0-1,1 0 1</inkml:trace>
  <inkml:trace contextRef="#ctx0" brushRef="#br0" timeOffset="700">8418 1708 11490,'13'0'3276,"-3"0"-525,-6 4-2391,-3 0-180,-1 3 90,5-2-1,-4-1 451,13 0-450,-8-2 90,19 0-540,0-10-510,-2 0 0,5-3 1,-2 0-404,-6 2 1,-1-1 0,3-2 436,3 0 1,3-3-1,1 0 1,1 0 0,-4 1-165,-1 2 1,-3 0 0,1 1 0,1-2 614,2 0 0,2-1 0,0-1 0,0 1 1,-1 0-1,-4 3 0,0 0 0,0 0 0,-1 0 1,1 0-1,1 0 0,0-1 0,0 1 0,0-1 1,0 1-1</inkml:trace>
  <inkml:trace contextRef="#ctx0" brushRef="#br0" timeOffset="1700">6497 2289 11850,'-7'0'720,"0"0"-270,5-5-1,0 4 721,0-4 1348,0 5-2023,23 1 0,11 1-226,-2-1-840,-10-1 1,6 1 0,3 0-1,-2-1 1,-3 1 615,5-1 0,2 0-15,-8-2 0,4 1 0,3-2 0,0 1 0,-2 0 0,-3 0-381,2 1 0,-2 1 0,3-2 351,-4 0 0,2-1 0,2 0 0,2-1 0,1 0 0,0 1 0,-1-1 0,-1 1 12,0 0 1,-1 1 0,-1 0 0,1 0 0,0 0 0,0-1 0,3 1-274,-5-1 0,2 0 0,1 0 0,1 0 0,0 0 0,0 0 0,-1 0 0,0-1 0,-2 2 0,0-1 184,2 0 0,-1 0 0,-1 1 0,-1-1 0,1 1 0,-1-1 0,1 1-392,1-1 1,1 1 0,1-1 0,-1 0 0,-1 1 0,-3 0 0,-4 0-822,9-1 0,-2 1 1290,-4 1 0,3-1 0,-1 1 0,-4 0 0,8 0 0,-11 1 0,1 0 0</inkml:trace>
  <inkml:trace contextRef="#ctx0" brushRef="#br0" timeOffset="3649">8175 2936 10501,'-5'-13'1889,"4"1"-1439,-8 6-180,8 1-1,-7 2-89,8 0 90,-3 3 630,1-2-451,1 2-269,-1-1 900,-1 1-811,1 6 361,-2 6 0,0 15-450,1-8 89,0-2 1,2-1 180,6-3-360,2 3 270,18-9-270,-5-13-1001,-1-1 1,5-3-1,-1 0 911,-3-2 0,2-2-142,-3 2 1,4-2 0,2-1 0,3-2-1,-1 1 1,-2 1 0,-3 1-593,1 0 1,-3 1 0,0 1 0,4-3 403,-2 1 0,3-1 0,3-2 0,1-1 0,1 0 1,0 0-1,-2 1 0,-2 1 0,-3 2-8,5-2 1,-5 2 0,1 0 0,3-2-28,-5 3 1,3-2 0,1 0 0,1-1 0,1 0 0,0 0 0,-2 0 0,-2 2 0,-3 1 129,5-2 1,-3 1 0,-1 1 0,2-2 0,-2 2 0,2-2 0,1 0 0,0 1 0,-2-1 0,-3 3 0,2-3 0,0 1 0,0-1 0</inkml:trace>
  <inkml:trace contextRef="#ctx0" brushRef="#br0" timeOffset="4833">8938 3650 13199,'-3'11'720,"-1"-2"-540,4-6 1169,0-1-809,6-1-270,2-7-90,11-3-180,-1-5-1075,-2 3 0,3-2 1,-2 1 984,0 0 0,2-1-342,0-1 0,4-2 1,3-1-1,-1 0 0,-4 3-48,1-1 1,-2 2-1,3-2 480,-1 1 0,3-1 0,3-3 0,1 0 0,1-1 0,-1 1 0,-2 1 0,-3 3 0,3-2 0,-4 2 0,0 0 0,3-2 0,-1 1 0,1 0 0,0-1 0,-1 1 0,1 0 0,-1 0 0,1-1 0</inkml:trace>
  <inkml:trace contextRef="#ctx0" brushRef="#br0" timeOffset="6549">11067 4336 10051,'10'0'3276,"-4"-4"0,3-3-653,-3-4-2623,7-3-120,2 0 0,3-2 0,2-2-700,-1 2 1,1 0 0,2-1 0,-1 0-1,1-1 1,-1 0 0,2 0 0,2-2 350,-3 4 1,2-1 0,2-2 0,0 1 0,0 0 0,-1 1 0,-3 2 249,2-1 1,-3 2-1,1 1 1,2-3-1,-1 2 1,2-3-1,1 1 1,0-1-1,-1 1 1,-2 1 0,-1 2-1,0 0 1,0-1-1,0 1 1</inkml:trace>
  <inkml:trace contextRef="#ctx0" brushRef="#br0" timeOffset="8417">7773 5018 8522,'-11'0'360,"2"0"-270,4 0 90,0 0 90,0 0-1,0 0 1,-1 0 180,-1 0-270,1 0 540,-5 0-451,5 0 721,-8 0-1,3-3-179,-4 2-630,6-2 269,1 3-359,7 0 630,-2 0-360,7-2-90,9 0-90,2-1-46,5 1 1,1 1-45,5-2 120,-1 0 0,7 1 0,-5-1-521,-7 2 1,0-1 377,3 0 1,5 1 0,0-1-1,-5 0 23,-3 1 0,1 0 30,8 0 0,5-1 0,-4 1-30,-9 0 0,-1 0 60,10 0-1,4-1 1,-4 1-105,-10 0 0,2 0 67,3-1 1,6 1 0,1-1-1,-2 0-52,2 1 0,-2-1 0,1 1-335,-5 0 1,0-1 0,1 1 0,1 0 304,-3 0 0,3 0 0,0 1 0,0-1 0,-2 1 0,-3 0-482,1-1 1,-4 1-1,4 0 467,1 0 0,4-1 0,1 1 0,1 0 0,-3 0 0,-4 0-15,7 3 0,0-1 36,-7-1 0,3-1 0,2-1 0,-1 2 0,-3-1 24,0 3 0,-1 1 0,0-2-609,1 0 0,2-2 1,0 1-1,-2 0 579,-4 0 0,-1 1 0,2 0 37,3-1 1,1 1-1,1-1 1,-1 0-80,-1 0 1,-1 0-1,1 0 1,1-1 29,2 2 0,3-1 0,0 1 0,-1 0 0,-2-1-18,-2 0 0,-1 0 0,-1 0 0,1 0 45,6 1 0,1 0 0,-1 0 0,-4-1-45,-4 1 0,-1-1 22,1 1 1,4-1-1,-1 1 1,-3 0-23,-2-1 0,-1 1 30,8 0 0,4 0 0,-4 0-30,-10-1 0,1 0 29,7 1 1,4 0 0,-4 0-30,-8-1 0,0 0 0,8 1 0,5-1 0,-5 1 0,-8-1 0,1 0 22,3 0 1,3 0 0,2 0-1,-2 0-366,3-1 1,-1 0-1,0 1 344,0-1 0,0 1 0,1-1 0,-4 0 0,1 0 0,0 0 0,-5 0 245,-3 0 0,0 0-245,8-1 0,2-1 0,-2 1 0,-9 0 0,1 1 0,6-2 0,4-1 0,-4 1 0,-7 1 0,1 1 30,6-2 0,3-2 0,-3 2-30,-6 0 0,-1 1 0,8-3 0,3 0 0,-3 1 0,-7 1 0,-1 0 30,11-2 0,5 0 0,-5 0-30,-11 2 0,1 0 0,9-2 0,3 0 0,-5 1-90,5-2 90,-9 2 0,3 0 0,-3 0 0,8-2 0,-8 2 0,3-1 0,-3 0 0,8-1 0,-5 1 0,4-1 0,-1 1 0,-3 0 0,-1 0 0,0 1 505,0-1 0,0 1 0,0-1-505,6 0 0,0-1 0,-3 1 90,5-1-90,-9 1 0,3 0 0,-3 1 0,8-2 60,-6 2 0,3-1 0,-1 0 30,1 1 0,-2 0 332,4-1 0,1 0-242,3 0 0,-3 0 2938,-6 1-2983,3-1 0,-1 0 268,-7 1-313,2 0 0,0 0 90,-4 0 0,1 0 0,0-1-90,-3 1 269,13-3-269,-16 3 964,10-3-1054,-13 3 180,6-3-90,-8 4-90,1-1 0,-3 2 0,-1 0-3277,1-1 2730,-18 2 1,-7 0 0,0-1 0,-6 1 0,1 0 0</inkml:trace>
  <inkml:trace contextRef="#ctx0" brushRef="#br0" timeOffset="20651">6295 5926 7982,'8'-11'-179,"-3"-2"-181,-4 10 90,-1-3 90,-5 1-180,4 2 0,-4 0 360,-1 1 0,-1 1 0,-6 0 0</inkml:trace>
  <inkml:trace contextRef="#ctx0" brushRef="#br0" timeOffset="21384">6074 5979 9152,'-8'1'719,"-1"1"-89,5-1-450,0-1 180,0 1 2916,2-1-76,9 1-3200,10-1 0,2 0 0,2-3 0,1 0 0,2 2 0,-3-3 0,4-2 0,-3 1-413,-5 4 0,1 0 353,10-5 0,5-2 0,-3 1-1579,-9 5 1,1-1 1511,0-1 0,1-1 0,0 0-233,6 2 0,-1 1-135,3-1 1,0 1 179,-1 1 0,1-1-778,-7 1 1,1 1 0,-3-1 249,-2 1 0,0 0-250,5-1 1,2 0 0,-4 1 713,-5-1 0,0-1 0,8 0 0,-2 0 0,-3-3 0</inkml:trace>
  <inkml:trace contextRef="#ctx0" brushRef="#br0" timeOffset="21800">5704 6155 10861,'14'0'1169,"12"-6"-809,-9 1 0,1 0-315,-1 2 0,1-2-230,3-1 1,2-1 229,8 1 0,-1 1-544,-10-1 1,1 1 430,2 0 1,5-1-1,0 1 1,-4 0-113,0 1 0,0-1-640,2 1 1,4-1 0,1 0 0,-5 1-820,0-1 1,-1 1 1511,1 1 1,2-2 0,-3 2-1,-2-1 1,-3 1 0,1 0-1,0-1 1</inkml:trace>
  <inkml:trace contextRef="#ctx0" brushRef="#br0" timeOffset="36750">2268 7086 7353,'-9'-3'0,"0"0"0,4 2 90,1-1-90,1 0 0,0 1 0,2 0 0,0-1 0,1 0-90,5-1 0,-4 1 90,9-1 0,-8 1 450,6-1-1,-5 2 2827,2-1-795,-14 0-1492,-7 1 181,-12 1-990,9 4 269,1-3-359,13 4 90,-1-5-90,13-6-45,8-1 0,2-1-45,8-5-875,-5 5 1,3-1 0,-3 2 874,6-2 0,3 2 0,1 2 0,-7 2 90,0 5 0,-2 1 0,-8-2 0,-3 12 0,-2 2 0,-5-3-90,0 3 0,-4 2 90,-7 5 0,-2 0-321,4-7 0,1 0 321,-8 10 0,-2 4 0,2-4-45,4-7 0,-1 1 44,-3 6 1,-2 4 0,2-4-45,5-9 0,0-1 15,-2 4 0,-1 2 0,2-4 30,0 3 0,3-3 0,1-1 90,4-6 3003,8 4-3003,17-18-180,-3 6 0,3-12 0,1-3-269,-2 4 269,-5-2 0,2-2 0,-2 1 0,7-3-300,-6 3 0,1-2 1,-1 2-151,5-6-210,-7 6 1,2-2-1,-3 2-329,4-5-650,1-2 1,-2 0-1639,-4 3 2953,0-4 1,-2 1 0,-3 1-1,-3 3 1,0 1 0</inkml:trace>
  <inkml:trace contextRef="#ctx0" brushRef="#br0" timeOffset="36915">2821 6977 12030,'-7'-5'1439,"-3"0"-1349,8 3-180,-2-2 0,4 0 0,5 2-179,-4-3-631,17 1 270,-9 1-2647,22-2 1967,-17 3 1253,8 0 0,-13 2 0,-1 0 0</inkml:trace>
  <inkml:trace contextRef="#ctx0" brushRef="#br0" timeOffset="37066">2890 7121 11221,'-14'18'629,"-1"-1"1,-4 7-630,6-6-270,11-13-719,8 0 359,6-11-899,3-2 0,2-2 539,8-7 482,-7 4 0,-1 0 0,6-5 0,0 0 1</inkml:trace>
  <inkml:trace contextRef="#ctx0" brushRef="#br0" timeOffset="37398">3209 6860 12480,'-14'6'899,"0"-4"-89,-8 18-720,8-12-90,0 6 0,1 2 0,4-2 0,2 2 0,2 2 0,2-4 0,5 3 0,1 0 90,-1-4-90,13 2 0,2-2 0,-4-5 0,12-1 0,0-1-90,-3-5 90,3-7 0,0-3 0,-3 0 90,1-8 0,-2-1 90,-6 2 179,-4-3 1,-3 0-90,-11 2 0,-8-5 0,-6 0-270,-8 8 0,-3 2-251,5-2 0,-2 1 191,2 7 0,-2 2 0,2 5-1514,0 9 0,2 4 584,0-5 1,2 2 989,4 4 0,2 5 0,4-3 0,1 8 0,3-5 0,0 0 0</inkml:trace>
  <inkml:trace contextRef="#ctx0" brushRef="#br0" timeOffset="40115">3866 7343 12030,'-10'-11'270,"0"0"0,-1 1 180,-1 1-181,2 1 1,-1 1-270,3 4 90,2 0-90,1 3 90,2 0 0,1 8 0,1 0-90,1 8 90,0-2-606,0 2 516,0 2 0,0 1 0,6 1 0,-5-1 0,11-1 0,-7-1 0,5-2 90,0 0-90,0-3 0,2-1 0,1-1 90,-1-3-90,2-1 90,11-2-90,-9-2 90,1-8 0,-1-2 0,-3-2 0,0-9 0,-1-3-90,-2 2 149,-5 0 1,1-4 0,-2 0 75,0-5 0,-1-1-1006,0 6 1,1-1-1,-2 2 826,0-3 0,1 5 405,3 8-360,-2 19 0,2 13 0,1 2-90,0 7-698,0-2 0,0 4 0,0-2 743,-2-6 0,-1 1-27,1 0 0,0 3 0,1 3 0,-1 0 0,0-1-227,0 2 0,-1 0 0,0 0 0,1 2 224,-1-5 0,0 2 0,0 1 0,0-1 0,0 0 0,-1-2 7,1 4 1,0-3-1,-1 0 1,0 0 134,0-1 1,-1 1-1,0-2 1,-1-4 627,0-3 1,-1-3-786,-1 2 0,-3-3 0,-10-7-270,-1-19 0,-1-8-180,1 1 0,0-2 1,0 0 1114,-3-5 1,1-2-1094,4 7 1,-1-3 0,0 1 0,3 3 67,0 1 0,1 2-510,-4-9 1,-3-2-1,3 3 285,5 9 1,0 0-509,-3-7 1,-2-2 0,2 4 1027,-1-9 1,2 8 0,1-1 0,0-2 0</inkml:trace>
  <inkml:trace contextRef="#ctx0" brushRef="#br0" timeOffset="40452">3772 6877 11400,'-5'-10'1530,"0"1"-1440,-5 12-90,0 15 0,3-3 0,2 2 0,1-2 0,1-3 0,-1 11 0,3-15 90,1 6-90,4-11 0,0-6 0,5-6 0,3-14 0,-4 7-90,5-11 180,-4 15-90,-1 0-90,7 13 0,-6 1-540,3 8 0,1 3-359,0-4-650,5 7 1,1 0 1483,-2-3 1,-2-3 0,0 0 0,2 0 0</inkml:trace>
  <inkml:trace contextRef="#ctx0" brushRef="#br0" timeOffset="45465">7843 6195 11940,'-5'-8'90,"-1"1"-90,-5 2 0,4 3 90,-10-5 0,9 3 0,-10-6 0,10 5 270,-8-6-270,9 7 269,-6-6-269,8 6 180,-4-3-270,7 6 180,-4-3-90,4 3 0,-3-1-90,3 2 0,-5-1 0,4 1 180,-7 6 270,1 7-360,-1 0 179,2 5 1,2 1-180,1-2-677,0 3 0,0 1 677,2-1 45,-1 4 0,0 0-45,1 3 0,0-4 0,0 3 0,1-3-45,0-5 0,1-1 0,-2 11 0,0 3 44,2-8 1,-1 1 0,1-2-90,0 0 0,0 2 30,-1 4 0,0 4 0,1-4 15,0-7 0,0 0 22,1 1 1,-1 5-1,0-1 1,0-3-68,1 0 0,-1 0 22,1 2 1,0 5-1,-1 0 1,1-5 22,0-3 0,0-1-23,1 2 1,0 5-1,1-1 1,0-3 22,1-1 0,1 1-23,-1 0 1,-1 5-1,1 0 1,1-4-23,1-2 0,0 0 22,-2 1 1,-1 3-1,0 0 1,1-4 22,1-1 0,-1-2-45,0 11 0,0 1 45,1-3 0,-1-1 0,-2-9 0,1 0 45,0 10 0,1 3 0,-1-4-90,-1-7 0,0-1 29,2 10 1,-1 4 0,1-4-30,-2-10 0,1 1 30,1 7 0,0 3 0,0-4-30,-1-10 0,0 0 0,2 6 0,0 2 0,-1-4 0,2 5 45,1 2 0,0-2-45,-2-7 0,1 0 0,0 0 0,-1 1 0,0-2 90,0-4 720,-3-12-720,-4-3 90,0-2 1174,-2-4-994,1 3-270,3 1 89,-2 1 1,2 1 0,12 1-90,-4 3 0,9-2 0,1-1-90,2 3-189,-4-2 0,2-2 189,1 1 0,-2 0-2108,11 0 2108,-9 0 0,2 0 45,9 0 0,0 0-90,-10 0 0,1 0 67,2 1 1,3 0-1,1 1 1,-3-1-23,-1-1 0,0 1 0,1 1 0,4 0 0,-1 0 0,-3-1 0,-2 0 0,-1-1 30,8 1 0,3 0 0,-5 0-30,-9-1 0,0 0 0,6 0 0,3 0 0,-4 0 0,8 0 0,-9-2 0,2-2 0,-2 1 0,6 1 0,-6-4 0,0-1-53,-2 5 1,-1-1 97,3-4 0,-1 0-45,-2 3 0,0-1 0,2-2 0,-2-1 0,-7 4-90,10-7 90,-11 7 0,1-2 0,-6 4 384,-1 0-384,-3 2 2339,2-1-2339,-3-9 0,0-8-90,0 0 90,0 2 0,0 0 0,0 1 0,0-5 0,0-1 0,0 0-45,2-7 0,0-1-174,-2 1 219,1 6 0,1-3 0,-2 3 0,0-10-30,-1 9 0,-1-3 0,0 3 30,1-7-30,-2 8 0,-1-3 0,1 3 30,-3-7 0,4 7 0,-2-2-45,-2-1 0,0 1-264,3 7 0,1 0 279,-3-10 0,-2-3 0,2 2-408,1 7 1,0 0 414,0-3 1,-1-5-1,0 1 1,1 3-464,0-1 1,-1 1 462,1-3 1,-2-4 0,1 0-1,1 5 23,-1 1 0,1 0-23,0-1 1,-1-3 0,0-1 0,0 5-23,1 2 0,0 0 45,0-1 0,-1-3 0,0-1 0,1 5 0,0 1 0,0 1-30,0-1 0,0 0 0,1-1 30,-1 2 0,1 1 0,0 1 0,0 0 0,0 0 0,-1-7 0,0-2 0,1 3 0,1 9 0,0 1-30,0-6 0,0-2 0,1 3 30,0-6-45,0-2 0,0 0 45,1 5-45,0-1 0,-1 0 45,1 5 0,-2-3 0,1 1 0,0 7 4,-2-16-4,2 23 489,0-7-489,1 10 816,0-3-816,0 5 1130,0 0-1130,0 2 382,-5 0-382,0 1 0,-8 0 0,4 0-90,-13 0 90,8 0 0,-4 1 0,-2 2 0,1 2 0,-6-2 0,-1 2 0,1 2-815,4-5 0,-2 1 0,2-1 815,5 0 0,0 1 0,-9-1 0,-3 1 0,2-1 0,7-1 0,0 0-45,-9 1 0,-3 0 45,-1-1 0,2 0 0,10 0 0,0-1 0,-8 1 0,-3-1 0,3 1 0,10-1 0,0 0-30,-7 0 0,-3 0 0,3 0 30,-6 0 0,10 0 0,-2 0 0,2 0 90,-3 0-135,0-1 0,0-1 45,7 1 0,-14-2 0,21 3 0,-4 0 0,9 0 0,2 0-3277,0 0 0,8 10 2603,0-7 0,4 12 1,-1-9-1</inkml:trace>
  <inkml:trace contextRef="#ctx0" brushRef="#br0" timeOffset="82231">8822 6426 11760,'-8'-5'0,"1"0"0,7-7 0,0 4 0,5-2 0,2 1 0,6 0 0,2-2-135,-3 3 0,2-1-1349,13-6 0,1 0 381,-9 4 1,1 0 1102,1 0 0,1 0 0,-4 1 0,3 0 0,4-3 0</inkml:trace>
  <inkml:trace contextRef="#ctx0" brushRef="#br0" timeOffset="82481">8826 6855 11940,'-9'8'0,"1"-3"360,4-3-360,8-9 0,12-3-45,2-2 0,1-2 0,-2 6 0,1-2-1048,6-4 1,2-2 0,0 0 1069,-1 1 1,0 0 0,-5 3 0,1 0 0,-2 1 0,-1 0-1,1 0 1</inkml:trace>
  <inkml:trace contextRef="#ctx0" brushRef="#br0" timeOffset="82732">8998 7300 12480,'-3'8'90,"8"-8"-90,2-1-180,11-11 0,2-4-90,1 4-600,-3-1 1,4-4 0,-4 3-1444,7-4 2313,-2 0 0,-1 2 0,-2 1 0,3-4 0</inkml:trace>
  <inkml:trace contextRef="#ctx0" brushRef="#br0" timeOffset="82948">9050 8122 13020,'-5'8'-1639,"18"-24"1,9-10 1452,-5 3 1,3-2 0,-6 6 0,2-1 0,0 0 0,-1 0 0,1 0 0,1-1 0,-1 0 0</inkml:trace>
  <inkml:trace contextRef="#ctx0" brushRef="#br0" timeOffset="96864">7814 6692 9512,'-9'0'1259,"2"0"-809,3-5-91,1 4 1,0-4-90,0 5 90,1 0 269,0 0 181,0 0 539,0-3 90,-2 3-359,-2-5-900,1 5 1439,-1-3-900,24 9-539,1-1 60,1-2 0,4 1 0,3-2-1021,-3 0 1,1-1-1,1 0 1,-1 0 810,3 0 0,0 0 0,2 0-12,-2-1 0,2 0 0,1 0 0,-2 0 0,-3 0-477,4 1 0,0 0 477,-5-1 0,4 0 0,1 0 0,-1 0 0,-4 0-18,6 1 0,-1-1 18,-5 0 0,5 0 0,0 0 0,-1 0 0,-4 0-18,6 0 0,-1 0 0,-5 0 0,3 0 0,1 0 0,-1 0 0,-5 0 0,4 0 0,0 0-293,-1 0 1,5 0 0,-1 0 0,-6 0-23,-5 0 0,-1 0-405,3 0 1,3 0 0,-6 0-91,-4 0-2467,5 5 0,-23 10 2464,-5-2 1,-9 7-1,-3-8 1</inkml:trace>
  <inkml:trace contextRef="#ctx0" brushRef="#br0" timeOffset="97365">7943 7194 12390,'-26'-5'3238,"8"4"-2428,5-4-720,10 5 1978,-1 0-1348,11 6-450,4-5 269,3 6 1,2 1-180,7-6 179,7 6 1,0 1-789,-13-8 1,0 0 397,12 2 1,5 1 0,-4-1-533,-7-2 1,1-1 404,2 0 1,4 1-1,0 0 1,-4-1 22,0 0 0,-1 0-45,1-1 0,5 0 0,-1 0 0,-4 0-510,-1 0 1,0 1 509,2-2 0,3 0 0,1-1 0,-5 1-1289,0 0 1,-1 1 1258,0-1 0,3 1 0,-1-1-270,-1 0 0,-1-2 0,-1 2 16,-1 0 1,1 1-497,5-2 1,4 0-1,-5 0-29,3 0-676,-5 1 1,-3-1-1793,-11 2 12,-5 8 1736,-12-6 1529,-9 16 0,-2-9 0,-1 10 0</inkml:trace>
  <inkml:trace contextRef="#ctx0" brushRef="#br0" timeOffset="97781">7785 7714 14729,'-12'0'1169,"-6"0"990,3-4-1530,15 3-269,5-6 90,18 3 0,6 2-226,-14 0 1,1-2-803,5 1 0,5 0 0,1-1 0,-4 1 668,2 0 0,2 0-19,-3 0 1,4 0 0,2 0 0,-1-1 0,-3 2-333,-4-1 1,-1 1 0,3 0 275,1 0 0,4-1 0,3 0 0,1 0 0,-1 0 0,-1 1-15,0-1 0,-2 0 0,1 1 0,0-1 0,2 0-248,-6 1 1,2-1-1,0 1 1,1-1 0,0 1-1,-1-1 1,-1 1-1,-1-1 230,5 1 0,-2-1 0,-1 0 0,0 1 0,0-1-216,4 0 0,1 0 0,-1 0 1,-1 1-1,-6-1-1090,3 0 0,-3 0 1024,-3 1 0,1 0 1,-4 0-2978,6-3 423,-21 3 605,0-2 2415,-4 0 1,-6-1 0,-1-1 0</inkml:trace>
  <inkml:trace contextRef="#ctx0" brushRef="#br0" timeOffset="98533">8439 6311 11670,'-9'6'3238,"1"3"-1798,4 0-1081,2-2 451,-1 1-630,2-6 360,0 1 1079,1-2-1349,4-1-91,8-7 1,4-6-428,2 0 1,3-3 0,4-2 0,0-2-163,-5 4 0,2-2 1,1-2-1,1 0 1,0-1-1,0 0 0,-1 1 1,0 1-60,-1 0 1,-1 2 0,0 0 0,0 0 0,0-1 0,2-1 0,1-1 341,-4 3 1,2-2 0,1-1 0,0-1 0,2 0 0,-1-1 0,1 1 0,-2 0 0,0 1 0,-1 0 0,-1 2 0,-3 2 0,7-6 0,-3 3 0,-1 2 0,0-1 0,2-2 0,-2 1 0,1 0 0,-1 0 0,1 0 0,0 0 0,-1 0 0,1 0 0,-1 0 0</inkml:trace>
  <inkml:trace contextRef="#ctx0" brushRef="#br0" timeOffset="99281">8373 7042 12750,'-7'3'3276,"-1"-1"-2711,21-10 1,8-5-566,-2 0-820,-1 2 1,6-4 0,0-1 0,-2 2-820,2-1 1,1-1 1091,-5 3 1,5-4 0,2 0 0,0-2 0,-1 2 0,-2 1-274,-3 1 1,-1 2 0,0 0 0,1-2 644,0 0 0,2-1 0,1-1 0,1 1 0,-2-1 0,-2 3 0,1-2 0,-2 1 0,0 1 0,0 0 0,0-1 0,1-1 0,0 1 1,-1 0-1</inkml:trace>
  <inkml:trace contextRef="#ctx0" brushRef="#br0" timeOffset="99733">8460 7326 13199,'7'-13'-270,"7"-6"1,3-1-316,-1 6 0,1-1-508,1-2 1,1-2 0,0 1-1,-3 4 1,0 0 0,1 1 764,1-3 0,1 0 0,1 1 1,1-3-1,1 1 0,0-1 1,1 0-1,0-1 0,0 1 1</inkml:trace>
  <inkml:trace contextRef="#ctx0" brushRef="#br0" timeOffset="-72401.73">5409 4974 12840,'-8'2'90,"1"0"1439,5-2-1260,14-2 1,11 0-90,-2 0 0,3-1 0,0 1-711,-1 0 1,0 1 0,2-1 575,5-1 0,3 0 0,0 0 0,-5 1 0,-1 0 0,-1 1-45,2 0 0,5-1 0,-1 0 0,-4 0 0,-2 1 0,-1 0 22,0 0 1,4 1 0,-1-1-1,-3 1-22,-5-1 0,0 1 0,6 0 0,3-1 0,-5 2-417,3 8-2821,-3 1 1169,-27 4 2069,-15 1 0,3-8 0,1 3 0</inkml:trace>
  <inkml:trace contextRef="#ctx0" brushRef="#br0" timeOffset="-63935.73">10257 2019 14189,'-10'-9'1709,"1"2"-1259,5 5-180,0 1-181,0-1-89,2 1 360,1 1-180,5-1-90,5 1 0,4 0-90,3 0 90,-2 0-90,10 0 0,-5-2 0,1-1 0,-5 3 0,1-1 30,5-1 0,2-1 0,-2 0-255,0 1 0,0 1 90,2-2 0,-1 0-585,-4 1 1,-3 0 90,-8 0-2648,4 1 2457,-16 1 1,6 5 0,-8 3 0</inkml:trace>
  <inkml:trace contextRef="#ctx0" brushRef="#br0" timeOffset="-63668.73">10295 2055 13379,'-11'-14'1350,"5"2"-721,-5 2 91,22 18-450,9 11-270,-8-8 0,0 1 45,8 8 0,-1-1-45,-3-3-45,5 5 0,1-1-45,-6-5-405,3 2 0,0 1-2743,2 2 1979,-3-3-2018,-1-1 3039,-13-13 0,1 0 1,-3-3-1</inkml:trace>
  <inkml:trace contextRef="#ctx0" brushRef="#br0" timeOffset="-63451.73">10631 2012 13649,'-6'-9'1439,"-4"2"-539,5 3-720,-1 2-180,-1-1 90,2 9-90,0 3 0,-3 4 0,3 2 0,0 0-90,-2 4-450,-2 5 0,0 1-179,1-1-920,-1 2 1,0 1-1639,3-5 2995,0-6 1,2 0-1,1-2 1,1 0 0</inkml:trace>
  <inkml:trace contextRef="#ctx0" brushRef="#br0" timeOffset="-60635.73">10701 2294 16618,'18'-26'179,"-6"7"-179,0 0 0,1-1 0,-1-4 0,-3 0 0,1-5 0,-2 2-503,-3 8 0,-2 0 525,1-3 1,0-4 0,0 0-1,-2 5 23,0 4 0,-2 0 45,-1-5 0,-2-3 0,1 5 90,1-2-135,-5 3 0,1 3-45,4 7 234,-7 0-144,1 27-90,0-6 45,1 12 0,0 2-45,2 0 0,1-4 0,0 5 0,2-1-1351,2 5 0,2 0 1351,-1 1 0,1-1-270,2-7 0,2 0 1,-1-5-271,7 3-630,0 0 1,1-2 180,-1-6-650,5-1 1,2-2-302,-1-6 1840,1 0 0,1-3 0,2-8 0,-7 3 0,-1-1 0</inkml:trace>
  <inkml:trace contextRef="#ctx0" brushRef="#br0" timeOffset="-60416.73">11255 2082 14998,'-14'-8'540,"5"1"-720,2-2-1169,14 3-990,12 1-359,7 2 2698,-6 5 0,-1 1 0,2-2 0,0 5 0</inkml:trace>
  <inkml:trace contextRef="#ctx0" brushRef="#br0" timeOffset="-60250.73">11307 2262 14099,'-11'4'2519,"-2"-1"-2340,6-2-538,0-6-541,20-1 270,-3-5-674,12 3 0,2 2-405,2-4 1299,-3 3 0,4-1 1,-3 1-1,-5 1 1,-1 0-1,11-4 0,1 0 1</inkml:trace>
  <inkml:trace contextRef="#ctx0" brushRef="#br0" timeOffset="-59083.73">12070 1954 13379,'1'-12'2159,"0"3"-1169,0 2-721,-1 3 271,0 0-450,0 3 180,-4 0 90,3 11-360,6 12 0,-3-2 45,7-3 0,2-1-45,-1 1 0,2-4 0,3-2 0,0-3 0,2-3 45,5-6 0,2-4 0,3-5 0,0-2-105,-7 0 0,-2-2 195,3-5 0,-4 1 45,-7 3 134,-1-1 1,-1 0-135,-2 4 90,3-11-270,-7 17 270,1 11-180,-3 3-45,3 9 0,0 1-45,-2 2 45,6 8 0,1 1-361,-6 2 338,1-11 1,3 5 0,-1 1-1,-1-3-1020,-1 0 1,-1-2 0,0 0 997,2 5 0,0 0 0,0 0 30,-2-1 0,-1 0 0,0-4-1606,0 7 1576,0-8 0,-1 0-235,-7 5 325,1-8-90,-1 3 90,-14-1-90,12-9 0,-6-1 0,-2-2 0,3-4 0,-2-4 0,0-2-90,3 2-195,-1-14 0,1-5-210,7 4 1,1-2 269,-2-3 0,1-2-585,5-1 1,3-2-1,-1 3 405,-1 7 1,2 0-689,2-9 1,2-3 0,-2 4-938,-2-5 2030,2 9 0,0-3 0,0 3 0,0-7 0,-1 6 0,0 1 0</inkml:trace>
  <inkml:trace contextRef="#ctx0" brushRef="#br0" timeOffset="-58599.73">12236 1507 13829,'3'-10'1889,"-1"-1"-1799,-2 15 0,-8 22-90,6-6-291,-5 1 1,0-1 290,4-6 0,-3 1 0,-1 0 0,1-2 0,-5 12 0,8-18 322,-1 3-322,3-30 0,0 10 45,3-8 0,0-2 135,2-7-90,0 7 0,0 1-90,1-7 0,1-3 0,-2 21 0,3 0 0,-4 12 0,4-2 0,6 24-90,-5-14-405,3 11 1,0 1-136,-1-2-436,0 0 1,0 0-194,-1-1-540,4 6 1799,-5-9 0,1-2 0,2 6 0,-2-6 0,0 0 0</inkml:trace>
  <inkml:trace contextRef="#ctx0" brushRef="#br0" timeOffset="-58367.73">12705 1934 16438,'2'-11'0,"-3"0"-900,30 8 360,-15-4-989,9 4 0,3 0-90,-4-2 1619,2 0 0,1 1 0,-4 0 0,-5 0 0,1 1 0</inkml:trace>
  <inkml:trace contextRef="#ctx0" brushRef="#br0" timeOffset="-57813.73">13175 1700 15358,'-7'-10'1349,"-3"3"-1079,7 19-270,-2-4 90,3 22-90,7-4 0,-4-3 0,8-5 0,3-1-90,11 1 0,-2-8 0,0 0 90,8 0-1639,-10-11 1,-2-2 1523,-4-4 205,10-12 90,-15 5 0,-1-1 0,6-6-1135,-5 3 1,-2 2 1044,-2 6 0,1-3 270,-4 11 90,1 16-360,-1-4-45,1 9 0,-1 4 0,0 7 0,-1 0 786,1-4 1,0 1-810,0-4 1,-1 3-1,0 0 1,-1-4-23,1-2 0,0 1 0,0 7 0,0 5 0,0-4 0,0-11 0,0 0 0,0 6 0,0 1 0,0-3 0,0 3 0,0-8 0,0 0 90,4-1-90,-3-5 3272,3 1-3182,-4-15-180,-5-9-225,2-11 0,1-4 180,-1 10 1,1-1-384,-1-10 1,2 0 67,1 2-450,-1 1 1,2-3-194,2 6 1,1-1 0,1 0-547,-1-6 1,1-1 1307,2 4 1,3-1 0,-2 5 0,6-2 0,-6 6 0,1 0 0</inkml:trace>
  <inkml:trace contextRef="#ctx0" brushRef="#br0" timeOffset="-57568.73">13611 1415 14099,'23'15'719,"0"3"1,1 4-570,-5-2 0,1 2 0,-1 0-1243,0-2 1,0 0 0,-1-1 327,-3 0 1,0-1-1,-2 1 795,-1 1 0,-1 0 0,-2-1 419,1-1 1,-2 2-600,1 7 0,0 5 0,-3-5-120,-2-9 1,-4 1-781,-4 7 1,-4 3-1,0-3 105,0-9 1,-1-1 383,-2 1 0,-3 1 0,-1-1 561,-8 1 0,-1-2 0,4-3 0,-1-1 0,1-1 0,1-1 0,0 1 0</inkml:trace>
  <inkml:trace contextRef="#ctx0" brushRef="#br0" timeOffset="-57169.73">11759 1737 14908,'2'21'180,"-1"1"0,0-5 0,0-1-135,-1 10 0,0 0-3322,5 5 2085,-5-11 1,1 1 1191,4 0 0,2 0 0,-1-1 368,-2 0 1,1 0-707,3 1 1,4 3 0,0-1-1,0-3-70,1-2 1,3-2-413,4 1 1,6 0 0,1-1 0,-3-3 491,5-2 0,0-3 0,-5-2 1,2 1-1,0-2 0,-1 0 1,-4-4-1,0 1 0,1-1 1</inkml:trace>
  <inkml:trace contextRef="#ctx0" brushRef="#br0" timeOffset="-56715.73">14300 1482 15628,'4'-11'1979,"-1"0"-810,-3 2-1079,0 4 0,0-1-90,-4 5 0,3 5 0,-10 8 0,6 1 0,-4 4 0,0 1 0,-1 2-180,-2 5 0,0 1-89,1-1-451,3-6 0,-2 4 1,2-2-920,-2 1 1,1 0 1091,-4 6 1,0 0 0,4-11 0,1-2 0,-4 3 0</inkml:trace>
  <inkml:trace contextRef="#ctx0" brushRef="#br0" timeOffset="-56501.73">14117 1578 13919,'0'-25'3276,"0"11"-256,0 1-1850,6 28-810,-4 1-91,8 5 1,3 0-270,-4 0-1044,3-4 1,2 2 0,-2-2 863,-3-4 0,1 0-913,7 9 1,5 2 0,-3-2-547,-7-8 1,1 0 1169,5 4 1,2 2 0,-2-3 0,4 3 0,-7-8 0,-1 1 0</inkml:trace>
  <inkml:trace contextRef="#ctx0" brushRef="#br0" timeOffset="-53201.73">9142 4346 17337,'14'-18'180,"1"-1"-135,0 2 0,2 0-911,-6 5 0,2-2 888,2-2 1,4-4-1,1 0 1,-3 2-422,2-2 1,1 0 428,-4 3 0,4-2 0,0-2 0,2-1 0,-1 0 0,0 1-448,1-2 1,-1 1 0,1-1 0,-1 1 0,1-1 417,-1 1 0,1 0 0,-1 0 0,1 0 0,0-2 15,0 2 0,1-3 0,1 0 0,-2 1 0,-1 2 0,-3 3-269,-2 1 1,-2 2 0,2-2 253,3-2 0,2-4 0,1-1 0,-1 1 0,-4 4 0,-2 3 0,-3 2 0,2-1-810,6-4 1,3-1 0,0-1-1,-4 4 885,0-2 1,-1 2 0,2 4 0,-1 1 0,-5-2 0</inkml:trace>
  <inkml:trace contextRef="#ctx0" brushRef="#br0" timeOffset="-53032.73">10552 2719 15538,'-18'-5'-1259,"7"1"0,-12 4-1260,6 6 1170,-3-5 1349,-4 14 0,11-9 0,-7 7 0</inkml:trace>
  <inkml:trace contextRef="#ctx0" brushRef="#br0" timeOffset="-51567.73">10078 3513 11221,'-8'-8'1619,"-4"-2"-990,3 5-449,1-1 360,-4-3-360,8 5 270,-4-7-361,6 5 361,0-10-270,2 7 135,7-6 0,6-4-90,2-2 0,2 1-400,-1 0 0,2 0 265,1-1 0,1-1 0,-2 3-45,-6 7 0,1 0 44,7-7 1,3-2 0,-3 2-451,-5 5 0,0 1 421,7-7 0,3-3 0,-2 3-60,-7 6 0,-1-1 0,2 0 0,2-2 0,0 0 0,-3 2 0,0 1 0,-1-1 22,2 0 1,1-2 0,1-1-1,-2 3-22,-2 1 0,1-1 0,3-1 0,3-4 0,0 1 0,-1 1 0,-3 1 0,-1 2 0,1 0-993,3-3 1,0 0 0,0 1 992,0-1 0,-2 1 45,-1 3 0,-3 1-52,6-3 7,0-1 0,-2 1 0,-3 3 0,-1 0 0,-1 1 0,-3 3 0,8-10 0,-13 13 328,6-8-328,-7 9 508,2-4-508,-4 6 3276,1-2-3163,-4 4-102,2-1-11,-2 1 0,-4 0-90,-1 0 0,-9 0 90,5 1-45,-7 4 0,0 2-45,0-4 90,-5 8 0,-3 2 0,0-3 0,0 0 0,4 1 0,-1 0-30,-5 1 0,-2 1 0,4-3-650,-5 2 680,1 0 0,0 0 90,9-5-90,3-1 0,1 0-90,1 0 90,-4 2 0,10-4 0,4 0 0,0 0 770,15-7-770,-4 0 0,8-2 0,2 0 0,0-3 0,11-1 0,3-2 0,-3 1 0,-1 1-476,0-1 0,0 0 476,2 0 0,-4 1 0,-9 4 0,5-2-575,-2 1 575,-7 2-296,10-3 296,-12 5 0,13-2 90,-6 3-90,2 0-2031,8 6 2031,-15 3-163,5 2 1,0 2 162,-2 4 0,6 4 0,-1 1-270,0 4-600,-4-3 1,1 5 0,-1-2-31,-5-5 1,-1 2 899,1 3 0,1 4 0,0 1 0,-2-3 0,-1 0 0,-1 0 0,0 2 0,0 0 0,0 0 0</inkml:trace>
  <inkml:trace contextRef="#ctx0" brushRef="#br0" timeOffset="-17968.73">7358 5018 8972,'-7'4'540,"1"-2"-181,3-1 1,1 0-90,0-1 270,1 0 269,-2 0 2467,1 0 0,8 0-2812,14-3-464,-4-1 0,2 1 0,1 0 0,4-2-1980,5 1 1980,-3 1 0,-7 1 0,2 1 45,-2 0 0,2-1-1413,6 1 0,0 1 1368,-4-2 0,1 2 0,-1-1 0,1 1 0,-4-1 0,5 1 0,5 0 0,-1 0 1137,-2 0-1107,-6 0 0,4 0 0,-3 0-344,10 0 314,-7 0 0,5 1 0,-4-2 1195,-6-1 0,1 0-1165,9 1 0,5 1 0,-4 0-75,-8-2 0,-1 0 67,2 1 1,4 0-1,-1 0 1,-3 1-23,-2 0 0,0-1 0,4 1 0,3-1 0,1 0 0,-5 1 0,-3 0 0,0 0 0,9 0 0,4 0 0,-5 0 0,-13 0 0,1 0 30,6 0 0,3 0 0,-3 0-75,-7 0 0,0 0 75,11 0 0,5 0 0,-1 0 0,-3 0 0,-2 0 0,1 0-496,0 0 1,0 0 0,0 0 465,3 0 0,0 0 0,-4 0 0,-9 0 0,0 0 30,9 0 0,4 0 0,-4 0-30,-7 0 0,0 0 0,9 0 0,4 0 0,-5 0 0,3 0 0,0 2 0,0 0 0,-7-1 148,0 1 1,1 0-59,-4 0 0,5-2 372,-14 2-372,-4-2 774,-1 0-774,-1 0 1725,-2 0-1455,-2 0-360,4 0 0,0 0 0,5 0 0,4 0 0,-3 0 0,12 0 0,-11 0 0,6 0 0,2 0 0,9-3 0,-12 2 0,0 1 0,10-4 0,-5 4-1595,-5 0 1595,6 0-2864,8 0 2864,-10 0-913,2 0 1,1 0 912,-2 0-351,4 2 0,1 0 441,-2-1 35,-4 1 0,4 1 0,0 0-125,5 1 0,-1-1 0,1 1 0,1 0 29,-7-1 1,0 1 0,-3-1-30,4 0 0,2 1 0,0 0 0,-4-1 0,2 1 0,0-1 0,-4 0 45,2 0 0,1 0-45,-4 0 0,6-1 0,2 0-45,-7 0 0,-1-1 45,3 1 0,0-1 0,7 1 0,-3-1 474,-1 0-474,-6 0 0,1 0 0,0-1 0,-2 1 0,8 0 0,2 0 0,0 0 1958,-3 0-1913,3 1 0,0-1-45,-4 0 0,5 0 0,-1 0 0,-4-1 0,4 1 0,0 0-1038,-4-1 1038,-6 1 0,1 0-784,0-1 0,-1 1 784,8 0-200,3-1 0,0 1 200,-3 0-353,4 0 0,-2 0 443,-3 0 122,2 0 1,0 0-303,-5 1 487,4-1 0,-1 1-397,-3-1 618,4 0 0,0 0-708,-3 0 90,-6 0 0,2 0 0,-1-1 0,-2 1 0,6-1 0,3 0 0,-1 0 0,-3 0 0,2 0 0,0 0 0,-3 0 0,2-2 0,-1 0-90,-2 1 90,2-2 0,0-1 90,-3 3 192,4-1 1,0-1-283,-3 1-504,7-1 1,1 0 503,-5 2 0,5-1 0,-1 0 809,-6 1-854,2-1 0,0 1 45,-4 0 0,2 0 0,0-1-90,-3 1 90,2-1 0,0 0 0,-4 1-45,1 0 0,1-1 45,-3 1-626,5 0 0,1 0 626,-5 0 241,3 0 0,2 1-241,9 0 0,-5 0 0,-7 0 0,-1 0 0,-5 0 2268,19 0-2268,-10-4 0,5 3 0,-11-2 0,-6 3 0,-6 0 3276,2 0-2710,-4 0-476,-6-5-90,1 4 0,-4-8 0,0-1 0,5-1-45,-3-5 0,1-4 45,2-4 0,2-1-1639,-2 0 1,0-2 1535,2-2 1,1-1 102,2 0 0,2 1-439,-1 6 0,0-2 416,0 1 1,0-4-1,0 0 1,0 3 22,3-2 0,-1-1-18,-3 4 0,0-3 0,0-2 0,-1 2 0,1 4 18,2-1 0,-1 0 0,-1 0 0,-2-3 0,1 0 0,0 6 0,1-7 0,-2 1 0,0 3 0,0 7-146,0-10 146,0 18 0,0-4 0,0 9 2884,0-2-2973,-3 5 1370,-1 0-1281,-1 1 250,-7 0-250,4 4 0,-20 1 0,12 0 0,-8 0 0,-3 0 0,2-1 0,1 0-142,1 0 1,-2 0 141,4-1 0,-2 0 0,3-1 0,-6-1 30,5-1 0,-4 1 0,4-1-30,4 0 0,0 0-1056,-10 1 1,-4-1 0,3-1 1055,7-1 0,0-1 22,-2 2 1,-5-1-1,1 1 1,3-1-68,0-1 0,1 0 45,-2 0 0,-4 0 0,-1 0 0,5 1-297,2 2 1,-1-1 318,-1-2 1,-4 0-1,0 0 1,4 0-23,1 2 0,0 0-18,0-1 0,-4 0 0,-3 0 0,2-1 0,4 2-459,-5-1 1,0 0 476,6 1 0,-3 0 0,-2 0 0,-1 0 0,2-1 0,5 1-253,-1 1 0,3-1 0,-3 0 253,0 1 0,-4-1 0,-2 0 0,0 1 0,2-1 0,3 0 0,-1 1 0,2-1 0,-3 1-13,2 0 0,-3-1 0,-3 1 0,-1-1 0,-1 1 0,2 0 1,3-1 12,-1 1 0,2 0 0,0 0 0,0 0 0,0-1 0,1 1 0,-1 0 0,1 0 0,-1 0 0,0-1 0,0 1 0,-3 0 0,-1 0 0,1 0 0,0-1 0,2 2 0,4-1 0,1 2 0,3 0 0,-3-1-18,-5 0 0,-5-2 0,-1 1 0,2 0 0,6 1 18,-2 4 0,0-1 22,0-2 1,-4-2-1,0 1 1,5 0-68,1 1 0,1 0 22,-1 0 1,-4 0-1,0 0 1,4 0 67,2-1 0,0 0-45,-2 1 0,-5 0 0,1 0 0,4 0-45,0-1 0,2 1 45,-2-1 0,-1 0 0,1 1 0,-5-1 0,2 0 0,7 0 0,-2-1 0,1 1 0,-5-1 0,0 1 0,1-1-53,-4 1 1,0-1 0,0 0 52,0 0 0,0 1 0,-1-1 0,4 0 0,-1 0 0,2 1 0,3-1 20,3 0 1,0 0-21,-2 1 0,-4-1 0,0 1 0,4 0 0,0 0 0,-1 0-18,1-1 0,-3 2 0,-3-1 0,1 1 0,2-1 18,1 1 0,2-1 0,0 1 0,-1-1-10,-2 1 0,-1-1 1,-1 1-1,0 0-13,-2 0 1,-1 0 0,1 1-1,4-1 23,1 0 0,0 0 0,2-1 0,-5 1 0,-1 1 0,2-1 0,4-1 0,-3 1 0,0 0-23,-2 0 1,-5 1 0,0-1 0,6 0 22,5 0 0,1-1 0,-8 1 0,-5 1 0,5-1 0,9-1 0,0 0 0,-8 1 0,-4 0 0,3 0 0,9-1 0,0 0-30,-9 1 0,-5 0 0,5-1 30,8 0 0,0 1 0,-4-1 0,-5 1 0,0-1 0,5 1 0,2-1 0,1 0-23,-2 0 1,-5 0-1,1 1 1,5-2 22,5 1 0,1 0 0,-7-1 0,-2 1 0,3-1 0,-7 1 0,10-1 0,-4 0 0,4 0 0,-7 1 151,5-1 1,-4 0 0,2 0-152,-2 1 0,1-1 0,-3 0 0,-2 1-30,2-1 0,-1 0 0,4 0 30,8 0 0,-1 0 0,-9 0 0,-5 0 0,5 0 0,11-2 0,1-1 0,-7 1 0,-3 0 0,3 0 0,-9-4-30,7 1 0,-5-2 0,1 2 30,-3-1 0,0 1-30,8 0 0,0-1 0,-1 1 30,-5 0 0,-2 0 0,5 1 0,6 1 0,0 0 0,-10 0 0,-4-2 0,4 2-45,9 0 1,1 1 44,-1 0 0,0-1 0,0 1 0,-9-1 0,2-1 72,10 2 1,0 0-103,-8 0 0,-3-1 0,4 0 30,7 1 0,1 0-30,-7 0 0,-4 0 0,0-1 30,2 2 0,1-1 0,-1 1 142,4-1 1,1 0-1,-2 1-142,-1 0 0,-2-1 0,0 1 0,5 1-45,3-1 0,-1 0 45,-9 1 0,-4-1 0,5 1 0,10 0 0,0 0 0,-7-1 0,-5 1 0,6 0 0,-4 5-45,-2-5 0,0 1 45,3 6 0,-1-4 0,-1-2 0,4 4 0,-2-1 0,0-1 0,4-1 221,-5 1 0,-2 1-221,6-2 0,1 0 1184,0 0 0,0-1-1184,-1 1 0,1-1 0,1 0 0,-6 0 0,11 0 462,-1 1-462,12-1 895,-3 0-895,5 0-90,-2 1 90,4-1 534,0 2-534,0 4 0,1 11 0,-1-3 45,1 5 0,0 0-45,5 0 0,-2 6 0,-1 2-374,4-1 404,-4-5 0,1 3 0,-2-2-384,0-5 0,-1 0 384,1 11 0,0 4 0,0-3-30,-1-7 0,0 1 17,0-2 1,0 5 0,0 1 0,0 0 0,0-6-18,0 5 0,0-1 0,0 1 0,0 4 0,0 0 0,0-6 0,0-6 0,0-1 0,2 5 0,-1 2 0,1-3 0,-1 5 0,2 1 0,1-1 0,0-6 0,1 1 0,-1-2 0,2-3 0,-1 0 0,-1 0 0,-1-5 0,4 12 0,-5-17 0,5-4 0,6-4 437,0-6-482,7 2 0,1 2 135,0-2-90,10 1 0,0 1 267,-2 1-267,-6 0 0,3 1 0,-2 0 0,-6 0 0,0 1 30,10 0 0,5-1 0,-4 1-581,-7 0 1,1 0 550,4 0 0,5 0 0,0 0 0,-4 0-648,2 0 0,1 0 663,-8 0 0,3 0 0,3 0 0,0 0 0,-2 0 0,-3 0-15,3 0 0,-4 0 0,4 0 12,0-1 1,4 1 0,3-1 0,1 0 0,-1 0 0,-2 0 0,-4 1-473,-3-1 1,-3 1 0,0 0 0,4-1 470,-1 1 0,4-1 0,3 0 1,1 0-1,-1 1 0,0-1 1,-3 0-1,-4 1-11,7 0 0,-5 0 0,5 0 11,-7 0 0,3 0 0,3 0 1,1 0-1,0 0 0,0 0 0,-1 0 1,-3 0-12,0 0 0,-1 0 0,-2 0 0,1 0 0,-1 0 0,2 0 15,2 0 0,2 0 0,-1 0 0,1 0 0,-1 0 0,1 0 0,-1 0 0,2 1 0,-1 0 0,0-1 0,-3 1 0,-3-1-15,0 1 0,-3-1 0,3 0 0,0 0 0,3 0 0,3 0 0,0-1 0,-3 1 0,-4-1 0,8 1 0,-1-1 0,-6-1 0,4 0 0,2-1 0,-2 1 0,-6-1 45,0 0 0,-1 0-45,5-1 0,4-2 0,-3 0 53,-6 0 1,-2-1 0,0 1-24,1 0 0,1 0 0,-2 0-75,4-2 0,-2 1 45,1 0 0,-19 5 712,2-1-1805,-4 3 1,0-1 0</inkml:trace>
  <inkml:trace contextRef="#ctx0" brushRef="#br0" timeOffset="-11917.75">9373 4363 11131,'-10'-4'359,"2"1"-359,5 3 90,2 0 1889,0 0-1979,1-4 0,-1 1 0,-2-1 0,6 2 0,-4 2 0,4 0 0</inkml:trace>
  <inkml:trace contextRef="#ctx0" brushRef="#br0" timeOffset="-9846.75">5250 4949 9961,'4'-6'90,"-2"1"0,-1 5 990,0-4-901,-6 0-89,-1-1 90,-4 2-90,-1 3 0,0 0-90,-4 0 90,-12 0 0,-1 5 0,-2 1-610,7-5 1,-3 1 555,3 2 0,-4 2 0,-2 2 0,-1-1 0,1-1-592,0 0 1,-1-1-1,0 1 1,1-1-1,-1 0 556,1 2 0,1-1 0,0 0 0,-2 1 0,0 0 38,1-1 1,-1 0-1,-2 0 1,0 1 0,2-1-1,1-1 1,4 0-404,-4 1 0,4-1 0,-4 1 410,2 0 0,-2 0 0,-3 0 0,-1 0 0,0 0 0,1 0 15,3-2 0,-1 1 0,0-1 0,1-1 0,-1 1 0,0 0-30,-1 0 0,1-1 0,-1 1 0,0 0 0,0-1 0,1 0-285,2 0 1,0 0 0,0 0-1,1-1 1,1 0 0,2 0 284,-8-1 0,3 0 0,1-1 59,4 1 1,2-2 0,1 1 8,0 1 0,0-2-68,-5 0 0,-4-1 0,5 0-30,-5 1 0,0-3 0,0 0 0,8 3 45,-1-2 0,2-1 45,4 1 856,-1-1 1,0 0-857,-2-3-90,-2 1 90,6 0-90,11 4 1352,-2-2-1352,5 3 3231,0 0-3321,1 0 576,0 1-486,-1 0 0,1 0 0,7 0 0,-3 0-270,6-3-900,-6-3-269,11-5 270,-3 1-405,6 2 0,1 0 918,5-2 1,-5 2-1,0-1 1,8-5 0</inkml:trace>
  <inkml:trace contextRef="#ctx0" brushRef="#br0" timeOffset="-8384.75">3134 5165 12300,'-14'0'1529,"-3"-3"-809,-9-5-361,5 1 1,-4 0-180,0 0 0,-1 1 0,1-1-776,-5 0 0,0-1 641,6 3 0,-3-1 0,0 1 0,4 0-378,0 0 0,0 0 355,-4-1 1,-6 0-1,0 0 1,4 1-581,-1-1 1,-2 1 557,7 1 0,-4 0 0,-4-1 0,0 0 0,0 1 0,2 1-470,2 0 1,1 1-1,1 0 1,-1 0-1,0 0 485,1-1 0,1 1 0,-1-1 0,0 1 0,-1 0 0,0 0-15,-2 1 0,-2 1 0,-1 1 0,0-1 0,1 1 0,2 0 0,4-1-198,-5 0 1,4 0-1,-4 2 198,6 0 0,-5 0 0,-2 1 0,-1 1 0,2-1 0,2 1 0,5-2 0,-2 1 0,4-1 0,-2 2-15,0 0 0,-2 2 0,-3 0 0,1 0 0,2 0 0,3-1-324,1 1 1,2-1 0,-1 0 360,-3 1 1,-1 1-1,0-1 1,2 1-53,-1 1 0,3 0 0,1 0 113,-4 1 0,0 1-83,3 1 0,-1 2 0,-1 0 0,4-1 0,-1 1 0,1 2 0,0 2 0,-1 3 0,0 1 0,4-2 0,2-1 0,3 2 53,1 0 1,-1 5 0,0 2 0,1-1 0,2-4 453,0 5 1,1 2-472,2-3 0,0 3 0,0 4 0,0-1 0,2 0-113,2-3 0,1 1 0,1 0 0,0-1 1,0-1 76,0 4 0,0-2 0,1 0 0,1 4 51,0-7 0,0 4 1,1 0-1,1 1 1,0 0-1,1-3 0,0-2 39,2 4 0,2-4 0,-1 0 0,1 1-90,-2-3 0,-1 1 0,0 1 0,1 0 0,0-1-171,3 4 0,1 0 0,0 0 0,0-2 0,-2-3 171,2 3 0,-1-1-115,-1-4 0,1 3 0,2 1 1,-2-2-1,-1-4 115,-1-1 0,1 0 45,4 6 1,2 2 0,-1-3-46,-5-9 0,0-1 77,5 5 1,2 3-1,-2-4-77,-5-7 0,1 0 357,6 4 1,2 2-1,-1-2-357,-1-3 0,-1-1 0,4 3 0,-1-1 1639,6 1-1549,-11-8-90,-5-2 2284,1-1-2194,-2-2 2414,-4-1-2234,1 0 413,-4-1-683,0-4 0,-1 1-90,0-1 0,0 1 0,0 2-1619,0-1-1568,-5 0 2457,-1-1 1,-2 0 0,1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42:01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8629 2213 9781,'-8'-4'1709,"-3"3"-1349,5-4-180,-1 1 450,-4 4 89,6-7-629,-2 7 180,2-3 0,3 3 450,0 0-1,1 3-269,6 0 0,7 4-1,3-4-269,8 0 0,3-1-135,-10-2 0,1 0-360,4-2 0,5 0 0,2-2 0,2 0 0,-2 0 315,0 0 0,1 0 0,-1-1 0,2 0 0,2-1-337,-6 2 1,3-2 0,0 1-1,1 0 1,0-1 0,0 0-1,-1 1 1,-2 0 336,1 0 0,-1 0 0,-1 0 0,0 0 0,1 0 0,0 0 0,1 0 0,2-1 0,0 1 0,1-1 0,-3 1 0,-1 0 0,-4 1-261,2-1 0,-4 1 1,3 0 260,2-1 0,4-1 0,1 0 0,-2 0 0,-4 1-45,2 0 0,-1 0-315,-2 0 0,4-1 1,0 1-1,-5 1-1279,-1 1 1,-3-1 982,2 0 1,-5 0-1,-10 3 1,-23 1 0</inkml:trace>
  <inkml:trace contextRef="#ctx0" brushRef="#br0" timeOffset="570">8481 2299 12120,'-11'-4'2609,"2"1"-990,5 5-1349,19 2-91,-4 1-291,17-1 336,-12-3 1,1-1-744,13 1 608,-3-1 1,5 0 0,-3 0-792,-2-3 1,1 0 719,-2 2 0,4 0 0,2 1 0,-1-2 0,-5 1-469,-2-2 1,-2-1 0,2 1 450,0 1 0,3 0 0,2 1 0,0 0 0,-2 0 0,-3-1 30,1 0 0,-4-1 0,4 1-30,2 0 0,4 1 0,4 0 0,-1-1 0,-2 1 0,-5 0 0,0 0 0,-5-1 0,5 1 0,-2 0 0,4 0 0,2 0 0,-1 0 0,-2 0 0,-5 0 0,4 0 0,-1 1 0,4-2 0,3 1 0,-6-1 90,1 1-356,-4-1 0,-3 0 266,-8 1 364,8-3-274,-15 2 955,3-2-1315,-8 2-3007,2-1 3157,-18 3 0,5-2 0,-13 2 0</inkml:trace>
  <inkml:trace contextRef="#ctx0" brushRef="#br0" timeOffset="4218">8614 2255 9871,'15'-5'-306,"0"-1"0,12-3 1,-9 2-1,-1 0 0</inkml:trace>
  <inkml:trace contextRef="#ctx0" brushRef="#br0" timeOffset="4769">9343 2173 10861,'0'-14'1619,"0"3"-90,-5-8-1079,4 10 719,-8-12-719,8 13 629,-8-9-719,7 11 629,-8-5-449,5 8-450,-2-1 0,2 4 180,3 10-90,0-4 90,0 23-270,1-11-45,0 8 0,0 2-708,1 1-117,0-6 1,-1 4-1,1-3-75,0-6 1,0 0 944,0 4 0,-1 4 0,1 0 0,1-4 0,3-2 0,0 0 0,-1 3 0,1 1 0,-1-1 0</inkml:trace>
  <inkml:trace contextRef="#ctx0" brushRef="#br0" timeOffset="5584">9840 2043 16977,'4'-11'1979,"-1"1"-1709,-6 7 450,2-1-720,-5 4 359,6 4-269,-2 10-90,2 0 45,3 6 0,0 1 45,-2 3-901,1-3 0,1 5 1,0-3 450,0-4 0,0 0-315,0 11 1,1 2-965,1-3 1,1 0-1,-2-6 1,1 1 1273,1 3 1,1 3 0,0-2 0,0-1 0,1 0 0,-1-4 0,1 1 0,-1 0 0</inkml:trace>
  <inkml:trace contextRef="#ctx0" brushRef="#br0" timeOffset="7516">9915 1660 9871,'0'-8'540,"-3"1"-450,3 5 90,-4 1 90,4-1-90,-1 0 449,-1 0-269,-1 0-270,1 0 270,1 0 1799,0 2-2159,0-6 0,4-2 0,1-6 0,1 3 90,-2 0-90,-2 7 89,0-1-89,-1 3 0,-4 3-3277,3 2 0,-8 1 1556,4-3 1721,-3 4 0,-1-4 0,2 3 0</inkml:trace>
  <inkml:trace contextRef="#ctx0" brushRef="#br0" timeOffset="8617">9787 1605 9242,'2'-14'1619,"0"4"-900,0-5-539,-1 9 270,0-8-270,-1 8 540,0-4-541,0 5 1,-4-2-180,3 4 0,-6-1 0,3 3 0,-6 1 0,4 0 90,-9 13-90,7-5 90,-5 12 90,-3 6-180,7-9-195,-1 0 1,1 1 194,0-1 0,-1 7 45,5-9 0,1 1 45,-1 4-45,1 2 0,1 0-45,1-3 45,1 2 0,0 0-45,1-4 45,2 2 0,0-1-45,0-2 90,2 8-90,1-8 0,0-3 270,8 13-270,-5-14 134,1 3 1,-1-2-45,-1-4 270,10 10-270,-9-13 270,11 4-270,-10-8 0,15-5 0,-12 1-90,3-6 0,0-3 90,0 3-1707,4-7 0,-1-2 1617,-4 4-272,1-3 0,-1 1 272,-4 1 45,0-1 0,1-1-45,-3 0 45,1-1 0,-1 0-45,-3 1-275,-1-3 1,0-1 274,-3 2 0,0-10-915,-4 12 0,-1 1 915,3-5 0,-8-3 0,0 0 0,6 4-389,-7-1 1,-1 0 388,6 4 47,-4-1 0,0 0-47,2 4 656,-1-1 0,-1 1-656,1 3 0,-5-4 1873,0 5-1873,-7 4-90,2-1 135,2 7 0,1 4 45,0 6-135,-4 3 0,-1 1 135,1 7-90,-1 1 0,1 0 0,4-3 0,0 4 0,2 0 90,3-2-90,1 2 0,0 1 90,2-4-90,0 3 0,2 0 1415,1-3-1415,1-5 0,1 0 90,1 14-90,1-10-71,-1 0 0,2 0 161,5-3-289,-4 1 0,1 0 288,9-3-44,-5 2 0,0 0 45,2-3-45,1 2 0,2 0 135,3-3-180,4 4 1371,-6-10-1281,3-6-90,-5-1 90,18-8-90,-15-1 0,2-4 0,0-1 0,-2-4-225,0-2 0,-1 0-135,-5 1-1034,0-8 0,-3-2-245,-6 6 1,-3 0-1,1 0 1,-1 0 1308,-2 2 0,-2 3 0,-6 4 1,4 0-1</inkml:trace>
  <inkml:trace contextRef="#ctx0" brushRef="#br0" timeOffset="9217">10022 1605 10681,'-14'3'1979,"4"-1"-720,1-1 720,7-1-1349,27-15-451,-10 6-1110,4 0 1,4-3 0,-3 1 975,-5 4 0,-1 1 45,8-5 0,4-1 0,-3 2-90,-7 3 0,0 0 0,7-3 0,3-2 0,-4 2 0,-8 4 0,1 0-45,14-7 0,-1 1 474,-7 4-1509,-3 1 1,-3 0-450,-6 4 1529,1-2 0,-15 4 0,-2 0 0</inkml:trace>
  <inkml:trace contextRef="#ctx0" brushRef="#br0" timeOffset="12384">4472 3798 7533,'-17'6'0,"0"1"0,4-7 0,1 3-484,-1-1 574,0-1-90,0 3 0,0-4 0,-6 3 0,5-2 180,-15 1-90,15-1 360,-16-1-270,18 0 539,-11 0-359,14 0 1148,-11-4-339,3 0-899,1-4 540,-7 1-630,15 2 709,-10-2-79,8 2-720,0 0 360,2-1-271,7 4 336,-1-2-335,7 0 180,19-1-360,-5 2 134,11 1 1,2 2-538,-16 3 1,1 1 424,4-2 1,5 1-1,0 0 1,-3 1-552,2 2 1,1 1 546,-3-3 0,4 2 0,2-1 0,-2 0 0,-3 0-18,-2-1 0,-3-1 0,3 1 15,3 1 0,4 0 0,2 1 0,2-1 0,-1 0 0,-1-1-358,-2 0 0,-2-2 1,1 0-1,0 0 1,0 0-1,3 0 343,-2 0 0,2 0 0,1 1 0,1-1 0,-1 0 0,1 0 0,-2 0 0,-2 0 15,2-1 0,-2 0 0,0 0 0,-1 0 0,0 0 0,2-1-15,0 0 0,2-1 0,0 0 0,0 1 0,-1-1 0,-2 0 0,-2 0 67,1 1 1,-3 0 0,-1 0-1,1-1-67,5-1 0,0 0 0,0-1 0,-1 2 90,3 0 0,-2 2 0,-5-2-90,5-4 45,-10 5 0,1-1-799,7-3 754,-11 3 99,13-3-9,-19 3 548,10-4-638,-13 4 2076,5-3-2076,-8 3 1536,4-2-1536,-7 2 704,1 0-794,-3 1-2720,1-1-467,3 0 2457,3 0 1,3-4 0,3 0 0</inkml:trace>
  <inkml:trace contextRef="#ctx0" brushRef="#br0" timeOffset="14950">4615 3220 15448,'-11'2'3276,"5"-6"-2594,-3-4-322,8-4 359,-7-4-269,5 4 809,-2-16-989,3 12-90,1-2 0,1-1-180,0 3 0,2 0 0,1 0-90,-2 4-989,10-10-2198,-7 12 1247,4-1-1247,-6 3 0,-1 5 2666,-1-3 1,-8 2 0,-2 0 0</inkml:trace>
  <inkml:trace contextRef="#ctx0" brushRef="#br0" timeOffset="15566">3746 2871 16438,'-12'-15'1889,"-3"-5"-1620,7 13-269,-4-5-90,9 16 90,1 8 0,2 1 0,0 5 0,0 7 0,0-10 0,4 3 0,3 1-90,9-1 1,2 4-181,9-8 90,-16-10 0,6 1 0,-4-4 180,-5 0-90,5-6 90,-9 4-90,3-9 90,-5 9-180,2-6 90,-2 6 0,3-2 0,-1 3 0,6 5 90,-4-4-90,13 5 90,-3-6 90,1 0-90,-3-8 90,-1-4 0,-5-2 180,6-13-180,-10 13 45,-4-6 0,-3-1 45,-4-7-225,0 11 0,0 0 0,-2 2 0,0 2-45,0 5-720,-4-4-629,11 12-540,-1 7 720,1 2-2018,9 15 2904,-5-8 1,10 3-1,-5-9 1</inkml:trace>
  <inkml:trace contextRef="#ctx0" brushRef="#br0" timeOffset="16100">4079 2941 14459,'15'-9'449,"2"-3"-269,-5 0 0,0-2-90,3-3 45,-3 0 0,-1 0 45,-6 2 90,0-1 0,-1 0-90,-3 1 269,1-13-359,-2 18 90,-5-7-180,3 13-90,-7-1 0,5 5 90,-5 7 0,-1 14 0,3-5-1639,2 2 1,2 0 1433,2-6-344,5 14 549,-2-18-90,9 8 0,-4-11 90,5 2 0,-2-5 90,0-1-90,-3-1 3120,3-9-3120,-5 6 0,9-20 0,-8 15 0,7-19 0,-7 15 821,1-6-911,-2 5 90,-3 4 0,1-1-90,-1 4 1,0 3-1,0 0 0,0 3-630,3 11 360,-1-8-1259,7 21 900,-6-17-2558,10 16 2724,-9-15 1,3 1-1,-6-7 1</inkml:trace>
  <inkml:trace contextRef="#ctx0" brushRef="#br0" timeOffset="16236">4248 2504 12840,'-9'-5'-270,"3"1"-989,3 2-1440,2 11 2699,8 6 0,-6 2 0,6 3 0</inkml:trace>
  <inkml:trace contextRef="#ctx0" brushRef="#br0" timeOffset="16599">4498 2646 13649,'0'-26'2699,"-5"9"-1980,4 0-629,-3 13-180,0-3 0,-1 11 90,0-4 0,-3 20 0,5-10 0,1 8 0,1 4 45,6 3 0,2 1-176,-3-5 1,0 1 130,6 1 0,2 2 0,-2-5 0,5 5-30,-2-7 0,1 3 0,-2-4-60,3 4 135,1-1 0,-2 2-45,-5 0 0,0-3-539,-12 0 179,2-14-1349,-18 2 899,11-6-2467,-21-7 977,16 4 439,-7-14 1861,10 7 0,1-10 0,1 3 0</inkml:trace>
  <inkml:trace contextRef="#ctx0" brushRef="#br0" timeOffset="17016">4535 2450 14009,'0'-8'1169,"0"1"-1079,5 18 0,-4-4 45,7 7 0,0 2-135,-6-1 90,11 7 0,0 2-90,-7-5-949,4 2 0,0-2 949,-3-3 219,-1-1 1,0 2-130,1 2 0,1 3 0,-4-11-90,-4-15 0,0-12 0,0 2-90,0-15 90,0 18-90,5-11 0,-1 15 90,5-2 0,-1 7 1459,4 8-1459,-3-4-360,7 17 90,-8-12-809,9 17 539,-10-14-1529,9 10 990,-10-13-2198,5 3 3129,-7-9 0,2-7 1,-4-3-1</inkml:trace>
  <inkml:trace contextRef="#ctx0" brushRef="#br0" timeOffset="17216">4755 2414 12480,'-11'-23'1709,"1"7"-1799,2 0 180,9 33-90,4-2 0,2 3 0,0-1 0,0 2-45,3 8 0,0 0-1305,0-2 1,1-2-290,-1 2 1,-1 0 96,0-3 0,-1-3 1542,2 1 0,-7-15 0,-1-1 0</inkml:trace>
  <inkml:trace contextRef="#ctx0" brushRef="#br0" timeOffset="17950">4853 2607 12210,'-10'-18'1349,"5"1"-1259,6 1-90,8 6 0,12-9 0,-6 10-45,0-1 0,-1 0 135,-2 1 90,13-10 0,-17 11 450,5-8-361,-10 10 451,1-6-540,-10 7-270,-6-2 0,-7 15 90,3-6 0,-2 19 0,13-16 0,-3 18-180,13-9 0,-4 1 90,13-4-449,2-4 269,0-3-180,1-1 0,0-2 91,-1 0 89,4-3 0,-1-1 180,-1-4 135,0-1 0,1-2 45,-5-2 179,-1 0 1,-1 1 0,-3 0 0,0-6 720,-6 3-631,-2 6 181,-1-6-450,0 10-90,-5-1 0,0 4 90,-6 7-90,0-4 0,-6 16 0,6-10 0,1 5 0,1 1 0,3-2 0,1 3 0,1 0 0,2-2 0,6 13 90,16-15-90,-6-1-135,2-5 0,1-4-135,-3-11 0,-2-3 180,10 2 0,-9-12 1,-3-1 89,-6 4 0,-1 3 0,-1 0-45,-4-4 0,-1-1 104,0 0 1,1-1 0,-1 0-236,-2-4 0,0-2 296,1 2 0,1-2 0,0 6-120,-4-1-90,4 4 0,0 6 90,-2 14 0,2-6 0,1 20 0,2 7 90,-1-4-1183,3 5 1,0 5 0,0-3 898,-2-8 0,1 0-136,3 6 0,0 2 0,1-3-390,5 4 270,-5-9 1,2 0-1190,5 2 1,0-2-1268,0 5 2794,-2-6 0,0-1 0,1-2 0,0-2 0</inkml:trace>
  <inkml:trace contextRef="#ctx0" brushRef="#br0" timeOffset="18700">5504 2310 13829,'0'-16'3238,"1"-8"-2158,-7 7-900,5 0-91,-13 6-89,7 8-89,-11 7 89,8 4-90,-7 13 90,11-7-90,-2 14 0,13-14-360,3 16 270,8-18 45,-4 2 0,1-1-45,5-3 180,2 4-180,-1-3-89,-2-3 269,-1 1 0,-6-4-270,-13-15 180,3-7 90,-4-2 0,10-1-90,1 5 90,0 3 45,4-2 0,0 0-45,-4 1 135,5-1 0,0 0-45,-5 5 359,4-6-359,-7 11 0,0-2-90,-3 10 90,-1 1-90,-4 9 0,3 2 0,-2-4 0,3 5 0,5-12 0,1 5 0,1-6 0,5 1 0,-8-3-90,13-1 90,-11-6 0,8 0 0,-9-7 0,5-3 0,-7 3 180,2-8-90,-3 12 90,-1-7-270,-1 11 90,0 6 0,0 10 0,0 0 0,0 10-90,0-12-989,0 10 449,0-12 0,5 4-989,-4-5 630,8-2-2288,0 1 887,2-4 2390,1 0 0,-5-8 0,1-1 0</inkml:trace>
  <inkml:trace contextRef="#ctx0" brushRef="#br0" timeOffset="19219">5860 2217 15268,'0'17'1260,"0"-1"-721,4 2-539,-3-7 90,5 5-90,-5-11 90,3 2 90,-3-6-270,1-4 90,-2-5 0,0-3 0,0-11 0,6 9 0,0-18-90,0 19 90,6-10-90,-2 15 90,1 0 180,5 12-90,-10-4 90,5 11 180,0-1-270,-5 1 0,7 7 0,-8-12 0,3 6-1,-6-9 811,1 1-900,-3-16 0,0 6 0,0-12-90,0-5 90,0 7-45,2-2 0,2 0 45,3 4 0,12-10 0,-7 18 0,11-2 90,-12 13 0,15 11-90,-14-1 0,-2-3 0,1 1-180,-4-1-1439,0 2 0,-1 1 1619,-10 10 0,7 2 0,-10-7 0</inkml:trace>
  <inkml:trace contextRef="#ctx0" brushRef="#br0" timeOffset="19635">4893 3068 15898,'-18'1'2698,"5"0"-1798,-2 0 899,2-1-900,6 0 1530,-3 0-1889,15-6-271,1-1-179,11-3 0,8-3 0,2 0-910,-4 1 1,2 0 0,0-1 0,1 1 575,0-1 1,1 1-1,0-1 1,0 0 120,1 0 0,0 0 0,1 0 0,-1 0 123,-3 1 0,0 1 0,0-1 0,0 0 0,2 0-15,0 1 0,1-1 0,1 0 0,0 0 0,0 1 0,-1-1 15,-3 2 0,-1-1 0,0 1 0,0 0 0,1-1 0,0 1-52,2 0 1,1 0-1,1-1 1,0 1 0,-1 0-1,-3 2 1,-4 1-39,9-2 0,-3 1-203,-3 1 1,3-1 0,-2 0 0,-5 2-338,4-2-944,-4 1 0,-8 0-1703,-17 4 0,-5 0 3200,-6 5 0,-2 1 0,-8-1 0,6 1 0,1 0 0</inkml:trace>
  <inkml:trace contextRef="#ctx0" brushRef="#br0" timeOffset="21686">11538 2897 12930,'0'-8'899,"0"2"-629,0 5 450,0-1-1,0 1 2159,-4-1-2338,12 21 0,-1-5-360,4 10 270,0-10-271,-8-10 451,3 4-450,-4-6 899,1 2-629,-1-3 899,2 0-1079,0-1 270,12-5-450,-3-3-90,5-2 0,5-3 0,-2 0-638,-3 1 0,0-1 620,1 1 0,4-3 0,2-2 0,-1 2 0,-3 1-584,-2 1 1,-3 2 0,3-3 451,1 0 0,4-3 0,2-1 0,0 0 1,-2 0-1,-3 3-485,3-2 1,-3 2 0,2-2 441,-3 3 0,3-2 1,1-1-1,1-1 0,0 1 1,-3 1-1,-2 2 43,4-4 0,-3 3 1,3-2-91,-3 1 0,4-2 0,2-2 0,-1 1 0,-2 1 0,-4 3-540,1 0 0,-4 1 0,1 0 645,2-1 0,1-1 0,0-1 0,-2 2-405,5-4 1,-3 2 460,-6 5 1,0-1-1561,8-8 1,-3 1-1639,-6 5 3145,3-8 0,-24 20 0,-1 0 1</inkml:trace>
  <inkml:trace contextRef="#ctx0" brushRef="#br0" timeOffset="24099">12082 3277 12750,'-9'-3'3276,"2"0"-1605,5 3-1311,1-1 2698,-1 1-6335,1-3 0,1-1 0,-9-3 2564,0 1 0,-12 1 0,2 0 0</inkml:trace>
  <inkml:trace contextRef="#ctx0" brushRef="#br0" timeOffset="25550">6539 4573 9781,'-15'-7'1979,"5"2"-1169,-1-2-540,6 5 539,-3-2-539,4 3 540,-4-4-541,4 3 721,-8-2-181,1 2-89,-3 0-540,4 2 1529,3 0-1079,37 0-540,-16 0 89,16 0 1,2 0-515,-6 0 425,-4 0 0,3 0 0,-2 0-90,-6 0 0,1 0 60,11-1 0,3 0 0,-3 0-460,-8 0 0,0 1 422,2-1 1,3 0-1,0 1 1,-3-1-23,-2 1 0,0 0 60,7 0 0,4 0 0,-4 0-15,-11 0 0,1 0 15,8 1 0,4 1 0,-4-1-15,-10-1 0,0 1 15,9 0 0,3 2 0,-3-1-60,5 0 29,-6 0 1,3-1 0,-2 1 15,-7 0 0,1 0-15,10 0 0,4-1 0,-4 0-30,-8 1 0,1-1 0,0 0 0,4 0 0,0-1 0,-4 1 0,-2 0 0,0 0 30,9 0 0,5 1 0,-5 0 15,-12-1 0,-1 0-45,6 1 0,1-1 0,-3 0 0,1 1 0,6 0 90,4 0-90,-13-1 45,3-1 0,0 0-45,-3 0 90,4-1 0,2-2 0,6-2-935,-12 2 0,-1 0 845,6-3 493,-8 3-313,-1 0-180,-2 1 760,-4 0-760,-6 2-3277,0-1 0,-5-2 0,3-2 0,-3 0 2876,10-1 1,0 1 0,6 0 0</inkml:trace>
  <inkml:trace contextRef="#ctx0" brushRef="#br0" timeOffset="26183">9002 4475 18416,'5'6'-539,"14"1"-1,-5-7-899,6 1 0,0 0-90,-1-1-110,8-2 1,0-1 982,1-3 1,-5 2-1,-1 1 1,4-2 0</inkml:trace>
  <inkml:trace contextRef="#ctx0" brushRef="#br0" timeOffset="26734">9694 4295 12750,'-9'5'1799,"1"0"-540,3-1-809,3-2 539,-2 1 270,3-2-809,23-13-360,-8 4-826,4-1 1,3-3 0,-1 2 825,-6 2 0,0 0 30,9-3 0,3-3 0,-4 3-75,-6 3 0,0 0 15,7-3 0,2-1 0,-4 1-60,8-1-30,-10 3 0,2 0 0,-3 1-1050,5-1-2197,4-3 798,-26 9-220,-8 3 2699,-15 5 0,3 2 0,-9 5 0</inkml:trace>
  <inkml:trace contextRef="#ctx0" brushRef="#br0" timeOffset="28885">3305 5397 12480,'-10'-3'719,"2"0"2557,5 1-2620,16 4 0,11 0-327,-3 0 1,2-1 0,0 0-910,0 1 1,1 0 0,2 0 669,0-1 0,3 0 0,0 0 0,0-1 0,-4 0-496,-2-2 1,-2-1 0,3 0 420,2 1 0,5 0 0,2 0 0,0 0 0,-1-1 0,-4 1-639,3-3 0,-3 0 1,5 0 623,-8 1 0,3 1 0,3-1 0,1 0 0,0 1 0,-1-1 0,-2 1 0,-4 0 0,5-1 0,-5 1 0,1 0 0,5 0 0,-7 0 0,4 0 0,2-1 0,2 1 0,0-1 0,2 0 0,-1 0 0,0 1 0,-1-1 0,-2 1-214,2 0 1,-1 0 0,0 0 0,0 0 0,-1 0 0,0 0 0,0 0 0,1 0 213,0 0 0,0 0 0,0 0 0,1 0 0,-1 0 0,0 0 0,1 0 0,-1 0-84,-2 0 1,1 1-1,1-1 1,0 1-1,0-1 1,-2 1-1,-2 0 1,-2 0-1,-3 1 84,7-1 0,-6 1 0,4 0-71,-1 0 1,4-1-1,1 1 1,-3 0 0,-5 0 114,0 1 1,-2-1 69,1 1 1,3 0 0,-6 0-115,-1 0 1185,4 0-1185,-17 0 25,0 0-2633,-12 5 2608,-8 7 0,-3 3 0,4-6 0,0 1 0,-9 7 0,-1 1 0</inkml:trace>
  <inkml:trace contextRef="#ctx0" brushRef="#br0" timeOffset="31918">12707 3530 13110,'0'-13'539,"0"0"-179,0 5 90,0 1-180,0 1-1,-4 1 91,3 2-90,-3 9-180,4 3 180,0 4-270,5 11 90,0-11-589,2 10 499,2-11 90,-5 0-362,6-1 272,-2 0 90,0-2-90,2 0 0,0-2 90,2 0-90,0-2 0,0-1 90,2-2 0,10 0-90,-8-8 45,2-1-1,0-1-44,-4-7 90,2-2 0,-1 0 0,-4 0 45,1-4 0,-2 0-45,-3 1 135,0-4 0,1-1-225,-2-1 0,1-3 0,-2 17 0,-4 18 90,6 13-90,-3 1 45,1 6 0,0 2-33,-1 2-12,-2-6 0,0 4 0,0-4 0,-2-6 0,0 1 0,1 6 0,-1 4 0,0-4 0,0-9 0,0 1 30,0 6 0,1 2 0,-2-1 105,-1-4 0,0-2-135,2 4 0,-1-2 90,-11 4-90,7-20 273,-7 1-363,0-4 0,2-7-989,-14-5 449,10-2-1009,-2-3 1,-1-1-572,4 0 2210,-1-5 0,1-2 0,4 4 0,3 4 0,0 0 0</inkml:trace>
  <inkml:trace contextRef="#ctx0" brushRef="#br0" timeOffset="32332">12763 3186 13199,'-9'-5'1080,"1"2"-990,3 6-90,2 5 0,0 3 0,1 2 90,0-5-90,1 0 180,-1-5-90,1-1 89,-1-2-89,0-5 0,0 4 0,0-10-90,0 2 360,1-17-270,0 9 0,3 1 0,0 0-90,-1 5-90,8-6 90,-4 12 0,6-1 0,-3 11 0,10 8-90,-8 1-1549,4 5 1,1 2-1445,-3-1 1990,-2-3 1,2 4 0,-2-4 522,3 6 0,-3-5 1,1 0-1,1 0 1</inkml:trace>
  <inkml:trace contextRef="#ctx0" brushRef="#br0" timeOffset="32533">13253 3432 13919,'8'-12'450,"-1"2"-1170,20 0 91,-11-1-1010,5 4 1,0 1-752,0-4 1997,-5 3 0,0 1 0,2-2 0,-1-2 0</inkml:trace>
  <inkml:trace contextRef="#ctx0" brushRef="#br0" timeOffset="33049">13646 3212 13289,'-6'10'720,"2"3"-630,4-6 180,5 5-270,3-8 90,19 4-90,-9-6 0,1-2 0,-3-1 0,0 0 0,8-1 0,-3-2 0,-5-8 0,7 6 0,-9-13 90,-5 11 449,3-19 1,-6 10 90,-1-9-630,-3 10 90,-2 12 180,5 26-181,1 0-840,-2-3 0,-1 4 0,1-2 841,1-4 0,0-1-30,-2 12 0,0 4 0,-1-4-15,2-7 0,0 0 45,-1 8 0,0 4 0,0-4-90,0-10 0,0-1 119,0 7 1,0 4 0,-1-6 60,1 3-149,-1-1 0,-2-3 329,-6-11 180,0 2-450,-7-11 0,-4-7-90,5-4-45,2-4 0,2-1 45,3-6-180,-1-4 0,3 0-90,8-2-300,0 3 0,1-4 1,2 2-1070,5 2 1,0 0 839,0-5 1,1 1 1007,-4 10 1,-1 3-3487,-1-1 2679,-5 7 1,-8-1 0,-5 8-1</inkml:trace>
  <inkml:trace contextRef="#ctx0" brushRef="#br0" timeOffset="33365">12199 3634 14459,'-16'0'180,"0"0"0,-5 5 269,-6 9-449,19 1 90,5 8 0,4 2-90,5 1-567,2-4 1,4 3 0,2 0 161,0-6 0,4-1 0,-1 0 1,0 0-249,1 2 0,-1 0 1,4 1-4,0-4 1,4 2-1,2 0 1,-2-3 0,-2-2-984,5-1 1,0-1 1475,-5-3 1,1 0 0,1 0-1,-3-2 1,8-2 0,-2-2 0,1-1-1,0 1 1</inkml:trace>
  <inkml:trace contextRef="#ctx0" brushRef="#br0" timeOffset="33634">14417 2838 15268,'-7'6'450,"1"14"-180,8 7 0,2 2-225,-3-7 0,0 2-865,3 0 1,1 3 0,0 0 0,-1-3-163,-3 0 0,1 0 784,1 0 0,1 5 0,1 2 0,-2 0 0,-3-2-458,-4-3 1,-2 0-1,-1-1 1,0 0 0,1 0-1,2 1 1,2 0-1,0-1 1,-1 1 0,-3-2 290,-3 5 1,-4-1 0,0-1 0,0-6 0,-3-1 0,-1-4 0,-1 1 0,0 0 0</inkml:trace>
  <inkml:trace contextRef="#ctx0" brushRef="#br0" timeOffset="34332">7693 5350 10141,'9'-2'-1889,"2"-5"1889,-8-4 0,0-1 0,-2-3 0</inkml:trace>
  <inkml:trace contextRef="#ctx0" brushRef="#br0" timeOffset="35051">8960 5268 8162,'-11'2'-989,"2"0"989,-1 0 0,6 0 0,-4-2 0</inkml:trace>
  <inkml:trace contextRef="#ctx0" brushRef="#br0" timeOffset="98916">2488 4793 10591,'4'-8'1079,"1"1"-719,-3 4-270,0 0 0,-2 2 270,0-2-270,1 2 180,-1-3-90,0 2 89,0-1-179,0 1 180,0-3-270,0 3 360,-4-8 0,-1 0-270,-3 0 180,-3-5-181,4 9 361,-8-9-360,7 7 360,-11-7-360,9 8 135,-3 0 0,-3 1-45,-11-1-136,10 3 1,-1 0 45,-8 1-90,9 2 180,1 7-180,5-5 180,-15 15-180,15-14 45,-1 9 0,0 1 45,2-5-45,-1 6 0,0 2-45,2-3 90,-1 4 0,0 0 0,2-1-45,-3 6 0,2 0 45,1-2 45,0 4 0,0 0-45,3-4-45,0 3 0,1-1 44,0-2-89,1 3 0,0-1 90,1-3 0,1 3 0,0-1-90,1-2 45,2 5 0,1 1 45,-2-4-45,4 3 0,0 1 45,2-5-45,0 3 0,1 0 45,2-3 0,0 3 0,0 1-90,0-5 45,2 2 0,1-1 45,-1-3-45,3 1 0,1-1 45,-2-4-1696,6 3 0,0 0 1606,-2-4-972,3 0 0,1 0 972,-3-4-352,3 0 0,1 0 352,-2-2 90,2-1 0,1 1-90,-3-2-207,1-1 0,1 1 207,-4-2 45,2-1 0,1 1-45,-4-1 709,3 0 1,0 0-710,-3 0 45,4-2 0,-1-1-45,-2 2 2138,11-3-2138,-1-3 90,-9 6-90,2-5 0,-1-1 0,-2 4 0,2-3 0,0 0 0,-2 0 0,5-2 0,2-1 0,-8 2 0,0 1 695,2-2 0,1 0-695,8-4 0,-3 0 1025,-3 1-1025,5-3 0,-1 0 0,-6 3 0,1-2 0,0 1 0,-5 1 0,1 0 0,-2 0 0,-2 1 45,-1-1 0,0 0-45,-2 1 0,0-2 0,0 0 0,-2 1 0,1-4 0,0 0 0,-2 3 0,1-2 0,-1-1 0,-2 4 90,6-17-90,-8 16 269,4-17-179,-6 17 361,0-3 0,-1-2-272,0-7-89,-7-3-1706,1 7 0,-2 1 1616,-5 2-512,0-4 1,0-1 511,1 5-45,-4-4 0,-1 1 45,1 1 45,-4-3 0,-1 0-45,1 3 0,-3-2 0,0 1-90,0 2 90,4 5 0,-5-2 0,1 2-571,2 2 0,0 2 0,0 0 571,1-1 0,-1 0 0,0 1 0,-5-2 0,0 2 0,3 1-41,-4-1 86,-2 1 0,1 0-45,2 3 90,-1-1 0,-1 1 1902,3 1-1992,4 1 0,-3 0 0,1 0 45,-2 1 0,1 1 353,-3-2 1,-1 2-309,-5 0 0,3 0 253,2 1-343,6 0 0,0 0 0,1 3 0,1 0 71,-6-2-26,-2 5 0,1 0-45,4-4 45,-2 7 0,0 1-45,5-2 0,3 2 0,-1 5 0,0-1 45,1 4 0,1-1-968,-3 4 0,0-1 923,5-3 0,2-1-93,1 2 0,2-2 183,-3 6-45,0 3 0,0 0-71,4-3 116,-1 3 0,0 0 0,3-4-45,0 4 0,0 0 45,2-3-45,1 2 0,0 0 45,1-4 0,1 3 0,0 1 0,0-4-782,4 7 1,2 1 781,2-5-60,-1-4 0,1 3 0,0-4 1403,5 5-1388,0 3 0,1 0-45,1-4 45,3 2 0,2-1 45,-1-4-45,5 0 0,1-1-45,-1-4 30,-1-5 0,3 2 0,-2-3-30,-8-3 0,1 0 30,7 1 0,5 1 0,-1-1 18,-7-3 1,0-1 0,-1 0-4,8 1 0,-1 1-45,-2-3 0,2 1 0,-5-2-11,4 1 11,3-1 0,-2 0 0,-3 0 45,1-3 0,1 0-45,-5 2 0,6-4 0,2-3 0,-6 2 0,-1-2 1089,1 2 0,0-1-1089,6-5 0,-3 0 0,-4 2 0,3-3 0,-1-1 0,-5 0 0,4-5 0,-1-1 0,-3 0 0,-6 4 0,2-3 0,-3 2 0,4-7 0,-5 6 0,1-3 0,-3 4 0,3-7-723,-4 5 0,-1-4 0,0 4 723,-2-7-45,-1-4 0,0 0 1986,-4 6-1941,-6-4 0,-1 0 0,-1 3-30,0 7 0,-3-3 0,1 3 30,-4-7 0,2 7 0,-2-1 0,1 2-208,-7-6 178,3 7 0,-2-2 0,1 2 30,6 6 0,-2 0-23,-4-2 1,-4-2 0,0 0-1,3 3-93,2 1 1,-1 1 115,-3-1 0,-3-2 0,0 1 0,4 2 0,3 1 0,0 2 0,-8-2 0,-3-1 0,4 2 0,7 2 0,0 2-30,-8-2 0,-3 1 1,3 1 29,8 1 0,-1 1 0,-8 0 0,-3 0 0,3 1-45,8-1 0,0 2 45,-8 1 0,-4 0 0,4 1 0,8-3 0,1 1 0,-11 7 0,-4 3 0,5-2 0,10-4 0,1 1 0,-7 6 0,-4 3 0,2 1-30,7-2 0,0 1 0,2 0 30,-7 3 0,1 1 0,1 2 0,1 1 0,2-2 0,8-7 0,1-1 0,-4 8 0,-1 2 0,2-3 0,4-5 0,1 0 30,-4 7 0,0 4 0,1-3-30,4-6 0,0 0 0,-3 7 0,0 3 0,3 1 0,1-1 45,1-8 0,1 0-45,1 9 0,-1 4 0,1-4 0,1-7 0,1 0 0,1 9 0,1 4 0,1-4 0,0-10 0,1 0-60,2 7 0,1 3 0,1-3-75,-1-10 0,0 0-555,4 5 0,1 3 1,-1-4 194,-2-7 1,0 0-526,6 5 1,2 2-1,0-4 435,-5-5 1,0 0-509,9 3 1,3 2 0,-2-2-547,-5-5 1,0-2 828,11 6 1,0-1 809,-11-7 0,0-1 0,0 0 0,1 0 0,0-1 0,0 0 0</inkml:trace>
  <inkml:trace contextRef="#ctx0" brushRef="#br0" timeOffset="100149">7560 5285 12120,'-14'0'360,"1"0"0,6-6-1,0 4 91,2-4-90,1 6 989,2 0-1079,9 0 90,-1 0 89,10 0 1,4 0-180,5 0-1221,0-1 0,6-1 1,-2-1 995,-5 2 0,2-1 27,-2 0 0,5 0 0,2-1 0,-1 0 0,-3 1-420,-2 1 0,-3-1 1,4 1 369,-4-1 1,4 1-1,1-1 1,2 1-1,1-1 1,0 1-1,-1 0 1,-1 0-11,1 0 1,-1 0 0,0 1 0,1-1 0,-2 1 0,2 0-1,-1-1-261,0 0 0,0 0 0,0 0 0,0 1 1,0-1-1,1 0 0,0 1 249,0 0 0,2 1 0,1-1 0,0 1 0,-1 0 0,-2 0 0,-2-1 0,-3 1 0,6-1 0,-4 0 0,3 1 0,-2 0 0,4 1 0,2 0 0,-1 0 0,-1 1 0,-5-2 0,0 1 0,-4 0 0,3 0 0,2 0 0,5 0 0,0 0 0,-1 0 0,-5 1 0,3 1 0,0 1-23,-2-2 1,4 0 0,-1-1-1,-5 1-82,-4 1 0,-1-1-345,7 1 0,3 0 1,-6-1 1862,1 0-2268,-3 0 1,-3 0-2423,-11-2 1336,-7 0 1941,-14 1 0,-6-1 0,-6 1 0</inkml:trace>
  <inkml:trace contextRef="#ctx0" brushRef="#br0" timeOffset="100666">7284 5331 12030,'-7'-9'720,"2"0"539,2 4 1080,2 2-1530,7 0-539,4 7 224,5-1 1,1 0-225,10 2-987,-4-2 0,4 0 0,-2-1 852,-4-1 0,1-1 0,5 1 0,6 0 0,0 1 0,-3-2-46,1 1 1,2-2-52,-9 1 1,4-1 0,4 0-1,0 0 1,0 0 0,-2 0-1,-4 0-38,7 1 0,-5 0 0,5-1 22,-7 0 1,4-1-1,3 1 1,0-1-1,1 0 1,-1 1 0,-3 0-1,-4 0 0,1 0 1,-4 1-1,1 0 1,2-1-23,3 1 0,3-1 0,3 0 0,0 0 0,0 0 0,-3 1 0,-4-1 0,6 1 0,-4 0 0,4 0 12,-8 1 1,4 0 0,2 0 0,1 0 0,-1 0 0,-3 0 0,-3-1-13,4 1 0,-5-1 0,4 1 0,-3 1 0,3 1 0,1 0 0,0 1 0,-2-1 0,-4-1 0,8-1 0,-2 0 0,-3 3 0,3 2 0,0 0 0,-6-2-38,-4-2 1,-2 1 37,13 4 0,-2 0 0,-11-3 0,6 1-180,-12-2-90,-5-2-1799,2 1 810,-7-1-2018,-12 5 0,1-1 3143,-14 5 0,3-1 0,-4 0 0</inkml:trace>
  <inkml:trace contextRef="#ctx0" brushRef="#br0" timeOffset="-180692.73">1223 4326 7713,'-13'0'0</inkml:trace>
  <inkml:trace contextRef="#ctx0" brushRef="#br0" timeOffset="-148881.75">7759 6141 11580,'-13'0'540,"1"0"-180,4 0-90,1 1 0,-1-1 989,-4 0-630,5 0 991,-2 0-1351,21 0 181,2-4-405,1 1 0,3 1 135,10-4 0,2-1-60,-4 3 0,1-1 0,2 1-923,1 0 0,1 1 0,1-1 0,-2 1 803,1-1 0,-3 1 0,3 0 22,0 1 1,2 0-1,-1 0 1,-4 0-363,-3 1 1,-1 1 384,2-1 0,4 1 0,1-1 0,-5 1-45,-2-1 0,1 1 44,1 0 1,4 0 0,1 0 0,-6 0-45,0 0 0,-1 0 45,2 0 0,3 0 0,1 0 0,-5 0 0,-2 0 0,1 0 0,3-1 0,4 0 0,2 0 0,-2 0 0,-6 0 0,-1 0 0,-1 1 0,1-2-232,0 1 1,0-1-1,1 1 1,0-1 186,3 1 0,3 0 0,-2 0 0,-5 0 45,-3 0 0,0-1-45,8 2 0,4-1 0,-4 0 45,-10 0 0,-1 1-45,9-1 0,3 0 0,-3 1 45,-10-1 0,0 0-45,7 1 0,3-1 0,-3 0 0,7-1 30,-10 1 0,3-1 0,-3 1-30,7-2 0,-6 1 0,4 0 0,-4 0 0,7-1 0,-9 2 0,4-1 0,-5 0 90,4 1-90,-1-1 0,1 1 0,-6 1 0,-1 0 0,13-1 1343,-10 1 0,-3 0-1343,-3 0 0,1 0 892,-9 0-892,-4 0 1239,-1 4-1239,0-1 0,-7 5 0,-5 2 0,-3-2 0,-3-1 0,1 0 0,-1-1 0,-5 0 0,0 0 0,2-2-308,0 1 1,-1-1 217,-1 0 90,8-2 0,-2 1 0,-7 0 0,0 1 0,8-2 0,-1 0 0,-4 0 0,-4 1 0,-2-1 0,2 1 0,-2-1 0,0 0 0,0 1-466,-2-1 0,-2 1 0,0-1 466,2 1 0,-1-1 0,0 0 0,5 0 0,0-1 0,-1 1 0,3-1 0,-5 1 0,-1 0 0,2-1 0,4 1 0,-3-1 0,0 1 0,-1-1 0,-5 1 0,0-1 0,5 1 0,6-1 0,1 0-30,-10 0 0,-3 1 0,4-1 30,10 1 0,-1-1 0,-8 0 0,-4 1 0,4-1 0,9 1 0,0-1 0,-9 1 0,-4 0 0,4 1 0,9-2 0,-1 1 0,-9 1 0,-3 0 0,3 0 0,8-1 0,2 0 0,-12 1 0,-1 1 0,0-1 0,1 0 0,11-1 0,0 0 0,-9 1 0,-3 0 0,4 0 0,8-2 0,1 1 0,-8 0 0,-3 1 0,4-1 0,8-1 0,0 0 0,-7 1 0,-3-1 0,3 1 0,8-2 0,0 1 0,-7 0 0,-4 0 0,4 0 0,6 0 0,1 0 0,-8 0 0,-4-1 0,3 1-45,8-1 0,0 0 67,-4 1 1,-4-1-1,-1 0 1,5 0-23,2 0 0,0 0 0,-10 1 0,-5-1 0,6 0 0,12 0 0,1 0 0,-7 0 0,-3 0 0,3 0 0,-7 0 0,9 0 0,-4 0 0,4 0 0,-8 0 0,9-1 0,-4-1 0,4 1 0,-8 0-45,-4-2 0,1 0 45,4 1 0,-4 0 0,-1-1 0,5 0 0,6 1 0,-1 1 0,0-1 0,2 1 0,-8-1 0,-2 1 0,1-1 0,4 2 0,-2-1 0,1 0 90,4 0-90,0 0 0,1 0 0,4 0 0,-2 0 0,0 0 0,-3 0 0,-6-1-90,14 1 90,14 1 0,9 4 90,3-3-90,3 6 0,3-7 0,-2 3 0,8-3 0,6 0-1665,-5 0 1665,-8 0 0,2 0 0,9-2 0,0-1 0,-9 1 0,1-1 0,1 1 0,5-1 0,-1 1 0,-3 0 0,0-1 0,0 1 22,4 0 1,3 0-1,2 0 1,-3 1-525,-1-1 1,-3 1 0,2 0 501,2-1 0,1 0 0,1 0 0,-2 0 0,1 0 0,-1 0 0,-4 1-171,-1-1 1,0 0 170,2 0 0,5 0 0,0 0 0,-4 0-206,-5 0 1,1 1 227,0-1 1,4 1-1,1-1 1,-5 0-23,-1 1 0,0-1 0,8 1 0,4-1 0,-5 0 0,-9 1 0,0-1 30,7 1 0,4-1 0,-4 1-30,-9 0 0,0 0 0,7 1 0,3-1 0,-4 0 0,-7 0 0,0 0 29,6 0 1,3 0 0,-3 1-30,8-2 0,-8 2 0,2-1 0,-2 1 0,-2 0 90,8 0-90,1-1 0,0 2 0,-4-1 45,2 0 0,1 0-45,-5 0 45,4 0 0,-1 0-45,-2 0 45,2 0 0,1 0-45,-3 0 45,3 0 0,0 0-45,-3 0 0,3-2 0,0 0 0,-4 2-162,-2-2 0,2 0 1,-2 0 250,6 2-89,-6-1 0,3-1 0,-4 1 1894,5-1-1894,3 0 0,0 0 0,-11 0 0,-1 0-210,4 0 0,-1 0 300,9-1-90,-10 1 45,2 0 0,1 0-45,2 0 258,4 0 1,1 0-259,-10 1 0,0 0 0,0 0 0,0 1 1439,-2-1 1,0 0-1440,15 0 0,-12 0 45,5 0 0,-1 1-45,-2-1 0,3 1 0,1-1 0,-3 1 0,3 0 0,0-1 154,-3 1-154,5-1 0,1 0 1353,-7 1-1353,4-1 0,0 0 0,-6 0 0,-2 0 133,15-1-133,-6 0 0,-2 1 0,-5-1 0,0 1 0,0 0 0,-5 0 0,16-1 0,-14 1 0,7 0 0,-6 0 0,-6 0 0,14-1 0,-13 1 0,6-1 0,1 1 0,-5 0 0,15-1 0,-15 2 0,17-1 0,-18 1 0,15 0 0,-17 0 0,16 0 0,-17 0 90,13 0-90,-16 0 0,7 0-90,-9 0 180,6 0-90,-7 0 0,5 0 90,-6 3 180,3-2-90,-5 2 1079,2-3-1259,-3-8 0,-5 6-90,0-17 90,-1 13 0,-4-21 0,9 12-45,-5-9 0,0-2 45,4 1-864,0 4 1,-1-4 0,1 3 863,1-7-30,0 7 0,1-3 0,-1 2 30,1 7 0,-1 0 0,1-11 0,-1-4 0,0 1 0,0 0 0,-1 1 0,1 7 0,1-1 0,-2 1 0,0-11 0,-1 5 0,0 6 0,-1 2 0,-1 0 0,1 7 0,-3-6 0,2 5 90,2 7 0,-2-4 0,3 8 2410,-1 0-2500,1 2 0,-2 1 0,2 0 0,-8 6 0,4-5 90,-5 10-90,-1-6 0,4 0 0,-17 6 90,14-7-90,-18 7 0,17-6 180,-17 2-180,16-4-1639,-4-1 1,-1 0 1613,3 0-92,0 0 0,-1-1 117,1 0 0,-7 0 0,-2-1 0,-3 1 0,0-1 0,1 1 0,-2-1 60,1 0 0,-2 0 0,2 1 75,0-1 0,1 1-135,-4 0 0,0-1 30,6 1 0,-1 0 0,2 0 15,0 0 0,1 1-45,-4-1 0,0 0 0,-2 2 0,4 0 90,1-1-90,6 1 0,-1-1 0,-1 0 0,-1 1 0,-5 0 0,5-1 0,-3 1 0,2 0-90,-9 0 120,8 0 0,-4 0 0,3-1-30,7 0 0,0-1-30,-9 2 0,-3-1 0,3 1-727,7-2 0,1 1 757,-11 0 0,0 0 0,6 0 0,1-1-38,5 0 0,-2 0 38,-7 0 0,-4 0 0,3 0 0,7 0 0,1 0-30,-11 0 0,-3 0 0,5-1 120,-4 0-120,9 1 0,-2-1 0,3 0 30,-7 0 0,-4-3 0,1 1 0,4 1 0,-4-3 0,0-1 0,3 1 0,5 0 0,-4 0 0,0 0 0,5 0 0,0 1 0,0 0-30,0 0 0,0 0 0,-1 0 30,-4-1 0,-1 1 0,4 1 47,-6-1-47,9 1 0,-2-1 0,2 1 0,-7 0 0,-3-1 0,0 0 0,3 1 0,-3 0 0,0 0 0,3 0-30,7 0 0,-2 1 0,2-1 30,-9 0 0,6 0 0,-5 0 0,4 1 0,8 0 0,1 0 0,-9-1 0,-3 1 0,4-1 0,-5 1 0,-2-1 0,0 1-90,4 1 135,-4-1 0,1 0-45,3 0-45,-3 0 0,1 0 45,3 0 45,-3-1 0,1 0-135,3 0-135,5 1 1,-4-1 0,4 1 224,-7-1-471,7 1 0,-3-1 0,3 1 471,-3 0 374,-1 0 0,0 0-374,5 1 0,-2-1 0,1 1 0,2 0-45,-4 2 0,0 0 45,5-1 0,-5 2 0,2 0 0,5-2 0,-1 1 0,0 1 0,2 0 0,-13 2 0,16-2 15,-10 2-15,13-3 1857,-5 2-1857,9-3 2596,-1 0-2596,8 5 1732,1 3-1732,6 17 0,-2-6 45,-2 3 0,-1 1-45,2 1 45,-1 5 0,-1 0-149,-1-2 104,-1-7 0,1 2 0,-1-2 0,0 7 0,1 3 0,0-1 0,-1-5 45,1 1 0,-1 0-45,-1-4 0,1 4 0,-1 2 0,-1-8 0,0-1 0,0 1 0,-1 0 0,1 2 0,-1-3 0,0-5 0,0 14 90,0-16-180,0 11 90,0-13 90,-4 11-90,3-13 0,-2 9 0,3-11 0,0 2 321,-2-2-321,1-3 90,-2 3-90,3-3 0,-3 1 0,2-2 0,0 0 89,0-1-89,0 1 0,1-1 0,0 1 0,0 0 0,-1 1 90,1-1 0,0 4-90,0-3 90,0 3-90,0-2 90,-1 3-90,1-4 0,0 5 0,0-5 0,0 3 90,3-2-90,-2 0 90,5-1 0,-2-1 0,2-1 90,5 0-180,-3 0 90,17 0-90,-9-1 45,9 0 0,1 0-965,2-6 590,-2 4 0,5 0 0,-3-1-879,-6-4 1,2-1 661,-2 4 1,4-1 0,3 0 0,1 0 0,-2 0 0,-4 1-547,2-2 1,-3 0 0,3 0 818,0 0 1,3 0 0,2 0 0,-2 0 0,-3 0 0,-1 1 0,-3 1 0,0 0 0,2-2 0,-1 1 0,1 0 0</inkml:trace>
  <inkml:trace contextRef="#ctx0" brushRef="#br0" timeOffset="-101234.73">8477 6073 12210,'-10'0'900,"2"0"-541,5 0-89,1 0-90,0 0 1169,1 0-3687,0-4-939,0 1 1337,1-3 1940,-5 0 0,4 0 0,-5 0 0</inkml:trace>
  <inkml:trace contextRef="#ctx0" brushRef="#br0" timeOffset="-99449.73">7904 6126 10591,'-8'-5'1169,"0"-3"-89,5 5 269,-1-2-360,1 1 2070,1 2-2700,5 1-89,8 6-180,0-4 90,17 12-90,-15-11 0,5 4 0,0 2 90,-1-5-90,8 5 0,3 0-90,-7-3 0,1 0-166,1 1 0,2 0 211,5 0 0,-2 0-45,-2 0 30,-3-2 0,3 0 0,-3 0-404,7 1 404,-5-2 0,2 0 0,-3-1-30,6 0 0,-9-2 0,4 1 0,-4 0 0,8-1 0,1 0 0,1 0 0,-6 0 45,4-4 0,3 0-45,-8 0 0,1 0 0,-3 0 0,0-2 0,-1 2-1564,4-1 0,-3 0 1564,-4 1 0,-1 0-956,0 0 1,-2-1 955,6 0-303,1-1 1,0 0 302,-4 1-75,0 0 1,-1-1 74,-3 2 1613,15-6-1613,-18 5 0,15-7 0,-15 7 45,3-3 0,0 1-45,-2 0 2518,12-7-2518,-12 6 90,7-4-90,-7 4 0,7-7 0,-11 9 0,9-11 0,-10 10 1300,11-13-1300,-3 3 0,-3 4 0,-1 1 0,4-5 0,2-2 0,-11 12 0,8-11 0,-9 10 0,8-10 0,-8 10 1053,8-11-1143,-5 2 90,1 1 0,2-6 0,-7 13 0,5-11 0,-5 11 90,3-12-90,-5 11 90,3-13 0,-4 13-90,1-14 0,-2 13 464,0-6-374,-5-1-90,4 6 0,-13-13-90,12 14 90,-13-13 0,11 14 90,-10-13-90,8 14 0,-10-12 0,8 12-90,-15-9 90,12 10 0,-7-4 0,-3 2 0,8 3 0,-2 0 0,-1 0 0,3 1 0,-5 0 0,-1 0 0,1 1 0,-4 0 0,-1 0 0,2 1 45,-3 1 0,0-1-45,2 1 45,-3 0 0,1 1-45,2 0 45,-6 0 0,-1 1-45,5 0 0,-5 0 0,-1 1 0,6 0 0,-4-1 0,-1 1 0,3 0 30,4 0 0,-4 0 0,2 0-1288,0 0 0,0 0 1258,-4 0 0,-1 0 45,-3 2 0,3 0-111,2-1 156,-3 2 0,0-1-90,5-1 90,4 0 0,-2 0 0,3 0-90,-5 0 0,-4 1 0,0-1 90,9 1-90,-4 0 0,1 0 0,2 1 45,-4 1 0,1 0-45,2 1 0,-3 0 0,0 0 90,4 1-45,-3 2 0,-2 1-45,6 1 0,1-1 45,0 0 0,0 0-45,-4 5 0,3 0 0,5-3 1410,-3 6 0,-2 2-1410,5-1 0,0 1 0,3-2 0,-1 0 0,1 1 150,-2 2 1,1 0-121,4 0 0,0 2 0,2-3-30,-1 7 30,4-6 0,-1 4 0,2-4-30,1 6 0,4 4 0,1 1-311,6-4 311,-3-7 0,1 2 0,1-4-90,8 8-720,1-1 1,1-1 0,0-5-631,5-2 1,1-2 270,-1-5 76,-4-4 1,4-1 0,-2-3 686,0-7 0,0-2 1,3 4-1,-1-2 1,-7-6-1,0 0 1</inkml:trace>
  <inkml:trace contextRef="#ctx0" brushRef="#br0" timeOffset="-98866.73">8032 5508 11580,'7'4'3149,"-28"-11"-2925,4-3 1,-1-3-225,-3 3 0,-1-1-1093,2-3 1,-1-2 0,3 2 958,5 4 1,0 0 163,-7-7 0,-2-3 0,2 2 15,7 5 0,0-2-23,-1-3 1,-3-4-1,1 0 1,3 2-23,2 3 0,2 0 30,-3-8 0,-2-3 0,5 4 1108,3 0-1138,2 2 0,1 1 0,3 7 645,13-10-735,7 15 90,7-2 0,-4 6 0,-10 4 0,-4 1 0,-4 0 2211,4 0-2121,-7 5-270,-6 3-720,-6 9-89,-4-1 989,-1 1 0,-2 4 0,2-2 0,1-3 0,1 1 0,-5 4 0,1 0 0,0 0 0</inkml:trace>
  <inkml:trace contextRef="#ctx0" brushRef="#br0" timeOffset="-78833.73">8906 5172 10501,'-9'0'899,"0"0"-629,6-1 90,-2 0-180,1 0 270,-3 0-360,5 0 90,-3 0 89,5 1-89,5-1-180,-3 1 90,20-2 0,-13 0-90,8-2 0,2 1 0,-2-1 0,2-1 0,1 0 0,-3 1 0,0 0 0,0 0 0,-5 2 450,7-2-270,-15 3 0,1 0-180,-17 1 0,5-1 0,-23 1 0,15 0 0,-4 3 0,-1-1 0,2 0 0,-4 2 0,1 1 0,6-4 0,-15 5 0,23-4 0,-4 1 0,26-2 0,-9-1 0,10 0 0,1 0 0,-3 0-90,17-4 90,-18 3 0,13-6 0,-18 4 0,3 0 0,-10 0-90,-8 3 90,6-2 0,-27 2 0,5-1 0,-8 6 45,9-3 0,1 0-135,3 4 90,-1-3 0,1 0 0,6-3 0,-6 5 0,12-4 0,0 2 0,5-2 0,7 1 0,5-1 0,3 0 0,2 0 0,5-1 0,-6 0 45,1-2 0,1-1-45,-3 2 0,13-6 0,-17 7 0,3-3-90,-15 3 90,-8 0 0,-3 0 0,-5 5 0,-9 0 0,8 0 0,-4 0 0,0-1 0,3-1 0,-2 1 0,2 2 0,4-2-90,-11 4 90,19-5 90,-1 1-90,7-3 0,7 0 0,4 0-1639,7 0 1,1-1 354,4 1-355,4-4 1,0 1-672,-5 1 2172,0-1 1,-1-1 0,-2-1 0,4 0 0</inkml:trace>
  <inkml:trace contextRef="#ctx0" brushRef="#br0" timeOffset="-73647.73">10401 1726 8882,'3'9'1079,"-2"0"-629,4-7 90,-3 1-91,2 0-359,-2-2 3059,1 1-3149,-3-5-90,1 2 180,-5-3-90,3 1 0,-3 2 0,2 0 0,0 0 0,-3 0 0,2 0 90,-3-2-90,3 1 0,-3-1 0,5 2 0,-2-1 0,1 2 0,0-1 0,1 1 0,6-1 0,1 0 0</inkml:trace>
  <inkml:trace contextRef="#ctx0" brushRef="#br0" timeOffset="-72266.73">9824 1986 11850,'-12'0'1799,"2"0"-1169,3 0-630,9 0 0,21-6 0,-6 5 0,13-5 0,-15 2 0,-3 2 0,0-2 180,-1 2 719,-3 0-809,-6 0 0,0 6 90,-14 1-180,8 0 270,-13 3-270,10-6 90,-9 9-90,10-8 0,-5 6 0,9-7-90,-2 1 90,8-2 0,1-1 0,1-4 0,12-1-90,-9 0 90,20-4 90,-16 7-90,10-5 90,-16 7 180,3-2-180,-15 2-90,0 0 0,-9 0 0,4 0 90,-21 5-90,14-3 45,-4 4 0,1 1-45,5-5-90,-11 10 90,18-11-90,-1 4 90,8-4 0,5 2 0,-2-1 0,10 0-90,5 1-1549,1-3 1,0 1 1433,11 0-215,-8-1 0,-2 0 420,-6 0 180,6 0-270,-22 0 180,-4 0-90,-6 0 0,-14 4 0,15-1 0,-15 4 0,17-4 2977,-3 0-3067,8-2 1345,8 0-1255,1 5 90,9-5-90,-7 6 0,3-6 0,-7 2 449,1-3-3597,-1 1-129,-2-9 438,0 4 2839,4-9 0,-3 4 0,2-1 0</inkml:trace>
  <inkml:trace contextRef="#ctx0" brushRef="#br0" timeOffset="-71680.73">9970 1603 10501,'-13'2'2069,"-2"-1"-540,6 0-989,6-1-181,10 0-179,15-5-120,-2-1 0,4-1 0,1-1-1131,3-1 1,2 0-1,0 0 1071,-7 2 0,0-1 0,0 1 0,1-1 22,6 0 1,3-1-1,-2 1 1,-4 1-1112,0 0 0,-2 1 1119,0-1 0,2 1 0,-2-1-308,0 1 0,-2 0 323,-6 2 0,0-1-45,3 0 0,0-1 90,-1 0 0,-2 0 0,5-2-90,-6 1 0,-1 0-90,-7 3 195,2-7-105,-9 6 0,-1-1 0,0 3 0</inkml:trace>
  <inkml:trace contextRef="#ctx0" brushRef="#br0" timeOffset="-71082.73">10947 1383 13739,'0'-13'990,"0"2"539,-5 0-1619,1 6 90,-1 5 0,1 26 0,6-7 0,1 0 0,-3 1 0,1-1 0,3 0 0,2-2 0,0 0 0,1-2 0,6 5 45,2-2 0,0 0-45,1-6 0,10 4 0,-4-12 0,-5-2 0,0-4 0,0-2 90,0-5 45,2-6 0,-1-3-135,-5-4-356,0 0 0,-1 0 536,-3 1 0,3-7 45,-4 11 0,-1 1-135,2-4-45,-1 3 0,-1 2-45,-1 7 0,6 7 90,-2 23-1,1 2-789,-6-5 0,1 3 0,-2-2 745,0-3 0,-1 1-45,1 3 0,0 5 0,0 2 0,0-2-592,-1 2 1,0 0 0,0 0 591,1 1 0,-1-1 0,1 1 30,-1 3 0,0 1 0,-1-7-99,0 4 339,-1-1 0,0-2-90,-1-8 359,-2-2 1,-1-2-90,-3-5 989,-14 1-629,-1-13-630,-6-8-225,12-2 0,1-2 45,-2-7-270,6-1 0,3 0-180,3 0-719,9-5 0,3 1 269,4 2-193,5 5 1,4-2 0,1 3 722,4 2 0,1 0 1,-7 4-1,0-1 0,0 1 1,4 1-1,-1 1 0</inkml:trace>
  <inkml:trace contextRef="#ctx0" brushRef="#br0" timeOffset="-69417.73">10985 5182 12390,'12'-11'0,"-1"-1"-270,17 5 90,-11 0-540,5 0 1,0 1 179,-4 2-135,0 0 1,-2 1-1125,-7 2 1439,-18 5 810,1-2 719,-11 5 1,-1 1-631,2-5 1,-2 5 0,0 0 629,3-6-1034,-1 2 0,0 0-405,4-2-3007,16 1 2814,2-3 1,22-4-1,-13-2 1</inkml:trace>
  <inkml:trace contextRef="#ctx0" brushRef="#br0" timeOffset="-64833.73">3003 6217 11670,'0'-7'0,"4"2"0,-3 4-90,4 0-179,-1 1-811,1-1 181,5 1-1170,0-1 2069,2 1 0,0 0 0,0 0 0</inkml:trace>
  <inkml:trace contextRef="#ctx0" brushRef="#br0" timeOffset="-63983.73">3453 6228 10231,'-6'-9'1259,"-1"-1"-899,4 7 630,-3-4-720,3 4 629,-2-2-719,4 3 809,-2 0-449,3 2 989,-1-1-1169,5 1 0,19 0-270,-4 0-951,11 0 0,3 0 906,-16 0 0,1 0 45,8-1 0,8 0 0,0 0 0,-5 0-90,0-2 0,1 1 30,-7 1 0,4 0 0,2 0 0,0 0 0,-2-1 0,-3 1-30,-1-1 0,-3-1 0,4 1 15,0 1 0,3 0 0,3 0 0,0 0 0,-1 0 0,-5 0-15,3 0 0,-3-1 0,3 1 0,0 0 0,5 0 0,1 0 0,1 1 0,-2-1 0,-4 1 0,1-1 0,-3 1 0,4 0 11,-7 0 0,4 0 0,3-1 1,1 1-1,0 0 0,-2 0 1,-1 0-1,-4 0-612,8 2 1,-4 0-1,4-1 601,-6 0 0,4 0 0,2 0 0,1 0 0,0 0 0,-1 0 0,-2 0 0,3 2 0,-1 0 0,-1 1 0,-1-1 0,0 0 18,-2-1 0,-1 0 0,0 0 0,0 0 0,2 0-18,0 1 0,1-1 0,2 1 0,-1 0 0,0 0 0,-3-1-422,-1 0 1,-1 0 0,-1 0 0,0 0 0,-1 0 421,4 0 0,-1 0 0,0 0 0,1 0 0,0 0 0,2 0 0,0-1 0,-3 1 0,-4-1-115,-1 0 1,0-1 114,6 1 0,4-1 0,-6 1 0,-10-1 0,0 0 0,14-3 0,-1 1 0,-10 1 0,-1-1 0,-1-1-180,-6 0-3097,4 2 474,-20-2 1895,1 8 908,-22 5 0,5 3 0,6-6 0,0 1 0</inkml:trace>
  <inkml:trace contextRef="#ctx0" brushRef="#br0" timeOffset="-54550.73">3698 6233 10681,'-8'-5'360,"-5"0"-90,11 0 89,-11 1 1,7-1 90,-7 1-90,5 0-90,0 0-91,1 2 1,0-1 0,1 1-90,1 1-90,1 0-90,0 0 90,2 1 450,0 0-270,8 0 90,-5 6-90,15-5-1,-6 11-170,13-11 81,-5 4 0,1 1-808,-2-2 1,0-1 807,8 0 0,0 1-1131,-4 0 1,0-1 1130,3-2 0,-1-1-90,3 1 0,0 0 45,2-1 0,0 0 0,0 1 0,4-2-27,-9-1 0,4 0 0,0-2 0,1 1 0,-3 1-18,4 1 0,-2 0 0,5-1 12,-6 0 1,4-2 0,3-1 0,0 1 0,0-1 0,-2 1 0,-4 1-13,-1 0 0,-3 2 0,0-1 0,3 0 0,-1 0 0,2-1 0,3 0 0,1-1 0,-1 1 0,0-1 0,-2 1 0,-4 1 0,2-1 0,-3 1 0,-1 0 0,5 0 0,-2 0 0,4 0 0,2-1 0,1 1 0,1 0 0,-1-1 0,-1 1 0,-2 0-45,0 0 0,-2 0 0,0 1 0,-1-1 0,1 1 0,1-1-403,1 0 1,2 1 0,1-1 0,-1 0 0,0 1-1,-2-1 1,-1 1 379,5-1 1,-2 0 0,-1 1-1,-3 0-802,4 0 1,-1 1 0,-17-1-1143,-14 1 753,3 6 1259,-22-4 0,-7 0 0,11 3 0,0 0 0,-11-1 0,1 0 0</inkml:trace>
  <inkml:trace contextRef="#ctx0" brushRef="#br0" timeOffset="-54298.73">4014 6354 11940,'-31'2'120,"0"0"0,11-1 0,2 1-30,-6-1 180,51-7-270,4 5-1093,-3-4 1,6-2 0,-3 0 829,-5 4 1,2-1 316,-2 0 0,5-2 0,2 0 0,-2 0 0,-3 1-281,-2 1 0,-4 1 0,5-1 227,-1 0 0,4-1 0,2 0 0,1 1 0,-3-1 0,-3 1-586,1 0 0,-3 1 0,1-1 563,3 0 1,2 0-1,1 0 1,-1 0-496,-1 1 1,-1 0 0,0 0 0,-3 1-265,-1 1 0,-3-1 1,3 1 781,3 0 0,3-1 0,1 1 0,-1 0 0,-5 0 0,3 1 0,-1 0 0,-1 0 0,1 0 0,0 0 0</inkml:trace>
  <inkml:trace contextRef="#ctx0" brushRef="#br0" timeOffset="-53300.73">7979 6207 11131,'-18'0'449,"0"-5"451,-2 4-450,5-4 629,-14 2-809,15 2 90,-8-7-1,16 7 1,5-3 0,14 2 0,8 3-225,0-2 0,3 0-1228,1 1 1,3-1 0,0 0 887,-7 0 0,-1 1 0,2-1 227,7 1 1,4-1-1,-1 1 1,-3-1-110,-5 1 1,-3-1 0,3 1 86,0 0 0,4-1 0,2 1 0,0 0 0,-1 0 0,-5 0 0,2 0 0,-3-1 0,3 1 15,0 0 0,3 0 0,2 0 0,1 0 0,-3 0 0,-4 0-15,2 0 0,-4 0 0,3 0 0,0 1 0,4-1 0,3 1 0,-1 0 0,-1 0 0,-3-1-422,-2 1 0,-2-1 0,-1 0 0,1 0 467,3 1 0,1 0 0,-1 1 0,-2-2 224,7 0 1,-8 0-90,-17 0-810,0-7 610,-10 0-1150,1-3 1472,-8 0 0,8 6 0,-4-3 1</inkml:trace>
  <inkml:trace contextRef="#ctx0" brushRef="#br0" timeOffset="-52393.73">10221 5322 11131,'8'-8'0</inkml:trace>
  <inkml:trace contextRef="#ctx0" brushRef="#br0" timeOffset="-30467.73">12735 6458 12660,'-7'-5'1169,"0"2"-899,4 3 0,1 0-90,0 0 90,0 0-91,0 0 1,1 0 180,-1 0 720,1 0-991,5-1 1,-4 0-90,13-3 0,7-1 0,2-2 0,3-1 0,0 1 0,2 0 0,0 0-145,1-1 0,1 1 0,-1 0 145,-3 0 0,0 1 0,-2 1 0,0 0 0,-1 1-90,-4 0 0,-4 1-90,-5 2-2068,2-1 988,-15 2 721,-4 4-451,-10 2 1,-4 0 539,-4 1-533,4 0 0,-3 3 0,3-3 983,-7 0 269,7 1 1,-4 0 0,4 0-90,6-3 0,0-1-379,-6 2 1,-3 0 0,2-1 378,8-2 0,-1 0 85,-7 2 1,-4 0-1,3 0 95,3-2 0,2 1-270,-5 0 0,1 0 0,0 0 719,13-3 1518,13 0-2147,22-6-180,-1-1 712,2 0 0,2 0-712,-6 0 0,1 0 0,1 0 0,3 1 0,-2 0 0,2-2 0,1 1-90,-2 1 0,3 0 0,0-1 0,-5 2-90,-2 0 0,-1 0-390,9 0 1,3-1-1,-6 1-239,-1 1-830,-6 1 1,-1 0 1602,-10 1 1,-5 1 0,-11 0 0</inkml:trace>
  <inkml:trace contextRef="#ctx0" brushRef="#br0" timeOffset="-30162.73">12718 6546 12840,'-23'3'404,"5"-2"1,0 0 675,-7 0-990,16-5-1,12-3 1,21-3 0,6 0-90,-15 3 0,1 0-1093,10-2 1,5 0 0,-4 1 739,-7 2 0,0 1 412,7-1 1,5-1 0,-1 1-272,-5 1 0,0 0 0,-1 1 257,6-1 0,-1-1 44,-5 2 1,0-1 0,-5 1 0,-6 1-90,5-3 0,-15 5-899,0-2-1800,-10 1 3208,4 0-509,-19-5 0,13 2 0,-12-2 0</inkml:trace>
  <inkml:trace contextRef="#ctx0" brushRef="#br0" timeOffset="-28884.73">12923 5287 13110,'2'-7'0,"0"0"0,-2 5 0,0 0 89,0-1-89,0 2 0,0-1 90,0 1 0,0 0-449,0-4-901,0-5 631,0 1-2610,4-10 2160,-3 8 1079,6-5 0,-6 6 0,2-1 0</inkml:trace>
  <inkml:trace contextRef="#ctx0" brushRef="#br0" timeOffset="-27650.73">7382 6864 7623,'-1'-8'89,"-1"2"1,-6 6 0</inkml:trace>
  <inkml:trace contextRef="#ctx0" brushRef="#br0" timeOffset="-24817.73">9050 6909 6094,'-14'6'0,"2"0"0</inkml:trace>
  <inkml:trace contextRef="#ctx0" brushRef="#br0" timeOffset="-20785.73">8691 7001 9152,'-10'0'899,"0"-1"-539,5 1 0,-1 0-90,1 0 0,-1 0-91,1 0 1,1 0 0,0 0 0,1 0 90,-1 0 0,1 0-90,0 0 90,-1 0-1,0 0-89,1 0 0,-1 4 270,-2-4 270,-2 4-181,1-4-449,1 2 0,3-1 0,2 1 360,7 1 0,7 2-360,0-1 359,16 2-359,-14-4 0,8-1 0,0 0-362,2 0 302,-5-1 0,5 0 0,-3 0-30,-6 0 0,1 0 29,8-1 1,4-1 0,-3 1-30,-8 1 0,0-1 0,3 0 0,4 0 0,1 0 0,-2 0-213,0 1 0,-1 0 1,2 0 212,0 0 0,1 0 0,1 0 0,-3 0 0,-2 0 0,-1 0 0,0 0 0,2 0 0,-1 0 0,-3 0 0,2 0 0,0 0 0,-1 0 0,-4 0-45,1 0 0,-1 0-944,1 0 629,1 0-2917,-9 0 0,-13 0 1628,3-2 1649,-16 0 0,8-1 0,-10 1 0</inkml:trace>
  <inkml:trace contextRef="#ctx0" brushRef="#br0" timeOffset="-20251.73">8642 7073 10231,'-15'-6'2609,"1"2"-2339,5 1 2248,1 2-1618,21 1-721,-7 0 181,22 0-270,-12-4 45,7 1 0,1 1-3412,5-4 2835,-5 3 0,1-1 442,7 1 0,-2 0 198,-10 0 1,1 0-199,1 0 0,4 0 0,0 0 0,-3 0 0,-2 1 0,1 0 0,0 0 0,4 0 0,0-1 0,-4 1 0,0 0 0,-1 1 0,4-1 0,4 0 0,0 0 0,-4 0 0,-3 0 0,-1 0 0,2 1 0,3-1 0,0 1 0,-5-1 0,8 0 0,-2 0 0,-1 0-719,-1-1 359,-3 2-989,-6-2 629,-14 3 871,1-3-1501,-3 1 1556,-11-5 0,4 4 1,-9-3-1</inkml:trace>
  <inkml:trace contextRef="#ctx0" brushRef="#br0" timeOffset="-19751.73">8724 7014 11131,'-18'0'1709,"-3"0"-1260,5 0 1800,-1 0-1709,19 0-90,8 0-1,6 0-269,3-2 0,1 0 0,2 1-754,8-1 0,2 0 619,-10 0 0,0 1-15,5 0 0,2 0 0,-2 0-30,-2-1 0,0-1 30,3 2 0,3-1 0,-4 1-30,-8 0 0,1 0 0,7-1 0,5 0 0,-4 1 0,-8 0 0,0 0 0,2 0 0,4-1 0,0 0 0,-1 0 57,-2 0 1,-1 0 0,1 0-58,5 0 0,2-1 0,-3 1 0,-1-1 0,-4 0-90,9-1-90,-24 2-899,7-1 629,-10 2-669,1-1-1489,-4 1-516,0 0 1775,-8 0 1349,6-1 0,-14 1 0,5 0 0</inkml:trace>
  <inkml:trace contextRef="#ctx0" brushRef="#br0" timeOffset="-19282.73">8614 7065 11850,'-19'0'599,"0"1"1,1-1 0,0 0-510,0 0 0,1 0 360,-5 0 90,24 0 179,20 4-449,-2-3 90,-1 1 0,2 0-560,-5-2 1,2 0 349,2-2 0,3 0 0,-2 0-468,3 2 0,1-1 363,-1-2 0,2-2 0,1 0 0,-4 2 0,0 2 0,1 0-23,1-3 1,5-2-1,-1 0 1,-4 2 22,-1 2 0,0-1-45,4-1 0,5-1 0,0-1 0,-5 2 45,-3 1 0,-1 0-45,3 0 0,5-1 0,0 0 0,-6 1 0,-5 0 0,0 1 0,8-1 0,4-1 0,-5 1 45,-11 1 0,0 0 0,15-2 0,-2 1 45,-10 1-45,-3-1 0,-1 1-45,-4 1 0,0-1-450,-5 1-2788,-4 0 1567,-1-1 1671,0 0 0,-9 2 0,-1-2 0</inkml:trace>
  <inkml:trace contextRef="#ctx0" brushRef="#br0" timeOffset="-14935.75">8402 6961 11580,'-9'0'630,"2"0"-450,4 0 1079,1 0-1169,18 0 180,8-5-180,6 2 0,-4-1 0,-2 0 0,2-2-45,2 3 0,1 0-45,-4-2 45,5 1 0,2 0-45,-11 1 0,0 0 0,1 0 0,-1 0-45,-3 0 0,-3 0-1394,-7 1-1838,0 0 2792,-12 1 0,-3 1 0,-8 0 0</inkml:trace>
  <inkml:trace contextRef="#ctx0" brushRef="#br0" timeOffset="-14584.75">8502 7047 12390,'0'-9'809,"0"2"-809,0 29 0,4-11 0,-2 12 0,0 2 0,4 6-45,-3-15 1,-2 1-316,1 2 0,-1-2 90,1-2-90,-1 6-1529,1-4 990,-2-8-1800,1 10 2699,-1-14 0,0 2 0,0-5 0</inkml:trace>
  <inkml:trace contextRef="#ctx0" brushRef="#br0" timeOffset="-14351.75">8487 7147 11670,'-5'-9'450,"1"2"0,3 5-450,13 11 0,-2-3 0,9 4 0,2 0 0,-9-6-90,16 8-90,-15-8-899,11 5 449,-15-5-1349,5 2 1170,-9-5 809,3 1 0,-5-9 0,2-3 0</inkml:trace>
  <inkml:trace contextRef="#ctx0" brushRef="#br0" timeOffset="-14168.75">8642 7056 11221,'-3'-11'719,"-3"1"1,4 3-630,-3 3 359,1 0-269,2 10-180,1 3 0,6 5-3277,-4 14 3252,7-11-335,-5 6 1,-2 1-541,4-1 900,-2-4 0,1 4 0,-1-3 0,1 6 0,1-4 0,0 0 0</inkml:trace>
  <inkml:trace contextRef="#ctx0" brushRef="#br0" timeOffset="-13485.75">8314 6758 11490,'-8'-9'-90,"1"2"1,5 5-1171,0 6-2017,12 20 3248,0-6 1,-2-2 0,0-1 0,2 0 0</inkml:trace>
  <inkml:trace contextRef="#ctx0" brushRef="#br0" timeOffset="-11201.75">8737 7049 11850,'-7'-7'1260,"1"-1"-901,4 7-89,-1-2 0,1 3 0,0-3-90,1 3 90,0-1 719,0 0-899,-1 0 989,1 1-539,11 0-450,-4 0 90,23 5-45,-8-3 0,0 0-135,-4 1 0,1 0-723,3-2 1,3 1 0,-4-1 722,7-1 30,-7 1 0,4 0 0,-3-1-30,9 0 0,-4-1 0,4-2 0,-3 2 0,-10 0 0,1 1 0,10-5 0,4-1 0,-4 2 0,-11 3 0,0 0 30,9-5 0,3-2 0,-4 2-30,-6 3 0,-1 1 0,8-4 0,3-1 0,-3 1 0,-9 2 0,0 0 0,6-2 0,2 0 0,-3 1 0,6-3 0,0-1 0,-1 0 0,-6 0 0,4-3 0,-1-2 0,-6 2 0,3-4 0,-1 0 0,-7 2 0,0-3 0,0-1 0,-4 2 0,3-11 0,-7 5 0,-2 5 0,-1-1 0,-1 0 0,-1-2 0,-2-2 0,-2 0 0,-2 2 1128,1 5 1,-2-1-1129,-3 0 0,-1 1 0,-3-5 0,-5-3 0,-1 2-285,-1 3 255,5 6 0,-4-2 0,3 3 30,-10-5 0,8 6 0,-4-1 0,3 1 0,-9-3 0,6 4 0,-4-1 0,0 1 0,6 2 0,1 1 0,-1 0 30,1-1 0,-1 1 0,0 0 0,-3 0 0,-1 0 0,4 2-30,-3-1 0,-3 1 0,0 1 90,4 2-90,-2 0 0,0 0 90,3 1-90,-2 2 0,0 1 90,1-1-1649,-6 7 0,-1 2 1649,5-4-90,-2 5 0,0 0-1206,5-1 1251,8-4 0,0 1-843,-4 4 0,1 0 888,-5 3 0,0 4 0,0 0 47,5-1-47,0 4 0,1 1 0,4 0-45,0 4 0,2 0 45,2-1-45,3 3 0,1-1 390,1-3-435,2-6 0,1 0 90,0 8 894,0-7-939,3 3 0,3 1 44,3-2 466,2 3 0,2 0-465,2-7 45,1 1 0,1-1-45,-1-2 0,5 1 0,1-1 0,-1-3-498,5 1 0,1-1 497,-2-3-59,-6-3 0,3-1 0,-2 0-30,8 1 0,-6-3 0,1-1 0,2-1 0,0-1 0,-9 0 0,1-1 30,9-1 0,2-1 0,-2 0-30,-7-1 0,0 0 0,8-1 0,5 0 0,-4-2 45,-8-1 0,0 0-45,9 0 0,4 0 0,-5 0 0,-8 0 0,-2-1 0,8 0 0,3-2 0,-4 1 0,-9 3 0,0 0 0,7-6 0,3-2 0,-4 2 0,5-5 0,-8 2 0,2-2 0,-3 2 0,1-5 0,-5 3 0,1-2 0,-2 2 0,3-8-30,-6 5 0,2-3 0,-2 3-15,-4 5 0,-1 0 15,1-8 0,1-3 0,-2 3-15,-2 7 1,-2-1 44,2-6 0,-1-4 0,-2 4-45,-3 7 0,-1 0 45,-1-6 0,-1-3 0,-2 3-45,-1 8 0,-2 0 45,-2-8 0,-3 1-45,-8 1 0,-1 3 45,9 6 0,-3 0-23,-2 0 1,-5 0-1,-1 0 1,3 2 22,-1 1 0,-1 3-18,3 0 0,-4 1 0,-1 0 0,1 0 0,3 2 18,-6-1 0,-1 2-18,6 1 0,-3 1 0,-3 0 0,3 0 0,3 1 18,-4 3 0,0 1-180,7-1 0,-4 1 0,-2 1 0,3-1 0,3 1-90,-3 4 1,0 2-339,1-1 1,-4 3 0,1 0 0,4-2 22,2 1 1,2 1-236,0 6 1,-3 4 0,1 2 0,4-4-820,4-2 1,3 0 1302,-3 5 1,0 2 0,4-3 0,7-7 0,1-1 0,0 0 0,1 0 0</inkml:trace>
  <inkml:trace contextRef="#ctx0" brushRef="#br0" timeOffset="-6118.73">5568 7365 11041,'-3'-18'270,"1"1"-1,-1-1-925,1 1 836,-1 2 89,1 1 238,1 2-417,0 3 168,1 1-348,0 4 90,0 0 90,0 3 432,0 6-432,5-4-90,-3 16 0,8-7-778,-8 11 778,10-1-1212,-11 3 1212,12 2 0,-8 2 0,6 0-315,-3-2 0,0 1 90,-3-10 0,0 0-405,3 5 1,1 3-1,0-4-269,3 6-361,2-1 1,0-1 1259,-2-5 0,-3-5 0,0-1 0,-1 0 0</inkml:trace>
  <inkml:trace contextRef="#ctx0" brushRef="#br0" timeOffset="-5367.73">5547 7827 11131,'-25'7'659,"1"0"1,4 0 0,1-1-481,-2 1 1,8-3 90,14-4-270,9 0 60,6-8 0,5-5 0,2 1-60,0-1 0,2 1 0,2-2-656,-6 2 1,1-1-1,0-1 1,1 0 0,-2 2 330,7-4 0,-1 1 1,0 0 413,0-1 1,1 0 0,-7 3 860,-3 1-770,5-6-180,-19 14 0,-1 0 0,-9 3-90,-4 7 90,-8 13 0,4-3 45,5 6 0,3 1-45,2 0 510,1 8 1,0 1-511,3-1 0,-1-7 0,0 2 0,2-2 0,1-8 0,1-1 0,-1 7 0,0 2 0,1-4 0,4 5 0,-1-1 0,-1-1 0,-3-6 0,6 11-90,-7-20-180,-5 3 180,-13-15 90,3-4 0,-2-5 0,1-2 0,2-5 0,1-1 0,0 0 90,4 3-90,2-1 0,2 1 90,8 2-90,3-2 0,17 8 0,-8 8 0,0 0 0,0 1 0,-3 1 0,15 0 0,-17 0 0,11 4 0,-14-3 2461,5 3-2461,-9-4 0,0-12 0,-4 5 0,0-11 0,0-7-90,0 8 90,0-3 0,0 1 0,0 4 0,0-11 0,6 18 0,6-2 0,1 8 0,18 6 0,-14 4 45,6 1 0,-1 2-45,1 4-30,-5-3 0,4 1 0,-2 1-1609,4 4 1,-1-1 1011,1 0 0,0 1-857,-1 1 0,-5-1 44,-9-7 1440,1 4 0,-9-11 0,-1-1 0</inkml:trace>
  <inkml:trace contextRef="#ctx0" brushRef="#br0" timeOffset="-5085.73">5848 7336 12390,'0'-17'180,"0"-9"899,0 7-539,0 21-360,-4 5-150,0 11 0,0 8 0,0-3-719,-2-4 1,0 2 710,-1 4 1,-1 5-1,0 0 1,0-3-513,1 1 1,-1 1 489,1-4 0,-1 4 0,0 2 0,1-1 0,1-5 0,0-2 0,2-3 0,0 3 0,-1 3 0,0 5 0,-1 2 0,2-3 0,0-3-45,0 4 0,1 0-135,1-7 0,0 4 0,0 1 0,1 0 0,-1-4-913,2 0 1,-1-2 0,1 0 184,-1 3 1,1 0 0,0-2 907,1 2 0,-2-6 0,-5-12 0,-1 0 0</inkml:trace>
  <inkml:trace contextRef="#ctx0" brushRef="#br0" timeOffset="-4834.73">5300 7603 12210,'-1'-19'180,"-1"-2"180,0 5 899,8-3-989,0 12-45,11 2 0,3 3 44,6 8-1362,1-1 1,5 1 0,-3 2 229,-5 0 1,2 3 907,-4-3 0,5 3 0,2 0 0,1 1 0,-2-1 0,-5-2-15,2 2 0,-3-1 0,3 1-18,-3-1 1,4 3 0,2 0 0,1 0 0,-2 0 0,-1 0 0,-4-3-13,3 3 0,-4-3 0,3 2-15,0 0 0,3 1 0,2 1 0,0 0 0,-2-1 0,-3-2-15,0 0 0,-2-2 0,2 2-204,2 0 0,4 2 0,2 0 0,-2-1 1,-6-1-82,4 0 0,-3-1-505,-2-1 1,4 2 0,-3-1 0,-6-2 865,-2 2 0,5-3 0,-35-16 1</inkml:trace>
  <inkml:trace contextRef="#ctx0" brushRef="#br0" timeOffset="-4567.73">5896 7303 13020,'-2'-26'539,"-4"6"-269,3 1 180,-4 35-360,5 3-1183,-2 3 1,0 7 0,0-2 462,0-6 1,1 2 651,-2 5 1,-1 5 0,0 0-1,0-3-22,1 0 0,-1 2 0,2-6 0,-2 6 0,1 1 0,0-1 0,1-5 0,0-3 0,2-4 0,-1 5-75,0-1 0,1 5 0,-1 2 0,0 0 0,1-2 0,0-5-60,1 8 1,-1-1-118,2-7 0,-1 4 0,0 1 0,0-3 0,1-4-63,0-4 1,0-2-1216,2 15 1,1-4 906,-2-10 623,4 3 0,-14-17 0,-3-1 0</inkml:trace>
  <inkml:trace contextRef="#ctx0" brushRef="#br0" timeOffset="-4345.73">5245 7508 12660,'-3'-20'90,"0"6"1259,1-2-899,8 10 269,17 7-539,-1 10-1000,-3-4 1,5 3 0,1 0 0,-4 0 736,3 3 1,1 0 118,-1-2 0,6 3 0,1 0 0,-1-1 0,-4-1-163,-3-2 0,-4-1 0,4 2 141,-1-1 1,4 3 0,1 1 0,0 0 0,-1-1 0,-4-1-45,1 0 0,-3-1 1,3 2-286,-1 0 0,4 3 0,1 0 0,0 0 0,-2 0 1,-4-3-136,2 1 0,-4-1 0,3 1-97,-1-1 1,3 3 0,2 0 0,0 0 0,-2-1 0,-3-2 218,0 0 0,-2-1 0,1 0 1,2 2-1,2 0 0,0 1 1,-2-3-1,0 2 0,1-1 1</inkml:trace>
  <inkml:trace contextRef="#ctx0" brushRef="#br0" timeOffset="-1419.73">10947 8128 14009,'9'12'450,"-1"-5"-180,7 6-1212,-2-7 1212,3 6-90,2-3-90,2 1 134,2 0 1,1-1-180,-7-3 0,0 0 15,9 2 0,4 2 0,-2-3-60,-8-1 0,1-1 45,5 0 0,4 0 0,2 1 0,-2-1-45,2-1 0,-1 0 0,1-1-242,-6 0 1,2 0-1,0 0 1,0-1-1,0-1 264,4-2 1,0-1 0,-1-1-1,-2 0-22,-1 1 0,-3 0 0,1-2 0,6-5 0,0-3 0,-5 1 0,-8 4 0,0 0 0,8-5 0,4-1 0,-3 1 0,-9 3 0,1 0 0,6-5 0,4-2 0,-5 1 0,-7 5 0,-1 0-30,6-6 0,2-3 0,-3 2 75,-8 5 0,1 0-68,0-4 1,4-4 0,-1 0-1,-3 2 23,-1 3 0,-1-2 22,1-2 1,3-4 0,-1 0-1,-3 3-22,-1 3 0,-2 0 0,6-8 0,0-4 0,-1 3 0,-5 9 0,0 0 0,3-8 0,1-4 0,-1 4 0,-5 7 0,0 0-23,-1-3 1,1-5 0,-2-1-1,-2 2-7,-3-2 0,-3 1 0,0-1 30,2-2 0,1-1 0,-3-1-18,-4 5 0,-3-2 0,-1 0 0,0 1 0,1 4-27,-2-5 1,-1 1 8,0 3 0,-3-4 0,-1-1 0,0 2 0,2 4-345,-3-1 1,-1 0 362,2 4 0,-3-3 0,-2-1 0,0 1 0,3 4-454,2 1 1,2 4-1,-4-3 457,1 0 0,-4-2 0,-1-2 0,0 1 0,0 1 1,4 2 14,-2 0 0,3 2 0,-4-1 0,2 1 0,-3-2 0,-2-2 0,0 1 0,2 2 0,2 2 0,1 0 0,3 3 0,-4-1-18,-2-1 0,-4 0 0,-1-1 0,1 2 0,4 2 18,-3-1 0,-2 3 0,2 3 0,-4 0 0,-3 0 0,2 1 0,4 0 0,-3 1 0,-1 2 18,5 2 0,-4 0 0,-1 2 0,-1 1 0,3 1-409,-2 4 1,2 3 0,0 0 0,1 0 390,3-2 0,0-1 0,0 1 0,-2 3 15,2 1 0,-2 3 0,-1 1 0,1 1 0,2-2 0,3-1-84,0 0 0,4-1 0,-3 3 99,1-1 0,-3 4 0,-1 1 0,1 1 0,0-2 0,5-3 0,-1 1 0,3-3 0,-2 5 15,2 0 0,-2 4 0,-1 2 0,1 2 0,1 0 0,3-1 26,2 1 1,3 2 0,2-1 0,0 1 0,-2-1-107,0-1 1,-2-1 0,1 1-1,1 1 1,1 0 72,4-3 1,0 2-1,1 0 1,0 1 0,2-2-1,-1-2 1,1-3-9,-1 3 0,2-4 0,0 3-15,2 0 0,1 3 0,0 2 0,1 0 0,0-1 0,0-4-15,-1 1 0,0-4 0,3 4 15,0 0 0,2 3 0,0 2 0,2-1 0,-1-1 0,-1-4-15,0 1 0,0-4 0,2 3 15,0-2 0,3 3 0,0 1 0,1 0 0,-1-1 0,0-5-15,0 1 0,-1-4 0,3 2-105,3 0 0,3 3 0,2 1 0,1 1 0,-2-3 0,-2-4-15,-1 0 0,-2-3 0,4 0-120,-1 0 0,5 3 0,2 0 1,0-1-1,-2-1 0,-4-4-165,7 2 0,1-2-117,-6-5 0,4 1 1,2 0-1,-2-1 1,-3-2-19,4 0 1,0-3-281,1-4 1,4-3 0,0-1 0,-4-1 732,-3-1 1,-1-2 0,1-2 0,2-2-1,-4 0 1,-5 0 0,1 1 0</inkml:trace>
  <inkml:trace contextRef="#ctx0" brushRef="#br0" timeOffset="24647.27">11055 8263 12390,'-16'-3'270,"1"1"0,5 1-1,0 1 1,0-1 0,2 1-90,2 0-90,1 0 630,2 0-181,24 0-314,0 1 0,3-2-90,-2-1 0,2-1 0,1 0 0,-1 1-562,1 1 0,-2 1 0,3-2 462,-1-1 1,2-2 0,1-1 0,-2 1 0,-3 0-36,5 2 0,1 0 0,-5-1 0,5-1 0,1-1 0,-1 1 0,-4 0-448,-3 2 0,-3 0 0,3 0 448,4-1 0,4 0 0,2 0 0,-2-1 0,-4 2-45,5-1 0,0-1-117,-4 2 0,5-1 0,1 0 0,0 0 0,-3 0-453,-3 1 0,-2 0 0,0 0 1,1 0 254,0 0 0,1 0 0,1 0 1,-2 0-1,-2 1 210,3-1 0,-2 0 0,-3 1-525,3 0 1,-6 0-2603,-12 2 3140,-6 0 0,-7 0 0</inkml:trace>
  <inkml:trace contextRef="#ctx0" brushRef="#br0" timeOffset="25016.27">10913 8291 13110,'-17'1'179,"0"0"1,-4 0 630,-4 0-270,23-1-1,29-5-389,-7 1 0,2 0 0,0 0-1789,5-2 1,1 0 1433,-5 1 0,2 0 0,0 0 355,3-1 0,-1 0 0,0 0-179,-1 0 0,3-1 47,-4 1 0,4 0 0,2-1 0,-1 0 0,-4 1-351,-3 1 1,-2 0 0,3 0 332,-1 0 0,4-1 0,2-1 0,0 1 0,-1 0 0,-5 1 0,2-1 0,-3 2 0,3-2 0,-1 1 0,4-1 0,1 0 0,0 0 0,-2 0 0,-3 1 0,0 0 0,-4 1 0,4-1-120,0-1 0,4 1 0,1-2 0,1 1 0,-1-1 1,-4 2-129,0-1 1,-2 0 0,-1 0-1,1 1 158,4-2 0,0 1 0,1-1 0,-2 0-420,5-2 1,-2 0-1,-5 1 61,1-1-631,-4 1 1,-3 1-270,-12 3 1948,-6 0 1,-2 3 0,-4 0 0</inkml:trace>
  <inkml:trace contextRef="#ctx0" brushRef="#br0" timeOffset="25347.27">10988 8240 14998,'-20'2'-30,"1"0"0,-10 1 0,0-1 255,8-1 0,2 1-135,-3 0 0,10-2 450,30-8-450,12 6-910,-9-3 1,5-3 0,1 0 0,-3 1 511,4 1 1,2 0 337,-8 1 0,4-2 0,2 0 0,1-1 0,-2 1 0,-3 1-199,2 0 1,-2 1 0,3-1 183,0 1 0,4-1 0,1-1 0,1 1 0,-2 0 0,-4 1-15,0 0 0,-3 1 0,3-1 0,-3 1 0,4-1 0,1 0 0,0 0 0,-1 0 0,-5 1 0,-1 1 0,-3 0 0,3-1-18,2-1 0,5 0 0,0 0 0,0 0 0,-3 0-948,1-1 1,-2 1 0,0 0 815,3-1 0,0 1 1,-3-1-841,5-1 1,-8 1-1,-13 3-2287,1-5 3336,-15 4 0,4-2 0,-4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49:17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6983 2327 9152,'-14'-5'450,"2"3"-181,3-3 91,2 5 0,0-4 0,0 2 0,2-2-1,0 4-89,0 0-90,0-2 0,1 2 0,-1-2 0,1 1-90,0 0 0,0 0 0,1 1 0,0 0 0,1 0 539,1 0-89,7 0 269,24 5-659,-6-3 0,5 0 0,2-1-594,-7-1 0,2 1 1,1-1-1,2 0 1,0-1-1,1 1 455,-1-1 0,2 0 1,0 0-1,2 0 0,-1-1 1,0 1-1,-1-1 0,-1 1-361,-1 0 0,-1 0 0,-1 0 0,0-1 0,0 1 0,1 0 0,1-1 360,-1 0 0,3 0 0,1-1 0,0 0 0,1 0 0,-2 1 0,-1-1 0,-3 1 0,-3 1-244,4 0 1,-5 1 0,0-1 0,4 1 244,-2-2 0,4 0 0,1 0 1,2-1-1,0 0 0,-1 1 1,-1-1-1,-4 1 25,3 0 0,-3 1 0,-1 0 0,0-1 0,1 1-213,1-1 0,1-1 1,1 1-1,-1-1 0,-1 1 1,-3 0 206,5-1 0,-2 1 0,-4 0 15,-1-1 0,-5 0 1076,-9 1-1121,3-2 1841,-7 3-2111,1-2-3007,-4 2 2457,-6 5 1,-5 4 0,-7 5 0</inkml:trace>
  <inkml:trace contextRef="#ctx0" brushRef="#br0" timeOffset="5100">9515 2177 6273,'10'10'0,"-3"-2"0</inkml:trace>
  <inkml:trace contextRef="#ctx0" brushRef="#br0" timeOffset="5417">10063 2152 10051,'0'0'0</inkml:trace>
  <inkml:trace contextRef="#ctx0" brushRef="#br0" timeOffset="6950">9564 2349 9961,'-14'0'1439,"-1"0"-719,-11 0-540,9 0 90,-1 2 0,-1 0-90,5-1 134,-2 2 1,1 1-135,2-4 90,-8 3-180,15-3 180,-2 1-90,20 0 0,10-1-46,3-2 1,5 0-113,-7 1 1,2 0 0,2-1-1,-3 1-418,1-2 0,-1 0 1,1 0 395,-1 1 0,1 0 0,0 0 0,-5 0 0,-2-1 0,-1-1 0,6 2 0,3-1 0,-4 0 0,6-3-9,3 2 1,0-1 8,0 1 0,-13 1 0,-1 1-899,3-2-2378,-15 3 0,-13 0 2005,0 0 1272,-13 1 0,6 0 0,-1 0 0</inkml:trace>
  <inkml:trace contextRef="#ctx0" brushRef="#br0" timeOffset="7350">9318 2430 12120,'-16'1'630,"-3"0"-450,5-1 269,2 0 361,16-5-270,21 0-361,-1 0-1115,-2 1 0,6-1 0,-3 0 981,-4 2 0,0 1-15,2-3 0,1 0 0,1 0 30,-3 1 0,0 0 0,-1 0-978,4 0 1,0-1 917,-4 1 0,1-1 0,1 1 30,5-2 0,1 1 0,-2-1-280,-1 1 1,2 0 316,-1 0 1,5-1-1,0 0 1,-5 1 22,-3 1 0,1 0-46,-1 0 1,3-1 0,1 0 0,-6 1 0,-3 1 0,-1 0 15,4-1 0,2 0 0,-4 0 30,0 0-126,-3 0 1,-2 0 35,-6 1 0,2 0 1407,-8 1-1407,-1 1 2694,0-1-5971,-1 2 2457,-7-1 1,-4 0 0,-6 1 0</inkml:trace>
  <inkml:trace contextRef="#ctx0" brushRef="#br0" timeOffset="9018">10557 1749 17787,'16'-3'270,"7"-3"-270,-9-6 30,3 3 0,3-3 0,2 0-1123,-2 1 1,0-1 0,2-1 300,0 0 0,2 0 0,0-2 814,1 0 1,3-3-1,-2 2 1,-4 1-23,-2 2 0,0 0 22,0 0 1,3-3-1,-1 1 1,-2 0-390,5-4 1,-2 2 411,-2 1 0,-1 0 310,3-2 1,-4 1-356,-9 8 0,3-4-3277,-10 8 0,-7 10 0,3 4 3206,-9 2 1,-2 1-1,0 11 1,-1-9-1,0 0 1</inkml:trace>
  <inkml:trace contextRef="#ctx0" brushRef="#br0" timeOffset="11900">4266 3624 7173,'16'0'90,"-2"4"-180,-2-4-180,-1 4 270,17-1 0,-9-2 0,-3 0 0,-1 1 0</inkml:trace>
  <inkml:trace contextRef="#ctx0" brushRef="#br0" timeOffset="12233">5528 3639 8792,'0'0'0</inkml:trace>
  <inkml:trace contextRef="#ctx0" brushRef="#br0" timeOffset="13637">6680 3593 9512,'0'0'0</inkml:trace>
  <inkml:trace contextRef="#ctx0" brushRef="#br0" timeOffset="16100">8526 3539 7443,'-8'0'270,"1"0"-180,4 0-1,1 0 1,-1 0-90,1 0 90,0 0-90,1 0 0,-1 0 90,1 0 90,-1 0 90,1 0 270,-3 3-360,1-2 359,-2 2-359,2-3 180,-2 0-180,2 0 270,-4 0-270,4 0 269,-5-3-269,5 2 540,-4-2-270,1 1-271,1 1 181,-2-3-180,4 3 180,-4 0-270,4 0 90,-2 0-180,3 1 270,0 0-270,2 5 90,5-4 179,0 12-179,7-11 90,3 15-90,-4-12 45,5 3 0,1 2-45,0-4-45,5 0 0,2-1-45,-3-1 45,6-2 0,0-1-328,0 0 283,-7-2 0,4-1 0,-3 0 0,10-5 30,-9 3 0,4-2 0,-3 0-30,-7 1 0,0-1 0,6-2 0,3-2 0,-3 2 0,-8 1 0,0 0 0,8-7 0,3-3 0,-4 1 0,-7 5 0,-2-1 0,6-6 0,3-4 0,-4-1-988,-5 4 0,-3 0 0,0 1 988,5-7 0,-1 0 0,-4 1 0,-1-1 0,-2 4-58,-1-5 13,-1-3 0,-3 1 45,-7 4 0,0-3 0,-1 0 0,-8 4-30,2 4 0,-2-3 0,1 4-68,3 6 1,0 0 97,-8-4 0,-4-3 0,3 4 0,6 7 0,-1 1 0,-8-3 0,-3 1 0,2 1-71,7 4 1,-1 1 70,-9 0 0,-5 0 0,5 0 0,7 2 0,1 1 0,-9 4 0,-3 1 0,3 0 0,10-1 0,0 0 0,-6 6 0,-4 3 0,4-1 0,8-4 0,1 2 0,-6 5 0,-3 3 0,4-1 45,6-4 0,1 1-15,-5 7 0,-2 4 0,3-2 15,7-8 0,0 2 0,0 4 0,-1 4 0,0 0 0,3-3-45,2-3 0,1 1 0,1 2 0,-1 3 0,1 1 0,2-5 45,4-3 0,2 0-15,1 5 0,0 3 0,2-4-30,0-7 0,3-2 30,2 5 0,1 1 0,0-3 60,6 3-46,6-1 1,0-3-45,0-6-104,-3-4 1,4 0-1,-3-2 104,-7-1 0,0-2-450,10-3 0,4-3 1,-4 0-107,-10 2 1,0-1-538,6-4 1,3-2 0,-3 1-2185,5-3 3131,-8 3 0,-1 0 0,-4 0 0,-3 0 0</inkml:trace>
  <inkml:trace contextRef="#ctx0" brushRef="#br0" timeOffset="23783">11594 2616 8342,'0'-7'540,"0"1"-360,0 4 0,0 0-90,0-1 90,0 1-90,0 0-1,0 0 1,0 0 90,0 1-90,0 0 180,3 0-90,0 1-90,3 0 90,-2 4-90,0-3 0,-2 3 0,1-1 90,0-2-90,0 3-1,0 0 1,1-3-90,-2 5 90,2-4 180,2 7-180,-2-4 180,5 7-90,-4-6 270,6 6-270,-5-7 359,12 1-404,-3-12 0,2-2-105,4 0 0,2-1 0,0-1-542,3-3 0,1-2 512,-2 3 0,3-1 0,0 0 0,-4 2-45,0 0 0,0 0 45,2-1 0,5-2 0,-1 0 0,-3 1 0,-2 2 0,0-2-23,1 0 1,3-2-1,0 0 1,-4 2 22,-3 1 0,0-1 0,0 0 0,3-2 0,0 0 0,-4 2 0,-2 1 0,0 1-360,1-2 0,4-1 1,0 0-1,-4 3 0,-5 1 0,1 2-630,6-3 1,2 0 0,-4 3-180,-1 3 1169,-3 2 0,0 1 0,-5 2 0,3 0 0</inkml:trace>
  <inkml:trace contextRef="#ctx0" brushRef="#br0" timeOffset="25483">12785 2874 9152,'0'-8'90,"0"0"0,0 4 539,0-2 91,0 0-540,3 0 539,-2 2-269,2 12-90,2 1-180,1 4 0,4 2-90,-5-10 629,5 8-269,-3-8-180,2 3 539,4-6-719,-5-1 0,18-7-90,-10-4-1428,9-5 1,2-2 1427,-12 5 0,0-2 0,4 0 0,4-4 0,1 1 0,-3 1 0,1-1 0,2-1-18,-2 3 0,4-3 0,1-1 0,0 1 0,-3 2-12,-3 2 0,-2 2 0,3-1-60,0 1 0,3-2 0,1-1 0,1 0 0,-2 1 0,-3 2-846,1 0 1,-3 2 0,2-1 777,1-1 1,2 0 0,0 0 0,-1 1-653,2-2 1,0 2-1,-3 0 61,0 1 0,-1 0-344,3 0 1,3-1 0,-5 2 1011,-2 1 1,5-1 0,-21 7 0</inkml:trace>
  <inkml:trace contextRef="#ctx0" brushRef="#br0" timeOffset="27377">7517 4371 4848,'-22'-2'-248,"1"1"1,0-1 0,-10 2 0,0-1-222,1-3 1,1 0 0,1 4 0,1 0 0,0-2 0,0 0 0</inkml:trace>
  <inkml:trace contextRef="#ctx0" brushRef="#br0" timeOffset="29849">6513 4787 7623,'-9'-4'719,"1"0"-539,4 2 90,-1 0 0,1 0 90,0 0-91,0 1 1,0-1-90,1 0-90,-1 0 90,1 0-90,0 1 0,2 0 0,-1 0-90,1 1 719,-1 0-539,1 5 90,6-4 180,0 10-360,7-5 90,-2 0 0,2 4-90,-1-7-336,2 5 336,2-2 0,2 0-812,2-1 812,3 0-1005,2 0 1005,3-1 0,-3-1 0,0 0-45,-5-2 0,2 1 22,1-1 0,3 0 1,2 0-1,1 0-31,-2-1 0,0 0 0,2 0 0,-1 0 0,-1 1-434,3-1 1,-2 0 0,1 0 0,3 0 412,-2 0 0,3-1 0,2 0 0,-1 0 0,-2 0 0,-5 1-15,0-1 0,-4 1 0,4-1 15,0 0 0,3 0 0,3-1 0,0 1 0,-3-1 0,-2 1-15,0 1 0,-3 0 0,4-1 15,-1 0 0,4 0 0,2-1 0,0 0 0,-2 0 0,-4 1 15,1-1 0,-3 1 0,4 0-30,-2-1 0,5 0 0,3-1 0,-1 1 0,-2-1 0,-4 1-628,2 0 1,-4 0-1,2 0 628,-4 0 0,2 0 0,1 0 0,0 0 0,-1 1 22,6-2 1,0 1 0,-1 0-1,-3 0-183,-1 0 1,-2 1 0,2-1 175,-1 0 0,3 1 0,3-1 0,-1 0 0,-2 0 0,-4 0-15,0 0 0,-3 1 0,3 0 0,3-1 0,4 0 0,2 0 0,-2 1 0,-5-1 0,4 1 0,-1-1 0,-2 1 0,4 1 0,-1-1 0,-5 0 0,-5 1 0,-1 0 0,4 0 0,2 0 0,-4 0 0,2 0 12,-4 0 1,-1 0 77,-6 0-90,8 0 0,-15 0 1073,4 0-1073,-7 0 2773,2 0-2233,-4 0 1168,1-5-1708,-2 0 976,0-2-976,0 3-1619,0 1-1658,-5 2 3151,0 0 1,-1 1 0,2 0 0</inkml:trace>
  <inkml:trace contextRef="#ctx0" brushRef="#br0" timeOffset="30732">11632 4728 10681,'-6'-10'2159,"0"-1"-1889,-5 6-1,2-2 271,-2 3-270,4 0 629,-7-2-629,7 3 450,-7-2-180,12 3-361,-3-1 181,21-2-270,-4 1 0,13-4 0,3 0-509,-12 4 0,1-1 419,4 0 0,5-2 0,1 1 0,-4 1-538,1-1 1,2 1 537,2-1 0,4 0 0,1 0 0,-5 1 0,0 1 0,-1-1 0,0 1 0,4-1 0,-1 1 0,-4 0 0,-3 1 0,0-1 0,0 2 0,4-2 0,-1 1 0,-2 0-135,6-1 1,-1-1 44,1 1 0,0 0-540,-5-1 0,-4 1 91,-11 1-1620,5-1 90,-12 3-809,-8 0 1708,-6 0 1170,-5 1 0,-3 0 0,1 0 0</inkml:trace>
  <inkml:trace contextRef="#ctx0" brushRef="#br0" timeOffset="31098">11618 4700 11850,'-13'2'270,"0"-1"899,-5 0-809,7-1 1349,-2-5-1439,17 0-90,1 0 135,16-4 0,5 0-738,2 2 490,-6 0 1,4 0-1,0-1 1,-2 1-718,1 2 0,0-1 686,-2 2 0,5-1 0,1-1 0,-1 2 0,-3 0-436,-3 0 0,-2 2 0,3-1 400,3 0 0,5-1 0,2 1 0,-3 0 0,-3 0 0,-4 2 0,-4-1 0,4 1 18,1 0 0,4-1 0,1 1 0,-1 0 0,-4 0-18,3 0 0,-1 1 22,2-1 1,4 1 0,1 0-1,-4 0-800,-4 0 0,-1 0 0,-1 0 778,3 0 0,0 0 0,-2 0-45,5 0 0,-7 0 70,-13 0-3302,2 0 0,-25 7 2734,2 3 1,-2-3 0,0 0 0,-9 7 0</inkml:trace>
  <inkml:trace contextRef="#ctx0" brushRef="#br0" timeOffset="32999">12656 4289 11850,'8'0'0,"-2"0"0,-3 0 0,-1-5 90,0 4 90,1-5 0,-2 6-90,1 0 0,-1 0 0,1-2-90,-1 1-3277,0-2 3084,-13 3 0,3 0 1,-12 0-1</inkml:trace>
  <inkml:trace contextRef="#ctx0" brushRef="#br0" timeOffset="33751">7068 5420 11940,'0'-9'-820,"-11"19"1,4-2 0,-9 15 0</inkml:trace>
  <inkml:trace contextRef="#ctx0" brushRef="#br0" timeOffset="34666">4415 6506 7892,'-12'-11'495,"-1"0"0,-5-4 179,0 6 1,0 1-315,3 3 0,-2-1 0,2-1-181,5 3 91,-6-4-270,11 5 360,0 0-90,10 3 0,10-1-270,2 1 135,4 0 0,2 0-135,3 0 89,1 0 1,5 0 0,-3 0-598,-8 0 1,1 0 529,4 0 1,5 0-1,1 0 1,-5 0-652,-1 0 0,1 0 647,-3 0 0,5 1 0,1-1 0,0 0 0,-5-1-18,-1 0 0,-3-1 0,3 1 15,1 0 0,3 0 0,3 0 0,0 1 0,-2-2 0,-4 1-15,1-2 0,-3-1 0,3 0 12,-3 2 1,3 0 0,3 1 0,0-1 0,0 0 0,0 1 0,-3-1-13,2 1 0,-2 0 0,0 0 0,-1-1 0,1 1 0,1 0 0,1 0 0,-1-1 0,0 1 0,0 0 0,5 0 0,2 1 0,-3 0 0,-6 1 0,-6 1 0,-2 1 0,15 0 0,-2 0 0,-9 3-369,-2-1 0,-1-1 369,-5-4 79,9 7-79,-14-7 0,2 3 785,-4-3-785,-2 0 1444,0 0-1444,-2 0 867,-2-4-1046,0 0-525,0-2-2573,-5 1 3106,-6 9 1,0-3 0,-4 6 0</inkml:trace>
  <inkml:trace contextRef="#ctx0" brushRef="#br0" timeOffset="36083">3447 6453 8432,'-12'-2'540,"0"1"-180,1-1-1,2 0 1,0 0 0,1-1 0,2 1-90,0 0 0,1 0 89,-1 0 1350,2 0-1439,1 5 720,15 2-631,-3 0 361,20 1-630,-3-6-1192,1 2 0,2 0 1147,-8-1 0,3-1 81,-1-1 0,4 0 0,2 0 0,-1 0 0,-3 1-96,-3-1 0,-3 1 0,5-1-15,1 0 0,5-1 0,2 0 0,0 0 0,-1 0 0,-5 0-15,0 1 0,-3-1 0,3 0 15,1 0 0,4 1 0,2-1 0,0 1 0,-2-1 0,-3 1-15,1-1 0,-3 0 0,4 1 12,-5 0 1,4 0 0,1 0 0,2 0 0,-1 1 0,-2-1 0,-4 1-13,6-1 0,-4 1 0,5 0 0,-7 0 0,4 1 0,3-1 0,0 0 0,-1 1 0,-1-1 0,-5 1 0,6-1 0,-3 0 0,3 1 0,-6 0 0,4 0 0,2 1 0,0 0 0,0-1 0,-2 1 0,-5 0 0,6-1 0,-4 1 0,4 0 14,-3-1 1,4 1 0,1 0 0,1-1 0,-3 1 0,-4 0-15,0 1 0,-4 1 0,3-1 0,0-1 0,3 0 0,3 1 0,-1-1 0,-2 0 0,-5 0 0,8 2 0,-2 1-23,-1-2 1,5 0 0,-1 1 0,-7-2-68,6 1-707,-7 0 1,-2-1 346,-10-1-2608,0-1-219,-14-11 1517,-6 9 1760,-11-15 0,1 10 0,-5-5 0</inkml:trace>
  <inkml:trace contextRef="#ctx0" brushRef="#br0" timeOffset="36634">3379 6547 11850,'-25'-16'659,"1"0"1,4 5 0,2 2-660,1-2 0,1 2 360,1 4 270,20 2-91,14 1-359,1 2-1091,8 0 1,1 0 1000,-13 0 0,2 0 45,8 0 0,8-1 0,0 1 0,-4 1-135,0 1 0,1 0 30,-7-2 0,4 0 0,2 0 0,2 0 0,-1 0 0,0 1 0,-1-1 0,0 1 0,0 0 0,1 0 0,-1-1 0,-1 1-426,2-1 1,-1 0 0,0 0 0,1 0 0,2 0 395,-6-1 0,1 1 0,2 0 0,1-1 0,0 0 0,-1 1 0,-1-1 0,-2 0 0,-3 1 22,4-2 1,-4 1 0,1-1-1,3 1-22,-2 0 0,4 0 0,3 1 0,0-1 0,1 1 0,-2-1 0,-2 0 0,-3 0 0,2-1 0,-4 0 0,0 0 0,5 0 0,-4 1 0,2 1 0,3-1 0,2 1 0,1 0 0,-1 0 0,1 0 0,-3-1 0,-1 1 12,2-1 1,-2 0 0,-1 1 0,0-1 0,0 0 0,0 0 0,0 0-13,2 1 0,-1-1 0,0 1 0,0-1 0,0 1 0,1-1 0,-1 0 0,1 1 0,2-1 0,1 0 0,-2 0 0,-1 0 0,-3 0 0,-4 1-30,1-2 0,-4 1 0,2 0 30,1-1 0,4 0 0,0-1 0,-1 1 0,-5-1 45,2 0 0,-2 0-45,4-2 0,3-1 0,-5 1 0,1-2 0,-4-1 0,-2 0 90,-9 3-90,5-8-90,-13 6 90,1-1 335,-7 3-1775,-3 4-808,-9 6 719,4-4 1529,-12 16 0,12-15 0,-6 10 0</inkml:trace>
  <inkml:trace contextRef="#ctx0" brushRef="#br0" timeOffset="38148">3557 6384 13379,'-21'-4'1260,"5"2"-811,-14 6-269,11 3-1819,-9 0 1,-3 1 1137,14-2 1,-2 0 500,-5 1 0,-5 0 0,-1-1 0,3 1 0,6-3 0,2 1 0,-3 0 0,-3 0 0,-5 2 0,-1 0 0,-1 0 0,1 0 0,4-2 0,3 1 0,3-2 0,-1 1 0,-4 0 18,4 0 0,-3 0 0,-2 0 0,-2 1 0,-1 0 0,-1 0 0,-1 0 0,1 0 0,1 0 0,1-1-161,-2 1 0,1-1 1,0 0-1,0 1 1,0-1-1,0 0 1,-1 0-1,-1 0 0,-2 1 162,8-2 0,-2 1 1,-1 0-1,0-1 0,-1 1 1,0 0-1,0 0 0,-1 0 1,1 0-1,0 0 0,1 0 1,0 0-1,1-1 0,2 0-83,-5 1 1,2 0-1,0-1 1,1 1 0,1-1-1,0 0 1,-1 0 0,1 0-1,-1 1 1,-1-1 63,-1 1 0,-2-1 0,-1 1 0,0 0 0,0 0 0,1 0 0,2 0 0,1-1 0,2 0 0,3 0-200,-5 0 1,5 0-1,0-1 1,-3 2 199,0-1 0,-3 1 0,-2 1 0,-1 0 0,1-1 0,3 1 0,4-2-30,-4 2 0,4-1 0,-2 1 30,2-1 0,-2 2 0,-2 0 0,0 0 0,2 0 0,4-1 0,-7 3 0,0 0 0,2 1 0,-4 2 0,1-1 0,5-1 0,3-1 0,2 1-23,0 1 1,-3 1-1,1 2 1,4-1 22,1 8 0,3-1 0,-6 0 0,3 2 0,14 7 0,5-2 816,1-2-786,6-6 0,3 1 0,-2-1-30,2 6 0,1-9 0,3 2 0,-2-3 0,4 3 850,1 0 0,2-1-1840,2-2-449,-8-6 0,0-1 180,0-2-697,-3-5 1956,-8-1 0,1 0 0,-3 0 0</inkml:trace>
  <inkml:trace contextRef="#ctx0" brushRef="#br0" timeOffset="39382">555 7833 11760,'-12'-9'540,"-6"0"-360,9 6 0,-7 0-90,10 3 270,1 12-271,4-4 181,0 23-180,1-14-45,2 2 0,1 1-45,3-3 45,0 2 0,2-2-45,1-5 180,8 8-90,-9-17 0,13-5-90,-11-5 0,3-7 0,0-2 0,0-5 0,-3 0 0,0-5 0,-1 0-135,-4 5 1,-1-1 0,-3 0 314,0-7 0,-2-2 0,-3 2 0,-2 4 0,-3 2 0,-1 2-180,-4 1 0,-2 3 45,-3 5 0,1 4-135,5 5-13,-9 1 103,16 2-90,-3 11 90,7-1 0,16 17 0,-6-11-1597,8-1 0,1 0 1597,-1-2 0,5 1 0,0 0 293,-1-2-293,2 1 0,0 1 0,-3-1 0,-1 2 0,-1 0 0,-5-1 0,0 1 0,-2 0 0,-3-4 71,6 11-71,-8-15 0,2 2-270,-1-6 270,-1-1-270,3 0 91,-3-10-1,4-8 90,-5-1 90,0-1 0,0-1-90,-2 1 90,-1-3 0,0 0 0,-1 4 0,-2-1 0,-1 1 0,2 4 3276,-5-6-3177,2 7-49,0 2-50,-3-2 0,3 5 0,0 1 0,3 5-90,0 0 90,0 6 0,5 6 0,-2-1 90,7 11-90,-4-12 0,8 11 0,-6-12 0,6 7 0,-7-10 0,4 6 0,-6-7 90,3 1-90,-5-3 0,3-2 0,-3 0 0,1-6 0,0 0-90,1-22 90,-1 12 0,-2-4 0,0 1 0,-1 4 0,-5-3 0,-2 0 180,1 0-90,-10-4 0,8 11-90,2 9-90,0-1 90,4 3 0,-2 4 0,3-3-270,-1 14-90,2-9-1529,-1 17 900,0-12 989,1 21 0,0-19 0,0 10 0</inkml:trace>
  <inkml:trace contextRef="#ctx0" brushRef="#br0" timeOffset="39965">1051 7489 12300,'0'-17'810,"0"6"89,-6-5-809,5 11 270,-8-2-180,5 5-180,-3 0-90,-1 6 90,3 3-90,0 3 0,4 3-90,6 3 0,12 6 90,-1-5 90,1-4 0,1-2 0,-2-2 0,9 3 0,-9-5 0,-5-2 0,6 5 0,-11-7 360,1 3-360,-10-9 0,2-3 0,-5-20 0,5 10 0,1 0 0,-2-1 0,1 0 0,0-11 0,2 2 0,4 3 0,-5-3 0,1 1 90,8 8-90,-7 1 0,0 1 0,5 5 0,-2-6 0,-1 13 0,0 0 0,0 3 0,10 10 90,6 11-90,-1-2-154,-6-5 0,-2-2 154,-3-2 0,2 2 0,-4 4 0,-2-7-90,-1 16-180,-2-13-854,-7 4 0,-2 0-316,1 0 1440,-6 4 0,0 0 0,2-3 0,-5 10 0</inkml:trace>
  <inkml:trace contextRef="#ctx0" brushRef="#br0" timeOffset="40618">1652 6841 11760,'-20'-17'360,"7"7"-270,-6 2-90,11 7 0,1 1 0,3 0 0,1 5 0,2 0 0,-1 5-3277,2-4 3196,-10 6 1,8-9 0,-6 4 0</inkml:trace>
  <inkml:trace contextRef="#ctx0" brushRef="#br0" timeOffset="41483">1631 7208 13110,'-13'0'179,"6"-6"1,2-3-90,5-9-90,0 3 0,3 0 0,2-2 0,0-4 0,1 0 0,-1 3 0,0-1 90,1-12 0,-2 2 90,-4 8-367,-3 1 1,0 2 366,2 6-91,-13-3-89,9 17 0,-7 9 90,7 5-90,2 6-3209,0 8 3209,3-11-59,2 1 1,0 0-32,0-3-298,5-2 0,2 0 118,-3-4-270,6 0 0,1-2 181,-1-4-562,4-1 0,0-2 292,0-8-91,10 4-359,-6-18 719,-6 11 2791,4-12-1981,-2-3 1070,-8 8-666,-1 0 1,-2 1-405,-3 4 1883,0-4-1973,-2 18 482,0 2-752,0 11 90,4 3-90,-3-5-90,4-1 0,2-4 90,2-3-90,1 0 90,1-3-180,-8-3 90,4-12 0,-4 9-90,4-20 90,-5 17 0,2-6-90,0 4 90,-2 7 0,5-4 0,2 10 0,0-4 0,6 9 0,-8-5 0,3 1 0,0-2 0,-3-4-360,9 0 180,-6 0-270,3-8 1,0-4 269,-3 1 45,2-9 0,-1-2 45,-4 3 45,-2-6 0,-1-1-378,-2 0 483,-2 4 0,-2-3 0,0 3-15,-1 6 0,-1-1 254,0-6 1,0-4 0,0 4-165,-3 8 0,1 1 90,1-12 0,-1 2-135,-2 9 179,3-2-89,3 36-180,6 0 0,1 1 0,-2 0 0,1 1-1093,1 2 1,2 3 0,-1-4 728,4 7-86,-4-8 0,2 3 1,-2-3-48,4 7-596,-1-8 1,0 3 0,0-2 956,5 7 0,-5-8 0,0-2 0,-1-1 0</inkml:trace>
  <inkml:trace contextRef="#ctx0" brushRef="#br0" timeOffset="41800">2158 6919 11131,'-8'-20'1169,"1"6"-809,2-7-180,2 5-180,9 0 90,-4 1 179,20 3-179,-13 5 45,7 1 0,1 2-135,-2 2 90,3 3 0,1 4 0,4 11 0,4-2 180,-15-1 0,-3-1-90,-2-3 899,2 9-809,-8-12-270,-5 2 90,-2-13-180,-6-4 90,0-16 0,1 6-360,7-4 0,2-1-615,-2-1-664,5-5 1,4-1-1639,4 4 3201,0 1 0,1 1 0,7 2 0,-7 9 0,-1-1 0</inkml:trace>
  <inkml:trace contextRef="#ctx0" brushRef="#br0" timeOffset="43415">1544 8174 10141,'-9'-8'810,"4"0"-540,-2 5-1,4 0-179,-1 0-90,1 1 0,2 1 90,-2 1-90,3 5 90,5 0-90,8 10 90,-1-8 270,12 7-360,-12-13 180,17 5-90,-15-6-45,3-5 0,0-2-45,-2-1 45,3-7 0,-1-2 45,-4 2 134,0-6 1,-2-1-45,-5 3 90,-1-2 0,-2 0 0,-3 5 270,-4-14-540,2 22-90,-7-3 270,14 28-180,-7-5 89,12 12 1,4 4-718,-2 0 658,0-4 0,4 3 0,-2-3-30,-4-6 0,1 0 22,1 2 1,3 3-1,1 1 1,-2-1 37,0-2 0,-1-2 0,0 1 0,1 1 0,1-1 0,-2 1 344,5 7 1,-4-4 135,-7-8-990,-17-16 1,0-6-937,-6-10 1,-1-4 845,-2-2-30,5 5 0,-2-4 1,1 3 254,3 3 0,-1-1-505,-3-3 1,-3-4 0,0 0 0,3 4-820,1 2 1,1 1 1512,-3-3 0,-1-1 1,2 2-1,-4-3 0,0 0 1</inkml:trace>
  <inkml:trace contextRef="#ctx0" brushRef="#br0" timeOffset="43765">1363 7738 11221,'-10'0'90,"-2"-1"-90,5 1 0,-2 7 89,5 0-89,1 13 0,2-5 0,7 14 0,-5-14 0,9 6-89,-5-6 89,3-6 89,-2 4-89,-1-11 0,-3-4 90,0-11-90,-2-1 270,-5-16-270,4 16 0,-3-2 0,-1 1 0,4 4 90,-3-4-90,12 13 0,13 12-90,-1-2-495,2 9 1,0 2-625,0 2 1209,-2-1 0,5 4 0,-3-3 0,-7-7 0,1 0 0,3 3 0,-1 0 0,1-1 0</inkml:trace>
  <inkml:trace contextRef="#ctx0" brushRef="#br0" timeOffset="44349">2025 7972 12930,'0'-10'-90,"0"-9"90,0 11 0,0-8-180,14-2-90,-5 5-90,4 0 0,1 0-89,1-1-46,3-5 0,1-1 540,-3 4 0,-1 1 45,1-2 0,-1 1 584,-2 2 1,-2 5-495,-7 11-90,0-1 0,-4 15 0,0-6 90,0 8 0,11-8-180,4-1 0,2-11 0,-1 0 0,-2-24 0,-5 15 45,1-9 0,-1-2-45,-2 3 180,0-1 0,-2-1-1,-2 5 91,-1-15-180,-2 21 0,2-3 0,-1 10 0,3 1 90,4 7-180,1-4 90,4 12-45,1-2 0,1 0-45,6 10-1053,-4-4 1,3 4-1,-3-2 1053,-4-4 0,1 1 0,0 3 0,2 3 0,1 1 0,-4-3 45,1 2 0,-1-1-45,0 0 0,2 2 0,-2-1-708,1 3 1,-2-1 707,-2-6 0,-1-1 0,2 4 0,0 1 0,-1-1 0,-3-1 90,2 4-180,-1-3 0,-5-2-2608,-18-5 1438,6 0-379,-10-16 1,-3-6 1484,-1-3 0,4 0 0,0-2 0,-6-6 0</inkml:trace>
  <inkml:trace contextRef="#ctx0" brushRef="#br0" timeOffset="44565">2517 7487 11131,'20'-12'539,"-1"2"1,1 0 44,4 1 1,0 1-1047,0-1 0,0 2 582,0 3 0,2 0 0,-3 4-120,-6 3 0,0 2 30,7 6 0,3 4 0,-4 1-410,-9 0 0,-3 3 335,-1 3 0,1 6 0,-1 0 0,-2-3-520,-4 2 1,-3 1 294,-1-3 0,-1 4 0,-1 2 0,0 0 0,-1-5 60,1-3 0,-1-2 1,-1 3-338,-1-1 1,-2 4 0,-1 1 0,0 0 0,0-2 0,0-4-547,0 2 1,-1-4 0,-1 1 1033,-1 3 1,-1 1 0,0 1 0,-1-5 0,-4 3 0,0-2 0,-2 0 0,0-1 0</inkml:trace>
  <inkml:trace contextRef="#ctx0" brushRef="#br0" timeOffset="44816">1047 8232 13289,'-19'-6'-225,"1"-1"1,-13 5 583,22 29-269,5 0-1005,1-7 1,1 1 959,8 5 0,1 0 0,-2-5 0,2 2-27,2 0 0,3 4 0,2 2 0,2 0 0,-1-2-622,0-5 1,1-1 0,1-1 0,0 0 0,-1 1 603,1 4 0,0 1 0,0 0 0,1-1 0,3-2-105,1-5 0,2 0 0,2-1 0,0-2 0,-1-1 0,-3-3-19,2 1 1,-3-4 0,6-1-346,-2-2 1,5 0 0,2-2 0,2 0 0,0 0 0,-4-2 0,-3 0-625,6-2 1,-4-2 0,2-1 1002,-5 1 1,3 0 0,1-1 0,-1 0-1,-1-1 1,-4-1 0,1-3 0,-2-1-1,-1-1 1,0 0 0,1-1 0,0 1 0</inkml:trace>
  <inkml:trace contextRef="#ctx0" brushRef="#br0" timeOffset="45715">3259 6986 12120,'0'-12'900,"0"2"-271,0 2-89,0 0 90,0 2-271,-4 2 811,2 1-811,-5 10-269,6 2-90,-3 7-363,3 1 363,-3-1-700,3 3 790,-3 2-90,2 1-1049,-1 3 1049,2 1-45,0-6 0,0 1-45,0 10-420,1-8 1,-1 3-1,2-1-835,1 3 1,2 0 251,-3-4 1,1 0 0,0-2 776,2-1 0,-1-4 0,2 0 0,-5-14 0</inkml:trace>
  <inkml:trace contextRef="#ctx0" brushRef="#br0" timeOffset="45899">3111 7115 12930,'-10'-20'3238,"4"9"-3058,18 4-90,-1 6-45,13 10 0,2 2-45,0-2-943,-2 3 0,4 4 0,0 1-150,-3-1 1,-1 1 0,1 0 764,-2-1 0,2 1 0,-1 0 1,-1-1-1,2 2 0,-2 0 1,-1-2-1,1 3 0,1-1 1</inkml:trace>
  <inkml:trace contextRef="#ctx0" brushRef="#br0" timeOffset="46599">2519 8309 10192,'-16'15'45,"0"0"0,0 0 0,-7 6 0,0 0 165,3-4 0,-2 2 0,3-2-76,3-3 1,0 1 180,-9 6 0,9-7 937,22-16-983,13-10 1,3-6-180,-2 3 0,2-2-496,-5 4 0,2-2 0,3-2 1,1-1-1,1-1 0,0 1 1,-1 0 416,-1 2 0,0 0 0,0-1 0,0 1 1,1 0-1,0-1 0,-1 1 0,0-1-203,3-1 1,-1 0 0,0 0 0,0 0 0,0 0 0,2-1 0,0 0 200,-3 3 0,1-1 0,1-1 0,1 0 0,0 0 0,-1 1 0,0 0 0,-2 1 0,-1 2 0,-3 1-228,5-3 1,-4 2 0,0 1 0,3-2 192,0 0 0,2-1 1,3-2-1,-1 0 0,0 0 1,-2 2-1,-4 3-34,2-2 0,-3 2 0,1-1-174,1-1 0,3-1 0,0-1 1,-1 1-1,-5 3-36,0-1 0,-2 1-750,1-1 1,0-2 0,-4 3-690,-4-1 1709,-9-5 0,-10 15 0,-7 0 0</inkml:trace>
  <inkml:trace contextRef="#ctx0" brushRef="#br0" timeOffset="50351">8126 6349 9602,'0'-10'629,"-5"1"-89,4 1-180,-10 2-180,8 1-91,-5 1 1,4 0 0,-2 1 0,4 1-90,-2 0 90,1 1-90,3 1 90,-1-1 0,1-1 0,0 0-3367,0 1 2814,0 5 1,0-3-1,0 4 1</inkml:trace>
  <inkml:trace contextRef="#ctx0" brushRef="#br0" timeOffset="50667">3104 7522 6993,'-3'-7'0,"0"1"0</inkml:trace>
  <inkml:trace contextRef="#ctx0" brushRef="#br0" timeOffset="51665">9604 6565 11670,'-6'-8'2069,"1"1"-2519,5 4-269,0 1 179,0 1-899,0-1-1838,0-4 2326,0 1 951,0-2 0,0 3 0,0 1 0</inkml:trace>
  <inkml:trace contextRef="#ctx0" brushRef="#br0" timeOffset="52654">9553 6531 11131,'-9'-9'899,"2"4"-449,5-2-360,0 6 270,1-4-1,0 4-179,0-2 1979,0 2-1799,0-2-180,1-1-90,-4-2 90,3 3 1529,-2 1-1799,3-2-3187,3 3 0,9-2 2457,0 3 1,10 0 0,-4 0 0</inkml:trace>
  <inkml:trace contextRef="#ctx0" brushRef="#br0" timeOffset="54165">11950 5961 10861,'-1'-8'899,"0"1"-179,1 2 269,0-3-269,0-2-540,0 2 449,4-2-449,-3 7 270,5-5-270,-5 5 270,3-2-360,-3 3 809,1 0-539,-1 7 90,-1 6-360,5-1 179,0 9-179,1-11 360,1 9 0,-3-9-360,1 0 719,1-3-359,-6-4 90,3 1-360,2-9-180,0 2 0,7-8 0,1-1 0,5-3-1093,-1 1 1,3-3 0,-2 1 1034,-3 5 1,0 0 34,4-4 1,4-3-1,0 0 1,-3 3-205,-2 2 0,0-1 204,1 0 1,2-4 0,2-1-1,-3 2 23,2-3 0,-2 1 0,0 1 0,-2 2 0,-1 0 0,1 0 0,-1 0 0,1-2 0,-1 2 0,-3 3 0,6-6 0,-2 3 0,-1 0 0,-6 8 0,6-6-90,-12 10 90,2 1-3277,-5 2 978,-7 11 949,-2-7-1927,-13 20 2567,5-14 0,-8 11 0,8-8 1</inkml:trace>
  <inkml:trace contextRef="#ctx0" brushRef="#br0" timeOffset="55332">12298 5813 18506,'15'-6'-90,"4"5"180,-9 1-180,5 7 90,2-1 0,-4 3 45,2 4 0,1 1-45,-1 1-315,3 7 1,0 1-226,-4-2-300,-5-3 1,2 4 0,-2-3-117,-3-4 1,-1 1-138,1 9 1,-1 6 0,0-3-547,-3-6 1,-1-1 1420,-3 2 0,0 2 1,-1-2-1,-1-1 1,0-1-1,-3 1 1,-1 1-1</inkml:trace>
  <inkml:trace contextRef="#ctx0" brushRef="#br0" timeOffset="55566">10900 7677 9422,'-16'-7'-450,"-4"-8"0,6 9 0,-2-9 1</inkml:trace>
  <inkml:trace contextRef="#ctx0" brushRef="#br0" timeOffset="56866">7785 8219 9062,'-5'-17'989,"1"1"-449,0 2-934,-1-2 933,0 0-89,0-1 0,-1-1-90,0 2 751,-1-7-32,-4-3-719,3 5 244,-7-1-604,4 23 0,0-6 90,-2 31-90,8-13 0,0 8 0,0 2 0,3-4 45,-1 1 0,2 1-135,6-5 135,1 3 0,3-1-90,4-6 0,1-2 45,-3 1 0,1 0-135,5-2 0,-1-4 45,-3-2-180,13-1 270,-16-8-90,10-1 90,-13-5-90,6-1 90,-9 2 389,2 3-479,-1 4 90,6 7 0,-3-2 0,12 6 0,-11-6 0,17 1 90,-9-7-90,4-13 0,-9 3-45,-11-2 0,-4-1-315,-5 1 0,-2 0 180,3 2 0,-1 1-450,-7-8 1,-1 3 89,4 5-674,-1 2 0,0 2 134,3 3 1080,-6 1 0,12 5 0,-1 1 0</inkml:trace>
  <inkml:trace contextRef="#ctx0" brushRef="#br0" timeOffset="57248">7992 7866 10951,'-15'-11'299,"-1"1"1,0 2 0,1 1-300,-3 0 0,0 16-90,15 9 90,-1 0 0,10 9-90,9-13 90,-2-2-90,11-4 90,-15-7 0,10-8 0,-12 0 450,2-11-360,-13-11-180,-8 3 90,-4 1-180,-8 13-90,13 11-1888,-4 7-271,9 8 2429,0 0 0,5 5 0,1-9 0</inkml:trace>
  <inkml:trace contextRef="#ctx0" brushRef="#br0" timeOffset="57466">8018 7714 10591,'-6'-14'1169,"-6"-1"-1169,3 7 0,-5 2 0,12 5 0,-2 12-90,2-4-1169,10 23 719,-6-14-539,7 5 0,1 0 269,-5 0 486,4 0 0,1-1 0,-2-1 1,4 5-1</inkml:trace>
  <inkml:trace contextRef="#ctx0" brushRef="#br0" timeOffset="57883">8243 7786 10681,'-6'-13'1349,"-9"-5"-1079,-9 10-270,4-2 0,-4 15 90,17-4-180,-6 22 90,9-15 0,1 7 0,0 1 0,2-3 0,0 14 0,8-16 0,-6 4-90,16-5-90,-3-4 180,2 0-180,6-12 180,-13-5 45,-1-3 0,-1-3-90,-2-10 0,-4-3 405,-3 0 0,-1-1-91,0 8 1,0-1 0,-2 3-225,-3 1 0,0 3-45,-6-3 0,8 17 0,3 17 0,1-2-180,2 10 1,0 3-451,0 2-463,2-3 1,1 3 0,0-2-547,2-6 1,1 0 1425,-1 2 0,0 1 1,1-2-1,2-3 0,-1-1 1,0 1-1,-1 0 0</inkml:trace>
  <inkml:trace contextRef="#ctx0" brushRef="#br0" timeOffset="58149">8625 8245 6363,'0'-8'0,"0"2"0</inkml:trace>
  <inkml:trace contextRef="#ctx0" brushRef="#br0" timeOffset="58534">8413 8136 11670,'-14'-9'2429,"-3"-4"-2339,7 6 0,6-4 0,19-5-90,1 6 45,4-2 0,0-1-45,2 1-30,-5 2 0,4 0 0,-2 1-420,-3 3 0,0 0-764,4-1 0,-2 0-1665,0 3 2879,-14 10 0,-3 1 0,-1 5 0</inkml:trace>
  <inkml:trace contextRef="#ctx0" brushRef="#br0" timeOffset="60002">8964 8017 10231,'0'-15'720,"0"2"-360,-5 4-1,4 1 1,-4 0-90,5 2-90,-4 1-180,3 2 90,-4 1-180,5 0 360,0 1 0,0 13-180,0-5 269,5 19-179,5 1-90,1 1-90,0-3 180,-6-11-90,-5-11 1169,2 1-1259,-7-14 0,4 4-90,-8-15 90,7 2 0,0-1 0,-3-5 0,3-3 0,2 0 0,6 8-45,-4 0 0,2 1 45,10 5 0,2-9 0,-3 17 0,2-1 90,-1 12-90,-4-3 45,0 12 0,0 2-45,-2-2 0,1 14 0,-1 1-280,-1-1 280,-2-7 0,1 3 0,-1-3 0,2 9 30,-2-10 0,2 2 0,-1-2-120,3 4-448,-1-6 0,0-1 538,2-2-270,6 3-180,-3-6-2014,12 4 1205,-8-10-270,6-1 1095,-3-8 0,0-3 0,8-4 0,-5 1 0,0 0 1</inkml:trace>
  <inkml:trace contextRef="#ctx0" brushRef="#br0" timeOffset="61365">9704 7952 11850,'-6'-7'1080,"1"2"-990,4 2-90,1-2 0,5-1 90,-4-2-1,12 0 1,-6 0 0,7-3-90,-1 0 0,1-2 0,5-3 45,5-4 0,0 1-45,-1 1-30,-4 5 0,3-2 0,-2 2-1415,0 3 1,-1 1 1129,2-3 0,-1 1-2113,4 2 1618,-30 14-1529,-16 13 2339,-1-1 0,7-4 0,0 1 0,-7 3 0</inkml:trace>
  <inkml:trace contextRef="#ctx0" brushRef="#br0" timeOffset="61569">9651 8084 10681,'-9'5'2159,"3"0"-2069,18-5 179,13 0-269,1-5 0,-5 2 0,-1 1 0,-2-4-360,0 2 1,1 2-181,-4 1-944,3 0 0,0 0-1035,3-2 2519,4 1 0,-10-4 0,-7 0 0</inkml:trace>
  <inkml:trace contextRef="#ctx0" brushRef="#br0" timeOffset="61783">9972 7750 11670,'-8'-14'1529,"-11"-1"-1169,8 9-270,-6 0 90,-2 22-180,11-5 0,-2 12 0,0 3 90,3 0-1183,2-5 1,0 5 0,1-3-133,2-6 0,0 0 505,-1 9 0,1 4 1,1-4 179,0-8 0,1 0-553,1 7 1,2 4 0,-1-5 928,-1 7 1,4-8 0,1 0-1,0-2 1</inkml:trace>
  <inkml:trace contextRef="#ctx0" brushRef="#br0" timeOffset="62165">10086 8141 11131,'0'-12'629,"1"2"-179,3-7-360,-1 6-90,11-17 0,-5 14 0,6-8 0,2-3 0,-3-1 0,0-1-397,0 3 0,0-2 457,-5 1 0,0-1 0,-3 1 345,-3-4 0,-2 0-142,3 4 1,-2 0 141,-4-5 0,-1 3-46,-3 11-359,-3-3 90,2 14 0,3 12 90,0 16-90,4-1-60,-1-2 0,1 3 0,-1-2-303,1-4 0,0 1 243,3 11 0,2 5 0,-1-4-60,-3-9 0,1 1-382,3 0 0,2 4 0,1 0 0,-2-4-113,-2-2 0,0-1-508,5 7 1,1 2 0,0-3 812,0 4 0,-1-7 0,-1-1 0,-1-2 0</inkml:trace>
  <inkml:trace contextRef="#ctx0" brushRef="#br0" timeOffset="63700">12962 7828 7083,'-7'-11'0,"-1"3"0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50:34.8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3575 3083 9691,'-9'-6'1350,"0"1"-1260,5 4 449,-3-2 181,-1 1 89,-2-2-629,3 2 180,0 0-270,5 1 360,-1 0-270,6 6 449,12 2-404,5 0 0,2 1-180,-5-3 0,2-1-993,7 0 1,5 0 0,-4-1 947,-7-1 0,2-1 0,2 0 0,4 0 0,1 0 0,-4 0 44,0-1 1,1 0-45,0 1 0,5-1 0,0 0 0,-4 0 0,-2 0 0,1 0 0,-3 0 0,4 0 0,2 0 0,1 0 0,-3 0-591,2-1 1,-1 0 0,-1 0 0,1 0 590,0 0 0,-1 1 0,1 0 0,1 0 0,-3-2 0,2 0 0,0-1 0,-2 1 0,-5 0-177,3 1 1,-2 0 176,0-1 0,4-2 0,0 0 0,-4 1 0,-3 1 0,0 1 0,6-3 0,4-1 0,-5 1 90,5-1-90,0 1 0,-1 0 90,-9 0-48,0 2 1,-2 0 47,-5 0 1925,4 0-1835,-6 0-91,-3 2 1,1-2 3186,1 0-2875,-3 1 718,3-3-1029,-6 2 191,3-2-191,-4 1 0,1-3-90,-3 2 0,1-3 0,0-2 0,-1 1-90,3-22 90,-2 13 0,0-8 0,1-2-334,-2 3 334,1 2 0,-1-3 0,1 3 0,-1 5 0,0 0-23,-1-5 1,0-4-1,0-1 1,-1 2-1071,0 2 1,0 1 0,0 0 1060,0-4 1,1-1 0,-2 0 31,0-3 0,-2-2 0,1 2-762,-1 5 1,1 1-1,-1 0 762,1-1 0,0 1 0,-1-1-452,-2-6 0,0 0 0,0 3 497,4 11 0,-1 0-283,-2-8 0,-1-4 0,1 5 238,2 7 0,-1 1 170,-1-6 1,-2-2 0,1 3-171,-2-4 368,-1 2 1,0 0-369,3 9 1583,-7-13-1583,9 20 0,-1-4 1736,2 7-1826,1 2 1902,0 0-1812,-6 2 1559,3 0-1559,-18 4 0,10 1 0,-10-1 0,-1 1-1804,-3 2 1804,5-4 0,-3 1 0,4-2 0,-2 1 0,2-1 0,0 0 0,-2 0 0,-4 1 0,-4-1 0,0 1 0,3-1 0,1 0 0,-1 0 0,5 0 0,-3 0 0,-3 0 0,3 0 0,3-1 0,-5 1 0,0-1 0,5 0 0,-3 0 0,-2 0 0,2 0 0,4 0 0,-6-1 0,1 1-18,4-1 0,-3 0 0,-2 1 0,2-1 1,4-1 17,-6-2 0,0 0 0,5 1 0,-3 0 0,-3 0 0,1-1 0,3-1-949,-4-3 1,2-2 0,0 1 948,-2 2 0,-1 0 0,1-1-30,1-2 0,1-1 0,5 2-1,-3-3-14,1 1 0,1 0 45,6 3 0,1 0 0,0 0 0,3 2 1189,-1 0-1189,9 7 3276,6 3-3179,3 10-97,-2-4 0,5 5 90,-4 10 0,2-7-1109,-3 1 0,0 5 1,-1-1 1062,1-4 1,-1 2-27,0-1 0,-2 5 0,0 2 0,1-1 0,0-3-18,0 0 0,1-3 0,-1 3 30,-1 0 0,-2 4 0,0 2 0,0 0 0,0-2 0,1-4-30,0 2 0,2-3 0,-2 3 15,0-2 0,-1 3 0,1 2 0,-1 1 0,0-3 0,1-4-15,-1 0 0,2-3 0,-1 3 18,1 4 0,1 5 0,-1 2 0,1-2 0,0-5-18,-1 1 0,0-1 22,2-1 1,0 5-1,0-1 1,0-6-23,0-7 0,0-1 0,2 14 0,1-2 0,2-7 0,-1-2 0,0-1 0,0-5 90,1 9-90,-4-16 990,2 3-1170,-3-12 180,10 2 0,-4 1 90,24 4 0,-12 8 316,0-7 0,5 0 0,-3 0-406,-2-1 0,1 0-23,5 0 1,7-1-1,1 0 1,-4-1-128,-7-1 0,-1 0 0,4-2-260,0 1 0,5-1 1,3-1-1,2 1 1,0-1-1,0 0 0,-3 0 1,-3 0-411,5 0 1,-4 0 0,0-1 0,5 0 676,-9 1 1,3-1-1,2 0 1,1 0-1,2 0 1,-1-1-1,0 1 1,-2 0-1,-1-1 1,-3 2-1,5-2 1,-3 1-1,-1 0 1,0 0 0,2-1-1,-1 1 1,-1 0-1,1 0 1,0 0-1,-1 0 1,1-1-1,-1 1 1</inkml:trace>
  <inkml:trace contextRef="#ctx0" brushRef="#br0" timeOffset="13993">7649 3449 24575,'0'0'0</inkml:trace>
  <inkml:trace contextRef="#ctx0" brushRef="#br0" timeOffset="18781">12272 2547 24575,'0'0'0</inkml:trace>
  <inkml:trace contextRef="#ctx0" brushRef="#br0" timeOffset="23865">6964 2380 12210,'0'-13'720,"0"0"-361,0 1 91,-5 2-90,3 0 90,-3 1-91,5 3-89,-3 0-180,2 2 90,-2 1 270,3 1-360,0 11 0,4-7 90,-3 14-90,3-10 0,2 6 90,1 7-180,3-7 0,6 13 0,-7-15 89,12 10-89,-11-13 90,13 5-90,-13-9 90,11 1-90,-12-9 180,5-16-90,-7 5-45,-3-1 0,-1 1 45,-1 5-90,2-8 0,-2 13 0,0 0 180,5 19-180,-1-5 0,1 6 0,0 1 0,2 2 0,4 8 45,-5-3 0,1 0-464,1 8 419,-3-8 0,1 5 0,-1-4 0,-3-7 0,0 1 0,0 6 0,1 3 0,-2-3 90,0 7-90,-1 2 0,0-2 0,-2-6 180,-3 0 0,-4-1 90,-12-2-270,1 2 0,3-17 0,0-2 0,4-3-180,-14-13 0,16 5-405,-1-8 0,2-3 46,4 0-541,0-8 1,2-1 269,7-1-283,-1 3 1,1-3 0,1 2 623,2 4 1,1 1 0,-1-8 0,0 0 0,-5 13 0,1 1 0</inkml:trace>
  <inkml:trace contextRef="#ctx0" brushRef="#br0" timeOffset="31897">9499 3731 15898,'9'2'-3277,"0"0"2457,-4-7 1,1-2 0,1-6 0</inkml:trace>
  <inkml:trace contextRef="#ctx0" brushRef="#br0" timeOffset="32233">9871 3802 13649,'-11'0'-2069,"1"0"2069,5-9 0,2 4 0,3-7 0</inkml:trace>
  <inkml:trace contextRef="#ctx0" brushRef="#br0" timeOffset="33081">9801 3297 13289,'-9'2'990,"2"-1"-271,1-1-539,2 4 720,-5-3-720,6 3 180,-3-2-181,4-2 361,-2 3-450,3-2 899,-2 0-989,2-4 0,1-2 90,0-9-90,3 6 0,1-12 90,0 11 180,4-15 90,-4 11-270,3-2 0,-5 6 0,-1 6-90,0 1 0,-1 0 0,-6 6 0,5 3 0,-15 11 0,10-4 0,-3 0 0,-2 1 0,3 0 45,0 2 0,1 1-45,1-2 0,-1 10-90,2-5 90,2 0 0,0-2 90,1-4-180,2-18 0,9-14 90,-2 2 0,0-2-1222,1 2 1,0 0 1221,0-1 0,0-1-1337,-1 0 1,-1 0 1426,1-4-326,1 0 0,-2 1 326,-2 5 74,1-6-74,-4 15 1273,-18 29-3522,2 4 1439,3-8 1,1 2-920,1 2 1,2-1-1639,3-1 3190,1-5 0,0 0 0,4 0 0,-1-1 0</inkml:trace>
  <inkml:trace contextRef="#ctx0" brushRef="#br0" timeOffset="34581">9777 2872 12840,'2'-10'1259,"2"0"-629,-3 5-1,1 1 1,-2 0-90,0 1-91,0 2 990,0 0-1259,0 5 0,-4-3 90,-1 25-270,-5-14 45,3 9 0,0 2-45,-2-4-45,0 3 0,1 0-45,1-3-360,-2 1 1,1 0 89,2-4-585,-1 0 1,0-1 44,2-3-2377,-7 11 2792,5-15 0,-1 2 0,2-7 0</inkml:trace>
  <inkml:trace contextRef="#ctx0" brushRef="#br0" timeOffset="34831">9558 2949 14189,'-11'-14'1889,"3"4"-720,1 2-809,5 12 629,5 2-719,14 15 45,-1-5 0,2 0-270,4 3 0,1-1-158,-4-1 0,1-1 113,0-2 0,1-1 0,-3-1-179,7 4-541,-7-6 0,3 2 1,-3-2-451,1 0-469,0 0 1,-1-2-1639,-6-2 2936,6 1 1,-12-5 0,-1-1 0</inkml:trace>
  <inkml:trace contextRef="#ctx0" brushRef="#br0" timeOffset="35647">9772 2942 13829,'-5'-9'2069,"4"3"-900,-11 10-899,7 5-90,-4 4 0,-1 1-90,1 6-45,-3 2 0,0 1 45,0-1-90,4-4 0,-2 4 0,1-1 0,0 2 0,0 1-360,1-2 0,-1 1 0,1 0-1279,-1 7 1,0-2 803,4-11 0,0-1-2442,0 8 1607,4-21 1670,-1-1 0,0-2 0,0 0 0</inkml:trace>
  <inkml:trace contextRef="#ctx0" brushRef="#br0" timeOffset="35947">9499 2942 14369,'-5'-8'360,"1"2"1259,2 5-1260,14 11 1,5 6-180,-4-3-120,4 1 0,3 4 0,-3-4-60,3 3 0,-2-2 0,3 2 0,-3-2-210,5 4 240,-5-4 0,4 2 0,-4-2-120,4 1-180,2 2 0,0 0-180,-4-5-495,0-1 1,-1 0 225,-6-4-2429,8 2 3148,-17-8 0,1 0 0,-4-2 0</inkml:trace>
  <inkml:trace contextRef="#ctx0" brushRef="#br0" timeOffset="36231">9816 2797 14279,'-8'-3'1889,"-4"0"-1619,7 9 449,-6 11-539,6 0 90,-1 6 0,-1 1-90,2 1-120,-1-2 0,-1 5 0,1-4-175,3-7 0,-1-1 115,-2 9 0,-1 4 0,0-5 0,0 4-225,-1 2 1,1 0-226,0-7-855,1 1 1,0-2-45,2-5-1928,-3 13 2634,4-21 1,0 3 0,2-9-1</inkml:trace>
  <inkml:trace contextRef="#ctx0" brushRef="#br0" timeOffset="37467">6981 3195 14369,'0'-13'989,"0"1"-539,0 7-180,0 0 0,-5 1 359,4 2-269,-3 7-270,4 15 0,0-4 0,0 2-45,2 2 0,0 0-1761,-1 11 1716,7-9 0,-3-2 0,4-8-458,4 10 369,-5-15-181,4 2 180,-7-8-270,7-12 180,-2-8 180,0-3 0,-1-1 0,-1 5 753,-3 5-843,3-2 347,0 4-257,-3 5-90,8-1 90,-7 6 0,9 0 0,-7 1 1004,16 5-1004,-5-4 90,3 4 180,3-12-90,-15-1 180,6-13-360,-13 7 0,-5-17 0,1 16 0,-7-2 0,-2-1-90,7 3-405,-9 1 0,0 0-134,9 6-2648,-13-2 0,14 26 2751,-3-7 1,4 14-1,1-12 1</inkml:trace>
  <inkml:trace contextRef="#ctx0" brushRef="#br0" timeOffset="41030">7487 3137 12300,'-10'-6'540,"1"1"-270,3 3 89,1 0-89,-1 1-90,1 0-90,1 1 0,0 0 0,1 0 0,-1 7 0,1-6 0,0 10 0,0-9 0,-2 12 0,2-9-90,-2 13 0,3-6 90,0 1-90,12 2 0,-7-10 0,19 6 89,-16-8-89,14-1 0,-13-1 0,4-7 0,-9 0 180,-6-14 0,-11 2-90,2 0 0,-11 0-450,14 13-719,-3-2 269,7 7-2467,3 12 2544,8 0 1,-3 6 0,4-4 0</inkml:trace>
  <inkml:trace contextRef="#ctx0" brushRef="#br0" timeOffset="41731">8504 3039 15808,'1'16'270,"0"-3"-270,-1-3 90,0 1-90,0-2 0,5 7 0,-4-8 0,16 10-180,-4-9 0,3 1-180,0-6 270,-11-3 0,5-7 90,-7 5 0,4-15 0,-5 14 0,1-11-90,-2 12 90,0 2 0,10 5 90,3 3-90,3-4 180,11-2 0,-17-9 180,12-1-180,-16 0 270,2-17-361,-6 5-89,-7-9 0,3 7 0,-15 1-89,14 7-91,-14-10-180,14 16-2917,-6-2 0,7 14 2509,-1 2 0,7 1 1,1-2-1</inkml:trace>
  <inkml:trace contextRef="#ctx0" brushRef="#br0" timeOffset="41982">8954 3054 14099,'4'-8'2519,"0"3"-1350,1 3-989,-1 10 180,6 5-360,-5 3 44,2-2 1,0 1-45,-2 1-765,3 5 1,0 2-315,-2-5-560,0 4 1,-1 0 1018,-1-2 0,0 3 0,-3-8 0</inkml:trace>
  <inkml:trace contextRef="#ctx0" brushRef="#br0" timeOffset="70515">12295 1794 14009,'0'-13'899,"0"1"-269,0 1-90,0 0-90,0 3-181,-5 0-89,3 2-180,-3 2-90,5 1 0,0 2 90,0 7 0,0 3 0,0 11 90,0-2-90,0 3 0,0 4-270,0 0 1,0 2-536,0-3 0,0 2 0,0 0-288,0-2 1,0 0 0,0-2 77,0 1 0,0-3 1015,-1-2 0,2-4 0,4-8 0,0-1 0</inkml:trace>
  <inkml:trace contextRef="#ctx0" brushRef="#br0" timeOffset="70848">12476 1755 12480,'-7'6'1169,"-4"1"-1169,6 8 45,-1-1 0,-1 1-45,2 3 0,1 0 45,2 5 0,1-1 45,-1 8-90,20-4 0,-10-21 0,10-3 0,3-4 45,-4-5 0,0-2 0,2 2 0,0-3 180,1-12 0,-4-2-225,-7 3 224,-4-8 1,-6 0-135,-11 6-45,-3-2 0,-2 2-45,-6 5-180,3 5 1,0 2-271,3 6-990,-1 10 1,1 4-270,4 2 1709,-1 10 0,2 2 0,3-2 0,3-4 0,-1 0 0</inkml:trace>
  <inkml:trace contextRef="#ctx0" brushRef="#br0" timeOffset="71567">11893 2170 13649,'-15'-7'1349,"7"2"-1259,-6-1-90,11 5 180,-4 7 90,22 15-180,-4-3 45,11 2 0,3-1-3412,1-3 3309,-5-3 1,2-1 12,8-1 0,-1-3-288,-11-2 0,2-1 265,2 0 1,5 0-1,0 0 1,-4-2-361,0 0 1,1-1 359,2 0 1,5 0-1,0 0 1,-5-2-398,1-2 1,0-1 374,-5 0 0,4-1 0,1 1 0,-1-2 0,-4 1 0,6-4 0,0-3 0,-4 1 0,3-2 0,2-2 0,-1-1 0,-4-1-23,-1-3 1,-4-2 0,-1-2-1,1-1 165,-2 2 1,0-1 0,0-1-1,-1-1 1,-2-1 0,-2-1-128,-2-1 0,-3-3 0,-1 0 0,-2-1 0,-1 1 0,0 2 3,0 2 0,-1 2 0,0-1 0,-3 1 0,-1-2 12,-4 0 0,-1-3 0,-3-1 0,0 2 0,-1 2 0,1 4-30,0 1 0,-1 3 0,-3 0-18,-2-2 0,-5-3 0,-1-1 0,0 3 0,2 4 18,-6-1 0,-2 4 0,3 5 0,-4 0 0,-3 0 0,2 1 0,3 3 30,3 1 0,3 3 0,-4 1-18,1 3 1,-2 1 0,-3 1 0,0 2 0,-1 0 0,1 2 0,1 1 2,0 3 0,0 2 0,1 2 0,0 0 0,0 1 0,0-2-171,0-1 1,0-1-1,0 1 1,0 0-1,0 1 1,0 2 166,4 0 0,-1 3 0,-1 0 1,1 2-1,1-1 0,1 0 0,3-2 1,1-1-12,-3 4 0,5-2 0,-2 3 15,4-2 0,-3 3 0,0 2 0,1 0 0,2-1 0,3-4-15,1 0 0,2-3 0,2 4 0,2 1 0,0 4 0,0 1 0,3-2 0,0-3 0,3 3 0,5-1-113,2 0 1,5 3-1,0-1 1,1-5-68,0-2 0,5-3-252,-2-4 0,5 0 1,2 0-1,-1-1 0,-2-3 42,-2-2 0,-1-2 1,3-2-158,2 0 1,4 0 0,2-1 0,1-1 0,-3 0 0,-2-1 276,3-1 1,-3-1 0,2-1-1,-3 0 1,3 0 0,1-1 0,-2 0-1,-2 0 1,0-1 0,1-1 0,-1 0-1</inkml:trace>
  <inkml:trace contextRef="#ctx0" brushRef="#br0" timeOffset="73213">12766 1789 11041,'-11'0'1169,"-2"0"90,-5 0-1079,5 0 630,-8 0-630,15 0 359,-4 0 451,8 0-271,20 0-629,-2 0-445,3-3 1,6-2-1,2 0 400,-1 0 0,3 0 0,0 0 0,-1 0-434,-4-1 0,-2 1 1,1 0-1,3-1 389,1 1 0,4-1 0,1 1 0,-1-1 0,-1 1 0,-5 1 0,1 0 0,-5 0 0,4 0-15,0 0 0,3 0 0,2-1 0,0 0 0,-2 1 0,-4 0 15,0 1 0,-3-1 0,3 1 18,2-1 0,5-1 0,0 1 0,-1-1 0,-5 1-63,3 0 0,-2 0 67,-1-1 1,3 0 0,-1 1-1,-4-1-22,-4 2 0,-2-1 0,6-2 0,1 0 0,-3 0 0,-1 0-429,-3-1 1,-2 1 68,-10 2-1439,0-5 1079,-4 6-1392,-8-5 853,-3 5 1259,-10 0 0,-1 0 0,-6 2 0,5 1 0,0-1 0</inkml:trace>
  <inkml:trace contextRef="#ctx0" brushRef="#br0" timeOffset="73681">12986 1794 10771,'-30'0'989,"0"0"1,1 0-1,1 0-809,-1 0 0,1 0 359,7-1 1,9 2 360,20 2-630,5-2-46,13 1 1,4 0-865,1-2 760,-5 1 0,5 0 0,-2-1-1636,-7 0 1,0 0 1515,1 0 0,2 0 0,0 0 30,-4-2 0,1 0 0,0 0-314,2 0 0,0 0 0,2 0 306,2 0 1,3-1-1,0 0 1,-2 1-23,-2-1 0,-1 0 0,2 0 36,-4 2 0,2-1 0,0 1 0,0-1 0,-1 0-435,0 0 0,-1-1 1,-1 0-1,0 1 399,5 0 0,0-1 0,0 1 30,4-2 0,0 0 0,-5 1-1008,-1-1 978,-8 1 0,0 0 488,3-3-668,-10 3-536,6-3-3,-14 3-629,1-4-181,-4 4-545,-6-4 2074,-4 3 0,-4-2 0,-2 3 0</inkml:trace>
  <inkml:trace contextRef="#ctx0" brushRef="#br0" timeOffset="74164">13597 1464 11850,'-14'-11'989,"1"0"1,-2-1-990,-8-3 0,19 12 90,-3 1 90,7 10 270,5 8-270,-4 2 89,10 1 1,1 1-90,-1 0-60,4-3 0,5 3 0,-3-4-354,-5-5 1,0-1 353,9 4 0,5 3 0,-4-4-76,-7-5 1,0-2-45,9 3 0,4 1 0,-3-2-233,-6-3 0,-1-1 233,10 2 0,3 0 0,-3-2 45,-9-1 0,0-1 45,6 0 0,3 0 0,-4-1 90,4 0-45,-8 0 0,0-1 315,2 0-360,-11-5 359,7 3-359,-14-6 305,2 7-305,-5 2 539,-6 1-540,-10 23 1,-1-12-90,0 4 0,-3 5 0,-1 0-820,3-6 1,-1 0 0,-1 0 0,1 0-209,-4 5 1,0 0-1,-2 1 372,5-4 1,-2 1-1,0 0 1,2-1 0,3-2-984,-2 2 1,2-2 1321,0 2 0,-2 1 0,4-3 0,-4 9 1,1 0-1</inkml:trace>
  <inkml:trace contextRef="#ctx0" brushRef="#br0" timeOffset="83579">4711 4532 13379,'8'-5'180,"3"-1"-180,-7 2 90,10-5 90,4-6-180,-3 2 45,0 1 0,-1 0-45,0 2 0,7-6 90,-2 4-2723,-4 3 2633,5-2-341,8-3 341,-11 7-322,0-2 0,-1 2 322,-4 1 1,9-3-1,-16 6 1631,5-1-1631,-7 3 233,0-1-2121,-2 12 1702,-1-5-3091,-3 19 3174,2-12 0,-2 8 1,3-8-1</inkml:trace>
  <inkml:trace contextRef="#ctx0" brushRef="#br0" timeOffset="84246">4732 5136 10411,'-19'0'1889,"1"0"-1529,2 0-270,6-5 90,31-11-180,-8 2 30,3 2 0,4-2 0,-1 2-432,-6 3 0,1-1 402,9-5 0,5-3 0,-4 3 0,-6 4 0,1 0 22,0 0 1,4-2-1,0 0 1,-3 2-23,-3 1 0,1 0 30,6-3 0,3-3 0,-4 2 15,-8 5 0,-1 1-45,5-4 0,-2 2-504,-6 2-486,-14 13 181,-2 3-830,-4 5 1,0 1 1537,-5 5 1,5-5 0,0 0 0,-3 3 0</inkml:trace>
  <inkml:trace contextRef="#ctx0" brushRef="#br0" timeOffset="84914">4802 6104 10501,'-13'2'810,"6"-1"-451,0-6-269,14-4-45,1-4 0,2-1 45,10-7-539,-6 6 0,2-3 0,1-1 1,1 1 478,2-1 0,0 1 0,1-1-30,-4 3 0,-1-1 0,2 0 0,0 1 22,4-3 1,2-1-1,-1 1 1,-4 3-23,-2 3 0,-1 0 60,7-6 0,3-2 0,-5 4 209,2-2-224,-9 7 0,-2 1-1029,-2 1-2293,-18 9 3016,1-1 1,-7 6 0,5 2 0</inkml:trace>
  <inkml:trace contextRef="#ctx0" brushRef="#br0" timeOffset="87647">3971 1970 9781,'0'-10'720,"0"0"-630,0-2 90,-4 0-90,0-4 0,-1 5 270,-13-13 89,-1 1-269,1 5 0,-2 2-180,8 4 0,-2 2 45,-6-1 0,0 3-45,2 3 0,-5 2 0,-1 1 0,0 1-1264,-7 5 0,0 3 1264,16-4 0,-1 2 0,-9 5 0,-5 4 0,2 1-253,5 1 0,1 1 0,-1 3 307,2-2 0,0 2 0,-1 1 0,1 0 0,1-1-312,2-2 1,1 0-1,0 0 1,0 2 275,-1 4 0,0 2 0,0 1 0,2-2 0,1-3 27,-1 3 0,0 0-9,4-5 0,-2 4 0,-1 1 0,1-2 0,2-3 9,-2 4 0,0-1 0,2 2 0,-3 4 0,1 0 0,3-4 0,0-1 0,3 0-9,1-1 0,1 4 0,-1 2 0,2 0 0,3-1-422,2 1 0,3-1 0,1 0 0,-1 0 408,-2 0 1,-1 0 0,1 1-1,3-1 14,3-3 0,2 2 0,2-1 0,0-2 0,-2-4 416,3 0 0,2-1-385,1 0 1,3 4 0,1-2-1,-2-3-22,0-1 0,0-1 0,2 1 0,3 3 0,0-1 0,-2-3 0,-1 0 0,1-1 45,-1-1 0,3 2 0,2 1 0,1-1 0,-1-2-54,-1-2 0,0-2 0,0-1 0,2 1 0,1 0-156,-2-1 1,2 1 0,1 0-1,0 0 1,1 0 0,-2 0-1,-1-2 120,3 1 0,-3-1 0,1 0 0,0-1 0,2 0 30,1-1 0,2 0 0,1 0 0,0 0 0,-1-1 0,-3-1-131,0 0 0,-3-1 1,0-1-1,1 1 123,3 1 1,0 0 0,1-1-1,1-1 14,-3-1 0,1-2 0,0-1 0,-2 0 0,-4-1-36,4-1 0,-1-2-133,-1 0 0,3-2 0,0-1 1,-5 1 132,-3-3 0,-2-1 0,0-3 0,3-2 0,-1-1 0,-2 1 0,1-2 0,1-2 0,-5 3 0,3-3 0,1-2 0,-1 0 0,0 1 0,-3 3 0,-1 0 0,-2 2 0,2-3-15,0 0 0,1-4 0,2-2 0,0 1 0,-2 1 0,-3 3 15,3-6 0,-2-1 0,-3 5 0,1-5 0,0-1 0,-1 2 0,-2 2 0,1-5 0,-2 0-18,-1 5 0,-1-3 0,1-2 0,-1 1 0,-1 4 18,0-4 0,0-1-36,-2 5 0,0-4 0,0-2 0,0 0 0,-1 3 36,-2 3 0,0 1 0,-1 0 0,0 0 0,1-3 0,-1 0 0,0 0 0,-3-2-18,-1 0 0,-3-2 0,-1 0 0,0 2 0,1 4 214,-1 4 1,1 4 0,-3-4-215,-1-3 0,-3-5 0,0-1 0,0 3 0,1 4-27,-2 1 0,-1 1 45,0 0 0,-5-3 0,1 1 0,2 4 0,2 2 0,-1 1-23,-2-1 1,-3-1 0,-1-1-1,4 4 23,1 1 0,-1 2-23,-2-1 1,-5-2 0,-1 1-1,4 3 23,-1 1 0,1 1 0,-1 0 0,-2 0 0,0 1 0,3 3 0,1 2 0,1 1 406,-4-2 1,-3 2-425,4 3 0,-5 0 0,-1 1 0,1 1 0,3-1 246,3 1 1,3 0 0,-4 1-229,3 0 0,-4 1 0,-2 1 0,0 1 0,0-1 0,2 1 0,4-2 0,-3 3 0,3-1 0,-2 2 0,0-1 0,-4 3 0,-2 0 0,1 1 0,2-1 0,3-1 0,1 0 0,3 0 0,-3 2 15,3-1 0,-4 3 0,0 1 0,-1 0 0,3-1 0,3-1-15,0 1 0,4-1 0,-2 3 0,-2 3 0,-3 5 0,0 1 0,1-1 0,4-2 30,3-2 0,2-2 0,0 3-30,0-1 0,-1 5 0,-1 0 0,0 2 0,2-3 0,1-2-30,1 0 0,2-3 0,-1 4-195,1 0 0,-2 4 0,0 1 0,1 1 0,0-2 0,3-4-15,0-2 0,2-2 1,-1 2-417,1 5 1,-1 4-1,0 1 1,2-1 0,1-5-360,4 2 0,1-1 1015,1-2 0,-1 2 0,1 0 0,2-4 0,2 1 0,2-2 0,2 6 0,-1 0 0</inkml:trace>
  <inkml:trace contextRef="#ctx0" brushRef="#br0" timeOffset="96099">4961 2258 8342,'-9'4'270,"1"-1"-180,1 0 90,0-1 90,1 0 0,-1 1 89,1-1-89,-1 0 0,1 0 90,0 0-90,1-1 90,0 0-91,1 0-89,1 0 90,0 0-90,1-1 809,1 0-719,6 0-180,2 0 90,5-5 0,9 0-135,7-5 0,2 0-90,-10 5 0,2-1-775,2 0 1,3-1 0,1 0 0,-4 1 761,-2 0 1,0 1 79,3-1 1,5-2-1,1 1 1,-4 0-809,-2 1 0,-2 1 0,0-1 786,4 0 0,1-1 0,-1 1-259,1 0 1,-1 0-1,-4 1-3018,7-2 3219,-10 6 0,-22 1 1,-25 7-1</inkml:trace>
  <inkml:trace contextRef="#ctx0" brushRef="#br0" timeOffset="96497">4749 2476 11041,'-7'2'719,"21"-6"-404,12-5 0,5-1-270,-7 2 0,3 0-865,0-1 1,5 0 0,1-1 0,-5 1-238,-1 2 0,1-1 1111,-3 1 0,6-1 0,1-1 0,0 0 0,-3 1-279,-4 1 1,-1 1 0,-1 0 0,1-1 269,4 0 0,1-1 0,0 0 0,-3 1 243,1 0 1,-3 0-1,1 0-198,-2 1 0,-1 0 0,-1 1-45,-1-1 0,1 1 45,5-2 0,3-1 0,-5 2 0,4-2 90,-5 1 0,0-1 89,-4 0-269,-2 0 0,-5 1 0,-9 5-2468,1-2-680,-9 3 3940,-1 0 0,-5 1 0,0 0 0</inkml:trace>
  <inkml:trace contextRef="#ctx0" brushRef="#br0" timeOffset="99363">4885 1976 8252,'19'0'0</inkml:trace>
  <inkml:trace contextRef="#ctx0" brushRef="#br0" timeOffset="99880">4935 2686 7713,'0'0'0</inkml:trace>
  <inkml:trace contextRef="#ctx0" brushRef="#br0" timeOffset="107988">12750 3802 8522,'-9'-7'360,"4"1"-270,-1 5 90,5-1 90,-6 1-90,4 1-1,-3 0 1,2 0 270,-6-1-180,5 1 360,-10 0-361,8 4 541,-15 0-90,0 8-406,7-7 1,-2 0 45,-9 7 0,9-5 449,9-3-539,12-3 360,14 0-495,1 0 0,0-1-90,-1 0 0,2 0-865,3-2 1,3-1 0,0 0 0,-3 0 806,1-2 1,0 1 12,4 0 0,6-1 0,-1 0 0,-4 1-362,-4-2 0,1 0 384,1 3 1,4 1-1,0 0 1,-4 0-23,-1-2 0,0 1 0,0 1 0,6 0 0,-1 1 0,-5 0 0,-2-1 0,0 1 0,1-1 0,3 2 0,1-1 0,-5 0 0,2 1 0,-3-1 0,7 0 0,-1 1-433,2-1 433,-24 1-2878,3-1 2878,-22 10 0,-8 3 0,3-1 0,-5 3 0,0 0 0</inkml:trace>
  <inkml:trace contextRef="#ctx0" brushRef="#br0" timeOffset="108822">12714 4459 9781,'-8'-5'630,"-2"1"539,5 0-899,-5 2 720,-1-1 269,4 3-539,6 4-91,14 2-314,15-1 0,5 0-270,-13-2 0,2 0-848,3-2 0,6 1 0,0-1 0,-5-1 803,0-3 0,-1 0 18,-1 2 0,3-1 0,2 1 0,-1 0 0,-4-1-322,-2 0 1,-3 0 0,4-1 303,2 1 0,4 1 0,3-1 0,0 0 0,-2 1 0,-5 0 0,0-1 0,-4 1 0,3 0-18,4 0 0,5 0 0,1-1 0,-2 1 0,-6 0 18,-2-1 0,-2 1 0,6 0 0,2 1 0,-6-1 0,2 1-422,-5 0 0,-3 0-2187,-9 0 900,2 6 1709,-28 8 0,6 0 0,-3-4 0,1-1 0</inkml:trace>
  <inkml:trace contextRef="#ctx0" brushRef="#br0" timeOffset="109469">12541 5166 11760,'-16'0'630,"6"0"-270,1 0 1259,4 0-1349,15 0-1,21 0-224,-14-3 0,3 0-865,1 1 1,4 1 0,1-1 0,-4 0 422,4-1 0,1-1 397,-2 1 0,3 0 0,3 1 0,-2-1 0,-4 1-470,-1 1 0,-4 1 1,3-1 469,2-1 0,2-1 0,0 0 0,0 1-452,3 2 0,-1 0 1,-1 0 451,-5-1 0,-1 0 0,1 0 0,6 1 0,1 0 0,0 0-23,-2 0 1,0 0-1,0 0 1,-2 0-38,-3 0 0,-3 0 0,4 0-233,6 1 1,4 1 0,0-1 0,-7 1-23,-5-2 0,-3 1-1324,14 5 1,-9 4 1252,-26 1 1,0 6-1,-22-2 1</inkml:trace>
  <inkml:trace contextRef="#ctx0" brushRef="#br0" timeOffset="110188">12662 5946 11490,'-9'2'1440,"0"-1"718,1 1-1348,26-2-630,-7-5-665,12 1 1,4 1 574,3-4-45,-9 1 0,3 0 44,0 2 1,1 0 0,-1 0-465,0-3 0,1 1 397,2 1 1,4-1 0,1 1-1,-5 1-22,-1 0 0,0 1 22,1-1 1,5 0 0,0 0-1,-4 1-22,-3 1 0,0 0 0,1-1 0,3 1 0,0-1 0,-5 1 0,-2 1 0,-2-1 0,7 0 0,2 0 0,-5 0 0,3 1-223,-3 0 1,-4 0 222,-8 0 90,2 1-90,-11 0-360,-1 0-2917,-1-1 2457,-8 0 1,-1 0 0,-7 1 0</inkml:trace>
  <inkml:trace contextRef="#ctx0" brushRef="#br0" timeOffset="111091">13567 3395 10861,'0'28'2159,"10"-1"-1260,2-2 90,8-8-809,-6-8 0,3-20-180,-8 0-398,6-12 443,-6 7 0,-1 0-379,6-11 304,-3 6 0,2-4 0,-1 2 30,-2 4 0,1-1-36,1 0 0,2-3 0,2-2 0,-1 1 0,-1 4-571,2-4 0,2 0 571,-3 3 0,3-3 0,1-1 0,-1 0 0,-2 5-9,1-2 0,1 2-203,-1-1 1,2-2 0,0 0-1,-3 4 23,-2 3 1,0 1-586,3-2 0,3-2 1,-3 5-360,1 1 1023,1 8 1,-1 3 0,-5 3-1,6 5 1</inkml:trace>
  <inkml:trace contextRef="#ctx0" brushRef="#br0" timeOffset="111691">13581 4012 10681,'-6'-17'989,"1"0"1,-2-5-630,1 10 269,4 34-269,1 6-315,0-10 0,1 1 45,-1-3 0,2 0 360,5 14-136,0-14 1,2 0-135,5 12 0,1-14 0,1-3-90,0-7-45,5-7 0,2-2-45,1-6-820,-5-1 1,3-5 0,0-1 0,-3 3 761,1-2 1,0-1 57,0 0 0,3-5 0,0 1 0,-4 2-1179,-1 0 0,-1 0 1179,-3 3 0,1-1 0,0 0-553,4-8 1,-1 2 552,-5 6 0,0 0-240,2-2 0,1-3 0,-2 4-120,2-3-270,-4 3 1,-2 7-181,-8 18-2467,-13 21 1158,4 0 2210,-1-6 1,0 0 0,3-5 0,2-1 0,-2 2 0,1 0 0</inkml:trace>
  <inkml:trace contextRef="#ctx0" brushRef="#br0" timeOffset="112140">13551 5050 10861,'-3'-7'1709,"2"-3"-900,0 7-269,7-2 90,6 9-360,0 2 269,10 6-359,-12-1 360,15-2-360,-12-3-90,8-3 45,-5-6 0,0-2-135,8-3 0,-3-2 0,4-2 0,-3-1-512,-4 2 0,1-1 489,1-3 1,4-3-1,0 0 1,-4 2 22,0-2 0,-2 0-23,1-2 1,2-5-1,-1 1 1,-3 2 22,-3 1 0,-1 0-135,-2 0 0,2-3 0,-1 0 0,-3 4-45,-2 4 0,-2 0-944,6-11 0,-7 7 44,-9 18-2197,-6 13 1697,-5 14 1311,7-7 0,-1 0 0,1-2 0,1 0 0,-1 1 0,0 0 1</inkml:trace>
  <inkml:trace contextRef="#ctx0" brushRef="#br0" timeOffset="112607">13699 5596 12930,'0'-10'2518,"0"-1"-2158,-4 8 270,2 7-450,-5 9-180,6 2 359,-4 11-269,4-15 360,-1 12-270,8-15 450,8 4-541,3-9 1,6-6 0,2-4-45,-9 3 0,-1-1-585,11-5 1,3-3 539,-4 1 0,1-3 0,-2 1-522,0 0 1,1-1 503,-5 1 0,4-3 0,0-1 0,0 0 0,-4 2-27,3-4 0,0-2-81,-5 5 0,2-3 0,2-1 0,-3 0 1,-2 4-55,1-3 0,-1 1-570,3-4 1,1-2-1,-5 4-599,-2 1-1928,-10-2 2612,-13 25 0,-14-3 0,4 7 0</inkml:trace>
  <inkml:trace contextRef="#ctx0" brushRef="#br0" timeOffset="119217">12731 3872 12840,'-2'-7'0,"0"1"0,-1 6 90,1 0-90,-2 0 0,0 0 0,0-3 0,-1 2 0,3-3 0,-1 4 0,2 0 0,-3 0 0,2 0 0,-5 0-1530,2 0-988,1 4 2518,2 2 0,2 5 0,0 1 0</inkml:trace>
  <inkml:trace contextRef="#ctx0" brushRef="#br0" timeOffset="121336">12851 4486 7173,'0'0'0</inkml:trace>
  <inkml:trace contextRef="#ctx0" brushRef="#br0" timeOffset="123637">12783 5171 10501,'0'-7'90,"0"2"-90,0 4 0,0 0 90,0 0 0,0-1-90,0 0 0,0 1 0</inkml:trace>
  <inkml:trace contextRef="#ctx0" brushRef="#br0" timeOffset="124422">12957 5811 10321,'-5'-10'90,"4"1"-90,-4 4 0,5 0 0,4 2 0,-3 0-90,3 0 90,-4 1 90,4-2-90,-3 2-3277,4 0 3106,-11 2 1,5-1 0,-4 1 0</inkml:trace>
  <inkml:trace contextRef="#ctx0" brushRef="#br0" timeOffset="129492">12785 4554 8432,'-9'-6'270,"1"0"-90,4 4 0,-2-1 539,-6 1-539,4 0 450,-12 1-360,12 0 359,-11 1-449,12 0 450,-6-2-540,8 2 1709,-1-2-1349,13 2-360,-4 0 179,19 0-179,-10 0 0,6 1 0,1 2-90,0-2 90,10 3 0,3 2 0,-8-4 0,0 1-241,2 1 1,3 0 210,-4-1 0,2-1 0,-4 0-60,-7-1 0,0 0 60,9 0 0,5 0 0,-5 0-60,-9-1 0,-1 0 30,9-1 0,3-1 0,-3 0-30,-7 2 0,0-1 30,10-3 0,5-1 0,-3 1 15,1 1 0,-2 1-45,-6-1 0,0 0 0,0 0 60,4 0 0,0 0 0,-4 0 30,8 1-90,-10-1 0,4-1 0,-2 0 90,2-1 0,-2 0-45,-2 1 0,0-1 44,8-3 1,-3 0 0,-6 0-45,6-4 0,2-5-45,-3-3 0,-2-1-635,0 3 1,0-2 634,-5 1 0,0-1 0,-4 1-1164,-3 4 1,-2 1 1163,2-5 0,1-2-30,-4 0 0,1 0 0,-2 0 75,1 1 0,-2-2-45,1-1 0,0-4 0,-1 0 0,-1 4 0,0 0 0,-2 0 0,0 0 0,0-4 0,0 0 0,-1 4-45,0 2 0,-2 0 45,-1-9 0,-3-4 0,2 4 0,2 10 0,-1-1-23,-4 0 1,-2-4 0,0-1-1,2 4 23,1 0 0,0 1 0,-3-1 0,0-1 0,-1 0 0,-2-7 0,0 3 0,2 4 0,0 1 0,2 4 0,-2-2 0,0 0-30,-4-5 0,-1-1 0,0 2 30,1 1 0,-1-1 0,-2 0 0,-2-4 0,-1 0 0,3 5 0,0 1 0,0 1 0,-1 0 0,-3-3 0,-1 1 0,4 3 0,0 2 0,0 1 22,-2 0 1,-2-1 0,-1 0-1,2 3-22,2 2 0,0 3-23,-2 0 1,-4-1 0,1 1-1,2 2 23,1 2 0,0 2 0,-4 1 0,-6 2 0,0 0 0,5 1 0,2-1 0,0 2 22,-2 4 1,-5 3 0,0 1-1,5-1-22,4-2 0,1 2 0,-1 3 0,-4 4 0,1 1 0,4-3 0,0 1 0,0 0 0,0 2 0,-4 3 0,0 0 0,4-2 0,-1 1 0,1 0 18,3-1 0,-3 3 0,0 1 0,0 0 0,3-3-18,2-1 0,3-2 0,-3 3 15,1 1 0,-2 3 0,-1 2 0,0 0 0,1-1 0,2-3-15,1 2 0,1-2 0,-1 3 0,3-2 0,-3 3 0,0 3 0,-1 0 0,1 0 0,2-3 0,1-2 30,0 2 0,1-4 0,0 4-30,1 0 0,-1 3 0,-1 3 0,0-1 0,2-2 0,2-5 0,-1 7 0,3-2 0,0 2 0,0 4 0,1 0 0,1-5 0,0-2 0,2 0-23,2-1 1,3 4-1,0-1 1,-1-4-68,1-3 0,2 0-405,4-1 0,4 3 1,2-1-1,3-5-325,0-5 1,2-4 0,2-1 0,0-1 584,1 1 1,1-1 0,0 0 0,1-2 0,-1-1 0,3 0 0,-1-3 0,0 0 0,-1-3 0,-3-2 0,0-1 0,0 0 0,0 1 0</inkml:trace>
  <inkml:trace contextRef="#ctx0" brushRef="#br0" timeOffset="129976">14018 3250 9062,'-3'14'719,"-1"-2"900,1 0-989,0-4 809,-1 3-989,3-8-90,0-8-135,4-10 0,1-4-135,3-7-1102,-1 4 0,2-5 0,-1 3 1012,0 6 0,1-1 0,0-4 0,1-5 0,1 0 0,-2 2 0,1-1 0,1-2 36,-2 4 0,2-4 0,0-2 0,1 0 0,-1 2-490,-1 2 1,0 1 0,1 0-1,-1 1 1,0-1 475,1-2 1,0 0-1,-1 0 1,2 0-5,-1 2 0,1-1 0,0 0 0,-1 3 0,-1 5-18,4-8 90,-1 4 0,-2 3-90,-6 12-1619,1-1 2630,-4 13-3620,-6 6 4922,1-2-2313,-2 12 0,2-17 0,4 7 0</inkml:trace>
  <inkml:trace contextRef="#ctx0" brushRef="#br0" timeOffset="130375">14727 2244 10771,'-19'0'0,"6"0"0,-11 8 0,13-6 90,-3 11 0,2 5 0,2 5-90,3-7 0,1 2 0,5 5 0,3-1 90,6-3-90,2 2 0,2-1 0,4-7 45,2 0 0,0-1-45,1-3 89,5-2 1,1-2 0,-2-3 225,6-7 0,-2-2-225,-7-2 0,-1-7 0,-4-4 0,-10 1 90,-5-7 0,-3-1-90,1 0-1174,-7 7 0,-4-2 0,2 2 1084,-3-5 0,-2 10 0,-4 0 0,2 3 498,-8 2-498,5 8 0,-5 3 0,3 3-90,5 1 0,0 3-730,-3 4 1,-4 3 0,0 2 0,3-2-820,0 3 1,2 1 1157,-2 2 0,-2 1 0,4 0 295,4-2 1,3 1 0,1 0 0,0 2-1,1-1 1,0 1 0</inkml:trace>
  <inkml:trace contextRef="#ctx0" brushRef="#br0" timeOffset="131642">13616 4813 13110,'2'-14'89,"0"1"181,-2-6-180,-4 5 0,0-7 0,-2-4 45,-6 1 0,-1-1-386,4 2 0,-1-1 251,-3 3 0,-1 0 0,0 3 90,-6-1-90,2 7 0,-2-2 0,1 3-283,4 4 0,-1 1 283,-10-2 0,-5 0 0,2 2-295,8 3 1,-2 0 316,-3 1 1,-4 0-1,-1 0 1,4 1-502,0 0 0,0 2 515,4 0 0,-3 2 0,-2 0 0,2 1 0,3-1 9,-6 0 0,1 2-27,4 0 0,-3 2 0,-1 1 0,1 0 0,4-1 27,-5 1 0,0 2-9,3 1 0,-5 4 0,-1 0 0,2 1 0,4-2-6,6-2 0,3 0 0,-1 2 24,-4 3 0,-3 4 0,0 1 0,1 2 0,4 0 58,2 3 0,5 1 1,0 1-1,0-1-318,0-4 0,0-1 1,0 1-1,1 2 266,3-1 0,0 3 0,1 2 0,1-1 0,0-2 0,2-4-295,0 1 1,2-4 0,0 4 263,1 0 1,0 3 0,1 3 0,-1 0 0,1-3 0,0-3-30,-1 2 0,1-5 0,2 4 36,1 4 0,2 4 0,1 1 0,0-2 0,0-4-36,-3-6 0,1-3 0,1 2 30,2 2 0,2 4 0,1 1 0,0 1 0,0-3 0,-2-4-30,0 0 0,0-4 0,1 3 0,2 4 0,3 5 0,0 1 0,0-2 0,-2-6 0,2 2 0,1-2 22,0-1 1,4 4 0,0-2-1,-2-3-22,-1-4 0,0-1 45,1 0 0,4 1 0,-1 0 0,-2-3-45,-2-2 0,1-1 30,7 3 0,3 1 0,-3-3 15,-7-5 0,0-2-15,7 2 0,5-1 0,-3-2-30,-8-1 0,1-2 0,9 1 0,3-2 0,-7-5 0,1-3 0,-2 1 0,1 2 0,1-2 0,-4 0 0,3-3 0,2 0 0,-1 0 0,-4 1 0,6-2 0,-1-2 0,-5 3 0,3-4 0,1 0 0,-1 0 0,-4 2-45,4-5 0,-1-1 63,-5 2 0,3-3 0,0-1 0,-1 0 0,-3 2-18,3-5 0,-2-1-18,-3 3 0,2-3 0,1-2 0,-1 1 0,-3 3 18,-2 3 0,-2 2 0,0-2-36,3-5 0,1-4 0,0-2 0,-1 1 0,-1 4 36,-3 3 0,-1 3 0,1-4 0,-2-1 0,1-3 0,0-1 0,0-2 0,-1 3 0,-2 3-30,1-2 0,-2 3 0,-1-4 17,-2 4 0,0-5 0,0-2 0,-1-1 1,0 1-1,0 3 0,-2 3 13,0-3 0,-1 4 0,-2-2-15,-1-1 0,-2-3 0,0-3 0,-1 2 0,0 2 0,0 4 15,-5-4 0,-2 1 0,1 7 0,-2-4 0,-2-1 0,0 2 0,3 4 0,-6-3 0,-1 2 18,3 6 0,-3-2 0,-2 0 0,1 2 0,2 2-18,-4 0 0,-1 3-18,1 3 0,-4-1 0,-2 1 0,1 2 0,5 2 18,-3 3 0,0 4-90,6-2 0,-4-1 0,-1 2 0,1 1 1,5 3-1004,-1 10 1,4 4 0,0-1 512,0-7 0,0 0 0,3 4-513,4 10 1,4 5 0,5-5-547,5-9 1,4-1 1585,4 12 1,4-2 0,-1-13-1,1-2 1,3 1 0,-1 1 0</inkml:trace>
  <inkml:trace contextRef="#ctx0" brushRef="#br0" timeOffset="132192">13868 5398 11850,'-10'-20'2519,"-5"-6"-1620,3 8-899,2 2 540,3 6 180,12 28-541,2-5 46,4 13 0,2 2-627,-5-14 0,1 1 462,5 9 0,2 5 0,-2-4-15,-3-6 0,1 0 0,3 4 0,2 4 0,1 1 0,0-2 0,-3-5 0,0-1 0,-1 0 0,1 0-279,0 0 1,-1 1-1,1-1 1,0 1 233,2 2 0,1 1 0,-1-2 0,-3-3 0,-2-4 0,-2 0 0,3 3 0,2 2 0,-3-3 0,1 3-460,-2-5 1,-1-1 189,-3-5-1619,1 0-629,-6-7-759,2 0 2851,-1 0 0,1 1 0,-1 1 1</inkml:trace>
  <inkml:trace contextRef="#ctx0" brushRef="#br0" timeOffset="133176">14810 6260 10681,'2'-11'2249,"1"-4"-1080,-1 2-180,1-1-719,0 6 270,-1 2 1349,-2 5-1439,1 20-181,-1-2 1,0 2-120,0 1 0,0 2 0,0 0-317,0 1 0,0 1 226,0-2 1,0 0 0,0-2-60,0 4 45,0 4 0,0 0-45,0-4 45,0 3 0,0 1-45,0 3 0,0-13 0,0-1-3277,0 0 2457,0-17 1,-6-10 0,-2-6 0</inkml:trace>
  <inkml:trace contextRef="#ctx0" brushRef="#br0" timeOffset="143011">12685 3759 8882,'-10'-1'720,"1"0"-361,4 1-89,-1 0 90,0 0 629,-6 0-269,-1 4-540,-2-3 539,-7 7-539,7-4-90,0 2 90,5 1-90,9-3 630,6 5-450,7-5-46,8 2 1,1-1-180,-5-2 0,2-1-357,6-1 1,5 1 0,2 0 0,-1-1 347,-5 0 0,1-1 0,-1 0 0,1 0 0,-1 0-483,6 0 1,0-1 0,0-1 0,1 2 446,-4-1 0,2 1 0,1 0 0,-1 0 0,-2 0 0,-4-1 0,-1 0 0,-3-1 0,3 1 0,3 0 0,4 0 0,1 1 0,-1-1 0,-5 1 0,4 0 0,0-1 0,0 0 0,4-1 0,0 0 0,-4 1-45,0 0 0,-3 1 45,-3-1 0,0-1 0,-3 1-3277,11 1 0,-32 6 3184,-11 10 1,-7 2 0,4-6-1,1-1 1</inkml:trace>
  <inkml:trace contextRef="#ctx0" brushRef="#br0" timeOffset="143514">12737 4519 12300,'-20'-6'270,"5"5"629,-3-8-719,11 8 450,-2-4-90,23 5-451,-4 0 136,12 0 0,4 0-135,2 0-1183,-4 2 1,5-1 0,-3 0 784,-6 0 1,2-1 374,1 2 1,4 0 0,1 0-1,-4 0-47,0-1 0,1 1-20,1-1 0,5 1 0,0 0 0,-5 0 0,0 0 0,0 0 0,1-1 0,4 1 0,1-1 0,-6 0 0,-2 1 0,0-1-203,1 0 1,5 1 0,-1-1 0,-2 1-891,-5 0 1,-2-1 0,1 1-1,1 0 1,1-1 0,-2 1 1086,4 0 0,-6 0 0,-11-1 0,1 1 0</inkml:trace>
  <inkml:trace contextRef="#ctx0" brushRef="#br0" timeOffset="144029">12647 5163 12480,'-16'0'809,"-4"0"-539,11 0 990,-5 0-721,18 0-89,4 0-405,9 0 0,3 0-404,8 0 419,-4 0 0,4 0 0,-3 0-521,-4 0 0,0 0 461,3 0 0,5 0 0,1 0 0,-4 0-580,1 0 0,0 0 580,-3 0 0,4-1 0,1 0 0,-1 0 0,-4 0-397,-2-1 1,-2 0-1,2 0 397,5 0 0,4 0 0,1 1 0,-1-1 0,-4 0 0,-4-1 0,-3 0 0,2 1-18,4 0 0,4 1 0,0 0 0,0 0 1,-6 0-1008,5-2 0,-2 1 935,-1 1 0,3 1 0,-2-1-765,4 0 1,-4 1 669,-10-1 1,1 2-1455,11 2 1,-5 4 1063,-21 4 0,2 5 0,-23-3 0</inkml:trace>
  <inkml:trace contextRef="#ctx0" brushRef="#br0" timeOffset="144562">12870 5914 13110,'-15'0'44,"-3"1"1,1 1 225,-7 1 225,-2 1 0,0 1-225,5 0-181,3 0 1,1-1 90,9-2 540,-2 2-450,19-3-1607,7 0 1,2-1 1516,11-7-30,-4 3 0,5 0 0,-4-1-105,-5-2 0,0-1-567,4 0 0,6 0 0,-1 1 0,-3 0 566,1-1 1,1 1-349,-4 1 1,4-1 0,2 0 0,-2 0 0,-3 1 303,-4 1 0,-2 1 0,3 0-84,1-1 1,4 0-1,2-1 1,1 1-1,-1 0 1,-2 0 100,-1 1 1,-1 1 0,0-1 0,-1 1 0,0-1-18,2 0 0,-1 0 0,0 1 0,0-1 0,0 1-18,1-1 0,1 2 0,-1-1 0,-2 1 1,-5 0-28,0 0 0,-2 2-135,13-2 0,-4 1 459,-13 1-2258,-12 6 540,-13 2-200,-14 4 1,-4 1 1383,12-4 0,-1 1 1,-2-1-1,-2 0 0,2 0 1,0-1-1,0 1 1</inkml:trace>
  <inkml:trace contextRef="#ctx0" brushRef="#br0" timeOffset="148479">454 3520 11400,'-8'-5'1260,"-1"4"-990,7-9-90,-1 9 89,0-6 1,1 6-90,0-4 0,0 5-90,0-5 180,1 4-180,0-2-90,0 2 360,0 1-91,0 5-269,1 1 270,11 16-180,0 6-45,0-9 0,0 0-45,1 9 0,-5-12 0,-1-1-180,-2-4-1439,4 13 720,-5-14-2378,3 9 887,-3-13 2390,1 3 0,-2-6 0,0-2 0</inkml:trace>
  <inkml:trace contextRef="#ctx0" brushRef="#br0" timeOffset="149012">724 3405 14729,'-8'-10'719,"3"1"-89,4 7-450,0 1 180,0-1-271,1 1 271,-1 0-270,0 13-90,0-5 0,5 20 0,1-15 0,4 17 0,-1-17-90,0 15-180,-3-17-2608,4 18 1799,-5-17-1980,2 11 1350,-4-13 360,0 2 1349,-1-4 0,-1 0 0,0 0 0</inkml:trace>
  <inkml:trace contextRef="#ctx0" brushRef="#br0" timeOffset="149962">923 3308 12570,'-6'-10'1169,"4"2"-629,-5 2-90,3 2-91,3-1-89,-4 2-90,5 0-180,-3 2 0,3 0 0,-4 0 90,4 18 0,7-7-45,-4 10 0,0 1-45,11-1-540,-5 8 1,-1 0-1072,4 0 518,-5-8 1,0 4 0,-1-3 436,3 6 1,-2-5-1,-1-1 1,1-1 0</inkml:trace>
  <inkml:trace contextRef="#ctx0" brushRef="#br0" timeOffset="152379">1300 3253 11131,'-7'0'809,"1"0"-539,6 0 270,-2 0-360,0 0 89,1 0-89,-2 0 0,1 0 0,0 0 0,0 0 0,-1 0 0,1 0 90,-1 0-90,0 0-1,0 0 1,0 0 0,0 0 0,1 0 0,0 4 90,1-3 539,0 3-629,4-4-90,2 0 90,4 0 0,0 0-180,15-4 0,-2-1 0,2 0 30,-2-1 0,2 0 0,-2 0-239,6-1 0,0-1 209,-5 2 0,0-1 0,-3 1 0,2 0 45,-1 0 0,-1 1-45,-7 1 180,8-1-90,-16 4-3367,1-1 2522,-17 2 0,9 0 0,-9 0 0</inkml:trace>
  <inkml:trace contextRef="#ctx0" brushRef="#br0" timeOffset="153780">1942 3166 8702,'0'-8'1079,"0"-3"1,4-1-720,-3 2 629,2-8-719,-3 11 539,0-6-539,0 7 540,0-3-630,0 6 179,0-1-269,0 3-90,-3 0 0,2 5 0,-4 2 90,4 12-90,-2-5 90,2 12-90,0-6 0,1-1 90,-1 5-90,3-1 0,1-3 0,3-8 0,5 11 0,0-13 0,6 11 0,-7-13 90,11 5-90,-12-9 0,10-1 0,-10-9 0,12-2 0,-13-8 0,10-6-90,-12 5 90,0-2 0,-2-1 0,-1 3 0,-4-4 0,-1 1 0,1 6 45,-6 0 0,0 1-45,5 4 0,-18-5 0,15 11-90,-15 0 180,12 4-629,-13 12-1081,6 5 991,1 3-2429,4 9 1618,9-17 1440,-1 12 0,8-13 0,1 3 0</inkml:trace>
  <inkml:trace contextRef="#ctx0" brushRef="#br0" timeOffset="154064">2288 3174 14099,'-9'-9'0</inkml:trace>
  <inkml:trace contextRef="#ctx0" brushRef="#br0" timeOffset="154814">2370 2973 12930,'-6'-14'539,"2"5"-359,10-3-180,-5 8 90,22-4-90,-14 5 45,7 1 0,1 1-45,-4 0 180,13 6-90,-17-4 90,7 13-180,-12-12 360,1 26-270,-4-19 89,-7 20-89,1-14 0,-6 7-90,2-8 0,1 3 0,2-11 0,2 4-90,2-8 90,2 2 0,0-3 90,0 0-90,9 0 0,-6-1 0,14 2 0,-7-2 0,12 2 0,-7-1 0,9 1 0,-14-1 0,9 1 0,-12 0 180,2 4 90,-6 1-90,0 1 0,-3 0 0,-10 3-90,8-3 0,-22 11 0,16-9 0,-6 2 0,-1-1 0,3-2-1,-2 1 1,0-1 0,2-2 0,-13 6 0,16-8 0,-8 2 0,12-5-90,-2 1-90,6-3 90,0-4 0,5-1 0,2 0-90,7-1 90,-6 3 0,10-1 0,-10 2 0,6 1 0,-2 7 0,-6 0 0,2 4 0,1 8 0,-3-7-1079,7 16 179,-7-16-2377,7 12 78,-7-14 3199,5 4 0,-5-9 0,3-1 0</inkml:trace>
  <inkml:trace contextRef="#ctx0" brushRef="#br0" timeOffset="159363">622 3989 9602,'-3'-9'989,"1"1"-719,0 5 90,1-1-1,1 2-179,-1 0 90,1 0-90,-1 1 0,1-1 180,-1 1 0,0 0-271,0 0 451,0 0 0,0 0-540,-1 1 0,1 5 0,1 13 45,1-1 0,2 0-45,2 14 0,-1-7 0,1-2 0,4-4-45,-4 1 0,0 0-135,3-3-630,-2 0 1,0 0-91,0-3-2377,6 12 1877,-6-16 1400,2 4 0,-4-9 0,-1-1 0</inkml:trace>
  <inkml:trace contextRef="#ctx0" brushRef="#br0" timeOffset="159682">748 3927 12030,'0'-10'540,"6"21"-540,-1-5 45,2 10 0,0 2-45,2-5 0,-1 6 0,0 1-180,-1-3 0,-1-1-45,0 1 0,1-1-989,0 4 0,0-4-46,-2-5 1260,4 10 0,-6-14 0,1 3 0</inkml:trace>
  <inkml:trace contextRef="#ctx0" brushRef="#br0" timeOffset="160148">942 3980 12660,'0'-10'180,"0"1"90,0 1-91,0 2 1,0-6-180,0 4 180,14-6-180,-8 7 90,13-1-90,-4 4 90,4 1 0,1 1 0,-4 8 0,-8-5 90,-4 19-90,-3-11 45,1 7 0,-2 2-45,-7-2-1,4 3 1,-1 0 0,-8-3-45,6 1 0,2-2-45,-1-3 90,-1 6-90,5-12 90,-1 2-90,7-7-180,14-5-89,-3 3-496,4-7 0,0-1 46,0 4-920,4-5 1,0-1 148,-2 2 338,-5 2 1,-1 0 1151,1-1 0,-1 0 0,-1 0 0</inkml:trace>
  <inkml:trace contextRef="#ctx0" brushRef="#br0" timeOffset="160497">1415 3893 13020,'-10'-1'1079,"2"0"90,5 0-899,6 1-270,8-1 90,1 1-90,4-2 0,0-1 0,-1 2 0,6-6 0,-1 1 90,0 4-135,2-7 0,1 0-45,-5 4-90,11-6-809,-9 4 539,-9 3-989,8-2 809,-14 5-2158,2-2 1529,-5 2 1259,-1-2 0,0 1 0,-1-2 0</inkml:trace>
  <inkml:trace contextRef="#ctx0" brushRef="#br0" timeOffset="160831">1599 3731 12210,'-12'-3'1349,"4"1"-719,-2 0-540,8 1 0,-2 1 270,8 8-91,13-1 91,10 5-270,-2-5 180,-5-4 0,0-1 449,8-1-539,1 0 90,-3 0 0,-18 0-180,0 0 180,-5 3-180,-3-1 0,-5 12-90,4-3-960,-7 4 1,-4 5-1,-2 1 960,2 0 0,-2 1 0,0 1 0,1-1 0,0-2 0,-1 0 0,1 0 0,-1 1 0,-1 3 0,-1-1 0,1 1 0,-1 0 0</inkml:trace>
  <inkml:trace contextRef="#ctx0" brushRef="#br0" timeOffset="164581">2050 3783 11400,'0'-12'900,"0"3"-630,0 5 90,0 1-1,0 0-89,-4 1 0,3 1 0,-3-1-90,4 1-180,-2 1 0,2 6 0,-2 1 0,2 4 90,0 4-90,0-5 0,4 13 0,-3-11 0,9 12 0,-4-15 90,14 8-90,3-12 0,-2 2 0,6-6 0,-17-1 0,8-12 0,-12 10 0,1-27 0,-6 19 180,-5-8 0,-2-2 179,-9-6-314,5 11 0,-1 0-45,-3-2-180,5 11-809,6 12 359,0-4-2647,-3 27 3123,5-6 0,-1-8 0,1 1 0,1 8 0</inkml:trace>
  <inkml:trace contextRef="#ctx0" brushRef="#br0" timeOffset="164781">2341 3825 13919,'-11'-8'810,"-1"2"-631,11 4-179,-2 1-359,1 0-91,1 0-2827,-2 0 3174,3-1 0,0 0 1,0-2-1</inkml:trace>
  <inkml:trace contextRef="#ctx0" brushRef="#br0" timeOffset="166181">2414 3637 14819,'-9'0'989,"1"0"-899,6 0 360,-1 0-360,1-2 359,0 1-179,1-2-270,0 1 0,1 0 0,0-1 0,0 2-90,0-3 90,5 2 0,0-6 0,11 2 0,-6-1-90,6 2 90,-12 4 0,4 0 0,-5 1-90,0 0 90,-1 0 0,-1 4 90,0 1-90,-1 6 0,0-3 0,-4 6 0,3-6 0,-10 8 0,9-9 0,-8 6 0,8-9 0,-2 4 0,2-5-90,0 2 0,2-4 90,3 1 0,0-2 0,3 0 0,-3 0 0,0 0 0,-1 0 0,1 0 0,-1 0 90,0 0-90,0 0 0,2 0 0,0 0 0,5 0 0,-3 0 0,5 0 0,-6 0 0,7 0 0,-7 0 0,10 0 0,-5 0-90,4 0 180,-5 0-180,-3 0 90,-4 4 0,2 1 0,-3 1 90,0 0-90,-1-3 90,-4 7-90,3-4 0,-9 7 0,9-8 0,-9 3-180,-1 2-89,0-4-811,-10 9 540,10-9-1348,-12 6 1078,13-7-2467,-8 2 1337,12-5 1940,-2 0 0,6-2 0,0 0 0</inkml:trace>
  <inkml:trace contextRef="#ctx0" brushRef="#br0" timeOffset="166848">2560 3594 13559,'2'14'270,"0"-1"-180,-2 3-90,0-6 0,0 13 90,4-11-90,1 14 90,10-11-90,-5 1 90,11-6-90,-12-9 90,13 1-90,-12-8 360,11-6-270,-12-2 269,5-13-269,-10 12 45,-1-3 0,-1-1-45,-7 0 135,2-1 0,-1-1-225,-9 5-45,4-1 0,-3 4-1754,-18 19-1169,4-4 1875,10 10 1,-1 6 0,2 0 682,3-3 0,1 0 1,-1 1-1,-2 3 1,2-2-1,1 0 0,0-1 1</inkml:trace>
  <inkml:trace contextRef="#ctx0" brushRef="#br0" timeOffset="170499">2678 2875 12210,'-4'-6'450,"7"16"-360,-1 0 119,4 7 1,4 4 0,0 3-60,-2 2 0,-1 2 0,1 0-768,1-2 0,1 0 0,-1 2 708,-2-4 0,0 3 0,-1 1 0,0-2 0,-1-3-45,1 3 0,-1 1 0,0 0 0,1 4 0,0 0 0,-1-5-45,0-2 0,0-1 30,1 7 0,2 4 0,-2-6 15,-1-11 0,-1-1-15,2 4 0,0 3 0,-1-5-30,1 4 494,0 0 0,0-1 225,-2-4-89,2 3-630,-4-28 0,-8-2-45,3-11 0,0-2 45,-9-1-902,6 2 0,1-4 0,-1 3 902,1 4 0,-2-1 0,1-5 0,-2-6 0,0-2 0,1 3-355,2 6 0,-1 2 0,1-1 1,-1 0 331,0-3 1,0 0-1,-1-1 1,0 0 22,1 2 0,-1-2 0,0 0 0,1 2 0,0 4-150,0-3 0,0 1 150,-1-1 0,0-2 0,-1 0 0,2 5 0,-1-7 0,0 4 0,0 2-90,3 9 90,5 27 0,4 1 24,0 6 1,1 6 0,0-3 20,0-6 0,1 0-23,-1 4 1,2 3-1,-1 1 1,0-3 22,0 0 0,0 2-23,0 1 0,2 5 1,-1 0-1,0-4 23,-1-1 0,-1 0-23,1 2 1,0 3 0,0 0-1,0-4-22,-2-3 0,0 0 0,-1-2 0,1 3 0,0-2 45,0 4 0,1 0-45,-1-1 0,1 1 45,0-3 0,-1 0 45,1 0 0,-1-4 299,-1-8 330,3 5-449,-5-13 180,1 1 1526,-3-21-1976,-4 6 0,0-14 0,0-2-90,-2-3 90,0 6 0,-1-6 0,0 0 0,2 3 0,1 0 0,-1-1-18,0 2 0,-2-4 0,0-3 0,-1 2 0,3 5-409,-2-4 0,1 0 409,1 6 0,-1-4 0,-1-1 0,1 2 0,1 3 18,-2-3 0,1 1 22,-1 2 1,0-4-1,0 1 1,0 4-23,2 5 0,0 1 0,-5-12 0,1 2 0,3 11-90,-2-3 0,7 15 90,-1 16 0,2-2 45,5 13 0,1 3-45,-3 3-632,5-3 0,2 4 1,-1-3 631,-4-7 0,-1 2 0,3 1 0,1 4 0,1 0 0,-2-4 549,0 0 1,-1 0-1045,1 1 0,0 3 0,1 1 1,-2-5-91,0-1 0,0-1-235,-1 1 1,2 3 0,0 0 0,-2-4-820,0-2 1,-1-2 1439,3 13 0,-1-2 0,-2 0 0,-2 0 0</inkml:trace>
  <inkml:trace contextRef="#ctx0" brushRef="#br0" timeOffset="171848">552 4890 11580,'-9'4'90,"2"-1"0,2-2 180,-1 0 90,0 1 0,0 0 359,-3 0-449,4 0 360,-6 1-450,7-2 269,-2 1 91,5-1 1169,-1 0-899,26-1-630,-8-5-437,3 1 0,6-1 0,1-2 369,1-2 0,1-3 1,0 0-1,0 0-523,-6 4 0,0 0 0,1 0 0,3-2 433,-3 1 1,2-1-1,3-1 1,1 0-1,0-1 1,-1 0-1,0 1 1,-2 1-416,2 0 1,-2 0 0,-1 0 0,0 1 0,1-1 0,0 0 392,-1 1 0,0 0 0,0-1 0,0 0 0,1 0 0,0 1 0,2-1 20,-3 1 0,3 0 0,1 0 0,0 0 0,0 0 0,-1 0 0,-1 1 0,-1 1 0,-4 0-342,6-1 0,-5 1 0,0 1 0,4-1 333,-1 0 0,3-1 0,3-1 1,1 1-1,0-1 0,-1 1 0,-4 1 1,-3 1 18,5-2 0,-5 2 0,3 0-15,-2 0 0,4-1 0,2 0 0,-1 0 0,-2 0 0,-5 2 15,0 0 0,-5 1 0,4-1 5,0 0 1,4 0 0,1 0 0,-2 0 0,-4 1-36,1-1 0,-1 2 30,4-2 0,3 0 0,-4 1 423,2-1-453,-3 1 0,-1 1 0,-7 0 963,6 1-963,-5 0 0,-7 1 2506,9 0-2506,-13 1 2585,5 0-2585,-8 0-2429,1 0-180,-4 4-668,-4 0 0,2 6 3229,-9-1 0,6 1 0,-6-1 0</inkml:trace>
  <inkml:trace contextRef="#ctx0" brushRef="#br0" timeOffset="176316">13727 3395 8882,'0'-8'0,"0"1"0</inkml:trace>
  <inkml:trace contextRef="#ctx0" brushRef="#br0" timeOffset="176733">13773 4278 11041,'-13'-5'-743,"1"0"1,10-1 0,0 2 0</inkml:trace>
  <inkml:trace contextRef="#ctx0" brushRef="#br0" timeOffset="177716">13677 5826 13469,'-12'-5'1529,"1"3"-4806,1-3 2457,4 0 1,7 3 0,5-3 0</inkml:trace>
  <inkml:trace contextRef="#ctx0" brushRef="#br0" timeOffset="183180">2433 5906 11670,'-16'4'180,"1"1"0,3-3 90,1 1 0,-1 0 180,1 0-91,1 1 1,1 0-90,2-1 180,-1 1 629,4-2-629,11-7-135,10-5 0,3-2-271,-4 3 1,2-1-826,2-2 1,5-2 0,0-1-1,-3 2 781,1 0 0,1-1 18,-3 2 0,4-2 0,2 0 0,-2-1 0,-3 3-257,-2 1 1,-3 2 0,3-2 268,2 0 0,2-2 0,3-1 0,1 0 0,-2 1 0,-1 0 37,3 0 0,-2 0 1,0 1-1,2-1-49,-2 0 0,2-1 0,0 0 0,-1 1 0,-1 1-18,-3 1 0,0 0 0,-2 1 0,-2 1 0,3-1 0,-5 1-449,-5 2-1,-11 7-2827,0-1 0,-1 10 2457,1 3 1,-1 5 0,0 0 0</inkml:trace>
  <inkml:trace contextRef="#ctx0" brushRef="#br0" timeOffset="184064">14004 5875 12480,'-9'-16'1619,"3"-1"-1979,3 3-180,8 2-2737,1-2 2837,0 7 0,1-2 0,-3 2 0</inkml:trace>
  <inkml:trace contextRef="#ctx0" brushRef="#br0" timeOffset="-143097.75">98 3843 6903,'1'9'360,"-1"-1"-270,-5-6 0,4 1-90,-4-1 90,2-1 180,2 2-270,-6-1 269,4 2 901,-1-2-900,12 0-270,-3-2 179,11-3 1,3-3-180,-2-2 0,0 0 0,2 0 0,1 0 30,0-1 0,1-1 0,-2 2-30,5-1 0,5-2 0,-2 2-270,-10 3-585,0 1 1,-1 1 135,-5 2 719,4 1 0,-12 8 0,0 3 0</inkml:trace>
  <inkml:trace contextRef="#ctx0" brushRef="#br0" timeOffset="-142749.75">305 4640 9242,'-10'-4'1349,"4"-1"-1259,23-16-90,-3 9-1093,5 1 1,7-1 0,-3 1-547,-3 3 1,2 0 1466,0 1 1,3-2-1,1 1 1,-3 1-1,6-1 1,-2 0-1,-1 1 1,-1 1-1,0-1 1</inkml:trace>
  <inkml:trace contextRef="#ctx0" brushRef="#br0" timeOffset="-112633.73">3023 3828 11400,'0'-8'360,"0"1"0,0 4 0,-5 1 0,4 1-90,-4-1-91,5 1-89,-3 0 90,2 1-180,-2-1 180,1 1 0,2 3 180,-1 1 90,1 4-181,7 3 91,7 0 0,3 1-180,7 5-319,-5-5 1,4 1 0,1-1 288,3-1 0,1 0 0,-1-1-569,-4 0 1,-1 0 0,3-1 489,0-2 1,2 1 0,2-1 0,-2 0 0,-3-2-72,5 1 0,1-2 18,-4-1 0,5-1 0,2 1 0,-2-1 0,-3 0-482,-4 0 1,-2-2 0,4 1 463,-1-1 0,4-1 0,2 1 0,1-1 0,-3 0 0,-3 1 0,1 0 0,-4 0 0,4-2 12,-2 1 1,5-2 0,2-1 0,1 1 0,-1-1 0,-2 1 0,-5 0-475,5 0 1,-5 1 0,5-1 461,-5-1 0,4 0 0,2-2 0,1 1 0,-1 0 0,-2-1 0,-5 2 0,2-1 0,-4 1 0,3-1 0,3-1 0,4-2 0,1 0 0,-1 1 0,-5 0 0,-5 2 0,-3 0 0,2-1 0,2-1 0,4-1 0,1-1 0,-2 1 0,-4 1 0,4-2 0,0 0 0,-2-1 0,4-1 0,-1 0 0,-4 1 0,-4 0 0,0 0 0,-1-2 0,3-2 0,-1-1 0,-3-1-455,-3-2 1,-4-2 0,1 1 483,2 2 1,1-1 0,-4-1-30,-1-7 0,-4-3 0,-1 5 206,-2 7 1,-2 1-147,-5-9 0,-2-3 0,-1 3-60,2 7 0,-2 1-192,-4-1 0,-4-2 0,-1 0 0,1 3 192,0 1 0,-3 2 0,-4 0 0,-5-2 0,0 1 0,2 2 156,-2 2 0,-2 2-156,8 4 0,-4-1 0,-2 0 0,-2 1 0,1-1 0,1 2 0,4 0 148,-6 0 1,3 1 0,-4 0-138,6 1 0,-3 0 0,-2 0 1,-2 0-1,0 0 0,1 0 0,2 1 1,4 0-12,-1 0 0,4 1 0,0 0 0,-4 0 12,-2 0 1,-3 1 0,-3 0 0,-1 0 0,1 0 0,3 0 0,3 0-13,2 1 0,4-1 0,-1 1 0,-3 0 0,0 1 0,-4-1 0,-3 1 0,0 0 0,1 0 0,2 1 0,4-1 0,-5 1 0,4 0 0,-3 1 0,2-1 0,-3 1 0,-2 0 0,0 1 0,3-1 0,4 0 0,0 1 0,5-1 0,-3 2 0,-3 1 0,-4 2 0,-1 1 0,2 0 0,5-1 0,-3 2 0,0 3 0,5 0 0,-5 3 0,0 2 0,1-1 0,5-2 0,-2 2 0,2 2 0,5-3 0,-3 2 0,-1 2 0,3 0 0,4 0-416,2 5 0,4 1 0,0-1 416,-1-3 0,-1-1 0,2 2 22,5 0 1,1 3-1,2-2 1,2-4 556,3-3 1,2 0-550,3 7 0,3 5 0,1-5-30,0-8 0,3-1-153,0 0 0,3 3 0,1 0 0,-2-4 198,1-2 0,2-2-27,0-2 0,6 0 0,1 1 0,0-2 0,-5-2-18,-3-1 0,-2-3 0,3 0 0,3 0 0,3 1 0,3-1 0,0 0 0,-2-1 0,-4-1 0,1-3 0,-4-1 0,4-1 0,-1 1 0,6 0 0,1 0 0,0-1 0,-1 1 0,-5-2-30,2-1 0,-3-1 0,3-1-165,-2 2 0,3-2 0,3 0 0,0-1 1,-3 2-1,-4-1-45,0 1 0,-3 0 0,2-1-408,2-1 1,3-1-1,1-1 1,-2 0-1,-4 2-207,2-1 1,-2 1 854,-3 0 0,4-1 0,-2 0 0,-4 2 0,8-4 0,-9 3 0,0 0 0</inkml:trace>
  <inkml:trace contextRef="#ctx0" brushRef="#br0" timeOffset="-111383.73">5053 3254 12030,'-17'5'1080,"5"-1"-631,-1-1-269,9-1 360,-11 3-360,11-2 180,-6 3 719,6-4-629,5-4-360,6-3-90,6-5 0,3 0 90,7-4-400,0 0 1,5-3 0,0 0 286,-8 6 1,0 0-1,1 0 1,1-1-577,2 0 0,0-2 0,2 1 0,-1-1 0,-2 2 599,6-3 0,-2 1 0,1 0 0,-6 4 0,2-2 0,-2 2 0,-4 1-57,9-4 102,0 0 0,-1 0-45,-7 3 45,-2 1 0,-1 1 45,-6 1 0,7-5-90,-12 7 89,4-3-89,-7 6 705,1-2-705,-2 2 3276,0 0-3101,-1 1-81,1-1-94,-1 1 0,0-1 0,0 0 0,0 1 0,0-1 0,0 1 0,0-1 0,0 1 0,0 0-90,0-1 0,0 1-3187,-5-1 0,-1 1 3094,-6 6 0,-1 0 0,-1 6 0</inkml:trace>
  <inkml:trace contextRef="#ctx0" brushRef="#br0" timeOffset="-109449.73">12460 3783 9871,'-3'-5'0</inkml:trace>
  <inkml:trace contextRef="#ctx0" brushRef="#br0" timeOffset="-108683.73">12324 4381 11400,'-17'-13'0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53:58.8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3155 2490 8882,'-8'-3'360,"2"0"179,3 2 91,-1 0-450,0 0 270,0-1-270,3 1 269,-1 0-359,1 0 1619,0-1-1439,4 5-180,0 0 90,3 3 360,-1-1-450,8-1 90,-6-2 89,11-1-179,-11-6-90,17-1 90,-11-6-90,5 3 0,1 0 0,-1-5-45,8-3 0,1 1 135,-5 2-90,2-2 0,0 0 0,-9 6 0,0 1 0,-2 0 0,-3 2 0,6-3 0,-11 6 90,2-2-90,-4 5 90,-1-2 0,-1 2 360,0 0-810,-1-1-2917,0 2 3174,5-5 0,4 3 1,7-2-1</inkml:trace>
  <inkml:trace contextRef="#ctx0" brushRef="#br0" timeOffset="866">4153 2684 13020,'13'15'449,"0"-1"1,5 4 0,1 1-360,-2-1 0,2 2-809,-2-5 1,2 1 0,0 0-1,-2-1 854,2 0 0,1 0-75,0 1 0,2 1 0,-1-1 30,-2-3 0,0 0 0,0 0-45,2 1 0,2 2 45,0-2 0,3 3 0,1-1 0,-4-1-60,-4-4 0,-2 0 0,1 0-8,2 1 1,2 0-1,0 1 1,0 0-1,1 1 0,1 0 1,0-1-1,-2 0 8,-1-1 0,-2-2 0,3 3-30,-1-1 0,3 2 0,1 1 0,1 0 0,-2 0 0,-4-3 0,2 1 0,-4-1 0,4 1 18,2 2 0,3 2 0,2 1 0,-1-1 0,-5-2-18,-4-3 0,-3-1 0,2 0 36,2 2 0,4 1 0,0 1 0,-1-2 0,-4-1 9,2 1 0,0-1 22,1-1 1,2 3-1,1-1 1,-3-2-23,0 1 0,-1-2-45,5 3 0,-1-1 45,-8-5 0,-3-1-45,-6-3-3277,3 2 0,-16-13 2775,1 4 0,-3-9 1,4 6-1</inkml:trace>
  <inkml:trace contextRef="#ctx0" brushRef="#br0" timeOffset="1766">5674 3047 11580,'-6'-12'2249,"0"-3"-1979,-5 7 360,3-3-540,4 9-1,0-2 361,3 3 450,0 12-630,0-1-1909,1 9 1,0 2 1203,0 4 555,0-3 0,0 3 0,0-2 224,0-4 1,0 0-255,2 5 0,0 4 0,1 1 0,-2-4-532,0-2 1,0 0 501,3 8 0,1 2 0,-1-4-60,-1-11 0,0-1 89,1 5 1,1 3 0,1-2-187,1 3 1,-1 0 126,0-5 0,-1 2 0,-1-3 15,1 1 0,0-4 2641,1 6-2686,-2-5 90,-1-6-90,1 7 0,-2-13 409,0 4-409,-1-7 326,0 1 0,-7-4 1,-2 1-1</inkml:trace>
  <inkml:trace contextRef="#ctx0" brushRef="#br0" timeOffset="6098">5658 4706 7263,'-4'-10'90,"1"1"-90,3 2 0,0 0 0,0 0 0,0 0 0,0 0 180,0-4 90,4 1 3006,-3 1-1156,3-3-1940,-4 7 270,0-10-360,0 8 540,0-13 89,0 5-539,0-1 270,0 4-270,0 8 180,0-2-360,0 4-90,0 0 270,0 17-90,-2-3-1,0 13 1,0 3-274,0-13 0,-1 2 251,1 5 1,-1 6 0,1-1-1,0-3-380,0-1 1,0 0 356,0 1 1,0 4 0,0 0 0,0-5-45,1-5 0,0-1 30,0 5 0,0 3 0,0-4-30,0 5 0,0-1 0,1-1 90,0-6-90,0 1 0,-1 1 0,1-2 0,0 3 90,0-12-90,0-6 360,0-1-19,0-6-341,-6-4 0,2-1 0,-7-5 0,2 8 0,-4-8 0,4 8-90,-8-10 90,9 9 0,-13-13 0,12 12 0,-11-11 0,14 12 0,-6-5 0,8 7 743,-3-3-743,5 4 0,-4-2-90,4 3 180,3 10-90,4 1 90,8 16 0,-3-10-90,0 0 0,1-1 0,-1-2 90,2 2 0,-1-1 0,-1-2-1,11 10-89,-13-12 270,9 4-180,-11-8 270,5 0-270,-8-3 90,2-1-90,1-6-90,-2 5 0,11-22 0,-6 12 0,6-12 0,0-2 0,-1 5-518,0-1 1,0 1 517,-5 8-22,5-9 22,-8 13 0,2-6 0,-5 10 0,0-1-90,-1 2 302,-2 2-3489,2-1 2457,-8 2 1,5 0 0,-4 0 0</inkml:trace>
  <inkml:trace contextRef="#ctx0" brushRef="#br0" timeOffset="8147">6406 5887 11580,'-7'7'1170,"0"1"-900,2-8-1,0 2 361,-3-1-360,3 1 360,-4 0-451,5-1 361,-1 1 180,3-1-450,26 0-181,0-2 1,3-1-45,-3-1 0,3 1-1138,3 0 1,4 1 0,-5-1 1034,-9-1 1,1 0 79,3 2 1,5 1 0,1 0-1,-2 0-250,2 1 1,-1-1-1,1 1 228,-1 0 0,2 1 0,0-1 0,-3 1 0,-1-1 0,-2 1 0,-1 0 0,9 0 0,-5 0 0,-12 0-55,9-1 55,-17 1 0,4-2 0,-9 0 3072,3 0-3072,-5-7-90,-6-7 90,4-1 0,-15-10 0,10 14 0,-16-10-90,12 14 180,-16-9-90,16 11 0,-12-6 0,16 8 997,-5-2-907,8 4 151,0 0-151,12 9 0,6 2-90,4 4 0,1-3 0,7 3 0,-9-4 0,2 1 0,0 1 0,-3-1 0,2 1 0,-1-1 0,-4-1 0,0 1 0,0-1 90,-5-1-90,6 9 0,-11-10 0,0 9 0,-3-8 90,-7 5-90,-8 4 0,-2-6-90,-1 2 0,-2 1-180,0-2-360,-4 1 1,-1 0-181,4-3-829,0-1 1,1 0-1021,7-4 2659,-3 1 0,12-6 0,3 0 0</inkml:trace>
  <inkml:trace contextRef="#ctx0" brushRef="#br0" timeOffset="10999">9343 5146 10501,'-5'-7'450,"1"1"1169,3 5-1529,0-7 0,1-4 0,0-2 180,-5-13-46,-1 13 1,-2-1 90,-6-8 0,-2 0-270,4 5 0,0 1-242,-3-1 0,0 2 467,-9-3-90,4 4-90,-1 2 0,-2 0 0,0 1-60,4 3 0,-4 1 0,0 1 104,-7 3 1,1 2-135,0 0 0,-1 1 60,3 5 0,-1 2 0,4 1-60,8 0 0,0 3 90,-7 3 0,-3 2 0,3-1 0,8-3 0,0 1 0,-5 6 0,-1 4 0,3-3 0,6-5 0,2 0-30,-3 7 0,-1 4 0,3-3-15,3-7 0,3 1 15,-3 11 0,0 5 0,2 0 29,3-5 1,1 0 0,0-1-400,-1 1 0,0-1 0,1 1 332,1-3 1,0 2-1,0-1 1,2-5 22,2-2 0,0-2-15,-1 7 0,0 3 0,2-3-30,3-8 0,1-1 30,-2 6 0,1 2 0,0-3-30,9 6 45,0 2 0,0-1 44,1-5-89,-4-6 0,4 2 0,-2-3 90,8 4-90,-6-5 0,2 0 45,1-1 0,1-1 0,8 1 0,1-1-45,-5 0 0,1-1 30,3-2 0,4-2 0,-6-2-30,-10-2 0,0-1 0,5 0 0,2 1 0,-3-2 0,5 1 0,-2-4 0,0 1 0,0 1 0,-7-3 0,0-1 0,12-5 45,-12 1 0,1-1-1507,-1 1 1,0 1 1461,-2-2 0,1 0 0,1-2 0,-1 0 170,5-5-170,-6 3 0,2-2 0,-2 1 0,4-7 0,-6 5 0,1-3 0,-2 3 0,3-10-30,-5 8 0,0-3 0,-2 2 30,1-8-30,-4 7 0,0-3 0,-2 2-1092,0-9 1122,-2 7 0,0-2 0,-3-3 0,-1 1 45,-1 10 0,0-1-75,-1-8 0,-2-5 0,0 5 30,0 8 0,-1 1 0,-2-7 0,-2-3 0,1 4-45,3 8 0,-1 1 45,-4-6 0,-3-3 0,2 4 0,4 7 0,-1 0 0,-4-5 0,-3-2 0,3 2-8,4 6 0,0 1 38,-8-7 0,-2-2 0,-1 1 0,5 5 0,0 1 0,-1 0 675,1-1 0,0 0 0,-1 1-705,-3-1 0,-2 1 0,4 3 0,-5 0-45,-2 3 0,0 1 135,4 3-90,-5 4 0,1 3 0,3 6 45,-6 3 0,2 2-45,14-6 0,1 3 30,-8 4 0,-4 4 0,1 1 0,5-1 0,2 0 0,-1-1-158,0 1 0,-1-1 0,2 1 158,-3 6 0,2 3 0,3-5 15,7-9 0,0 1-15,-1 8 0,-2 3 0,2-3-30,3-7 0,1 0 60,-2 10 0,-1 3 0,1-4-60,2-8 0,0 1 45,1 2 0,-1 4 0,1 1 0,0-3 0,1 8 0,0-2-45,0-7 0,0 2 0,1-1 30,3-1 0,0 1 0,1-4-30,-2 7 45,5-7 0,0 1 0,0-2 0,0-1 45,6 4-45,2 2 0,0 0-45,2-5 45,5 1 0,2-1-45,0-3 0,-4-5 0,2 1 0,-2-2 90,9 3 535,-6-4 0,5 0 0,-2-1-580,5-1 0,0-1-45,0 0 0,0 0 0,-6-3 0,1 0 0,-5-2 0,6 0 0,1-5 0,-1-1 0,-4 4 45,2-11 0,-2-2-45,-2 5 0,0-8 0,0-1 0,-3 2-45,3-5 0,0 0 45,-4-1 0,-3 6 0,0-2 0,-1-4 0,-2 1-45,-3 8 0,0-2-15,1-7 0,1-5 0,-1 3-207,-4 7 0,0-1 244,-1-3 1,0-3-1,0-1 1,0 4 22,-2-1 0,0 0-23,-1-2 1,-1-4 0,0-1-1,-2 5 23,-1 1 0,-2 0-23,0 0 1,-1-4 0,0 1-1,-1 4 23,-2 2 0,-1 1 0,-3-7 0,-2-3 0,2 4 0,4 10 0,0 0-30,-8-7 0,-4-4 0,4 5 30,6 9 0,-1 1 0,-6-4 0,-4-3 0,3 5-90,-4 2 90,-6 3 0,0 2 0,2 4 0,6 4 0,-3 2 0,3 0 0,5 3 0,0 1 0,-9 2 0,-3 3 0,4 0-90,6-1 0,2 1-330,-9 5 1,-3 1-1,5-1-75,8-6 1,1 2-326,-2 3 1,-1 4 0,-1-1 0,5-1-820,2-3 1,2 1 1091,-3 2 1,0 2 0,2-2 0,0 8 0,1 0 0</inkml:trace>
  <inkml:trace contextRef="#ctx0" brushRef="#br0" timeOffset="11915">8052 4668 11490,'-11'-11'180,"0"-1"-90,6 6 90,-2 2-90,6 16 0,-1-5 0,13 21-90,-9-17 45,12 1 0,0-1 45,-4-2-90,6-1 0,2-1 0,-3-3 45,1-2 0,1 1 45,-3-3 0,13-13-90,-18 6 135,2-10 0,-2-3-1,-3 2 1,-1 0-90,1 1 0,0 0-45,-1-3 0,0 2-90,-2 9 360,6-2-90,-5 17 0,9 17-180,-6 0-768,-2-4 1,0 4-1,0-3 768,-1-3 0,-1 0 30,0 10 0,1 5 0,-2-4-30,0-8 0,-2 0 90,1 2 0,0 5 0,-1 0 0,0-5 0,0-3 0,0-1 89,0 7 1,0 3 0,0-4-90,0-1 180,-2-2 0,0-2-90,1-5 270,-9 6-450,7-15 0,-11 0 0,7-4-270,-15-20-765,13 5 1,0-1 584,0-1 1,-1-1-1190,2-10 1,1 1 11,3 3 1627,1 3 0,1 1 0,0-5 0,-1 0 0</inkml:trace>
  <inkml:trace contextRef="#ctx0" brushRef="#br0" timeOffset="12317">7914 4304 10321,'-15'-4'720,"-6"-1"-540,12 4 89,-10 3-269,11 0 180,-8 15-90,9-10 90,-6 18-180,8-14 90,-3 10-90,6-12 180,-1 6 0,2-10 629,1 1-539,6-27-180,0 10 135,2-9 0,0-1 45,2 6-135,0-3 0,1 1-135,-3 5 0,12-5 0,-13 14 0,12 16-855,-9 3 1,-1 1-1,-1-2 1,0 1 514,1 3 1,0 4 0,-2-3 0,3 7 0,-3-5 0,1 0 0</inkml:trace>
  <inkml:trace contextRef="#ctx0" brushRef="#br0" timeOffset="15235">8765 2550 10051,'-11'-7'-809,"2"2"809,5 5 0,3 0 0,0 0 0</inkml:trace>
  <inkml:trace contextRef="#ctx0" brushRef="#br0" timeOffset="16265">9450 2614 13199,'22'0'810,"-5"0"-2449,3 2 1,1 2-565,2 3 2232,0 0 1,4 3 0,-3-1 278,-7 0 0,-1 0-278,8 2 0,2 2 0,-3-1-30,-8-2 0,0-1 0,4 4 0,0 1 30,-3 0 0,0 1 0,-1-1-30,0 0 0,0 1 45,2 3 0,2 4 0,0 1 0,-2-1-15,-2-1 0,-2 0 0,1 1-348,2 2 1,1 2 0,-2-2 347,-4-4 0,-1-1 0,-1 0 30,-1 4 0,-1 0 0,0-1-193,0-1 0,0 3 200,0 1 0,0 5 1,1 1-1,-2-5-22,-1 1 0,0 0 45,0 2 0,0 4 0,0 1 0,-1-6 504,0 0 0,-2-1-414,1 2 0,-1 3 0,0 1 0,0-5 0,-1-3 0,1 1-113,0 2 1,0 4-1,1 1 1,-1-5-23,1-1 0,1 0 44,-1-4 1,2 4 0,0 2 0,0-2 0,0-4-45,1 6 0,2 0-9,-2-3 0,1 4 0,2 1 0,-1 0 0,-1-1 54,-1-2 0,0-2 0,0 1 0,0-1-68,0 2 1,1-1-1,-1 1 1,0 0 67,-1 1 0,-1 0 0,0 0 0,-2-1 29,-2-1 1,-2-2 0,0 1-90,3-4 0,0 0 0,-2 1 90,-4 6 0,-2 1 0,0-6-30,0 3 0,-5 0 0,-2-2-90,3-6 71,-1-1 0,0-1-71,1-5 2072,-14 7-2072,14-13 638,-16 1-638,14-6 0,-8 0 0,-2-7 0,8 5-45,-3-7 0,0-1 45,2 7 0,-1-10 0,1-1 0,2 6 0,-1-6 0,1 0 0,3 3-90,-9-12 90,13 13 1014,-4-8-1014,8 11 736,-1-3-736,11 19 694,-6-6-694,9 9 0,2 2 0,-4-1 45,7 5 0,2 1-45,-6-3 24,2 2 1,0 1 65,4 4 0,-3-2 89,5 1-89,-13-17 270,9 2-270,-7-7-90,16-5 0,-10-5-45,6-3 0,1-1-45,0-7-510,-2 4 1,2-3-1,-2 3-51,-7 5 0,0-1-442,6-5 1,2-2 0,-4 2-2185,0 0 3022,-3 2 1,0 2 0,-6 3-1,2-2 1</inkml:trace>
  <inkml:trace contextRef="#ctx0" brushRef="#br0" timeOffset="18598">10855 6449 10501,'8'0'630,"-3"0"-450,-3 0 2698,-2 0-2788,2 0 0,-1-7 0,0-2 180,-1-14-91,0 6 46,-1 2 0,-2-1 45,-8-10-180,2 4 270,-8-2-270,11 18 0,-8-5-90,7 9 90,-9-1-90,7 2 135,-7 9 0,-1 5-46,-2 3 1,1 2-349,0 0 1,0 1 318,2 0 0,0 3 0,3-3-60,-2 7 30,6-6 0,-1 3 0,1-2-30,0 9 60,4-8 0,0 2 0,1-2 30,0 8-128,3-8 1,-1 3-1,2-1 128,1 0 0,3 1-60,0-3 0,2 2 0,-1-1-30,1-2 0,1-1 45,7 3 0,0-3-45,-2-5 0,3 0 0,1-1 90,0-2-90,3-1 0,0 0 0,0-4 0,4 1 0,3-3 45,-7-3 0,-1 0-45,1 0 0,0 0 0,1-7 0,-2-1 0,-5 3 0,2-10 0,-1-2 0,-2 4 0,0-8 0,0-3 0,-3 2-30,-3 1 0,0-5 0,-1-1 30,-2 1 0,-1-1 0,-1-2-271,1 0 0,-1-3 0,0-1 1,-3 1 247,-2 0 1,-2-1-1,0 1 1,-1 2 22,2 0 0,0 1 0,-3 1 0,-7-2 0,-3 2 0,1 4 0,6 10 0,0 2-30,-6-5 0,-4-1 0,3 2 30,-8 0 0,7 5 0,-3-1 0,2 3 0,-7 1 0,6 4 0,-3 2 0,3 0 0,-5 0-862,7 7 0,-2 3 1,3 0 861,0 3 30,5 3 0,-1 3 0,3-1-204,-4 10 174,6-5 0,0 4 0,2-3 0,2-6 0,2 1-531,0 10 1,0 4 0,1-4 530,1-8 0,1-1 0,4 9 0,2 4 0,0-4 213,-3-10 1,2 0-214,4 6 0,2 3 0,-1-3 0,-3-9 0,-1-1 0,4 8 0,1 0 45,1-3 0,2-1-45,6 2 0,0 0 0,-4-2 0,1-1 0,0-4 0,2-1 0,-4-2 0,4-1 45,1-2 0,0-2-45,-3-3 0,3-5 0,1-2 0,-2 2-45,4-12 0,-1-3 45,-1 4-30,-4-5 0,1-5 0,-2 2 30,-6 7 0,0 0-30,4-11 0,2-4 0,-3 3 30,-5 8 0,-1-1 0,0-2 0,1-4 0,0 0 0,-1 3 0,-1 0 0,0-1 22,-2 0 1,1-5 0,-1 1-1,-1 3-67,0 2 0,-2 0 45,-4-6 0,-2-4 0,0 5 0,1 11 0,-3 1-30,-8-6 0,-5-2 0,0 5 796,7 8 1,-1 2-767,-7-2 0,-3 0 0,2 3-909,6 4 0,1 2 864,-6-1 0,-2 2-405,-5 5 0,0 3 916,10-4 0,0 1-1126,-6 6 1,-3 3-1,5 0 165,7-4 1,3 3-599,-4 6 1,-1 5 0,4-2-283,6-4 0,3 0 1251,-4 11 0,2 0 1,5-11-1,1-1 1,0 1-1,0-1 1</inkml:trace>
  <inkml:trace contextRef="#ctx0" brushRef="#br0" timeOffset="21385">11015 6449 14459,'5'-8'270,"-4"-11"-91,12-2 1,-7 3 0,1 0-90,5-9-90,-1 9 0,-1 1 0,-1 3 45,3-3 0,0 0-45,0 2 45,2-3 0,0 0 45,0 2 90,3-1 0,-1-1-180,-1 4 90,4-2 0,4-1-45,-6 5 0,1 1-45,-1 0 0,2 0 45,4-1 0,-1 1-45,-3 3 45,4-1 0,0 1-45,-2 1 0,5 1 0,0 0 0,-2 2 0,-3 2 0,3 1 0,-2 0 0,6 0 0,-6 4 0,4 3 0,-4-1-276,4 4 306,-7 1 0,3 2 0,-4 0-30,8 4 0,-8-2 0,2 1 0,-2-1 0,-5-4 0,-1 1 30,5 3 0,3 3 0,-3-2-30,6 4 0,0 2 0,1 0 0,-6-5 45,1 2 0,-1-1-45,-4-4 0,6 7 90,-5-5-90,1 0 0,-3-3 90,0 0-90,-9-10 0,2 2 0,-2-2 0,-2-1 89,1 1 547,-2-2 803,1 1-1439,-7-1 0,1-4 0,-4 3-539,4-3 179,1 4-180,2 0-2737,-9 0 977,3 5-977,-13 0 3107,7 1 0,-5 3 0,5-3 0</inkml:trace>
  <inkml:trace contextRef="#ctx0" brushRef="#br0" timeOffset="23965">12197 6800 7353,'8'3'-293,"-1"-6"1,-4 2 0,0-4-1</inkml:trace>
  <inkml:trace contextRef="#ctx0" brushRef="#br0" timeOffset="24300">12227 6324 11490,'-9'0'900,"2"-10"-1710,23-13-269,-3 1 714,6 6 1,7-2 0,-2 3 0,-3 3 0,1 0 0,2-1 0,1 0 0,0 0 0</inkml:trace>
  <inkml:trace contextRef="#ctx0" brushRef="#br0" timeOffset="26849">10454 6756 10591,'-8'-7'450,"0"1"-180,3 2-1,0 2-89,0-1 90,-1 0-90,0 1 0,0-1 270,-8-3-360,4 2 134,-4 0 1,-3-1-135,-1 2 0,0 1-90,2-1 0,-1 0 45,-11 1 0,2 0 45,3 1-90,-4 0 0,0 1 90,2 0 0,-3 0 0,-1 0-90,3 0 90,6 1 0,-3 0 0,0 0-97,-4 1 0,0 0 97,1-1 0,-2 2 0,2-2-45,-1 1 0,0-1 45,5 0 0,-2 0 0,4 0 0,-6 0 45,-4 0 0,-2 0-46,4 0 31,5 0 0,-3-1 0,3 1-327,6-1 1,0 0 266,-9 0 0,-4 1 0,4-1-60,8 0 0,0 0 30,-11 0 0,-4 0 0,1 1 0,7-1 0,2 0 0,-2 1-791,-1-1 1,-2 1 0,0-1-1,2 1 791,2 0 0,2 0 0,-1-1 0,-6 2 0,1-1 0,3 0-259,-5 0 259,7 1 0,-3-1 0,2 1-30,7-1 0,-1 0-393,-3 0 1,-5 1 0,-1 0-1,4-1 438,-3 0 0,0 0 9,2 0 0,-4 0 0,-2 0 0,1 0 0,4 0-482,2-1 0,3 1 0,-2-1 450,-2 0 1,-2 1-1,-1-1 1,1 0-23,1 0 0,-1 0 0,2 1 0,1-1 463,-8 0 1,0 0-446,6 0 0,-3 0 0,-2 0 0,2 0 0,3 0-18,-4 0 0,0 0 0,5-1 0,-4 0 0,-2 1 0,2-1 0,4 0-236,-7 1 1,1-1 253,4 0 0,-4 0 0,-2 0 0,2-1 0,3 1-59,4 0 0,3 1 0,-3-1 41,-1 0 0,-3 1 0,1-1 0,0 0 0,-2 0 0,1-1 0,1 1 585,-4 0 0,-2 0-567,5 0 0,-4 0 0,-2 0 0,0-1 0,1 1 17,3 0 1,0 0 0,0-1 0,0 1 0,0 0-106,0 0 0,0 0 0,0 0 0,0 0 0,-1 0 70,2-1 0,-2 1 0,0 0 0,2-1 0,1 1 0,4 0 0,-8-1 0,1 0 18,6 1 0,-5-1 0,-1 1 0,2-1 0,3 1-18,-4-1 0,-1 0 0,4 1 0,-5-1 0,-2 0 0,0 1 0,4-1 0,2 1 0,2 0 0,0 0 0,-1 0 0,-2 0 0,-1 0 0,-1-1 0,0 1 0,1 1 0,-1-1 0,0 0 0,1 1 0,5 0 0,-5-1 0,0 1 0,5 0 0,-4-1 0,-2 1 0,1 0 0,1 0-225,1 0 1,0 0-1,0 0 1,2 0 224,-6 0 0,0 0 0,-1 0 0,6 0 0,-2 0 0,-1 0 0,3 0 0,3 0 650,-2 0 0,0 0-632,3 0 0,-5 1 0,-1 0 0,0 0 0,2-1-18,-5 1 0,2-1 0,-1 0 13,5 1 0,-1 1 0,0-1 0,-1 0-13,2 0 0,0-1 0,-1 0 0,0 0 0,1 1-197,0-1 0,1 1 0,0 0 1,0 0 196,0-1 0,-1 1 0,1-1 0,-1 0 0,-4 1 0,0 0 0,1 0 0,5-1 0,3 1 0,0 0 113,-8 0 0,-3 0 0,4 1-113,8-1 0,1-1 0,-9 2 0,-3-1 0,4 1 0,8-2 0,0 1 0,-8 0 0,-3 1 0,4-1 0,7 0 0,1-1 0,-7 1 0,-4 0 0,4 0 128,7-1 1,1 1-129,-12-1 0,-3 1 0,3 0 99,10 0 1,0-1-100,-9 1 0,-4 0 0,4 0 0,11 0 0,0 0 0,-5 0 0,-4 0 0,4 0 0,-7 0 0,-1 0 0,1 0 0,5 0 0,-1-1 0,1 1 0,5-1-45,1 1 0,0-1 45,5 0 90,-5 0-180,8 0 90,4 0 2810,-2 0-2810,6-4 2776,0-1-2776,1-11 0,0 5-90,0-19 90,0 13-1560,0-12 1,0-2 1559,0 3 0,0 6 0,0-5 0,0 1-45,2-5 0,0 0 45,-1 4 0,-1-1 10,2 2 1,1-2 0,-1 4-56,-2 6 0,1 3 90,0-5 0,0 0-135,-1-4 90,0 14 0,0 0 0,0 3-90,0 6 90,0 9 0,0 2 0,-5 9 0,0-8 0,-4 3 0,1-10 3240,-2 7-3240,2-7 458,-6 6-458,7-7 0,-5 3 90,9-5-180,-2 1 90,4-6-90,5-10 90,-3 2 0,13-14 0,-9 15-90,15-11 90,-3 16 0,-1-2 0,10 23 90,-14-7-360,2 9 0,-1 1-270,-1-3-1099,0 8 1,-1 0-1639,-4-2 2860,-1 1 0,-1-1 0,-3-3 0,1 6 0</inkml:trace>
  <inkml:trace contextRef="#ctx0" brushRef="#br0" timeOffset="28097">3301 6984 7443,'-10'0'-180,"1"3"-540,2-2 720,-1 2 0,4-3 0,0 0 0</inkml:trace>
  <inkml:trace contextRef="#ctx0" brushRef="#br0" timeOffset="30080">2914 6375 8972,'2'-10'-780,"-7"1"1,-3 4-1</inkml:trace>
  <inkml:trace contextRef="#ctx0" brushRef="#br0" timeOffset="31214">1849 5530 10231,'-2'-9'360,"0"2"-270,1 4-90,0 0 180,0 2-180,0 5 0,8-3 45,2 11 0,2 4-135,3-1 0,1 2-690,-2 3 1,1 2-1,-1-1-127,0 1 0,0 0 907,0 5 0,-2-2 0,-2-4 0,2 7 0</inkml:trace>
  <inkml:trace contextRef="#ctx0" brushRef="#br0" timeOffset="31598">1710 6147 11311,'-20'3'359,"7"-2"451,-7 0-630,14-1-90,-1-5-90,7-1 90,22-11-90,-7 4-813,3 2 1,6 0 0,-2 1 857,-5 1 0,1 0 9,1-1 0,5-2 0,1 0 0,0 0 0,-4 1-9,4-2 0,1 0-27,-4 2 0,5-3 0,1 0 0,-2 0 0,-4 3-18,1-1 0,0 0 0,-1 0 0,4-1 0,1-1 0,-2 2-842,2 0 0,-1 2 1,-1-1 841,-2 1 0,0 0 0,0 1-30,2-1 0,1 1 0,-6 1-609,-3 2-1250,3-1-719,-37 22 539,-5 2 2069,6-3 0,-2 0 0,2-1 0,1-1 0,-9 9 0</inkml:trace>
  <inkml:trace contextRef="#ctx0" brushRef="#br0" timeOffset="31932">2020 6196 11400,'1'-27'540,"-1"6"-450,1-2 0,4 13-90,7 16 0,0 2 0,-1 4 0,1 0 0,-2 6 45,2-1 0,-1 1-45,-1-1 0,3 10-270,0-3 90,-6-9-405,2 0 1,-1-1 44,-2-4 1,2 5-541,-5-9 1080,-1-2 0,-1-1 0,0-3 0</inkml:trace>
  <inkml:trace contextRef="#ctx0" brushRef="#br0" timeOffset="32135">2080 6131 10411,'-6'-21'720,"1"-1"-1,3 14-539,13 13-180,-4-2 45,7 11 0,0 3-45,-1-8 0,-3 2 0,2 2 0,1-3 0,0-1 0,4 3 0,3 0 0,1 0-855,-2-4 1,-1-2 449,-3 1 1,1-1-1126,6-1 1,-2-2 1529,-7-1 0,6-9 0,-12-2 0</inkml:trace>
  <inkml:trace contextRef="#ctx0" brushRef="#br0" timeOffset="32330">2277 5866 10951,'-6'13'90,"7"18"-450,5-4 0,3 5-733,-1-4 1,0 3 0,1-2 682,-2-4 0,0-1 1,1 0-1,-1 0 1,0-1-1,-1-3 0,2 6 1</inkml:trace>
  <inkml:trace contextRef="#ctx0" brushRef="#br0" timeOffset="32933">1878 5205 11221,'-24'-11'149,"0"0"1,7 3 0,-3 1 75,-2 1 0,-4 1 0,-1 1 0,1 2-1318,-2 4 1,1 3 0,-1 0 631,4-4 0,-1 0 0,1 0 0,-1 5 483,-3 5 1,0 5-1,1 2 1,3-2-66,-1 2 1,1 3 56,7-5 1,-2 4 0,-1 1 0,0 1 0,2 0 0,2-4 15,-2 4 0,4-3 0,-2 5-8,5-4 1,-2 4-1,-1 3 1,0 1 0,0 0-1,1 0 1,2-3-1,1-2-92,0 1 1,3-3 0,0 0 0,0 4 91,2 0 1,-1 3-1,0 3 1,0 1-1,1 1 1,1-3 0,0-1-1,2-4 8,2 7 0,1-5 0,3 4 8,0-6 1,2 3-1,1 2 1,1 0 0,0 0-1,0-3 1,-1-4-39,4 6 0,0-5 0,4 2 25,-1-3 1,4 2 0,3 3 0,0-1-1,0 0 1,-1-3 0,-2-3-396,4 2 1,-2-5 0,4 3 384,-3-3 0,3 2 0,3 1 0,-1-1 0,-1-1 0,-3-4-15,0-3 0,-2-2 0,1 0 0,6 2 0,0 1 0,4-3 18,-5-3 0,3-2 0,1 0 0,0-2 0,0-2-111,-3-1 1,-1-3-1,0-1 1,1 0 0,0 1 92,4 2 0,0 2 0,0-1 0,0-3 0,0-4-42,-6-3 0,2-3 0,-1-3 0,0-2 0,-1 1 1,-3 0-1,-2 2 42,4-4 0,-5 2 0,2-5-51,-1 2 0,2-3 0,1-2 0,0 0 0,-3 0 0,-3 4 21,-1-2 0,-3 3 0,0-5 0,-2 2 0,0-4 0,1-3 0,-1 0 0,-1 2 0,-2 2 30,0 2 0,-2 2 0,0 0 0,-1-2-36,2-4 0,0-2 0,-1-1 0,0 0 0,-3 1 18,-1 3 0,-2 1 0,-1 0 0,0 1 0,0 1 18,0-2 0,-1 2 0,0 0 0,0-2 0,0 1 0,-1-1 0,0-1 0,-1 0 0,-1 0 0,-2 0 0,-1-1 0,-2 0 0,1 0 0,-1 2 0,1 1-23,0-1 1,1 2 0,-1 0-1,-3-2 35,-1 0 1,-1-2 0,-3-2 0,0 0 0,0 1 0,1 3 0,1 4 17,-3-3 0,2 5 0,-5-1 15,1 3 0,-3-1 0,-2 0 0,0 0 0,0 3 0,4 2-15,-2 3 0,2 3 0,-3 1-15,0 0 0,-5 1 0,-2 0 0,1 1 0,0 1 0,5 2-15,-3 2 0,3 2 0,-3 3 11,5-1 0,-3 0 0,-2 1 1,-1 1-1,-1 1 0,1 1 1,2 0-1,2 2-11,0 3 0,1 1 0,2 2 0,1 0 0,-1 0 0,-1 0 63,-3-2 1,-1 0 0,-1 0 0,0 1-1,2 1 1,1 3-64,4 1 0,1 2 0,0 3 0,0 0 0,2 1 0,1-1 0,1-2 0,3-3 0,-5 8 0,4-3 0,-1 4-39,4-5 1,-1 5-1,0 2 1,0 1-1,2-2 1,1-1-1,3-5-81,3 2 0,2-4 0,3 3-270,0-1 0,2 4 1,1 1-1,0 1 0,1-3 1,1-4-61,2 2 0,1-5 0,3 3 450,0-1 0,3 3 0,2 1 0,0-1 0,0-1 0,-2-4 0,2 0 0,0-3 0,1 0 0,3 3 0,1 0 0,-1 0 0,1 0 0</inkml:trace>
  <inkml:trace contextRef="#ctx0" brushRef="#br0" timeOffset="33564">2026 5439 11311,'7'-24'1169,"-3"7"-719,-1-3 449,-10 6-539,5 6 0,-9 0-180,4 7 179,-13 16-179,5-2-1273,0 9 1,-3 7 0,1-2 695,5-6 0,-1 2 397,0-1 0,-1 5 0,-2 2 0,1-1 0,3-4-46,1-3 0,2-3 0,0 3 46,-2 4 0,-2 4 0,0 2 0,1-1 0,2-4 0,2-5 0,2-1 0,-1 2-36,0 3 0,-1 3 0,0 3 0,1-3 0,1-3-54,0 3 0,1 0-180,1-1 0,0 3 1,0 0-1,1-5 0,1-4 0,1 0-630,-1 4 1,1 3 0,1-4-540,6 4 1439,-3-4 0,0-2 0,4-9 0,-3 4 0</inkml:trace>
  <inkml:trace contextRef="#ctx0" brushRef="#br0" timeOffset="33849">1343 5620 12660,'-7'-20'360,"3"10"179,11-1-269,3 11 45,11 7 0,2 2-225,6 1-445,-8 0 0,5 3 0,3 2 0,-1 0 409,-5-3 0,1 1 0,0 0 0,0 1 0,-1-1-320,0-1 0,-1 0 1,1 1-1,0-1 1,1 2 277,-2 0 1,2 0 0,0 2 0,1 0 0,-1-1 0,-3 0 0,-2-3 16,3 3 1,-4-2 0,2 3-30,0-2 0,2 2 0,2 2 0,0-1 0,-2-1 0,-3-2 0,0 0 0,-3-2 0,2 2-162,2 0 0,4 3 0,0 0 1,-1 0-1,-4-4-63,3 2 0,0-2-472,-3-1 0,4 2 0,-2-1 0,-3-2-113,-3-3 1,-2-1 711,10 3 1,-3-1 0,-11-6-1,1-1 1</inkml:trace>
  <inkml:trace contextRef="#ctx0" brushRef="#br0" timeOffset="34149">2032 5160 12930,'0'-10'90,"0"1"899,-4 2-449,2 11-270,-8 10-211,5 4 1,1 4 0,-1 0-1699,-3 3 1,0 1 1343,1 0 0,-1 1 1,0 2 294,-1-1 0,-1 0 0,0 2 0,0 2-205,1-5 0,0 1 0,-1 2 0,1 0 1,-1-1-1,1 0 205,-1 1 0,0-1 0,1 0 0,-1 1 0,0 2-213,3-6 1,-2 2 0,1 2 0,-1-1 0,1 1 0,0-2 0,1-3 0,1-2 122,0 4 0,0-3 0,0 2-383,0 3 0,0 3 1,-1 2-1,0-3 1,2-4 157,0 2 0,1-2-505,0-2 1,0 4 0,0-1 0,1-5 133,1-4 1,0-1 685,-2 12 0,1-1 0,0-10 0,-1 3 0</inkml:trace>
  <inkml:trace contextRef="#ctx0" brushRef="#br0" timeOffset="34417">1396 5542 12750,'-3'-11'-180,"1"1"450,-1 3 179,13 10-359,-2 5 45,14 9 0,2 3-1003,-10-6 0,1 2 913,5 2 0,4 4 0,1 0 0,-3-2-45,-6-5 0,-1-1 0,3 3-13,0 0 0,3 4 0,2 2 0,1 1 1,0-1-1,-3-1 0,-2-3-506,-1 0 1,-2-4-1,-1 1 1,3 3 214,-1-1 0,3 2 1,1 3-1,1 0 1,0 0-1,0-1 1,-3-2-1,-3-2-176,5 3 1,-4-3-1,3 2 480,-1-1 0,2 1 0,2 2 0,0 0 0,-2-2 0,-2-4 0,-1 1 0,-2-4 0,2 1 0,2 2 0,0 0 0,0 0 0,0 0 0</inkml:trace>
  <inkml:trace contextRef="#ctx0" brushRef="#br0" timeOffset="34914">3026 7191 11490,'8'-8'-539,"3"-2"-2738,3-2 3039,-3 3 0,1-1 1,-9 6-1</inkml:trace>
  <inkml:trace contextRef="#ctx0" brushRef="#br0" timeOffset="35365">2787 6820 13199,'-16'0'1638,"0"0"0,-5 0-956,11 6-502,13-5-1819,19 6 1,8 1 1420,-15-5 1,2 0 277,8 1 0,5 1 0,-3-1-60,-5 0 0,1-1-264,-1 0 0,4-1 1,2 0-1,-1 1 0,-4-2 264,8 2 0,0 0-304,-4-1 1,4 1 0,2-1 0,-2 1-1,-6-1 304,2 1 0,-2-1-213,5 1 1,3 0 0,-4 0 167,-9-1 0,-2 0 0,5 0 0,2 0-270,0 0 0,0 0 45,4 0 170,0 0 0,-1 0-3177,-9-1 2836,-2-5-998,-14-1 1439,-28-6 0,13 1 0,-16 0 0</inkml:trace>
  <inkml:trace contextRef="#ctx0" brushRef="#br0" timeOffset="36030">2677 6957 13110,'-17'2'449,"0"0"1,-4 0 44,4-1 1,1-1 1214,8 0-1079,31 0-540,-8 1 0,3-2-519,6 0 1,4-1-1,4-1 1,-1 1 500,-3 1 0,0-1 0,2 1 0,-1-1 0,-1 0-380,-3 0 0,0 1 1,-1-1-1,1 0 0,2 0 323,2 0 0,2-1 0,1 1 0,0 0 0,-3 0 0,-4 1-15,-1 0 0,-4 0 0,3 0 0,2 0 0,5-1 0,1-1 0,-2 1 0,-4 1 45,3-1 0,-1 1 22,0-1 1,3 1-1,-1-1 1,-4 0-23,-3 1 0,-2 0 135,7-1 0,3-1 0,-5 1 269,6 0-359,-12 0 0,-1 1-3328,-6 0 2797,-11 6-2836,-4-4 0,-2 9 2959,-5-6 0,2 2 0,-1-2 1</inkml:trace>
  <inkml:trace contextRef="#ctx0" brushRef="#br0" timeOffset="38532">1854 6891 11760,'-6'-12'720,"1"1"-450,2 4-90,-1 2-90,2 2 0,-1 1 809,2 0-719,1 8-90,6-5 0,-5 13-90,15 1 0,-9 3-1110,8 6 1200,-5-4-90,0 2 0,0 1 0,0 2 0,0 1-1464,0 1 1284,0 2-90,-1-1-90,2 1-180,-1 0 1,1-1-181,0 0-89,0-1-181,0-2-1051,1-2 782,-1-2-247,0-1 1506,-1-4 0,-1-1 0,-1-1 0</inkml:trace>
  <inkml:trace contextRef="#ctx0" brushRef="#br0" timeOffset="38781">1775 7443 12480,'-30'4'539,"0"0"1,9-2 0,2 0 0,-8 3-91,45-18-359,-4 5-1183,8-3 1,7-3 0,-3 1-55,-4 3 1,1 0 1146,-3 0 0,5-1 0,1-2 0,-1 2 0,-3 1 180,6-3 1,0-1-181,-5 4 0,3-3 0,2 0 0,-2 1 0,-3 2-45,3-2 0,1 0-225,-2 1 0,5-2 0,-1 1 1,-4 2-91,-4 1 0,0 2-733,5-2 1,3 0 0,-6 4 948,-3 10 0,0-1 1,-31 14-1</inkml:trace>
  <inkml:trace contextRef="#ctx0" brushRef="#br0" timeOffset="39365">1986 7792 12120,'-5'20'360,"1"-5"449,1 3-539,3-10 270,12 15-540,2-10 0,5 2 90,3-4-90,-14-8 0,7 0-90,-10-27 90,0 11 45,-6-13 0,-2-2-45,2 3-268,-4 5 0,-1-1 358,3 4 0,-1 1-1723,-3-8 1768,2 9 0,-1 1 135,0-9-2794,0 9 2524,-1-2 540,7 8-451,4 5 293,-2 7-292,21 8-90,-13 3 0,10 1 0,3 0 0,-8-5 0,0 0-179,3 2 0,-1-1 179,8 4 0,-1-3 0,-10-6-892,14 4 892,-18-8-90,4 0 90,-11-10-89,1-9-1,-4-1 45,-5-6 0,-2-2 45,0 7 0,0-1 678,0-2 1,0 0-679,-1 3 0,2 4 0,5 6 2811,-2 3-2811,11 6 0,7 18 0,2-10-315,-1 6 1,-1 2-136,2-2-405,3 3 1,0-1 1886,-1-3-2561,0 0 0,0-1 180,-4-5 359,5 2 990,-14-9 0,-2-1 0,-2 0 0</inkml:trace>
  <inkml:trace contextRef="#ctx0" brushRef="#br0" timeOffset="39864">1845 6663 9801,'-15'-7'120,"0"0"0,-6-1 0,-1 1 59,6 2 1,-2 1 150,-4 3 0,-3 2 0,3 1-240,5 0 0,0 3 29,-7 5 1,-2 5 0,4 0-75,7-2 0,2 2-865,-2 4 1,-1 6 0,0 0 0,3-3 893,1 3 0,0 3 16,5-7 0,-1 4 0,0 4 0,0 0 0,0 0 0,2-1 0,0-4-103,-1 6 0,2-3 1,1 5 68,0-7 0,0 4 0,1 2 1,-1 2-1,0 0 0,1-1 0,1-3 1,1-3-100,1 0 1,2-3 0,0 0-1,0 3 54,1-2 0,0 3 1,0 2-1,1 1 0,0 0 1,0-1-1,1-2 0,0-3 11,1 1 1,1-3 0,1-1-1,2 4-10,0 0 1,2 3 0,1 2 0,1 0 0,0-1 0,-1-2 0,0-4-13,3 3 0,0-3 0,4 0 25,-4-5 1,3 2 0,2 1 0,1 0-1,-1-1 1,-1-2 0,-1-3-26,3 2 0,-1-4 0,3 0 15,-1-2 0,4 2 0,1-1 0,1 0 0,-3-2 0,-2-2-15,-1-1 0,-2-2 0,2-1 0,3-1 0,4-1 0,2-1 0,-3-1 0,-4-1-521,5-5 0,-2-2 521,0 1 0,2-2 0,-2-4 0,-8-2 0,-1-3 0,-1-3 0,0-2 0,-3 1 0,-1-3 0,0-2 0,-1 0 0,1 1 0,-1 0-18,2 1 0,0 0 0,0 1 0,-1-1 0,0-4-41,-5 5 0,0-3 0,0-1 1,0-2-1,-1 1 0,-1-1 0,0 2 1,-1 2-1,-1 3 36,0-4 1,-1 4-1,-2-1 1,1-3-32,-2 1 1,1-3 0,0-2 0,-1-2 0,0 1 0,-1 1 0,0 2 0,0 3 30,-1-2 1,0 5-1,-2-1 1,-1-4 31,0 5 0,-1-3 0,-1-3 0,-1 0 0,-1-1 0,0 0 0,-2 1 0,0 2 0,-1 2-9,-4-3 0,-2 3 0,-1 0 0,-1 2 0,-1 0 0,-2-1 0,2 3 0,-1-1 0,-2-1 0,0 1 0,0 1 0,-1 0 0,1 2 0,1 1 0,-1 0 0,0 1 0,1 1 0,-1 1 0,0 4 0,-2 2 0,-4 4 0,-3 5 0,0 2 0,0 2 0,2 0 0,5 1 146,1 0 0,3 2 0,-2 3-161,2 2 0,-4 2 0,-1 2 0,1 0 0,1 0 0,4-1-45,0 1 0,3-1 0,0 3-120,1-1 0,-1 4 0,-1 2 0,1 0 0,1-1 0,4-3-30,0 2 0,3-3 1,0 4-331,1 3 0,-1 5 1,1 2-1,2-2 0,2-4 90,3-4 1,4-2-1,-1 1 22,-1 3 1,0 2 0,2-1 0,2-2 427,6 2 0,2-3 0,1-1 0,2 3 0,0 0 0,-1-5 0,0 1 0,0 0 0</inkml:trace>
  <inkml:trace contextRef="#ctx0" brushRef="#br0" timeOffset="40198">2199 7211 15448,'-16'-2'674,"1"4"1,-1 3-2314,1 9 1,1 3 806,-1-6 1,0 4 831,3 7 0,1 5 0,2-3 338,3-5 1,0 1-362,-1 3 1,-1 5-1,0 0 1,1-3 38,0 0 1,0 1-197,2-4 0,-1 4 0,-1 1 1,1-1-1,0-3-853,0 5 1,1-1 882,-1 0 0,0 3 1,0-2-271,3-2 0,0-2 0,0 1 295,1-1 1,0 0 0,-1 0-969,0 1 1,-1-1 0,0-2 744,1 3 1,-1-6-1,-7-8 1,2-11-1</inkml:trace>
  <inkml:trace contextRef="#ctx0" brushRef="#br0" timeOffset="40414">1622 7438 13110,'0'-21'539,"-1"10"1440,12-2-1529,-2 21 44,10 1 1,3 2-405,-9 0 0,1 1-910,4 1 1,3 3 0,1-1 0,-3-1 646,2 2 1,0 2 190,-2-2 0,3 4 0,0 1 0,0 0 0,-3-3-165,-2-2 1,-2 0 0,2 2 116,-1 0 0,3 3 0,1 2 0,0 0 0,-2-1 0,-1-2-60,0 1 0,-2-3 0,2 4-180,-1-2 0,4 4 0,0 1 1,1 0-1,-2-2 0,-2-3-60,1 1 0,-3-3 1,4 2-140,-3-3 1,3 2 0,2 2 0,1 0 0,-1 0 0,-2-3 0,-2-2-625,3 1 1,-4-3 0,3 2 727,3 3 1,3 2 0,0-1 0,-4-4 0,-4-3 0,-2-2 0,0 0 0,0 1 0</inkml:trace>
  <inkml:trace contextRef="#ctx0" brushRef="#br0" timeOffset="42948">3419 7089 6543,'0'-19'0,"0"1"0</inkml:trace>
  <inkml:trace contextRef="#ctx0" brushRef="#br0" timeOffset="43614">3461 5153 10591,'-17'-10'0</inkml:trace>
  <inkml:trace contextRef="#ctx0" brushRef="#br0" timeOffset="45015">3448 3939 8612,'-10'-15'1259,"1"7"-1259,2-2 360,4 8-360,2-1 90,1 0 90,0 2 0,0-1-180,-4 1 0,1 0 90,-3 1 0,2 0-90,2 0 90,0 0 0,1 0-90,0 0 90,-2 0-90,1-1 90,-1 0-90,2 1 269,-2-3-269,1 2 90,-1-2 0,2 1-90,-1 0 0,0 0 0,0 1 0,0-2 0,0 2 0,0-1 0,1 1 0,-1 0 0,1-1 0,1 2 0,-2-1 0,1 0 0,-1 0 0,0 1 0,1-1 0,0 0 0,0 1 270,0-1-180,0 0-180,0-2 0,-3-1-270,3 0-449,-5 0 179,4 3-89,-1-1-1080,-1 1 899,2 1 900,-2 0 0,1 0 0,-1-1 0</inkml:trace>
  <inkml:trace contextRef="#ctx0" brushRef="#br0" timeOffset="62613">11775 3737 6903,'-6'-5'0,"0"0"0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1:57:25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10465 2746 11490,'0'-7'630,"0"1"-270,0 4 2788,0 1-2878,0 13 360,0 9-271,0 9-179,0-5 360,5-1 180,3-12-631,2 0 271,8-5-270,-6-6-45,8-9 0,2-2-45,4-2-820,-8 1 1,5-3 0,-1 0 0,-2 1 806,2-1 1,1 0 12,-5 2 0,4-2 0,1-2 0,1 0 0,0-1 0,-2 2-233,1 0 0,-1-1 1,-1 1-1,2-1 0,0 0 233,2-1 0,2-1 0,0 0 0,0 0 0,-1 1 0,-2 0 0,3-1 0,-2 1 0,-1 1 0,0 0 0,-2 2 0,1 0 0,-3 1 0,-3 3 0,0-1-264,7-6 175,-19 12-3188,0-2 0,-11 20 2457,-3-7 1,-6 16 0,1-10 0</inkml:trace>
  <inkml:trace contextRef="#ctx0" brushRef="#br0" timeOffset="11768">7935 4033 12120,'-1'-7'1619,"3"1"-1439,9 11-180,-4-1 270,8 4-180,-9-1 90,11 2-180,-9-3 180,11 4-90,-9-6 179,19 7-179,-6-2-90,4 1 90,-7-3 0,-2 1-90,-2-2 45,4 2 0,-1 0 45,-3-1-90,2 0 0,1 0 0,-2-1 90,3 1 0,0 0 0,-1-1-45,3 1 0,1-1 45,-2-1-45,7 1 0,4 0 0,-3-3 0,1 0-427,-2 1 0,1-1 382,-1-1 0,2-1 0,-4 0 0,-8-1 0,-1 0 0,11 0 0,3 0 0,-4 0 45,-7 0 0,-1 0-45,9-1 0,4-1 0,-3 0 0,-10-1 0,0 0 0,8 1 0,4-2 0,-4 1 0,-9-1 0,1 0 0,7 0 0,4 1 0,-3 0 45,-9 0 0,1 0-45,4 0 0,4-1 0,1 1 0,-1 0 0,-3 0 0,0 0 0,-1 1 0,0-1-380,8 0 1,0-1-1,1 1 402,-3-1 1,3 1 0,-2 0-1,-4 0-22,-3 1 0,-1 0 0,1-1 0,4 0 0,1 0 0,-5 1 0,-1 0 0,1-1 22,4 0 1,5-1 0,0 0-1,-4 0-672,-4 1 1,1 0 649,-1 0 0,4-1 0,-1 0 0,-4 1 0,-3 0 0,0 0 0,1-1 0,5 0 0,-1 0 0,-3 0 0,0 0 0,0 0 22,2-1 1,4-1 0,0 0-1,-5 0-22,-4 2 0,0-1 0,9-3 0,3-1 0,-4 1 0,-8 2 0,-1 0 0,9-3 0,4-1 0,-4 1 0,-9 2 0,0 1 0,8-3 0,4-1 0,-4 2 0,-9 2 0,0 1 30,8-4 0,4-1 0,-4 2-30,-10 2 0,0 0-45,13-6 0,-1 0 45,-8 2 0,0-4 0,-1 0 0,-2 1 0,1-4 0,-1 0 90,-6 4 329,-1-4 0,0-2-150,-3-5-179,2-5 519,-7 12 1,0-1-520,-1-4 0,-5-4 1505,3 8-1595,-12 1 0,9 6 0,-6-1 0,-1 0 0,0 2 0,-5 0 0,-1 0 0,-2 1 0,-7 1 0,-1 0-560,-1 2 560,5 2 0,-5-1 0,4 1-1603,6 2 0,0 0 1558,-10-2 0,-3 1 45,9 1 0,0 1 0,2 0-264,-1-1 0,-1 1 264,0 0 0,-5-1 0,1 1 0,3 0 0,1 0 0,0 0 0,-2 0 0,-3 0 0,-1 0 0,4 0-311,1 0 0,-1 1 311,-2-1 0,-4 0 0,-1 1 0,5-1-196,0 1 0,0 0 178,4-1 0,-4 1 0,0 0 0,0 0 0,4 0 18,-6 0 0,0 0 0,6 0 0,-5 0 0,-1 0 0,1 0 0,4 0 638,-6 2 0,0 1-656,5-2 0,-5 0 0,-2 0 0,2 0 0,4 0-545,3 0 0,3 1 0,-2 0 563,-2 0 0,-2-1 0,0 1 0,-1-1 0,2 0 0,-1 0 0,1 0 0,1 0-381,2 0 0,2 2 0,-2-2 381,-1 1 0,-2-1 0,0 0 0,2 0-231,-2 1 0,2 0 0,1-1 231,-3 1 0,-2-1-161,2 1 1,-4-1 0,1 1 0,2 0 160,-1-1 0,-1 1 0,0 0 0,-4 1 0,0-1 0,4 0 412,3 1 0,1 0-412,-1 0 0,-4 0 0,0 1 0,5-1 0,2 1 0,0 0 0,-4 0 0,-5 2 0,1 0 0,4-1 0,3 0 0,-1 0 0,-1 0 0,-5 1 0,0 0 0,5 0-45,4-2 0,0 1 45,-8 2 0,-4 0 0,4-1 0,10-1 0,0 0 0,-6 1 0,-3 2 0,4-1 0,8-2 0,1 0 0,-5 2 0,-3 1 0,4-1 0,-6 3 0,6-2 0,-3 1 0,3-1 0,-5 3-58,-2 0 0,0 1 58,9-4 468,-1 1 0,1 0-468,3-2-4,-12 9 4,15-9 1573,-7 13-1573,12-10 0,-3 16 0,7-12 0,0 3 0,3 0 0,6-1 45,2 6 0,2 1-45,7-3-60,-4-5 0,3 1 1,-2-2-211,9 1-300,-3-6 0,4-1 1,-2-2 74,-4-2 0,1-2-325,6-1 1,4-2 0,1-1 0,-3 0-274,-6 0 1,-3-1 0,3 0 970,3-2 0,3 1 1,-1-2-1,-1 1 1,-3 0-1,-1-1 1,-1 1-1,2-1 1,0 0-1,0-1 1</inkml:trace>
  <inkml:trace contextRef="#ctx0" brushRef="#br0" timeOffset="20717">10996 3548 15808,'8'10'450,"-3"-1"-180,3-4-180,-7-2 359,6 0 181,-5-2-450,1 0 449,4-7-539,-2 5 0,14-24-180,-6 12-1003,1-5 1,3-5 0,-1 2 765,-1 2 0,2-1-198,-2 3 0,4-3 0,2-3 1,0 0-1,0 2 0,-2 1-295,-1 1 1,-2 3 0,1-1 0,4-4 781,-3 5 1,3-3 0,1-2-1,2-1 1,1 0 0,1-1 0,-1 0-1,-1 2 1,-1 1 0,-3 1-1,3 0 1,-2 1 0,-2 1 0,1 0-1,1 0 1,1-2 0,1 0-1,0-1 1,1 1 0,-1-1 0,0 1-1,0-1 1,1 1 0,-1 0 0,0-1-1</inkml:trace>
  <inkml:trace contextRef="#ctx0" brushRef="#br0" timeOffset="22853">11217 5969 8342,'-11'-1'0,"-2"-1"0,9 2-90,-2-1 0,1 1-90,1 0 1,0 0-91,-1 0 0,1 0-180,-1 0 0,1 0 450,-3 0 0,3 0 0,-2 0 0</inkml:trace>
  <inkml:trace contextRef="#ctx0" brushRef="#br0" timeOffset="42184">8578 4650 9961,'-9'0'720,"1"0"-450,5 0 90,-1-3-91,1 3 1,0-3-90,0 3 90,0 0 180,0 0-180,1 0 539,-1 0-539,2 0 1349,-1 0-1079,1 5-270,0 1 89,1 6-269,6-3 450,6 6-360,1-7 179,5 2 1,4-1-180,-2-4 0,1-1 0,0-1-724,7 4 0,1-2 611,-2-2 1,3-1-1,0-1 1,-4 0-639,-1 0 0,1-1 607,-3 0 0,4 0 0,1 0 0,-1 0 0,-3 0-627,6 0 0,1 0 627,-4-1 0,4 0 0,2 0 0,-1 0 0,-4 0-7,-4 1 1,-2 0 0,4-1 21,-2 0 1,4 0-1,2-1 1,2 0-1,0 0 1,-1 1-1,-3-1-15,4 1 0,-2 1 0,-1-1 0,1 1 0,0-1-393,-2-1 0,2 1 0,0-1 0,-1 0 0,0 1 0,-1 0 375,-1 0 0,-1 0 0,0 1 0,-1 0 0,1-1 0,0 0 0,0 0 0,0 0 0,-1 0 0,-1 0-142,3 0 0,-2 1 0,3-1 154,-2 0 0,4 0 0,1 0 0,0 0 0,-2 0 0,-3 0-30,-1 0 0,-4 0 0,4 0 18,3-1 0,4 1 0,1-1 0,-1 1 0,-5-1-18,-5 1 0,-2 0 0,2-1 0,3 1 0,4-1 0,2 0 0,-2 1 0,-5-1 0,6 1 0,-2-1 22,1 0 1,4 0 0,-1 0-1,-4 0-22,-4 1 0,0-1 22,-1 0 1,4 0-1,-2 0 1,-3 0-23,-3 1 0,-1-1 0,9 0 0,-1-1 0,6 0 90,-10 1-90,4-1 212,-2 0-122,-11 2 737,9-1-827,-16 1 2384,3-1-2474,-7 1-137,2 0-3050,-4 0 0,-17 1 0,5 0 2794,-18 0 1,10 6 0,-1 2-1</inkml:trace>
  <inkml:trace contextRef="#ctx0" brushRef="#br0" timeOffset="48417">1199 4928 9961,'-5'-9'1260,"1"-2"-991,4 8-89,-1-2 720,-2-3-450,-1 1-271,-1 0 541,-4-4-630,3 8 180,-11-6-270,8 6 0,-16 0 0,11 3 0,-5 5 0,-1 2 0,-1 2 30,2 2 0,-3 4 0,0 0-1327,-1 6 1,0-1 1296,6-5 0,-1 0 0,0 2 67,3 2 1,1 2-1,0 1 1,3-3-68,2 0 0,1 0 22,0 4 1,-1 5-1,2-1 1,1-3 22,3-2 0,1-1 0,2 3 0,1 3 0,0 1 0,1-4-45,0-2 0,3 1 45,1 0 0,2 3 0,1 0 0,-1-4 0,1-2 0,1 0 0,2-1 0,3 4 0,0-2 0,-1-2-45,-1-3 0,3 0 45,5 1 0,5 3 0,0-1 0,-3-3-1,0-3 1,1-1-27,-2-2 0,5 2 0,1 0 0,-1-2 0,-4-1-18,4-1 0,0-1 36,-3-2 0,4 1 0,2-1 0,-2 0 0,-3-1-36,-4 0 0,-2-2 0,3 0 18,6 0 0,4 0 0,1 0 0,0 0 0,-5-2-18,-3-2 0,-3-1 0,4 0 0,-2 0 0,4 1 0,2-2 0,2 1 0,0-1 0,-1-1 0,-2 0 15,1-2 0,-1-1 0,-1-1 0,0 0 0,1 0 0,2-1-35,-4 3 0,1-1 0,1-1 0,1 0 0,-1 1 0,1-1 0,-1 0 0,-1 1 0,-2-1 20,4 0 0,-2-1 0,0 1 0,-1 0 0,0-1 0,0-1-13,-1 1 0,0-2 0,1 0 1,-1-1-1,-1 1 0,-2 1 0,-4 1 13,9-6 0,-2 0-23,-1-1 1,2-2 0,0-1-1,-5 2 23,-4 2 0,-2-2 0,-2 1 0,2-3 0,-1-1 0,-4 3 0,-2 1 0,-2 0 30,1-7 0,-1-3 0,-2 3-30,-2 7 0,-2 0 0,-1-9 0,-1-6 0,-2 2-865,-5 2 1,-2 0 0,0 1 864,3 1 0,1-1 0,-4 0 0,-2 5 0,-2-2 0,-2 0 0,0 2 0,2 3-411,-5-3 0,-3 0 411,2 4 0,-5-2 0,-1-2 0,0 3 0,2 2-300,3 2 1,1 4 0,-4-1 284,-1 0 0,-4 0 0,-3 0 0,0 0 0,1 1 0,4 3-11,-3-1 0,2 4 0,-3 0 26,7 2 0,-3 0 0,-2 1 0,-2 0 0,0 1 0,1-1 0,3 2 0,2-1 0,-4 2 0,5 0 0,-1 1 0,-4 1-10,5 0 0,-2 1 0,-4 0 0,0 1 0,-1-1 0,1 2 0,0-1 0,3 0 0,3-1 44,-6 3 0,4-1 0,0 1 0,-4 1-44,6-1 0,-3 1 0,-1 1 0,-2 0 0,0 0 0,0 1 0,2-1 0,2 0 0,3-1-161,-5 3 0,4-1 1,1 0-1,-3 0 156,3 0 0,-3 0 0,0 1 0,0 0 0,1 1 1,1 0 14,-1 2 0,0 2 0,2 0 0,1-1 0,1-1 26,-3 2 0,2 0 0,-2 2-56,4-1 0,-2 4 0,-2 1 0,2 1 0,1-2 1,4-2-61,0 0 0,5-1 0,-2 3-216,0 3 0,-1 6 0,0 0 0,2 0 1,2-4 35,4-4 0,1-2 0,2 3-386,1 3 1,1 4-1,0 2 1,2-2 0,1-4-225,3 5 0,4-1 880,1-3 0,1 2 0,2 0 0,-1-4 0,5 0 0,1-3 0,-1-3 0,-1 1 0,1-1 0</inkml:trace>
  <inkml:trace contextRef="#ctx0" brushRef="#br0" timeOffset="56069">1694 6722 12390,'4'-5'2878,"4"4"-2698,17-8 45,-4 7 0,1 0-135,6-5-1183,-7 4 1,4 1 0,-3 1 657,-5-1 1,-1 1 553,10-1 1,5 2 0,-1 0-555,-6 1 0,-1 1 0,0 0 465,0-2 0,0 0 0,2 1 89,4 2 1,2 0 0,-5 0 297,-9-1 0,1 1-357,9-1 0,5 1 0,-4 0-226,-8 1 1,2-1 232,1 0 1,5-1-1,0 0 1,-4 0-68,-1 2 0,2-1 36,-3-1 0,4 0 0,2 0 0,0 0 0,-2-1 23,6 1 1,-2-1 0,1 1-177,-5-1 1,1 1-1,0-1 1,-1 0 146,2 0 0,-2 0 0,1-1 0,2 1 0,0-1 0,-2 0 588,0 0 1,2 1-597,0-1 1,5 1-1,0-1 1,-5 1-23,-2-1 0,0 1 0,1 0 0,4 0 0,0 0 0,-5 0 45,-2 0 0,1 0-45,0 0 0,5-1 0,-1 1 0,-4 0 0,-1-1 0,1 1 0,-4-1 0,4 0 0,2 0 0,0 0 0,-4 0 0,4 0 0,-2 0 0,1 0 0,4 0 0,1 0 0,-1 0 0,2-1 0,-1 0 0,-5-1 0,-11 2 0,0-1 0,6 0 0,2 0 0,-4 0 0,0 1-106,-2 0 0,-1 0 106,-4 0 512,9 0-512,-15 0 2661,3 0-5938,-7 0 977,-6-6 411,-3 5 1889,-9-8 0,-3-3 0,-7 3 0,4-2 0,0-1 0</inkml:trace>
  <inkml:trace contextRef="#ctx0" brushRef="#br0" timeOffset="56933">1656 6741 14189,'15'4'809,"0"0"-539,-5-1 270,9-2-360,-2 5 90,0-5 0,1 0-91,8 2 1,-1-2 0,6-1 0,-3 1-960,-7-1 1,2 0 815,2 0 0,4 0 0,3 0 0,0 0 0,-2 0-830,0 0 1,-2 0-1,1 0 1,0 0 793,-4 0 0,1-1 0,-1 0 0,2 0 0,1 0 15,1 1 0,2 0 0,1 0 0,-1 0 0,-2 0 0,-2-1-163,2-1 1,-4 0-1,5 0 160,-5 1 1,3 0 0,3 1 0,0 0 0,0 0 0,-3 0 0,-3-1-13,6-1 0,-5 0 0,6 0 11,-8 1 0,3 0 0,3 0 1,1 0-1,0 0 0,0 0 1,-1-1-1,-3 1-11,5-1 0,-2 0 0,-1 0 0,0 0 0,1 0-199,-2 0 1,1 1-1,0-1 1,0 1-1,1-1 1,-1 0 198,-1 0 0,2 0 0,-1 0 0,-1-1 0,-2 1 0,-3 0-333,1 1 1,-3-1 0,1 0 332,2 0 0,1 0 0,1 0 0,-1 0 0,3-1 0,0 1 0,-3 0 521,-1 0 0,1-1-499,-2 1 1,3 0 0,-1-1-1,-4 1-22,-3 1 0,-1-1 0,5 0 0,3 0 0,-4 1 0,5-2 90,-1 2 0,-1-1-90,-7 2 621,1-1 1,1 0-532,1 1-1,3-1-89,-10 1-3218,-9 0-59,-15 0 257,3 0 3020,-11 0 0,3 0 0,-1 0 0</inkml:trace>
  <inkml:trace contextRef="#ctx0" brushRef="#br0" timeOffset="88783">2550 7314 12750,'-12'0'90,"2"0"0,1 0 179,1 0 1,-1 0 0,1 4-90,1-3 0,1 8 0,0-7 0,2 7 0,1-8 0,2 10-1,0-7 541,10 13-2056,6-4 0,3-1 1426,-4-2 0,2 0 149,9 1 1,6-1 0,-3-2-583,-6-3 0,1-1 415,-2-1 0,3 0 0,3-1 0,1 0 0,-1-1 3,-1-3 0,1-1 0,0 0 0,0-1 0,0 0 0,-1 1-385,1 1 0,0 0 0,-1 1 0,1-1 0,3-1 310,-4-1 0,4-1 0,0 0 0,1-1 0,0 1 0,-1-1 0,-3 1 0,-3 0-450,9-1 1,-5 0 0,3 0 449,-5 1 0,2-1 0,1 1 0,1-1 0,-2 0 18,0 0 0,0 1 0,0-1 0,0 0 0,0 0-18,1 0 0,0 0 0,0-1 0,1 1 0,-1 0 0,0 0 0,1-1 0,-1 1 0,0 0 0,0 0-34,1-1 1,1 0 0,-2 1-1,0 0-26,3-2 0,-1 1 0,-3 0 15,-1 0 0,0 1-195,4-1 0,2-1 1,-6 3-211,-3 0-752,-3 6 302,-26 1-739,-13 10 1,-4 3-662,-6-3 2308,7-1 0,-3 2 0,3-1 0,1-3 0,1-1 0,-8 4 0,0-1 0</inkml:trace>
  <inkml:trace contextRef="#ctx0" brushRef="#br0" timeOffset="89050">2768 7625 15448,'-12'4'-90,"-5"1"0,5-2 630,-3 0 449,30-3-899,9-8 0,4-1-90,-4 4 0,3-1-469,-5-1 0,3-2 0,0 0 0,-1 0 499,1 0 0,-1 0 0,0 1-30,1-1 0,-1 0 0,3-1-72,-3 1 0,2-1 0,0 0 0,0 0 1,-3 2-79,-1-1 0,-2 1 0,3 0-372,2-1 0,4-1 1,1-1-1,-1 1 0,-5 2-333,3 0 1,-1 1 854,4-1 0,4 0 0,-6 4 0,-2 8 0,-9 0 0,0 0 0</inkml:trace>
  <inkml:trace contextRef="#ctx0" brushRef="#br0" timeOffset="91383">5493 6761 12390,'-10'-5'90,"0"-3"90,4 7 180,0-7-1,1 8 91,0-4-90,0 4-180,0 0 0,2 0-90,-1 0-90,2 0 899,0 0-539,1 4-90,7-3 0,-5 7-1,13-5 181,-5 4-270,19 2 0,-4-4-1031,-3-1 0,4-1 1,-1-1 939,-3 0 1,1-1-23,5 0 1,5 0 0,1 0-1,-5-1-22,1-3 0,3-1 15,-7 2 0,6 0 0,3 0 0,0 1 0,-2-1 0,-5 0-60,2-1 0,-4-1 0,5 1 12,-3 1 1,4 0 0,3 0 0,1 0 0,-1 0 0,-3 0 0,-3 1-13,3 0 0,-3 1 0,3 0 12,-4 0 1,3-1 0,3 0 0,1 1 0,-1-1 0,-2 1 0,-4-1 9,-2 1 1,-3 0-1,1 0 1,2 0-23,3 2 0,3-1 0,2 1 0,1 0 0,0 1 0,-3-2 0,-4 1 0,6-1 0,-4-1 0,3 2 12,-6 1 1,4 1 0,1 0 0,1 2 0,-1-1 0,-2-1 0,-4-1-13,5 0 0,-4 0 0,3 0-15,-3 1 0,4 1 0,2 1 0,-1 0 0,-1-1 0,-5 0 15,-1-2 0,-3 1 0,2-1 18,4 1 0,3 1 0,1 0 0,-2 0 0,-5-1-18,0-1 0,-2 1 0,6-1 0,1 1 0,-5-1-90,-7-2-450,10 0 270,-20-6-809,6-8 359,-8 0-919,-1-5 1,-3-1 1476,-12 0 1,-3 0-1,6 0 1,0 0 0,-12 2-1,0 0 1</inkml:trace>
  <inkml:trace contextRef="#ctx0" brushRef="#br0" timeOffset="91919">5514 6741 11760,'-27'0'135,"5"0"0,-2 0 809,1 0 1,-1 0-720,-1 0 0,2 0 224,4 0 1,6 0-90,11 0 540,27 0-631,2 0-1089,-4-2 1,5-2 0,1 0 0,-3 1 826,3 0 1,1-1 82,-5 0 0,5-1 0,2-1 0,1 1 0,-2-1 0,-4 1-307,2 1 1,-3-1-1,3 0 255,-2 1 1,3-2-1,3 0 1,1 0 0,-1 0-1,-2 1 1,-3 0-391,0 0 1,-4 1 0,0 0 0,4-1 371,-4 2 0,3-2 0,2 1 0,1-1 0,1 1 0,-1-1 0,0 1 0,-3 0 0,-3 0 2,7 0 1,-4 0 0,0 1-1,4 0-12,-6 0 0,4 0 0,2 0 0,1-1 0,0 1 0,0 0 0,-1 0 0,-2 0 0,-4 1-295,6 0 0,-4 0 1,0 0-1,4 0 295,-6 1 0,3-1 0,2 1 0,1 0 0,0-1 0,0 1 0,-1 0 0,-3 0 0,-3 0-10,6 0 0,-5 1 0,0-1 0,3 1 11,-2 0 0,2 0 0,2-1 1,1 1-1,0 0 0,-1 0 1,-3 0-1,-3 0-11,8-1 0,-4 2 0,2-1 0,-5-1 0,2 1 0,0 0 0,0 0 0,-2 1 0,2-1 0,-2 2 0,-1-1 0,-2 0 293,7-1 0,0 1-271,-4 0 1,2 0-1,-1 0 1,-4 0-23,9-1 0,-7 0 0,-2 0 0,-9 0 1359,6 0-1359,-12-4 1976,2 3-1976,-6-6 2878,-1 6-3148,-1-4 556,1 4-3563,0-3 2457,-7 3 1,-5 6 0,-8 4 0</inkml:trace>
  <inkml:trace contextRef="#ctx0" brushRef="#br0" timeOffset="95066">10462 4893 12390,'0'-8'720,"0"1"-271,0 3-89,0 1 0,0 0 180,-4 2-496,2 16 1,3 8-45,-4 0 0,2 2-30,2 4 0,3 2 1,-1-2-353,-2 1 0,0-1 112,4-5 0,0 0 0,0-4-90,-4 3-450,5 1 1,-1-1-90,-2-6-2378,6 12 3129,-6-21 0,1 1 1,-2-8-1</inkml:trace>
  <inkml:trace contextRef="#ctx0" brushRef="#br0" timeOffset="95433">10550 4962 11940,'0'-8'1439,"3"23"-1439,3 10 0,-4-10 0,1 1 45,4 4 0,0-3-45,0-3 0,3 0 0,1-2 0,1-2 0,5-2 0,0-1 0,0-3 0,3-5 0,1 0 0,-2-1-90,9-12 90,-6-3 90,-11 0-135,-2-1 0,-3 0 45,-4 1 0,-7-2 0,-4 1 90,0 3-90,-6 1 0,-3 3 0,3 4 0,-2 2 0,0 3 0,3 9-45,-2 1 0,0 2-495,9 5 1,1 0-1,-9 11-854,14-9 0,3-1 45,0-5 1349,18 9 0,-12-14 0,11 2 0</inkml:trace>
  <inkml:trace contextRef="#ctx0" brushRef="#br0" timeOffset="95784">11017 4851 12300,'-12'3'989,"0"3"-989,0 20 0,5-11 0,1 9 0,3-5 0,3-6 0,3 12 90,-2-16-90,17 5 0,-11-11 0,22-6 0,-14 2 45,3-12 0,0-1 45,-3 2 180,1-9 0,-2-2-90,-5 2 45,-7-5 0,-1-2-225,-2 7 45,-12-4 0,-3 3-45,4 10-45,-8 2 0,-2 4-135,4 9-450,-2 5 0,0 2 1,2 7-1010,0 5 1,1 0-1639,3 0 3160,3-5 0,2 1 0,-1 1 0,1 0 1</inkml:trace>
  <inkml:trace contextRef="#ctx0" brushRef="#br0" timeOffset="96167">10306 5444 14369,'-15'7'-180,"-9"4"1079,5-2-359,24-1-450,4-12 0,11-2 0,9-1 0,-3-2-881,-5-1 1,2-3 835,-3 4 0,4-2 0,2-1 0,2 0 0,0-1 0,-2 1-460,0 0 0,1 1 1,-1-1-1,1 0 1,-1 0-1,1 0 415,-2 0 0,1 0 0,0 0 0,0 0 0,0 0 0,0 0-271,0 1 0,0-1 1,2 1-1,-1-1 1,-1 2-1,-2 0 0,-3 1 271,5-1 0,-4 2 0,2 0-125,-2 0 1,1-1 0,1 1 0,1-1 124,4 0 0,1-1 0,0 1 0,-2 0-41,-3 1 0,-2 1 0,3-1 41,1 0 0,5-1 0,0-1 0,-2 1 0,-4 2 0,1-1 0,-1 1-60,5-2 0,3 0 0,-8 2-2098,-4 1 2126,0-1 32,-39 20 0,-2-10 0,-7 10 0</inkml:trace>
  <inkml:trace contextRef="#ctx0" brushRef="#br0" timeOffset="97150">10118 5810 12660,'-16'-2'629,"1"1"631,-5 1-1080,2 0-180,0 0 90,26 0-1,1 0-89,13 1 0,2-2 0,-1-6-832,-4 3 1,4 0-1,-3-1 832,-5-2 0,-1-1 0,8-1 0,4 0 0,-4 0-414,-5 1 0,-1 1 459,4-3 0,-1 2 495,-3 0-540,-17 6 0,2 7 0,-7 3 2109,3 22-2064,1-14 0,0 1-45,1 0 0,0 0-1359,4 12 0,1-1 1000,1-5-406,1 7 0,0-1-44,3-9-830,-3 2 1,0-1-392,1-4 1967,1 6 1,-4-13-1,-1-2 1</inkml:trace>
  <inkml:trace contextRef="#ctx0" brushRef="#br0" timeOffset="97683">10261 6024 11760,'-15'-6'1889,"-7"-4"-1889,12 4 0,-3-4 0,16-2 0,7 4 0,2-3 0,1-1-90,7 0 135,0-6 0,1-1-379,1 2 334,-6 3 0,3-2 0,-2 3 0,7-6 30,-5 5 0,2-2 0,-2 3-330,3-3 390,-2 1 0,-2 1 0,-10 7 90,1-1-91,-6 5-89,-8 25 0,4-13 0,-2 9 0,0-1 0,3-8 0,4 11 0,-2-12 0,9 8 0,-3-9 0,16 2 90,-7-7-90,2-3 0,1-4 0,0-4 0,2-1 0,-1-2 0,-4-2 0,-4 0 0,-2-1 0,-6 3 325,0-8-325,-25 3 0,7 6-45,-11 0 0,-2 2 45,1 3-180,-3 2 0,1 2-180,4 8-405,1 1 1,0 2-225,6 7-650,1 2 1,2-1 1445,4 1 0,-3 11 1,9-14-1</inkml:trace>
  <inkml:trace contextRef="#ctx0" brushRef="#br0" timeOffset="98201">10240 6199 12390,'2'-25'2429,"-7"8"-1890,-2 5-539,-7 9 360,-9 10-180,4 1-794,5 0 1,0 1 658,-4 4 0,1 1-45,2-3 0,0 1 22,-5 5 1,-4 3 0,-1 2-1,4-4-682,-1 2 0,0 2 660,3-3 0,-3 5 0,-2 0 0,3 0 0,3-3 0,-1 2 0,3 2-18,3-5 0,-2 3 0,-1 2 0,2-1 0,2-3 18,-2 3 0,2 1 0,0 0 0,-2 3 0,1 0 0,2-5-45,1-2 0,1-1-375,-3 7 1,-1 4-1,2-3-1219,2-4 1,2-2-1,-3 4 1,2-3 1351,0 7 0,7-24 0,-1-1 0</inkml:trace>
  <inkml:trace contextRef="#ctx0" brushRef="#br0" timeOffset="100600">11018 5534 11490,'0'-8'1080,"0"0"-810,0 6 0,0 0-91,0 0 1,-4 1 0,3 0-90,-3 5-90,4 10 0,0 4 90,0 1-90,4 4 0,-3-11-270,8 13 90,-7-14-1259,10 13-1838,-3-9 3106,2 1 1,-2-7 0,-4-7 0</inkml:trace>
  <inkml:trace contextRef="#ctx0" brushRef="#br0" timeOffset="101250">11110 5453 12570,'-1'16'360,"-1"-1"-270,10 1 0,-8-5-90,6 5 0,-3-9 0,3 5 89,-2-8 1,7 3 0,-3-6-90,2 1 0,6-7 0,-9 3 0,9-8 0,-9 5 0,7-3 0,-8 4 0,8 1 0,-9 2 0,8 0 180,-5 6-180,0-4 0,-2 5 180,-3 3-180,-1-7 90,1 16-90,-3-13 0,-5 12 0,3-10 90,-14 9-90,1-1 0,-2-3 0,-6 2 0,16-10 0,-5 1 0,9-4 0,-1 0 0,3-5 0,1-1 0,0-4 0,6 5-90,1-1 90,7 4 90,1-1-90,-4 2 0,8 0-90,-12 0-90,5 5-90,-8-4 90,0 3-989,-1-1-630,-1 0 1799,-1 2 0,-5-2 0,-3-1 0</inkml:trace>
  <inkml:trace contextRef="#ctx0" brushRef="#br0" timeOffset="101549">11147 5404 11580,'-9'-12'1350,"2"-2"-901,10-2-359,3 3 90,5 0 0,3-1 0,1 3 0,0 1-135,-1-2 0,2-1 45,1 2 0,2-2 0,0 2-45,0 0 0,0 0-45,4-2 0,0 0 45,-3 4 0,-4 3-45,-6 2-990,2 1 450,-17 3-179,3 8-2558,-18 6 1427,12 2 1671,-12 4 1,10-8 0,-1 0-1</inkml:trace>
  <inkml:trace contextRef="#ctx0" brushRef="#br0" timeOffset="102849">11287 5811 11850,'-10'-2'810,"3"0"-181,3-1-449,3 1 450,-3-1-360,2 1 359,-1-2-449,2 3 450,-2-3-450,2 3 1619,-1-2-1529,11 8 89,6 1-269,2 6 45,-3-1 0,-1 0-45,-1 5-1696,5 9 0,0 0 1696,-3 0-60,-3-5 0,1 3 0,-2-4-94,1 6 64,1 0 0,0 1 0,-2-6 0,0 1 0,0 0 0,-2-5 45,-1 0 0,0-1-45,-1-4 0,1 4 0,-3-7 0,-2-3 0,1 1-899,-2-4 661,-5 4-1381,2-3-1658,-16 10 2589,10-5 1,-10 6 0,9-6 0</inkml:trace>
  <inkml:trace contextRef="#ctx0" brushRef="#br0" timeOffset="103501">11300 6373 12390,'0'-16'1619,"0"5"-809,-4 5-541,19 15-179,-10-8-45,9 10 0,2 1-45,-5-6 0,7 11 90,-4-6-90,-5-2 0,9 5 90,-10-8 270,8 4 450,-11-8-810,2-8 0,-5 5 0,0-16 0,1-7 0,-1 1-45,-1 0 0,0 0 45,-1 3-45,0 0 0,0 0-135,0 6-630,-4-9 360,3 17-2827,-3 0 0,10 5 2891,0 5 1,1-3 0,-1 4 0</inkml:trace>
  <inkml:trace contextRef="#ctx0" brushRef="#br0" timeOffset="103933">11597 6218 12120,'-13'0'630,"5"5"-1,-10 1-539,5 21-90,-3-12-1639,8 4 1,3 0 664,1-5 1368,0 17-394,4-19-262,-1 14 262,1-18 0,5 8 90,-3-11 2941,11 1-3031,0-16 0,-1 0 0,1-1 0,4-10 0,-6 3 0,-2 1 0,-4 4 180,3-12-180,-6 17 847,0-3-847,-2 17 421,2 0-421,1 10-270,7 2 0,-4-8-2788,13 3 1349,-9-12 1709,10-7 0,-9 4 0,3-6 0</inkml:trace>
  <inkml:trace contextRef="#ctx0" brushRef="#br0" timeOffset="104416">11715 5068 13919,'12'2'540,"1"-4"-360,13 14-180,-6-6 30,0 0 0,5 0 0,0 1-362,-2-1 0,-1 0 1,1 1-359,7 1 0,2 1 1,-3 0 104,3-1 1,-3 2-1055,-5 3 1,-5 0 1242,-10-1 1,1 7 0,-8-7 0</inkml:trace>
  <inkml:trace contextRef="#ctx0" brushRef="#br0" timeOffset="104700">12369 5179 12930,'0'-14'1079,"0"4"-359,-5 3-720,4 4 0,-4 0-630,2 3-180,0 5 271,-4-4-2738,-6 14 617,6-12 2660,-6 7 0,7-7 0,1 0 0</inkml:trace>
  <inkml:trace contextRef="#ctx0" brushRef="#br0" timeOffset="104950">12216 4831 12750,'-8'-7'180,"1"-1"359,5 6-449,-1 8 0,9 10-90,0 1 45,3 5 0,2 1-45,0-2-449,-1 2 0,0 0 359,-1-5 127,2 6-667,-4-8 0,1-2 91,1 5-990,1 1 0,1-1 359,-2-5 1170,7 9 0,-9-16 0,1 1 0</inkml:trace>
  <inkml:trace contextRef="#ctx0" brushRef="#br0" timeOffset="105283">12418 4968 12030,'-10'-9'1439,"1"3"-1349,3 4 0,2 13 0,2-4-90,7 10 0,2-6 0,11 3 0,-4-4 45,0-2 0,-1 1-45,0-1 90,2 1 0,1-1 0,-3 0 0,8 3 270,-5-2-3482,-1 2 3122,-2-2-476,-2 1 566,-10-6-90,2 3 0,-3-4-540,-12 7 180,6-5-1529,-20 5 810,14-6-2198,-18 2 3039,18-5 0,-7 0 1,10-1-1</inkml:trace>
  <inkml:trace contextRef="#ctx0" brushRef="#br0" timeOffset="105450">12491 4902 12570,'7'-20'540,"-1"4"-271,7-9-269,-4 11-45,3-1 0,2 1-134,1 2-856,3 0 1,1 1-495,-1 4 1529,0 1 0,0 2 0,-4 2 0,5 1 0</inkml:trace>
  <inkml:trace contextRef="#ctx0" brushRef="#br0" timeOffset="105799">12342 5603 12930,'0'-17'1079,"-4"0"-899,3 5 90,-3 3-180,4 15-90,5 3 0,0 18 0,0-7-315,0 5 0,0 2-360,-3-7 1,1-1 314,1 3 0,0 1-1279,1 0 1,-1-3-1639,0-4 3081,2 7 0,-3-14 0,0-1 0</inkml:trace>
  <inkml:trace contextRef="#ctx0" brushRef="#br0" timeOffset="106450">12318 5796 12120,'-9'0'630,"1"0"-630,12-9 0,-4 3 0,21-17 0,-11 12 0,8-6 0,2 1 0,-4 2-1639,1-1 1,0 0 933,-7 5 2241,6-7-1266,-13 12 720,1-1-900,-3 9-90,-1 3 89,-6 16-89,5-8 3276,-4 12-3135,5-15-141,0 4 0,0 1 90,4-4-180,1 9 90,6-13 90,5 5-90,-4-8 0,12-1 0,-12-3 0,16-6 0,-15-3 0,8-4 0,-5-7-2243,-3 6 2243,2-4-866,1-9 866,-7 9-359,-2-1 1,-1 1 358,-3 3-54,-1-9 54,-7 16 1873,4-2-1963,-9 7 1187,5 7-1187,-1 2 1138,3 7-1138,8 5 90,2-7-90,8 9 90,-4-14 240,10 9-150,-11-8-90,1 1 0,-6-3 0,-5-4 0,1 1-270,-6 0-89,4-1-2070,-16 2-848,3-3 977,-4 1 2300,3-2 0,9-6 0,0-3 0</inkml:trace>
  <inkml:trace contextRef="#ctx0" brushRef="#br0" timeOffset="106700">12731 5330 15268,'11'10'360,"-1"-2"-270,0 12 0,-1-6-45,2 5 0,0 3-45,-2-3 0,0-1 0,1 3 0,0 0-180,0 3 0,-1-2-3097,-2-3 2800,3 9-1052,-3-5 810,-3-8-2558,1 15 2806,-4-20 0,0 6 0,-1-12 0</inkml:trace>
  <inkml:trace contextRef="#ctx0" brushRef="#br0" timeOffset="106900">12775 5537 12930,'-8'-14'1079,"3"1"-719,11-9-360,4 7 0,2-3 0,2 0 0,7-1-1093,-8 5 1,3-3 0,-2 2-18,7-6 17,-5 3 1,3-2 0,-3 2 737,-5 3 1,-1 1-1,5-6 1,-2 0 0,-5 0-1</inkml:trace>
  <inkml:trace contextRef="#ctx0" brushRef="#br0" timeOffset="108383">9953 6166 10231,'0'-7'1080,"-4"0"-811,3 5-89,-3-1 90,4 1 0,-4 0 0,4 0 90,-4 0-180,4 1 89,-2 0 91,2 0-270,-3 0 360,2 1 0,-1 0-360,6 0 89,-3 5 541,28 3-450,-8-1 0,2 1-453,-1-2 1,1-1 212,4-1 0,2 0 0,-4-1 15,-7-2 0,0 0-45,9 0 0,5 0 0,-5 0-315,-7 0 1,-1-2 344,10 0 0,3-2 0,-4 1-30,-8 2 0,0-1 0,8-5 0,5-1 0,-5 1 0,-8 2 0,0 0 30,8-5 0,3-3 0,-3 1-30,-10 4 0,0-2 0,1-2 0,3-4 0,-1 0 0,-4 1 0,-3 1 0,-1-1 0,3-9 0,0-4 0,-3 3 0,-8 8 0,-2-1-30,-2-7 0,0-5 0,-3 4 30,0 8 0,-3-1 0,-4-8 0,-3-3 0,0 4-431,2 6 1,-1 1 407,-2 0 1,-4-4-1,0 1 1,2 2 22,0 2 0,-2-1 0,1 3 0,-3-2 0,-2-2 0,0 2 0,1 2-30,-4-1 0,1 3 0,-1-1-665,3 1 1,0 0 0,0 0-1,0 1 695,0 3 0,0 1 0,-1 3 0,-1 1 0,0 3 0,0 1-120,1 3 1,-2 2 119,-1 1 0,-5 0 0,1 1 0,4 2-163,0 3 1,0 3 162,5-3 0,-3 1 0,-1 2 0,2-1 0,3-2 45,-4 5 0,2 2-23,1 0 1,-3 4 0,1 1-1,4-3-22,2-1 0,2 2 22,2 2 1,-1 4 0,0 1-1,3-4-22,2 0 0,2 0 0,0 3 0,1 4 0,1 1 0,1-5-623,0 0 0,2-2 623,0 0 0,0 3 0,1-2 0,3 0 0,2-2 0,0-6 0,0 0 0,2 3 0,2 0-205,7-1 1,2-3 249,-7-6 0,1-1-45,9 1 0,4 0 0,-2-2 0,-4-6 0,1-1-225,4-2 0,3-1 0,2-1 0,-5 1-135,2 0 1,0-2-461,1-4 1,4-2 0,0-1 0,-5 2-820,-1 1 1,-1 0 1077,-1-4 0,3-1 0,-4 1 561,-6 2 0,-2 0 0,13-8 0,-3 0 0</inkml:trace>
  <inkml:trace contextRef="#ctx0" brushRef="#br0" timeOffset="109500">9685 7249 12300,'-18'-18'2159,"-3"5"-1979,1 1 89,5 15 1,10 13-180,5 1 90,-1 3 0,2-1-90,4 1-45,-3 4 0,1-1-45,3-3 0,1 11 0,-1-7 0,7 0 0,-4-3 90,5-3-90,-10-14 0,5-1 0,-5-8 0,2-12 0,-4 0 0,-1-4 0,1 0 0,-2 0 0,0-3 0,0 2-90,0 5 90,0-9 0,0 28 0,22 9 90,-11 4-90,8-1 0,1-1 0,-6-3 0,3-2 0,0 0 90,-2-2-90,4-2 0,2-4 0,-5-10 0,0-3 0,0 7 0,0-2 0,2-18 0,-4-2-273,-6 4 273,-1-7 0,-4 1 0,-10 2 0,2 9 0,-2-3 0,-1 3-90,-11-4-210,4 9 0,-2-3 0,0 4-375,1 6 1,-1 2-608,-3-4 1,0 2 471,-5 14-2467,5 7 1517,8 1 1760,-4 2 0,9-7 0,1-1 0</inkml:trace>
  <inkml:trace contextRef="#ctx0" brushRef="#br0" timeOffset="110049">9709 6930 11850,'-18'-5'270,"3"3"360,-12-1-360,10 2-180,-5 7 89,-4 6 1,10 1 45,-1 4 0,1 2-378,4 2 333,3 3 0,-1 7 0,3 0-1125,3-4 1,2 1 0,0 0 944,-1-5 0,-1 1 0,1 0 0,1 0 30,0 4 0,1-1 0,2 1 0,4 1 0,2-1 0,-1-1-30,-2-1 0,3 0 44,2-1 1,3 4 0,1-1 0,-2-4-45,0-4 0,1 0 0,2-2 0,3 2 0,1 0 0,-3-4 45,1-2 0,1-2-45,8 2 0,5 1 0,-3-4 45,-7-4 0,1-4-23,4-1 1,6-1 0,0-3-1,-1-3-438,-4-3 1,-1-2 0,-1-3 0,1-1 415,0 1 0,0-2 0,1 0 0,-2-1 0,-1 0-426,1-2 0,-2 0 0,-1-1 1,-3 0 425,1-6 0,-3 0 0,-3-2 0,-5 3 0,-1-2 0,-1 1 0,-1 1-162,1 2 1,-2 2 0,0-4 143,-1-3 0,0-5 0,-1-2 0,-1 2 0,0 4 18,-2 5 0,-1 3 0,-1-3-18,-2-2 0,-1-3 0,-1-2 0,-3 2 1,-4 2 70,-3 4 1,-5 1 0,-2 2 0,-1 2 0,-1 0-69,3 4 0,-2 2 0,0 0 0,-1 1 0,1 1 0,0-1 15,-4-2 0,0 0 0,1 0 0,-1 4 0,0 6 0,2 5 0,-1 4 0,-1 3 0,2 2 0,2 1 0,4-2 0,1 1 0,3 0 0,-1 4-90,1 0 0,-2 3 0,-2 2 0,1 0 1,2 0-1,2-3-30,1 2 0,3-2 0,-1 4-180,1-1 0,0 4 0,-1 2 0,1 1 1,1-2-1,3-4-30,0 2 0,3-3 1,1 3-327,0 2 1,2 4-1,0 2 1,1-3 0,1-3 509,4 2 1,2-1 0,0-1 0,1 2 0,2-4-1,0-8 1,1-1 0</inkml:trace>
  <inkml:trace contextRef="#ctx0" brushRef="#br0" timeOffset="110900">11086 5875 11670,'-13'0'2429,"-6"0"-1889,4 0-450,1 0 539,8 0-449,10-5-90,5-3 45,4-3 0,2 0-45,7-7 0,-2 5 0,5-3 0,1 1-391,-1 1 1,0 1 0,2-1 300,-6 2 0,2 0 0,0 0 0,0 0 0,-1 1 0,5-3 0,-1 1 0,-1 0 0,3 0 0,-2 1 0,-4 1 0,-1 1-287,-5 3 0,-1 0 197,-8 3-1979,1 1 810,-12 8-1530,-14 6 1440,2 1 1349,-5 1 0,-1 0 0,-1 0 0,5-2 0,-1-1 0</inkml:trace>
  <inkml:trace contextRef="#ctx0" brushRef="#br0" timeOffset="111203">11056 5916 10861,'-25'16'2608,"10"-6"-2158,2-6 0,19-3-270,10-14 0,4-4-90,8 4-997,-6-1 0,3-4 0,-2 2 952,-5 6 0,0 0-15,1-1 0,1 0 0,1 0 29,0 1 1,1 1 0,-2 0-60,-1 0 0,2-1 60,5-1 0,3-3 0,-4 3-60,-9 4 0,-2 0 90,12-6 0,-2 0 670,-9 5-1120,3-3-449,-21 9-2468,-13 12 1337,3 2 1421,-1 1 0,3 1 1,5 2-1,-2 3 0</inkml:trace>
  <inkml:trace contextRef="#ctx0" brushRef="#br0" timeOffset="115366">11381 6996 9332,'-8'-11'899,"-2"5"-629,9-2 0,-4 7 0,3-6 0,-2 4-1,1-2 1,0 2-90,0 0 0,1 1 0,0 0 0,0 0-90,0 1 90,1 1-90,0-1 0,1 6-90,-1 2 0,1 4 0,5 10 0,-1-9 0,1 3 0,-1 2-180,2-2 0,-2 0-90,2 11-405,0-6 1,0-2 44,-3-5-2608,7 13 2428,-7-17 810,2 3 0,-4-9 0,0-2 0</inkml:trace>
  <inkml:trace contextRef="#ctx0" brushRef="#br0" timeOffset="115699">11334 7019 10591,'-13'-15'1619,"-3"-4"-1619,5 3 90,2 1-90,7 7 0,9 0 90,-5 3 0,23-7-90,-15 8 135,9-1 0,0 2-135,-2 1 90,9-1 180,0 3 89,-2 13-269,1-6 0,-8 12 0,-9-2-90,-2-3 90,2 7 90,-1 8-180,-2-11 45,1 2 0,0 0-45,0-4-1639,3 4 1,1-1 1523,-1-4-926,2 1 0,2-1 232,-2-7-2468,16 2 2457,-15-8 1,9-8 0,-10-3 0</inkml:trace>
  <inkml:trace contextRef="#ctx0" brushRef="#br0" timeOffset="119566">11384 7430 11940,'-10'2'360,"-1"-2"-90,8 1-180,-1-1 90,0 1-180,3-1 359,-1 1 451,8-1-720,13 1 0,-1-6-45,3 3 0,0-2-45,0-9-1639,7 3 1,2-1 1613,-6-2-110,3 0 0,-1 1-45,-10 5-719,11-8 359,-20 11-2737,1-3 1517,-6 3 1760,-2-5 0,0 1 0,0-2 0</inkml:trace>
  <inkml:trace contextRef="#ctx0" brushRef="#br0" timeOffset="119966">11646 6929 11850,'-14'4'1529,"-4"1"-179,7-1-901,16-11-449,14-6 0,-6 5 0,1-1-447,7-4 0,0-1 447,1 1 0,-5 2 0,1 0 0,1 0 0,-1 0-1212,6-4 1167,-6 4 0,0 0-495,6-3 270,-9 5-1528,10-5 1798,-17 9 0,-2-1 0,-12 5 0</inkml:trace>
  <inkml:trace contextRef="#ctx0" brushRef="#br0" timeOffset="120166">11723 6995 7353,'-12'1'-900,"2"1"630,-6-2-89,6 0 359,-2 0 0,6 0 0,4 0 0</inkml:trace>
  <inkml:trace contextRef="#ctx0" brushRef="#br0" timeOffset="120451">11644 6990 10501,'-11'-9'2159,"3"3"-1170,1 1-719,4 3 180,-2-1-360,3 2 809,0 1-269,16 0-540,-5-1-45,8-1 0,2 0 45,0 1-90,5-6 0,0 1 0,0 4 0,5-5 0,0 0-363,-3 5 363,5-4 0,-1 0 0,-4 3 45,5-4 0,0 1-45,-10 1-90,1 1 0,-3 0 0,-9 2-1350,3-1-1168,-11 2 1079,0-1 1529,-13-1 0,8 0 0,-8-1 0</inkml:trace>
  <inkml:trace contextRef="#ctx0" brushRef="#br0" timeOffset="125084">11625 7597 11670,'0'-8'990,"0"1"-720,0 6 89,-5 0-269,10 21-90,-3-2 90,8 11-90,3-2-90,-5-16 180,5 9-90,-8-13 0,7 3 0,-9-7 90,3 0 180,-5-3-270,-10-18 0,2 7 0,0-7 0,-1-2 0,-1 5 45,4-2 0,1 0 45,-2 2 0,19 5-90,-6 6-45,8 8 0,1 3 45,-5-2 45,3 1 0,2 1-45,1 1 0,4 1 0,-4-4 0,-11-2 270,3-1-180,-7-2-90,0-6 0,-1-6 0,0 0 0,1-8 0,-1 12 90,0-4-180,-1 9 180,2 1-90,-1 8 0,3 0 0,-2 0 0,4 3 0,-3-8 0,4 5 0,-3-6 90,2 2 0,-4-11-180,-4 6 90,-4-16-270,-9 10 90,6-3-720,-7 6 361,11 5 539,-6 0 0,8 1 0,0 0 0</inkml:trace>
  <inkml:trace contextRef="#ctx0" brushRef="#br0" timeOffset="125653">12014 7324 10771,'-7'-5'629,"-2"2"-449,9 1 900,-3 1-451,3 0-449,0 6 0,9 11-180,-1-1 0,3 4 0,0 1 0,2-1 0,-5-4 0,0 1 0,0 0 0,1 0-1639,3 3 1,-1 0 1580,-1-2 1,0 0-625,3 3 0,0-1 412,-5-8 0,4 5-719,-7-8 0,-1-3-2288,0 3 3819,-3-5 0,-1 1 0,0-3 0</inkml:trace>
  <inkml:trace contextRef="#ctx0" brushRef="#br0" timeOffset="128316">12916 5171 8342,'7'0'0</inkml:trace>
  <inkml:trace contextRef="#ctx0" brushRef="#br0" timeOffset="149950">6422 6130 8882,'-12'-5'540,"1"4"-181,-1-4-89,1 5 90,1 0 0,0-3-90,2 3 0,1-3-91,1 3 1,2 0 90,0 0-90,0 0 270,1 6-180,1 3 179,0 14-269,2-7 0,3 1 0,0-1-90,-2-1 315,10 2 0,2-1-315,-4-5 89,10 0 1,2-2-90,-2-6 0,6-5 0,1-1-90,-1 2-1001,-4-8 0,2-4 0,-2 2 1001,-5 4 0,-1-2-23,3-3 1,1-4-1,1-1 1,-3 2 22,0 1 0,0-2 0,2-4 0,3-4 0,1-2 0,-4 1-622,-6 2 0,-2 1 0,0-2 1,0 2 621,2-1 0,0 1 0,0-1 0,-3-1-23,-4-5 1,-2-2-1,-2 1 1,-2 5-174,-4 3 1,-3 0 240,-2 1 0,-3-3 0,-1 0 0,1 4 0,-3 2 0,-2 2 22,-1 2 0,-5-2 1,-1 1-1,3 4-22,-1 2 0,-1 3-23,-3 3 1,-4 1 0,-1 0-1,5 3-259,-1 2 0,1 2 237,3 1 0,-3 2 0,-1 1 0,1 0 0,4-1 0,-6 4 0,2 3 18,5-3 0,-3 3 0,0 1 0,1 0 0,4-2-18,-3 4 0,2 2-18,5 0 0,-1 4 0,0 1 0,1 0 0,4-3-72,-1 3 0,4 1-126,4-3 0,-1 3 0,1 3 0,1-3 0,2-3-54,3 1 1,3-1-474,3 0 1,2 3 0,1 0 0,-1-5-158,2-2 1,3-1 899,2-1 0,4 1 0,1 0 0,-3-3 0,2-3 0,0-2 0,2 1 0,0 0 0,0 0 0</inkml:trace>
  <inkml:trace contextRef="#ctx0" brushRef="#br0" timeOffset="150851">1973 7631 12120,'-16'-10'90,"0"-4"180,0 7 360,4-4-181,26 0-449,0 4-1093,7 2 1,8 1 0,-2-1 690,-5 2 0,2-1 432,-3 0 0,6 0 0,2-1 0,0 0 0,-1 1 0,-3 0-30,1-1 0,-2 1 0,2 0 15,0 0 0,3-1 0,2 0 0,1-1 0,-3 1 0,-4 1-15,2-1 0,-4 1 0,3-1 12,-2-1 1,3 0 0,3-1 0,1 0 0,-1 0 0,-2 0 0,-3 1-36,0 0 1,-3 0-1,0 1 1,3-2-57,0 0 0,2-1 0,3-1 1,1 0-1,0 0 0,-2 0 1,-2 0-1,-4 2-101,6-2 0,-5 1 0,3-2-195,-4 2 0,3-2 1,2-1-1,-1 1 0,-2 1 1,-4 0-256,5-1 0,-2 0 630,0-1 0,1-1 0,-5 3 0,-7 2 0,-1-1 0</inkml:trace>
  <inkml:trace contextRef="#ctx0" brushRef="#br0" timeOffset="151066">2263 7688 11490,'-18'10'0,"1"0"0,-9 5 45,4-1 0,5 2 855,16 1-720,15-13 0,7-4-180,-1 0 0,3-3-656,0-3 1,3-4-1,3-1 1,-1 0 0,-4 2 360,-1 0 0,-3 1 0,4-2 153,-2 1 1,2-2 0,3-1-1,1 0 1,0 0 0,-2 1 0,-4 1-413,1-1 0,-3 2 0,1 0 0,2-2 554,0 0 0,2-1 0,3-1 0,1-1 0,-1 0 0,0 0 0,-2 2 0,-3 0 0,3-1 0,-3 2 0,0-1 0,1-1 0,1 1 0,0-1 0,1 0 0,-1 0 0,0 0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00:17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7604 3158 10231,'-11'0'1349,"5"-3"-1349,2 0-90,4-3-89,0 1-1171,14-1 91,-3-1 1259,15-2 0,4-1 0,-12 3 0,0 0 0,3-1 0,0 0 0,0 1 0</inkml:trace>
  <inkml:trace contextRef="#ctx0" brushRef="#br0" timeOffset="514">10643 2896 12120,'-9'2'720,"0"1"-271,5-3 721,0-5-1170,9 0 0,-5-5-45,16 0 0,5 2-135,0-7-686,3 4 1,3 1-305,3-1 1,-1 0-470,-5 3 1,2-1 1584,-4 1 0,2-1 0,1 0 0,-2 1 1,-2 0-1,-2 1 0,1 0 0,7-3 0,-1 0 1,1 0-1</inkml:trace>
  <inkml:trace contextRef="#ctx0" brushRef="#br0" timeOffset="2946">2926 3650 9781,'5'-9'270,"-1"2"90,-2 1 90,-1 1 0,0 0-91,-1-1-89,0 1 0,0-1-90,0-1 90,-5 0-90,3 0 0,-3 0 89,-1 1-89,4 0 270,-13-2 180,-7 0-540,5 7 0,-2 2 89,-6 7 1,1 4-391,6-4 1,1 3 330,0 7 0,1 4 0,3-2-474,3-4 0,2 0 444,-1 5 0,-1 4 0,0 0 0,3-3-547,-1 2 0,2 2 502,2-4 0,-1 3 0,1 3 0,-1 0 0,2 1 0,0-2-535,0 3 1,2 0 0,0 0 0,0-1 0,1 1 507,-1-1 0,0 0 0,0 0 0,0 1 0,2 0-3,0-1 0,0 2 0,2 0 0,-1-2 0,1-1 0,0-5-206,4 7 0,0-2 213,1 1 1,1 4 0,0-1-1,-1-4-22,1-3 0,1-2 22,0 0 1,3 3 0,0 0-1,-1-5-22,0-2 0,0-2 30,6 6 0,3 2 0,-2-5-30,-6-8 0,1-1 60,8 3 0,4 2 0,0-5-446,-4-8 1,-1-2 0,0-1 415,-1 4 0,1 0 0,0-4-30,5-8 0,0-4 0,-4-1 62,-8 2 0,-2-3-62,2-3 0,2-4 0,-1-1 0,-2 2 581,-1-2 0,0-2-581,-3 4 0,1-5 0,1-1 0,-2 1 0,-1 3-45,1-7 0,-1 0 27,-2 5 0,0-5 0,1-1 0,-2 2 0,-1 3-114,1-6 0,-3 0 132,0 4 0,1-4 0,-1-1 0,-1 1 0,-1 4 0,0 3 0,-2 4 0,0-4-18,-1-3 0,1-5 0,-1-1 0,0 1 0,-1 5 18,0 5 0,-1 2 0,-1-2-18,-2-5 0,-2-4 0,-1-1 0,0 1 0,1 6 18,-2-2 0,-2 1 0,2 5 0,-4-3 0,0 0 0,-1 1 0,3 5 0,-3 0 0,-1 3 45,-1 0 0,-4-2 0,-1 1 0,4 3-45,0 2 0,0 3 30,-9-2 0,-4 0 0,4 3-30,10 3 0,-1 3-30,-7 5 0,-4 3 0,4 0 30,9-1 0,0 3-23,-3 7 1,-4 5-1,0 1 1,5-2-68,1-1 0,2 3-270,3-2 0,-3 5 1,0 2-1,2-1 0,2-4-135,1 5 1,2 2-162,4-4 1,-1 4-1,0 3 1,1-2 0,2-4-438,0-2 1,3-3 0,-1 2 1040,2 3 1,0 2 0,1 0-1,1-3 1,1 3 0,2-2-1,2 0 1,1 1 0</inkml:trace>
  <inkml:trace contextRef="#ctx0" brushRef="#br0" timeOffset="4516">8800 3060 11760,'-2'-9'540,"-1"1"719,2 2-449,0 3-271,5-1 1,5 3-270,2 1 450,15 11-540,-11-8 89,7 7 1,0 2-411,1-5 261,-4 0 0,3 1 0,-3 0-30,10 1 59,-2-1 1,4 0 0,0 0-1225,-7-3 0,0 0 0,0 0 1075,4 0 0,0 1 0,0 0-218,-5-2 0,1 0 0,0-1 218,4 0 0,2 0 0,-2 0-448,0-1 1,2 1 447,-4-2 0,4 1 0,1 0 0,-1 0 0,-4-1-261,-2 0 0,-4 0 0,4 0 275,0-1 1,3 1 0,3 0 0,-1-1 0,-1 0 0,-4 1-15,2-1 0,-3 1 0,3-1 0,-1-1 0,4 0 0,2 0 0,0 0 0,-2 0 0,-4 1 0,1-1 0,-4 1 0,3-1 0,-1 0 0,3-2 0,2 0 0,0 0 0,-2 0 0,-4 1 0,0 0 0,-3 1 0,2-2 18,3 0 0,4-1 0,1-1 0,-2 1 0,-3 0-18,2 0 0,0-1 0,-4 0 0,4-1 0,1-1 0,-2 1 0,-4 0 0,2 0 0,-2-2 22,2-1 1,3-1 0,-1-1-1,-5 1-22,-5 2 0,-2-2 0,5-4 0,2-4 0,-3 2 0,-7 5 0,-2-2 60,4-7 0,1-3 0,-3 2-15,-5 6 0,0-1 15,1-11 0,0-5 0,-5 1 479,-4 6 0,-4 1 0,-3-1-562,-2-2 1,-3-2 0,-1 1-1,0 2-128,-1 0 0,-1 2 1,-4 2 150,-2 4 0,-5 0 0,-1 1 0,0 1 0,3 3-146,3 1 1,2 3-1,-5-1 171,4 2 1,-3-2 0,-4 0 0,0 0 0,1 1 0,1 0-1,3 1-115,0 0 1,3 2 0,0 0 0,-4-1 111,2 1 1,-3-1-1,-2 0 1,-1 0-1,-1-1 1,2 1-1,1 1 1,4 0-1,-3 1 1,4 0-1,0 0 1,-4 0 15,-1 0 1,-3-1-1,-3 0 1,0 0-1,1 0 1,2 1-1,4 1-8,-5-1 0,4 1 0,-4 0-18,4 1 1,-4 0 0,-3 0 0,0 0 0,0 1 0,3-1 0,4 1 17,-3 0 0,5 1 0,-5 0-18,6 2 1,-5-1 0,-1 2 0,-1-1 0,1 1 0,3 0 0,3 0 17,0 1 0,3-1 0,-3 2 6,-3 2 0,-4 2 0,-1 1 0,2-1 0,3 0-6,6-1 0,2-1 0,-2 3-30,-4 1 0,-4 3 0,0 1 0,1-1 0,4 0 30,4-3 0,2 1 0,-1 0-30,-6 5 0,-3 3 0,1-1 0,3-1-523,0 1 1,3 0 522,3-2 0,-1 0 0,0 2 30,-1 5 0,1 1 0,1-1-346,1 0 0,0 0 346,1-1 0,0 3 0,1 0-30,3 0 0,2 1 0,2-3 266,-1 0 0,1 1-244,2 0 1,-1 2-1,1 2 1,3-2 67,5 1 0,3-1 0,0 0-30,-4-2 0,1-1 0,4 0 7,4 0 1,5 0-1,1-2 1,-1-4 182,3-3 0,2-2-232,1-3 0,4 1 0,2 0 0,0-1 0,-3-2 173,0-1 1,-1-2 0,4-1-462,-5-1 0,3-1 0,2 1 0,3-1 0,1 0 1,0 0-1,1-1 0,-1 0 0,-1 0-95,-1-1 1,1 0 0,0-1 0,-1 0 0,1 0 0,0-1 0,0 1 0,0 0 0,-1 0-1,1 0 1,-1 0 0,0 1 0,0-1 0,0 1 0,0-1 0,1 0 0,0 0 0,0-1 302,0 0 0,0 0 0,2 0 0,1-1 0,-1 0 0,0 1 0,0-1 1,-2 0-1,-2 0 0,-1 0 0,-4 1 0,9-2 0,-5 0 0,-1 1 1,3-1-1,-1-1 0,0 1 0,0 0 0,0 0 0,1 0 0,-1 0 1</inkml:trace>
  <inkml:trace contextRef="#ctx0" brushRef="#br0" timeOffset="6913">2644 3584 12390,'7'0'720,"-1"0"-451,-4 0 1,0 0 0,0 0 0,0 0 90,0 0-1,1 0 91,-1 0-180,1 0 180,-1 0 359,1-4-539,-1 3 360,1-10-540,-2 8 180,0-14-270,-1 9 180,0-22-180,0 12 0,-2-9 0,-1-1-582,2-3 552,-4 5 0,-2-3 0,1 2-1311,3 6 0,-1 1 1311,-1 0 0,-1-2 0,-1 0-90,-1-2 0,-1 0 0,0 2-60,1 0 0,-1-2-225,-1 0 0,-3-5 1,0 1-1,1 4-45,1 1 1,-1 0-371,0 1 1,-2-3 0,-1 0 0,3 5-781,1 3 0,1 1 1600,-8-12 0,3 2 0,7 8 0,-1-3 0</inkml:trace>
  <inkml:trace contextRef="#ctx0" brushRef="#br0" timeOffset="7780">10187 2550 18956,'1'-11'630,"7"0"-450,-1 3-90,14-7-90,-4 2-180,5-3 0,2-1-874,-11 7 1,2 0 153,8-7 1,4-2 0,-3 2-149,-5 4 0,0-1 228,1-2 1,4-2 0,0-1 0,-3 2-820,0 0 1,-2 0 1289,2-1 1,1-2-1,-2 2 1,-4 1 0,-1 1-1,1-1 1,-1 1-1</inkml:trace>
  <inkml:trace contextRef="#ctx0" brushRef="#br0" timeOffset="12113">6304 4138 11221,'-3'-7'989,"0"2"-809,3 5 1799,0-1-1619,4-1 89,5 1-359,0 0 180,15 1-270,-11-1 45,10 1 0,1 0 45,-1-1-45,8 1 0,-1 0-45,-5 0 135,3 0 0,0 0-135,-3 0 90,2 2 0,0 0 0,-3-1 0,2 3 0,1-1-90,-4-2 89,5 1 1,0 1-90,-2-1 30,-5 0 0,5 0 0,-4 0-328,8 2 328,-7-2 0,3 0 0,-3 0-30,4 1 0,4 0 0,0 0 0,-4-1 45,1 0 0,1 1 45,-5-1-45,1 1 0,-1-1-45,-3 0 45,-1 0 0,1 0 45,-3-1-46,4 1 1,0 0-45,-3 0 0,5 0 0,1 0 0,-6 0 45,4 0 0,0 0-45,-3 0-45,2 0 0,0 0 135,-4 0 45,6 1 0,2 0-90,-6 0 0,-1 0-45,3 0 0,-1 0 45,-3 0 0,0 0-45,0 0 0,-2 0-90,6 0 135,0 1 0,0-1-45,-4-2 0,2 0 0,0 0 0,-2 0 0,3-1 0,1 0 0,-3 0 0,6-2 0,3-1 45,-7 2 0,0-1-45,7-2 0,0 0-1230,-7 2 0,-3 0 1230,10-1-1262,0 0 1262,-11 1 0,9-1 0,-7 1 0,-5 1 0,2-1 0,0 0 0,2-1 0,2 1 0,0-1 0,-3 0 0,2 1 0,0-1 0,-4 1 0,8-1 0,2 0 0,-8 1 0,3 0 0,0 1 0,-2 0 0,1-1 0,0 1 0,-3 0 0,2 0 0,1 0 0,-1 0 0,9 0 0,-5 0 2045,-7 0-2045,3 1 0,-1-1 1976,-1 1-1976,3 0 0,-1-1 0,-4 1 0,17 0 0,-18 0 0,14 0 0,-17 0 0,11 0 0,-12 0 90,13 0 0,-5 0-90,0 0 90,0 0 89,-6 0-89,-1 0 90,-1 0 1799,-6 0-1889,-2-5-90,-1-9 0,0 2 0,0-16 0,0 15 0,0-8 0,0-10-90,0 10 90,0-7 0,0 1 90,0 1-135,0-3 0,0 0 45,0 4 0,2-1 0,0 0 0,-1 5 0,0-1 0,1 1 0,-2 3 90,0 1 0,0 0-90,0 4 180,-4-13-90,3 17-90,-2-4 180,3 6-180,-2 1 90,1 0 0,-1 0-90,1 2 180,-2-3-90,2 3-1,-2-2 1,2 4-90,-1-1 90,2 1-90,-3 1 0,2 1-90,-3 0 90,3 0 0,-6 0 0,3 0 0,-9 4 0,-7 1 90,4 0-90,-14 4 0,17-8-45,-3 4 0,0 0 45,1-3-1639,-7 2 1,0 0 1613,1 0 25,-5-1 0,0 1-20,4-1 20,-3 0 0,0-1 0,3 1-45,-1-1 0,-1 0 45,4-1 0,-3 1 0,1-1 0,2 0 0,-4-1 0,0 1 0,1-1 0,6 0 0,-1 0 0,-1 0 0,0 0 0,-5 0 0,-5 0 0,1 0-90,3 0 90,-4-2 0,1 1 0,4 0 0,-5-2 0,1 0-148,2 3 148,-4-2 0,0 0 0,2 0 0,8 1 0,-4-1 0,4 1 801,-9-1-801,7 0 0,-2 1 0,-1-1 0,1 0 0,-7 0 0,9 0 0,-4 1 0,4-1 0,-6 0-778,-2-1 0,1 1 778,7 0-492,-3 0 0,1 0 492,3 1-257,-2-1 0,1 0 257,2 1 409,-4-1 1,1 1-410,2-1 0,5 1 0,-2 0 0,-1 0 0,-1 0 0,-6-1 0,5 1 0,-4 0 0,4 0 45,5 0 0,-1 0-45,-6 1 0,-3-1 0,3 0 0,-8 0 0,10 0 0,-2 0 0,2 1 0,-4-1 0,-2-1 0,0 1 0,6 0 0,-4-1 0,1 1 0,3 0-388,-9-1 0,1 0 388,4 0-30,5 0 0,-3 1 0,2-1 877,-5 0-847,-5 0 0,0-1 0,1 1 0,9 1 0,-4-1 0,4 0 0,-9-1 0,9 1 0,-3 0 0,3 0-90,-7-1 90,7 2 0,-3-1 0,3 0 0,-7 0 0,6 0 0,-2 0 0,2 0 0,-1 0 45,0 0 0,0 0-608,0 0 0,0 1 563,4-1 0,2 1 117,-6-1-117,11 0-90,-17-2 90,17 3 0,-5-1 0,-1 1 0,1 0 1044,-3 0 1,-1-1-1045,-2 2 0,-2-2-2004,4 2 2004,15-1 2130,-6 1-2130,9-1 415,-3 1-504,4 0-91,1-1 180,4 12 3276,-2-5-3173,3 15 0,0 2-13,-3 0-61,0-1 1,1 5 0,0-3-1025,-2-7 0,0 0 995,0 10 0,0 1 0,0-4 0,0-2 0,1-5 0,-2 1 60,0 4 0,0 3 0,-1-3-60,2-5 0,-1 1 0,0 7 0,-1 4 0,1-3-637,1-3 0,0-1 637,0 4 0,0 0 45,0 1 0,0-5-45,0-4-162,0-1 0,0-1 162,0-7 90,0 6-90,0-11 2191,0 1-2191,0-13 1592,0 1-1592,0-5 615,-3 3-615,2 6 0,-4-2 0,5 3-90,-2-2 360,14 8-90,-4 1-135,7 1 0,2 0 45,2 3-1729,7-1 1,2-1 1523,3-1 115,-6-1 0,4 1 0,-2-1-1135,-6-2 1,-1 0 1134,2 1 0,1 0 0,1-1-506,2 2 1,0-1-1,-1 0 371,0 0 0,1 0-681,-1 1 0,5 0 1,0 0-1,-5 0 276,-2-1 1,0 0-554,5 1 1,3 2 0,-4-2-1183,2 2 636,-5-1 1,-4 2 909,-10-2 1,0 2-1,-9-3 1</inkml:trace>
  <inkml:trace contextRef="#ctx0" brushRef="#br0" timeOffset="58929">9148 3967 9781,'-5'-8'360,"1"2"-180,3 4 180,1 1-180,-1-1 180,1 1-270,0-1 179,0 1-179,4 0 180,1 0-180,7 1 270,8-1-270,-4 8 90,6-1 0,3 2-90,0 5 0,3 1-871,-7-4 0,2 0 1,0 0-1,-2-1 811,1 1 0,-2-1 0,2 1-8,0 0 1,1 0 0,0 0-1,-3-1-122,-3-2 0,-1 1 100,7 1 0,3 3 0,-4-3 0,6 3 45,0 1 0,-2-2-45,-6-2 0,-1-1 0,-2-1 0,-6-1-60,10 3 150,-16-7-90,4 2-90,-8-4 894,1 1 1,-9-1 0,-2 0 0</inkml:trace>
  <inkml:trace contextRef="#ctx0" brushRef="#br0" timeOffset="94063">9967 3711 10321,'5'-7'3276,"2"7"0,13-11-3442,-2 9-927,1-7 1,3-5 0,-1 1-547,-2 3 1,-1-1 1228,2-1 0,1-1 1,-1 0-1,-1 0 1,-1 0-1,1-2 0,0 1 1</inkml:trace>
  <inkml:trace contextRef="#ctx0" brushRef="#br0" timeOffset="100712">6903 4901 6363,'-12'0'450,"0"4"-270,6-3 90,0 3 0,0-4 89,1 3-89,0-2 0,0 2 0,-1-1 0,1-1-90,0 3 90,0-4-90,0 2 89,1 0 91,-1-1-270,2 0 270,-1 0 0,3-1-360,5 0 0,5-5 0,19-1 0,-6-3 0,4-5 0,-2 3-472,1 2 1,0-1 493,-1-2 1,4-2 0,-1 0-1,-5 2-22,-4 2 0,-1 0 0,6-4 0,4-3 0,-5 2-45,-7 5 0,-1 0-75,3-3 0,3-2 1,-4 2-151,1-2 0,7-5-2609,-17 12 1800,-8 9 809,-5-4 270,-6 15 0,-2-10 0,2 5 0</inkml:trace>
  <inkml:trace contextRef="#ctx0" brushRef="#br0" timeOffset="100913">6656 5153 6273,'-14'12'540,"6"-4"0,10-3-450,26-10-90,-3 5-820,-4-5 1,6-2 0,1-1 0,-4 1 241,1 2 1,1 0 325,-1-1 0,4-2 0,3 0 1,-2 0-1,-5 1 75,5 0 1,-2 0 0,1 0 0,3 0 0,-4 0 0,-6 2 0,-1 0 0</inkml:trace>
  <inkml:trace contextRef="#ctx0" brushRef="#br0" timeOffset="122796">8905 3825 12030,'6'-11'630,"-1"3"-270,-5 3-181,0 2 361,0-1-450,0 2 270,0-2-270,0 3 90,0-3-90,0 3 90,5-3-180,-4 2 90,12-1-1,-8 2 1,15 0 0,-10 1 90,17 5-90,-13 2 0,5 1 0,0 0 0,1 4 90,4 0 0,1 1-180,-1 0 90,-3-1 0,5 3 0,-3-1-429,-7-5 1,0 1 360,2 1 1,5 4-1,-1-1 1,-3-2 21,-1-1 1,-1 0 0,2 1 0,3 2 0,0 1 0,-3-3 0,0 0 0,-1-1 0,2 2 0,2 1 0,1 1 0,-3-3-45,-2 0 0,0 0 45,1 1 0,4 1 0,-1 1 0,-3-3-45,0 1 0,-1-1 45,1 1 0,3 2 0,0 0 0,-3-2-1614,-1-1 0,0 0 1599,0 1 0,1 0 0,0 0 60,0 0 0,1 1 0,-2-2-313,1 1 1,0 0 244,1 0 1,3 3-1,0-1 1,-3-1 22,-1-1 0,-1 1-45,2 0 0,2 3 0,1 1 0,-4-3 0,-1-1 0,0 2 22,1 0 1,3 3-1,0 0 1,-3-3-23,-1 0 0,0 0 0,1-1 0,3 4 0,-1-1 0,-2-3 0,-2-1 0,0 0 0,7 4 0,2 2 0,-3-3 0,-7-6 0,-2-1 0,8 5 0,1 0 90,-3-4 0,-1-1 89,4 2 1,0-1 0,-1-1-90,-5-3 45,-2-2 0,0 0-45,-5-1 560,9 1-561,-14-3 91,4 0-1079,-6-1 2745,-12-1-2835,1-4-650,-11 2 1,-4-1-1639,-3-7 2991,6 6 1,-4-1 0,3 1-1,1-2 1,0 0 0,-7-2 0,0 1-1</inkml:trace>
  <inkml:trace contextRef="#ctx0" brushRef="#br0" timeOffset="123397">9137 3844 9062,'-5'-9'719,"-1"1"451,1-3-810,2 5 359,-2-6-539,2 9 270,0-2-360,1 4 359,-3 0-269,2 1 90,-9 6-180,5 1 0,-5 0 90,0 8-90,3-9 0,-10 14 0,9-11-90,-8 6 0,11-10 90,-8 3-90,10-6 0,-13 0 90,3-19-90,0 7 45,7-7 0,2-2-45,4 4 45,-1-4 0,2-1-45,8 3 0,-5 0 0,2 1 0,10 6 0,10-4 45,-6 21 0,0 4-45,-2-6 0,-1 2-1093,3 9 1,1 4 0,-3-2 762,-4-4 1,-1 1-369,2 2 1,3 4 0,0 1 0,-2-3-248,0 1 1,0 1 944,0-2 0,2 4 0,1-1 0,-3-2 0,4 2 0,-1-2 0,-2-1 0,1-1 0,0 1 0</inkml:trace>
  <inkml:trace contextRef="#ctx0" brushRef="#br0" timeOffset="124078">10342 4973 11311,'12'-4'1439,"6"1"-1169,-5 3 89,3 5 1,0 1-180,1-3-135,-4 5 0,1 2 180,2-3 0,-1 1-135,5 8 45,5 0 0,1 0-455,-3 0 380,-6-4 0,4 1 0,-3-1-60,7 3 90,-8-4 0,4 2 0,-4-3 90,6 3 90,-1 0 0,0-1-90,-7-3 44,0-1 1,-1-1-45,-4-3 360,13-6-450,-14 1 0,9-22-90,-12 13 51,-1-9 0,-1-4-51,-5-5 0,-1 0 45,2 5 0,0-2 0,-3 3 0,-1-4 0,0 0 0,0 5-480,0 2 1,0 1 434,-2-5 0,0-2 0,1 3-2475,-1-2 2386,-2-4-1920,4 3 1200,-2 12 821,3-8 1,1 17-1,1-1 1</inkml:trace>
  <inkml:trace contextRef="#ctx0" brushRef="#br0" timeOffset="17060.27">7738 4963 13020,'-6'-9'1978,"-3"2"-1438,8 4-360,-3 2-90,4 0 1259,0 0-809,0 14-360,0-4 0,-3 10 0,0 2-90,2 1-1,-4 1 1,0 5 0,0-3-303,2-7 0,0 0 213,-1 10 0,-1 5 0,1-5 0,1-11 0,0 0 0,1 7 0,1 2 0,-1-3-89,-1 6-361,2 0 0,0-1-90,0-8-854,1-3 0,0-1-225,0-7 1619,0 2 0,0-15 0,0-2 0</inkml:trace>
  <inkml:trace contextRef="#ctx0" brushRef="#br0" timeOffset="17461.27">6922 5473 13559,'0'25'540,"0"-5"-2179,0 3 1,0 1-116,0 2 1784,5-5 0,2 4 0,1-3 415,-3-6 1,2 0-416,8 9 0,5 3 0,-3-4-30,-4-6 0,2-1-248,4 2 1,5 2-1,1 1 1,0-4-846,3-4 1,0-3 0,0 1 579,-5 0 0,0 0 0,1 0 0,1-4 513,0-3 0,1-3 0,1-1 0,-1-1 0,-4 0 0,8-3 0,-1-1 0,1-1 0,1 0 0,0-1 0</inkml:trace>
  <inkml:trace contextRef="#ctx0" brushRef="#br0" timeOffset="17727.27">8543 5162 14639,'8'0'0,"-2"8"180,-5 10-180,-1 1 89,0 9-89,0-7 0,0 2-30,0-1 0,1 2 1,-2-1-531,-2 6 0,-1 1 20,0 0 0,-2 2 1,-1-5-46,0-11 0,-3-1-508,-3 6 1,-2 2 0,1-3 783,3-8 1,-1 0 0,-7 6 0,0-2-1,-5-1 1</inkml:trace>
  <inkml:trace contextRef="#ctx0" brushRef="#br0" timeOffset="18544.27">7234 5444 14908,'12'-16'2249,"2"-1"-1979,-6 8 360,3-2-360,-7 9 89,1 0 991,-3 1-721,-2 8-269,-7 12-270,5 0 135,-11 4 0,-2 0-410,4 2 335,-2-7 0,-2 3 0,1-3-60,-3 7 0,-1 1 0,0-2-90,5-5-45,1-1 0,1-2 45,5-5 0,-1 4 90,6-7-90,10-5 0,10 1 0,1-8 0,4 1 0,1-2 0,0-10-855,-5 9 1,4-1 0,-4 1 854,-5-1 0,-1 0 0,16-2 0,0 1-1582,-8 1 1582,-6 4 0,-1 1 215,-2-1-125,-5 3-90,-1 0 0,-5 8 0,-11 2 45,1 3 0,-1 1-45,-10 6 45,-1 3 0,-2 0 45,9-7 0,-1 0 963,-2 1 0,1 1-1053,1 0 0,5-2 90,12 1 0,-3 1-1294,29-10 1204,-10-13 45,7-1 0,2 0-387,1-7 342,-6 5 0,4-1 0,-4 1 0,-5 2 0,-1 1 0,8-4 0,3 0 0,-3 1 0,-8 3 0,-1-1 30,7-2 0,4-2 0,-4 2 15,-6 1 0,-1 0 0,3-1 0,-1 0-2293,-3 1 629,-20 6-270,-6 0 539,-1 1-1927,-11 0 0,12 0 2846,-7 0 1,9 0 0,0 0 0</inkml:trace>
  <inkml:trace contextRef="#ctx0" brushRef="#br0" timeOffset="23794.27">10388 5002 13739,'5'-9'0,"-1"2"180,-10 4 0,-1 1 180,-6 2 0,-1 6-91,-1-5-904,-3 15 815,-1-6 0,-3 10 0,-2 0-1034,11-10 1,0 2 898,-1 0 0,0 1 45,-1 1 0,1 0 0,-1 1 0,0 1 30,-3 4 0,-1 3 0,1-1-75,1-2 0,-1 2-23,2-1 1,-2 4-1,1 0 1,2-4-23,3-2 0,2-1 30,-2 5 0,-1 3 0,3-5-30,3 2 45,3-2 0,7-2-45,16-12 0,3-4 0,8 3-182,-6-8 0,5-4 0,0-2 211,-3-2 1,0-3 0,0 1-30,-4 3 0,0 1 0,1-1-23,1-1 1,1 0 0,0-1 0,-5 3 22,-3 2 0,-2 1 44,14-4 1,-2 1-45,-11 5 573,-5 21-483,-16-5 45,-10 13 0,-3 1-90,7-14 0,-1 0-316,-6 7 0,-3 4 1,2-4 315,5-5 0,0 0 15,-5 5 0,-3 3 0,3-2-94,7-8 1,1 0 63,-3 4 0,0 2 0,2-3-30,2 3 419,6-1 1,5-1-285,13-10 0,7-3-135,1 0 0,4-1 0,-1-2-163,-5-2 0,1-1 0,1-1 163,5-2 0,3-1 0,-1-1 0,-3 0 0,-2-2 0,0-1-68,1 1 1,4-1 0,1 0-1,-5 1-22,-2 1 0,-1 0-120,7-2 0,3-1 1,-6 2 29,2-2 747,-7 4 1,-3-1-1108,-11 4-2392,-7-4-345,-6 0 0,-1-1 3228,3-2 1,4 3 0,0-2 0</inkml:trace>
  <inkml:trace contextRef="#ctx0" brushRef="#br0" timeOffset="25979.27">11309 5473 13829,'-12'-4'720,"-2"4"-3239,13-8-758,-8-3 1427,8-1 1686,-4-7 1,5 2-1,0-1 1</inkml:trace>
  <inkml:trace contextRef="#ctx0" brushRef="#br0" timeOffset="27161.27">5622 3850 13559,'7'3'2969,"2"-2"-2700,19 1 1,4 1-180,-14-3 0,0 0-1183,10 1 1,5-1 0,-4 1 54,-8-1 0,1 0 1060,1 0 1,5 0-1,0 0 1,-4 0-23,1 0 0,-1 0 35,-2-1 1,4 0 0,2 1 0,0-1 0,-3 0-254,0 1 1,-1 0 0,0-1-1,0 1 218,1-1 0,0 0 0,-1 0 0,1 0 30,8 0 0,-1 1 0,-6-1 1046,0 1-1031,-3-1 0,-3 0 45,-6 1 90,5-1-180,-14 0 2385,0-1-3014,-13-3 3751,0 3-4561,-16-9 719,8 10-719,-1-5 0,-1 1 539,-1 3-739,-6-5 1,-2 0 1304,5 1 0,2 1 0,1-2 0,3 1 0</inkml:trace>
  <inkml:trace contextRef="#ctx0" brushRef="#br0" timeOffset="27544.27">6152 3678 13020,'-15'-3'269,"-2"0"1,8 2 630,-3-2-720,7 3 629,-1 0 181,5 9-631,5 6-269,2 2 45,2-4 0,2-1-45,4-2-1606,8 3 0,1-1 1516,1-3 60,-6-2 0,4 0 0,-1-1-1150,5-1 1,-1-1 1089,-3 1 0,0 0-303,7-1 1,-2 0 302,-10-1 30,14 1 60,-21-2 1850,4 1-1850,-11-2 2902,1 2-2812,-3-1 1824,-1 7-1914,0-4 0,-7 6 0,-1 4-90,-6-1 0,0 7-45,-1 0 0,-2 0-83,6-7 0,-1 0-187,-2 3 0,-2 3 0,-1 1 1,2-4-136,0 1 0,0 0-370,-1 1 1,-2 3 0,1 0 0,2-3-820,2-2 1,1 0 1164,-2 3 1,0 2 0,4-3 0,0 5 0,1 6 0</inkml:trace>
  <inkml:trace contextRef="#ctx0" brushRef="#br0" timeOffset="34460.25">3315 4646 11131,'8'-8'719,"-3"0"-359,1 5 90,-6-1-90,5 0 449,-2-1-449,2 0 449,0-3-539,-2 3 90,0-2 450,-2-2-541,0 2 181,-17-7-270,5 8-90,-12 0 0,-4 1-821,-4 2 791,3 1 0,-5 0 0,2 1-678,7 0 0,-2 1 636,3 1 0,-4 0 0,-1 1 0,1-1 0,3 0-18,-6 0 0,-2 0 0,9 1 0,-4 2 0,-2 0 0,-2 1 0,2-1 0,1 0 0,0 0 0,1 0 0,0 0 0,1 0 0,-1 0-301,0 1 1,0 0-1,1-1 1,-1 1-1,-1 0 319,-2 1 0,-1-1 0,0 1 0,2-1 0,5-1-18,0 1 0,0-1 22,2 0 1,-4 0 0,1 1-1,4-1-22,3-1 0,1 1 45,-9 0 0,0 0-45,-4 2 0,8-3 0,1-1 0,0 1 0,-8 0 0,0 0 0,7-2 0,16-1 521,-5 0-521,7 0 1089,-2 0-1089,4 0 1860,0 0-1770,2-4-270,-1 2 0,5-2-180,-1 2 90,4 2-1529,2 0 1170,-2 0-1800,13 4 1350,-8-3-560,8 3 1,1-1 1465,3-2 1,-3 0 0,0 0 0,6-1 0</inkml:trace>
  <inkml:trace contextRef="#ctx0" brushRef="#br0" timeOffset="35911.25">1456 4523 12750,'11'-13'180,"-3"1"89,-6 6 1,-2 2 0,0 0 180,-6 2 90,-16 8-361,4-5 91,-6 10 0,-1 2-548,0-1 428,4 2 0,-2 3 0,2-1-106,4-4 1,1 0 15,-7 7 0,-3 3 0,3-3-60,7-5 0,1 0 60,-5 4 0,-2 3 0,3-3-60,-3 4-45,2 1 0,2-1 45,6 0 0,-2 1 0,11-9 90,3-10 0,5 2-90,4-4 0,18 1 0,-5-3-1125,6-5 0,2-1 1125,1 3 0,-6-5 0,4-4 0,-4 3 415,5 5-415,-1-7 0,-4 1 0,-13 9 270,0-3-90,-17 23-90,-6-7 45,-3 11 0,-2 1-221,5-11 1,0-1 205,-5 7 0,-2 2 0,2-2-120,5-6 0,-1-1 60,-4 6 0,-2 1 0,2-2-60,-4 3-45,0 3 0,0-1 45,7-8 0,1 1 0,2-2 0,6-6 0,0 2 0,4-6 90,15 4-90,-5-5-349,16 1 0,3-2 349,0-8 0,-7 3 0,4 1 0,-3-2-61,-5-3 0,1-1 61,3 0 0,4-3 0,1 0 0,-4 2-164,0-1 0,1-1 119,1 0 0,4-3 0,-1 0 0,-5 3-45,-6 2 1,-1 2-316,13-8 0,-3 2-135,-10 5-2737,2-1 2457,-20 16 1,2-5 0,-6 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02:51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11034 2944 8252,'10'0'450,"-1"0"-270,-5 0-180,-1 0 0,0 0 0,-1 0 0,0 0 0,0 0 0,-1 0 0,1 0 90,-1 0 0,1 0 0,-1 0-90,0 0 0,3 0 90,-2 0-90,5 0 90,0 0-90,1 0 539,3-5-359,-5 4 540,5-6-540,-7 5 359,3-3-359,-5 4 270,3-2-270,-4 2 270,1-1-270,-1 2 629,2 5-629,0 1 360,6 11-360,-5-5 269,5 15-359,-6-14 270,7 16-180,-6-17 630,13 15-91,-4-15-449,3 2 270,12-9-450,-14-13-90,9 0 0,3-3-1093,-4-4 1,1-3 0,-1 1 1053,-4 5 1,0 0 0,1-2 38,5-3 0,2-4 0,-1 0 0,-3 3 0,-4 1 0,0 0-358,0-1 1,1-1-1,-1 1 313,2-6 0,-2 2 0,-4 6 0,0-1-195,2-4 0,2-2 1,-3 3 59,-3 5 0,-1 1-90,5-7 0,-1 2-989,-1 1-159,-4 7 698,-1 1-2158,-3 6-180,-4 8 3058,-7 17 0,4 0 0,-3-5 0,0 1 0</inkml:trace>
  <inkml:trace contextRef="#ctx0" brushRef="#br0" timeOffset="733">10063 6306 16168,'21'0'90,"-1"-5"0,3-5-90,-5 1 0,3-4 0,1 0 0,-2 1-1093,3-2 1,-1 1 0,2-2 827,-1-1 1,4-2-1,0-1 1,1-1-1,-1 1 1,-4 3-403,2-3 0,-3 3 0,4-3 385,-7 4 1,3-1 0,3-3 0,0 0 0,1 0 0,-2 1 0,-1 1 0,-2 1-189,2-1 1,-2 1 0,0 1-1,3-3 60,-3 2 0,4-2 1,1-1-1,2-2 1,-1 1-1,0 1 0,-3 0 1,-2 4 249,1-3 0,-3 3 0,0 1 0,1-2 0,3-2 0,3-2 0,0 1 0,-2 0 0,-3 2 0,-2 2 0,-1 0 0,0 0 1</inkml:trace>
  <inkml:trace contextRef="#ctx0" brushRef="#br0" timeOffset="5483">7428 4085 10681,'-8'-7'1439,"2"3"-1169,5 1 90,-1 3 269,-1-1-539,1 0 360,0 0 0,1 1 719,0 0-539,10 0-270,12 10-270,1-7 44,2 7 1,0 1-383,-1-5 308,-4 0 0,3 3 0,-2-2 30,10 3-30,-6 0 0,6 0 0,-3 1-30,-6-3 0,-2-1 0,1 1-155,1 1 1,2-1-1,1 2 237,-1-2 1,2 2 0,-1-1-1,-3-1-596,-1-1 0,1-1 506,3 2 1,5 0-1,0 1 1,-5-2-23,-1-2 0,-1-1 0,3 1 0,3 0 0,1 0 0,-4-1 45,0-1 0,0 0-45,2 0 0,5 0 0,0 0 0,-5-1 0,0-1 0,0 0 18,-1 0 0,5 0 0,2-1 0,0 1 0,-1-1-1,-4 1 1,-1-1 0,1 0 0,0 0 0,3-1-423,-3 1 0,3-1 0,1 1 0,0-1 0,0 0 0,-1 1 0,-2-1 423,2 1 0,-2 0 0,0-1 0,0 1 0,1 0-18,0-1 0,2 0 0,1 1 0,-2-1 0,-2 0 0,-3 0-228,-2 1 1,-4 0 0,3 0 245,5 1 0,4 0 0,1 0 0,-1 0 0,-4 0 12,-5-1 0,-4 0 0,4 1-12,4 0 0,4 1 0,1 0 0,-2 0 0,-3 0-18,-5-1 0,-3 1 0,3 0 0,2-1 0,3 0 0,2 1 0,1-1 0,0 0 0,-4 0 22,4 0 1,-2 1 0,0-1-1,0 0-318,-2-1 0,1 1 0,-1-1 0,1 0 1,-2 1 295,0-1 0,-1 0 0,-1 0 0,0 0 0,9-2 0,-1-1 0,-2 1-51,0 2 1,1-1 50,-6-2 0,2 0 0,2-1 0,-1 0 0,-3 0 0,1 1 0,-2 0 0,1-1 0,1 0 0,1-2 0,0 1 0,-2 0 0,6-2 0,-2 0 0,-3 0 0,0-2 0,-3 2 310,-5 1 0,0-1-310,5-4 0,4-3 0,-6 2 1665,3-4-1665,0-2 0,-3 0-431,-7 3 341,4-6 90,-7 6 0,-1 0 0,2-6 0,1-4 0,-2-1 0,-1 2 0,-2-4 0,-1 0 0,-2 4 654,-1-2 0,-2 1-654,0 4-398,-7-2 0,-2 0 398,0 4 0,-8-2 0,-2 0-90,1 3 90,-7-2 0,-1 1 0,0 3 0,5 3 0,-2 1 0,-4 0 0,1 0 0,9 5 0,-2 0 30,-8-4 0,-5 0 0,4 0-30,8 4 0,0 1 29,-10-4 1,-3 0 0,4 1-30,8 3 0,0 0 0,-2 1 0,-2-2 0,-1 0 0,4 2 0,0 0 0,0 0 22,-4-1 1,-5-1 0,-2 1-1,1 0-45,3 1 1,-1 1 0,1 0-1,0 0-153,1 0 0,0-1 0,-1 1 0,-1 0 176,-1 0 0,-2 1 0,-1 0 0,2 0 0,5 1 45,-5 0 0,0 0-45,5 0 0,-4 1 0,-2-1 0,2 0 0,4 1 0,4 0 0,2 0 0,-2 0 18,-5 0 0,-3 0 0,-2 0 0,1 0 0,4 0-275,5 0 1,2 0 0,-1 1 256,-2-1 0,-3 0 0,1 1 0,1-1 30,0 0 0,0 1 0,2-1 105,-4 1 0,-1-1-135,2 0 0,-4 1 0,0-1 0,4 0 0,-4 1 0,2-1 30,0 1 0,-3-1 0,1 0-60,-1 1 0,-1 0 0,2 0-13,1 0 0,-2 0 43,6 0 0,-5 0 0,-1 0 0,2 0 0,3 0 0,-5 0 0,-1 0 0,6 1 0,-4 0 0,-2 0 0,2 0 0,4 0 0,-6 1 0,0 0 0,7 0 0,-3 0 0,-3 0 0,0 0 0,1 0 0,2 0 0,-3 0 0,1 1 0,1-1 0,-1 1-33,3-1 1,0-1-1,-1 1 1,0 0 0,0 0 14,-2 1 0,-2-1 0,2 1 0,1 0 0,3 0 63,-6 0 0,0 0-60,7 0 0,-4 1 0,-3 0 0,1 0 0,1 0 0,5-1 15,-1 1 0,5-1 0,-5 1 0,1-1 0,-5 2 0,-2 0 0,1 0 0,1-1 0,5 0 0,-7 2 0,2-1-18,5 0 0,-4 0 0,0 1 0,0-1 0,5 0 18,-4 1 0,1 0 0,0 0 0,-3 1 0,-1 0 0,5-1 0,3-1 0,0 0 0,0 1 0,-5 1 0,1 0 0,2 1 0,1-1 0,2 0 0,0 1 0,-1-1 0,0 1 0,0-1 0,-6 6 0,4-2-388,8-1 388,-3 3 317,4 4-407,7-6 90,-2 15 0,8-14 90,9 17-90,0-17 0,8 2 0,3-1 0,6-4 234,-4-1 1,2-2-640,3-4 0,0-1 45,-4 0 1,1 0-136,7-3 0,4-1-325,-9-1 1,3 0 0,0-2 0,-1 1-274,-2-1 1,-1 1 0,2-2 1013,-2 1 1,3 0 0,2-1 0,-1 0 0,-1 0 0,-2 1 0,5-2 0,-3 0 0,2 0 0,0-1 0,0 1 0,-1-1 0,1 1 0</inkml:trace>
  <inkml:trace contextRef="#ctx0" brushRef="#br0" timeOffset="6985">8261 3263 15628,'14'1'810,"12"3"-720,-11 1-1729,6 1 1,2 0-296,-1 1 2024,7 0 0,1 0 1193,-2-1-1223,-7-1 0,4 1 0,-3-1-15,-6-1 0,0 0-15,11 2 0,5 1 0,-1-1 30,-7-2 0,-2 1 0,1-1-487,3 1 0,0 0 1,0 0 426,5 0 0,-2 0 90,2 0 0,-3 0-161,-9-2 0,0 0 131,9 1 0,2 1 0,-3-1 825,-8-2 0,0 0-825,7 0 0,4 1 0,-3-1-15,-9-1 0,0-1 44,8 1 1,3-1 0,-3 1-45,-9-1 0,1 0-15,7-2 0,5 1 0,-4-1 15,-8 2 0,0-1-23,3-2 1,5 0 0,0-1-1,-4 1-224,-2 2 1,-1 0 231,7-3 0,4-2 0,-5 1-120,5 0 90,-10 0 0,0-1 0,-1 1 0,-1 1-1649,11-5 1649,-12 4 0,1 0-316,4-4 1,-1 1 315,6-4 0,-8 3 0,2-2 0,-2 2 0,8-5 0,-8 4 0,1-2 0,-2 1 0,7-4 0,1-2 0,-1 0 373,-5 2-373,1-3 0,0-2 45,-9 6 0,-1 0-45,1 1 0,0-2 660,-3-2 0,-2 1-660,-4 3 0,-1-4 0,-1-1 0,-8 1 0,0-5 0,-3 0-90,-7 0 90,2 4 0,-2-2 0,2 3 0,2 3 0,-1 1-23,-2-1 1,-4-3 0,-1 1-1,3 1 23,0 1 0,-2 1 0,1 0 0,-4-1 0,-1-1 0,0 1 0,4 2 260,-4-1 1,-1 0-279,3 3 0,-4-1 0,-2-1 0,1 1 0,5 2 18,-3 1 0,1 1 0,-3-1 0,-4 0 0,0 1 0,5 0 0,1 2 0,0 1-23,0-1 1,-4 0-1,0 0 1,4 1 22,2 1 0,1 1 0,-1 0 0,-3 0 0,0 0 0,4 1 0,1 0 0,1 0 0,-1 1 0,-1-1 0,0 1 0,-7 3 0,1 0-906,6-2 0,-1 0 906,3 2 0,-2 2 0,0 0 0,-2-1 0,-2-1 0,0 1 0,3 1 290,1-1 0,1 2 1,-3-1-276,1 1 0,-3 0 0,-3 0 0,1 0 0,1 0 0,4 0-15,-1 0 0,3-1 0,-2 2 0,-4 1 0,-4 1 0,-2 1 0,3-1 0,4 0 0,-4 1 0,1 0 0,2 1 0,-5 2 0,1-1 0,5-1 0,3-1 0,2 0 30,-6 3 0,-2 2 0,3-2-30,11-4 0,1-1 29,-5 4 1,-1 2 0,2-2 60,-3 5-90,5-5 0,0 2 0,2 0 0,1 0 90,-4 4-90,-2 3 0,1 0 0,4-2 0,-1 1 0,2 0 0,3-2-128,2 1 0,1 0 128,3-2 118,1 2 1,2 0-29,7-3-90,1 3 0,1-1 0,8-1 1162,-5-5 0,1 1-1162,5 0 0,0-1 1161,7 5-1131,-4-6 0,4 2 0,-2-3 286,-5-2 0,0-2-286,11 2 0,5 1 0,-3-2-916,-8-4 1,0 0 915,0 0 0,2 0 0,1-1-30,0-1 0,1 0 0,0-2-738,3-2 1,1-1 0,0 1 737,0 2 0,-1 1 0,2-2-36,-6-2 0,1-2 0,1-1 0,-1 1 0,-4 1-249,6 1 1,1 0-372,-3-2 1,4-1-1,2-1 1,-1 1 0,-5 1-630,2 0 1,-1 0 1284,1 1 0,4-1 0,0 1 0,-7 1 0,-8 2 0,-1 0 0,7 0 0,1 0 0</inkml:trace>
  <inkml:trace contextRef="#ctx0" brushRef="#br0" timeOffset="14150">8354 2309 12300,'-3'16'1349,"-1"-1"-1079,4-6 1259,0-2-629,3-5-720,2-6-180,2 3-1639,5-16 1,2-3 1220,-4 9 1,2-2-141,2-3 0,5-5 1,1-1-1,1-1 1,-2 4-536,1-1 1,0 2 0,4-3 1071,-7 6 1,4-2 0,1-1-1,2-1 1,1-1 0,0 1-1,-1 0 1,-1 2 0,-2 2 0,3-3-1,-2 3 1,0 0 0,0 1-1,2-2 1,0 0 0,-1 1-1,0-1 1,1 1 0,-1-1 0,1 1-1,-1-1 1,1 1 0</inkml:trace>
  <inkml:trace contextRef="#ctx0" brushRef="#br0" timeOffset="15049">3368 2798 7443,'-10'-11'360,"2"-3"449,-7-12-449,8 9-1,0 1 1,0 1 0,3 3 630,-4-11-631,3 11-89,-2-5 270,2 9-270,1 2 0,-1 1 179,1 2-269,1 1-90,0 0 90,2 1 630,-1 0-271,13 1-359,-2 0 30,10 1 0,7 0 0,-2 0-931,-4 0 1,3-1 774,1 0 0,6 0 0,3-1 0,1 1 0,-1-2-505,-6 0 0,1-1 0,0 0 0,0 0 1,1 0-1,-1 0 451,0 0 0,-1 1 0,0 0 0,1 0 0,2-1 0,2 0 0,-5 1 0,3-1 0,1 0 0,2-1 0,0 1 0,1-1 0,-1 1 0,-1 0 0,-1 0 0,-2 0 0,-3 0-386,7 0 0,-4 1 0,-1 0 0,1 0 1,4-1 392,-7 1 0,3 0 1,2 0-1,2-1 1,1 1-1,1-1 1,-1 1-1,0 0 1,-1-1-1,-2 1 1,-3 0-1,-3 1-265,7-1 0,-5 0 0,-2 1 0,1 0 0,4-1 276,-4 1 0,2-1 0,3 1 0,1-1 0,0 0 0,1 0 0,-2 0 0,-1 1 0,-2-1 0,-3 1-75,7-1 1,-5 1 0,0-1 0,4 1 78,-5-1 1,2 0-1,3 1 1,0-1-1,0 0 1,-2 0-1,-2 0 1,-3 0 6,5 0 1,-3 1 0,1-1-30,1-1 0,3 1 0,0-1 0,-2 1 0,-5 0 0,0 0 0,-3 0 0,1-1 0,2 1 0,-5 0 1134,-5 0-4411,2-1 0,-20 8 1542,-7-4 1735,-8 15 0,-9-5 0,15-2 0,0 1 0</inkml:trace>
  <inkml:trace contextRef="#ctx0" brushRef="#br0" timeOffset="17332">1936 5427 8882,'0'7'899,"0"0"-629,0-5 0,-4 1 0,3 0 0,-3 1 0,4-1 179,-4 2-269,3-1 270,-7 6-270,7-5 180,-7 7-270,7-7 719,-2 3-359,19-17-360,-5 3 45,11-11 0,3-2-541,-13 8 1,1-1 427,3-3 1,3-3-1,1-1 1,-3 3-544,1-2 1,1 0 520,-2 2 0,2-2 0,2-1 0,-1 1 0,-2 3 0,4-4 0,0 1 0,-3 4 0,3-2 0,1 0 0,-2 1 0,-2 3-90,4-2 0,0 1-315,-3 2 0,4-1 1,-1 0-1,-3 3 0,-4 2 1,-2 2-1235,9-5 1,-4 6-379,-11 12 2017,-7 2 0,-9 10 0,-6-2 0</inkml:trace>
  <inkml:trace contextRef="#ctx0" brushRef="#br0" timeOffset="18166">3207 7205 6273,'-2'-8'-90,"0"1"-179,-2 7 179,2 0 90,0 0 0,1 0 0,0 0 0</inkml:trace>
  <inkml:trace contextRef="#ctx0" brushRef="#br0" timeOffset="26066">8510 6836 9332,'-12'-4'719,"2"1"-449,5 1 90,-2 0 90,1 0-91,-1-1 1,1 1-90,-1 0 809,-9-2-179,-1 3-450,-2-2-450,6 2 90,7 1 1709,4 0-1530,7 6 271,19-2-360,-3 6-398,3-6 1,8-2 0,-1 0 307,-7 0 0,0-1 0,1 0 0,0 0-803,1-1 1,1-1 0,1 0 0,-1 0 734,0 1 1,-1 0 0,1 0-1,1-2 14,-2-1 0,2-1 0,-1 0 0,0-1 0,-1 2-500,3 2 0,-1 0 0,4 0 464,-6-2 0,4 0 0,3-2 0,0 1 0,0-1 0,-3 2 0,-3 0 0,-1 2 0,-4 1 0,1-1 0,3 0 12,1-1 1,3 0 0,3-2 0,1 1 0,-1 0 0,-3 0-1,-3 2-12,5 0 0,-5 1 0,4-1 0,-7 0 0,4 0 0,1-1 0,1 0 0,-1 1 0,-3 0 0,-3 0 0,3 0 0,-3 1 0,2 0-18,3-1 0,5 0 0,2 0 0,-3 0 1,-4 1-43,-4-1 0,-3 1 0,1-1 0,6 1 0,1-1 0,-5 1-30,-6 0 0,-4-1-783,-3 0 423,-5 1-2256,0-1-571,-19 1 798,3-1 2479,-7 1 0,-1 0 0,-8 6 0,8-3 0,0 1 0</inkml:trace>
  <inkml:trace contextRef="#ctx0" brushRef="#br0" timeOffset="26550">8336 7025 12480,'-21'0'0,"5"0"180,-8 0 0,15 0 1349,-2 0-540,40 0-629,-10 0-1180,2-1 1,8-1 0,1 0 0,-3 0 77,-1-2 0,3 0 772,-5 1 0,4 0 0,4-1 0,-1 1 0,-1-1 0,-4 1-133,3-2 1,-4 1-1,4-1 103,-3 2 0,3-1 0,4-1 0,0 1 0,0 0 0,-3 0 0,-3 1-90,0-1 0,-4 1 1,0 1-1,5-2 101,-3 1 0,4 0 0,2-1 1,1 1-1,1-1 0,-2 0 1,-2 1-1,-3 1-11,2-1 0,-4 1 0,0-1 0,5 1 0,-5 0 0,3 1 0,3-1 0,1 0 0,0 0 0,1 0 0,-1 0 0,-2 1 0,-3 0-254,7 0 1,-2 0 0,-1 0 0,-1 1 0,2-1 253,-2 1 0,1-1 0,1 0 0,-1 0 0,1 1 0,-2-1-18,5 1 0,0 0 0,-1 0 0,-3 0 0,-4 0 527,1 0 1,-2 0-510,-1 0 0,4 0 0,-2 0 0,-5 0 0,3 0-45,-4 0 0,-2 0 45,-7 0 1195,3 0-1285,-11 0 1095,1 0-4282,-3 0 2663,-6 7 0,4-6 0,-5 5 0</inkml:trace>
  <inkml:trace contextRef="#ctx0" brushRef="#br0" timeOffset="51349">1582 5310 8072,'-6'-9'450,"-2"2"0,7 5-180,-2 1 179,3 6-269,5 6 90,3 2 90,3 1 0,2-1-180,6 1-383,-6-2 1,1 0 381,3-2 1,-1-2-90,12 6 90,-3-4 0,5 1 0,1-3-30,-2-1 0,1-2 0,2-1-736,-5 0 0,2 1 1,0-1-1,0-1 0,-1-1 586,-3 0 0,-1-2 0,-1 0 0,2-1 18,0-1 0,2 0 0,1-1 0,-3 0 0,-3-1-384,4-2 0,0-2 411,2 0 0,4 0 0,1-1 0,-5 1-45,-1 0 0,-1-2 22,0 0 1,4-2-1,-1-1 1,-4 1 22,-3 1 0,-1-1 0,-1 0 0,2-3 0,0 0 0,-4 2-45,-3 0 0,-1 0 0,7-7 0,2-4 0,-2-1-603,-7 6 1,-2-1 0,0 0 602,1 0 0,1 1 0,-2-1 0,0-7 0,-1-1 0,-4 4 22,-2 9 1,-3-1-23,2-9 0,-1-3 0,-2 3 0,-2 6 0,-3 1 0,-1-11 0,-2-5 0,0 5 0,-1 8 0,-3-1 0,-3-1 0,-2-4 0,-3-1 0,-2 5-216,0 6 1,-3 3 0,0 1 0,1-1 215,1-2 0,1 0 0,-1-1 0,-2 3 0,-3 3 0,-4 1 0,-1 1 0,2 2 0,4 1 0,-5 0 0,1 1-157,5 1 0,-5 0 1,0 0-1,0 1 0,5 0 157,-4 0 0,-1 1 12,7 1 1,-3-1 0,-2 1 0,2 0 0,3 0-13,-3 0 0,-1 2 0,0 0 0,-4 3 0,0-1 0,4-1 0,1-1 0,1 1 0,-1 4 0,-3 2 0,0 1 0,4-2 0,2-2 0,2 0 0,-1 2 0,0 2 0,1 2 0,-5 8 0,3 1 0,7-8 0,1 3-16,1 3 0,-3 3 0,2 0 0,2-1 16,1-1 0,1 2 0,1 0 0,-2 4 0,1 1 0,2-4 0,1-2 0,2 0 21,-3 9 0,0 2 1,2-3-22,3-10 0,2 0 259,-2 11 1,0 4 0,2-1-230,3-9 0,1-1 0,-1 0-30,-1 3 0,-2 0 0,4 2 22,3-1 1,4 2-1,0-1 1,-2-4 22,-1-1 0,1 0-23,3 1 1,4 4-1,0-1 1,-1-5 22,-3-4 0,3-2 15,7 5 0,4 1 0,-2-3-15,-5-7 0,2-2 0,3 0 0,5 0 0,1 0 0,-4-3 413,2 0 1,1-2-405,-4-2 0,4 1 0,3-1 0,-2 0 0,-4-1 428,7-2 1,0-2-465,-4 0 0,4 0 0,2 0 0,-2-1 0,-4 0-18,-3 0 0,-4-2 0,4 0 0,-1-1 0,3-1 0,3-1 0,0 0 0,0 0 0,-2 0 0,-4 1 0,4-2 0,-4 0 0,4-1 12,-6 0 1,5-2 0,1-1 0,0 0 0,-1-1 0,-2 2-1,-4 0-12,1 0 0,-4 0 0,1-3-18,1-1 0,3-4 0,1-2 0,-3 2 1,-3 2 17,2-4 0,-3 0 0,-2-1 0,1-5 0,0 1 0,-4 3 0,-3 2 0,-2-1-23,0-1 1,-1-4-1,-1 0 1,-2 4 108,-4 1 0,-2 2-86,3-2 0,0-1 0,-3 2-30,-5 3 0,-3 2 0,-3 2-391,-8 3 0,-5 2 0,0 2 361,6-2 0,1 2 0,-4 3-120,1 6 0,-4 3 0,-1 3 0,-1 1 1,2 1-1,3 0-219,-3 3 1,3 1-1,-3 3-70,4-3 1,-4 2 0,-2 1 0,-1 1 0,1-1 0,2 0 0,4-2-173,1 0 0,3-1 0,0 0 0,-2 1 641,-2 2 0,-2 1 0,-1 2 0,0-1 0,2-1 0,3-1 0,0 1 0,3-3 0,0 2 0,-5 4 0,-1 0 0,1 0 0</inkml:trace>
  <inkml:trace contextRef="#ctx0" brushRef="#br0" timeOffset="60982">8435 6879 10681,'-7'3'450,"0"-1"-450,5-5 90,0 2-90,0-2 90,0 3-1,-2 0 91,-2-2-90,2 2 0,-2-2 0,4 2 0,-1-1-90,2 1 90,-1-1 540,2 4 89,-6-2-719,4 7 0,-3-3 0,5 3 0,0 1 0,5 2 90,1-3-180,0 2 180,12 2-90,-11-4 0,7 3 0,1-1 90,-1 0-45,2-1 0,0 1-1770,3-1 1815,7 4-90,-4-5 0,1 0 45,-8-2 0,1-1-15,10 2 0,5 2 0,-3-2-30,-7-3 0,1 0 45,3 0 0,4 1 0,1-1 0,-4 0-1396,1-1 1,-2 0 1380,2 0 0,2 0 0,0-1 60,2-1 0,1 0 0,-2-1-446,0-2 1,2 0 373,-6-1 0,5 1 0,2-1 0,-1-1 0,-5 1-18,-3-2 0,-3 0 0,3 0 0,0 0 0,3-1 0,2-1 0,0 1 0,-2 0 0,-3 0-258,0 0 1,-3 0 0,3-1 257,3-1 0,4-1 0,1 0 0,-2-1 0,-4 2 0,4-2 0,-2 0 22,-1 1 1,4-2 0,0-1-1,-5 3-67,-4 1 0,-1-1 45,0 1 0,4-3 0,0 0 0,-4 0-229,-2-1 0,-2 0 0,0 0 229,1 0 0,1 1 0,-2-2 0,-1-2 0,-1-2 0,-2-1 0,-2-6 0,-3-1 45,1 5 0,-1-1-120,-2-3 1,-2-1-1,-3 3 75,-10-6-30,0 7 0,-2-3 0,-1 4 30,-2 6 0,-5 1-36,0 1 0,-5-2 0,-2 0 0,-1 0 0,0 3 18,2 2 0,-1 2 0,0 2 0,-1-1 0,0-1-83,-1-1 1,-1 0-1,0-1 1,0 1 0,-3 1 87,3 2 0,-2 1 0,-2 0 0,1 1 0,0 0 1,3 0-1,2 0 13,0 1 0,3 1 0,1-1 0,-3 1-15,2 0 0,-2-1 0,-1 1 0,0-1 0,0 1 0,0 0 15,-4 0 0,0 1 0,0 0 0,0 0 0,-2 0-13,6 1 0,-1 1 0,-1-1 0,0 1 1,1 0-1,-1 0 0,1-1 13,-1 1 0,1-1 0,0 0 0,-1 1 0,1 0 0,-2 0-47,0 1 1,-3 0 0,0 1 0,1 0 0,0 0 0,4 0 0,4-1 46,0 2 0,3 0 0,-1 1-38,-2-1 1,-3 1 0,-1 0-1,2 0 1,4 0 37,-1 1 0,1 0 127,-5 4 0,-3 2 1,6-1-218,-2 5 47,7 5 1,3 2-497,9 0 224,5-5 0,4 0-1324,8 2 1,3-2 848,-3-7 0,2 0 790,4 1 0,2 1 0,-1-3 0,-1-3 0,0-3 0,6 2 0,1 0 0</inkml:trace>
  <inkml:trace contextRef="#ctx0" brushRef="#br0" timeOffset="61933">9376 5712 8342,'-6'-7'900,"2"1"-1,1-3-89,2-6-91,5-4-539,1 4 540,8 0-270,-5 8-360,1-2-1,-6 4 631,1 3-450,-4 7 0,7-1-180,-2 7 269,6 4-269,0-4 450,7 12-450,-6-13 0,0 2 0,-1-1 0,-2-3 180,11 10-270,-12-11 180,7 8-180,-9-9 180,5 6-180,-7-8 179,4 5-89,-5-6 180,2 3-270,-3-4 180,2 2-90,-3-3 180,2 1-90,-2-2 180,4 0-180,3-5-180,1-2 44,5-3 1,0-2-430,1-3 385,4 0 0,-1 0 0,2-1 0,-2 0 0,4-3 0,-2 2-618,-3 2 0,1 0 618,-1 1 0,4-3 0,1-2 0,0 1 0,-3 3-699,5-4 0,1 0 699,-3 2 0,4-2 0,1-1 0,-1 1 0,-3 2 0,-3 3 0,-3 1 0,4-1 15,-2 0 0,3-2 0,2-1 0,0-1 0,-1 1 0,-2 2-591,0 0 1,-2 1 0,0 0-1,0 0 576,2-1 0,0-1 0,0 1 0,-2 0 0,4-2 0,-1 1 0,-5 3 189,0 0-189,-2 1 0,-2 0 90,-4 4 630,5-7-900,-11 11-59,3-3-660,-6 5-1106,2 0 2005,-15 18 0,4-6 0,-2 2 0,1 0 0</inkml:trace>
  <inkml:trace contextRef="#ctx0" brushRef="#br0" timeOffset="63284">9039 5672 9242,'-10'3'2968,"3"-5"-2788,4-8-90,3 0 90,15-14-180,-5 10 90,10-7 0,1-1-311,-10 11 0,0-1 288,4-5 1,4-3-1,1-1 1,-3 4-516,-1 0 1,1-1 469,3-2 1,3-3 0,0-1-1,-3 4-22,-3 3 0,-1 1 22,1 0 1,2-2 0,0 0-1,-1 2 68,5-6 0,-1 1-90,-1 2 0,-1 1 45,-1 0 0,-3 3 45,-9 7-90,3-4 90,-5 6-90,-3 1-180,1 1-90,-6 2-270,0 1-2158,-5 6 1348,3 2 1350,-9 8 0,6-3 0,-5 3 0</inkml:trace>
  <inkml:trace contextRef="#ctx0" brushRef="#br0" timeOffset="64216">8708 6098 7892,'-11'0'720,"1"0"180,1-3-721,3 2 1,-3-3-180,6 4 810,-1 0-180,11 11-91,9 5-359,0 1 90,7 0-135,-7-11 0,0-1 45,6 2 0,8-2 0,1 0-487,0-3 397,-7-1 0,4 0 0,-4 0-90,-6-1 0,0 0 30,9-3 0,4-3 0,-4 2-382,-8 0 0,0 0 374,1-3 1,4-1-1,0-2 1,-3 2-1123,0 0 1,-1 0 1099,0-1 0,2-1 0,-1 0 30,2-3 0,-1-1 0,-2 0-30,1 1 0,-1-1 0,0-1 0,2-3 0,0-1 0,-2 0-757,-1-6 1,-3-1 0,0 1 756,0 4 0,0 0 0,-2-2-23,-3-1 1,-1-2-1,-2-1 1,-1 5-7,-3 3 1,-3 0-2,1-9 0,-1-4 0,-3 5 30,-3 7 0,-2 1-30,-3-9 0,-3-4 0,-1 6-49,-1 7 0,-3 2 79,0 0 0,-3-2 0,-2 1 0,3 3-300,-3 2 0,1 3 300,-1-1 0,-2-1 0,-1 3 0,-2 5 0,-1 2 0,2 1 559,0 1 1,-1 2-542,4 1 0,-4 1 0,-1 1 0,1 1 0,4-1-209,3 2 1,2 1 0,-2 1 190,-1-1 0,-3 3 0,-1 0 0,-1 1 0,2-1 0,4 0 0,-2 0 0,3 0 0,-2 1 0,1 1 0,-2 1 0,-2 1 0,0 1 0,3-1 0,3-2 0,0 1 0,4-3 0,-1 4 36,-2 4 0,-2 3 0,0 2 0,2 0 0,4-1-36,3 5 0,4 0 0,0 0-279,-2-4 0,0 0 1,0 0-1,4-1 309,4 3 0,4-2 0,2 0 0,2-1 0,2-2 0,5-1 15,5-4 0,5-2 0,2-1 0,-2 0-45,-1 5 0,0 1 0,4-4-364,-2-6 1,5-2 0,3-2 0,-1 0 0,0-2 0,-5-1-117,3-2 0,-3-2 1,5-1 452,-8 1 1,4 0-1,3 0 1,1-1-1,0 0 1,-1 0 0,-2 0-1,-3 0 1,4-3-1,-3 1 1,0-1 0,2 1-1,2-1 1,-1 1-1,0-1 1,0 1 0,1-1-1,-1 1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04:09.8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1269 2963 12750,'-23'-6'270,"7"1"-91,1 0 181,8 2 0,0 1-90,2 0 0,2 2-90,0 0-180,1 0 449,1 0 1,7 5-270,-5 2 45,12 3 0,2 0-135,-1 3 59,7-2 1,6 1 0,-3-1-544,-6-4 1,1-1 460,4 1 1,4 2-1,1-2 1,-4 0-23,-1-3 0,-1 0-45,3 0 0,4 0 0,1-1 0,-5 0-465,0-1 0,0-1 465,2 1 0,5-1 0,0 0 0,-5-1 0,0-2 0,-1-1 0,2 2 0,5 0 0,-1-1 0,-4-1 0,-2-4 0,0-1 0,0 2 0,5 0 0,0 0 0,-5-1 45,-2-2 0,1-1-45,-4 1 0,5-2 0,1 0 0,-1 0 0,-4 2 0,3-4 0,-1 0-18,-4 1 0,5-3 0,0 0 0,-2-1 0,-4 3 18,2-3 0,-2-1 22,0-1 1,3-4-1,-1 0 1,-3 3-23,-2 0 0,-2-1-23,0-1 1,2-2-1,0-2 1,-4 5 22,-1 0 0,-1 0 22,-1 0 1,1-4-1,-1 0 1,-1 4 22,-2 2 0,-1-1 104,0-8 1,0-4 0,-1 4-60,-2 9 0,-2 0-23,-3-4 1,-2-4-1,-1 0 1,0 4-23,0 2 0,-3 0-23,-3-3 1,-4-3-1,-1 0 1,1 4-23,0 4 0,-2 0 0,-4 0 0,-5-2 0,0 1 0,2 2-640,-1 2 1,-2 2 639,3 2 0,-3 0 0,-3 0 0,2 0 0,3 3 0,4 1 0,2 2 0,-4 0 15,-2 0 0,-4 0 0,-3 0 0,-1 0 0,1 1 0,2 1 3,4 2 0,0 1 0,1 1 0,1-1 0,-2 0-486,-3-1 0,-2-1 0,1 0 0,0 1 0,2 2 490,-1 1 1,2 1 0,1 1-1,0 0 0,0 1 1,0 0 0,2 0-1,1 1-136,2 1 1,2 0 0,-3 1 131,-2 0 0,-4 3 0,-1 0 0,1 0 0,5-1-63,-4 3 0,1 1 45,6-2 0,-4 3 0,1 1 0,0-1 0,5-1 0,-3 2 0,1 2 0,2 1 0,-2 2 0,0 1 0,4-2 0,3-3 0,2 1 67,1 3 1,-1 3-1,0 2 1,3-2-403,3 4 1,3-2-1,0 1 335,-3 0 0,0-1 0,3 2 45,5-2 0,3 1 0,1 0 0,-1-4 57,1-3 0,2 0-57,3 1 0,4 4 0,1 0 0,-2-5-45,0 0 0,3-1 22,2 1 1,4 2-1,1-1 1,-3-3 510,1-1 0,1-2-515,-3-3 0,4 1 0,1 0 0,-1-1 0,-3-2-18,5 2 0,2-2 15,-7-3 0,3 0 0,3 1 0,1-1 0,-1 0 0,-1-2-15,1-1 0,1-1 0,-1-1 0,-1-1 0,1 1-12,0 1 0,0 0 1,-1 0-1,1-1 1,1-2 26,-1 0 0,2-2 0,0-1 0,-1 0 0,-2 0 0,-4-1-15,8-3 0,-2-2 0,-5 2 0,3-2 0,1-1 0,-1 1 0,-4 0 0,4-3 0,0-1 0,-6 2 0,3-3 0,1-1 0,-1 1 0,-4 1 0,4-4 0,-1-1 0,-5 3 0,3-3 0,0 0 0,-1-1 0,-3 3 0,2-5 0,-1-1 0,-1 0 0,3-4 0,-2-1 0,-2 4 0,-2 1 0,-3-1-23,1 0 1,0-5-1,-1 1 1,-1 3 181,-3 1 1,-1 1-160,0 0 0,1-3 0,-2 2 0,-2-5 0,-2 2-618,1 5 0,-1 0 573,-3-5 0,-2-2 45,-1 5 0,-2-1 0,-1 1 52,-1 1 0,-3 0-52,-1 0 0,-3-3 0,0 0 0,1 4 0,-2 2 0,-1 1 0,-3 0 0,-4-1 0,-2-1 0,4 5 48,0 1 1,-2 1-49,4 4 0,-5-1 0,-1-1 0,1 2 0,3 1 209,3 2 0,2 1 0,-3 0-194,-1 1 0,-4 0 0,-2 0 0,0 0 0,2 1 0,3 1 15,-3-1 0,4 2 0,-3 0-30,-2-1 0,-2 1 0,-2 0 0,1 1 45,1 1 0,-2 0 0,2 2 0,2 0-146,2 0 1,3 0-1,-4 2 101,2-1 0,-3 0 0,-3 1 0,1 0 0,2 1 0,4-1 0,0 2 0,3 0 0,-3 2 18,-3 0 0,-4 1 0,-2 1 0,3 0 0,3-1-18,5 0 0,4-1 0,-3 2 18,-2 3 0,-4 3 0,-1 1 0,3 0 0,3-1-18,5-3 0,2 0 0,-1 2 18,-1 5 0,-3 3 0,1 1 0,0 0 0,4-3-18,2-3 0,4-2 0,-2 4 36,0 2 0,-2 5 0,0 1 0,2-2 0,1-2-36,-1 4 0,2 1 15,4-8 0,0 6 0,0 1 0,0 1 0,1-2 0,0-5-15,1 1 0,1-4 0,1 3 15,1 1 0,1 5 0,1 1 0,0 0 0,1-3 0,0-3-15,1 6 0,4-1 18,0-6 0,2 3 0,1 0 0,1-1 0,-2-4-18,3 3 0,3-2 22,3 0 1,5 2-1,1 0 1,-3-5-23,1-2 0,3-2 18,-3-3 0,4 1 0,2 0 0,-1-2 0,-3-1-346,-2-2 0,-2-3 0,1 1 260,3 1 1,1 0 0,1 0-1,1-2-292,-1-1 0,0-2 1,2-1-1,0-1-187,-3-2 1,2-2 0,0 0 0,0-1 0,1 0 0,-2 1-75,1 1 1,0 1 0,-1 0 0,2-1-1,1-3 621,-4-1 0,3-1 0,2-2 0,-1 0 0,1-1 0,-2 0 0,-3 1 0,-2 0 0,1 0 0,-4-1 0,-1 1 0,3-2 0,4-2 0,1 0 0,0-1 0,-1 1 0,1 0 0</inkml:trace>
  <inkml:trace contextRef="#ctx0" brushRef="#br0" timeOffset="43979">5878 6520 13199,'-17'-6'180,"-1"5"90,-2-10-1436,2 10 1616,-1-7 0,1 7 133,3-3-134,2 4-89,2 0-180,3 0 329,1 0-509,2 0 0,1 0 0,2 0 810,0 0 0,1 0-197,7 0-433,-5 3-90,12-2 449,10 13-359,-1-6 0,3-1-406,-5 2 0,3 1 361,2-2 0,4 2 0,1 0 0,-4-1-820,1-1 1,1 1 729,-5-2 0,4 1 0,3 1 0,0 0 0,-2-1 0,-4 0-600,2-1 0,-4-1 0,5 2 555,-4-2 0,3 1 0,3 1 0,1 0 0,-1-1 0,-2 1 0,-2-2-514,5 2 0,-3-1 1,5 1 500,-6-1 0,3 0 0,4 2 0,-1-1 0,1 0 1,-3 0-1,-4-1 35,-1-1 1,-4-1-1,0 1 1,4 0-23,0 1 0,4 0 0,2 1 0,0 0 0,0 0 0,-3-1 0,-4 0-30,5 0 0,-5-1 0,3 1 30,2 0 0,4 2 0,1-1 0,-3 0 0,-5-2-45,2 1 0,-2-2-45,4 2 0,3 0 0,-7-2-90,1 0-470,-6-2 0,-2-1-2627,-10-1 913,1-7 2364,-25-9 0,4 2 0,-15-5 0</inkml:trace>
  <inkml:trace contextRef="#ctx0" brushRef="#br0" timeOffset="44380">5417 7060 14369,'-21'0'179,"-1"1"1,7 0 0,-1-1 135,-10 1 0,2-1-1342,4 0 2466,-5 0-522,28 5 162,23 1-809,2 1-935,-1-4 0,6 0 0,-2-1 754,-4-1 1,3-1-45,-6 1 0,5 1 0,3 0 0,0 0 0,-1 0 0,-4-1-547,0 0 0,-4 0 0,0 0 0,3 0 502,0 0 0,2 0 0,1 1 0,0-1 0,-1 1 0,-2-1-235,2 1 1,-2-1 0,-1 0 0,3 0 249,-2 1 0,2-1 0,1 1 0,0 0 0,0-1 0,-1 1-216,-1 0 0,-1-1 1,-1 1-1,2 0 1,4 0 200,-6 0 0,4 0 0,1 1 0,2-1 0,0 1 0,0 0 0,0 0 0,-1 0 0,-2 0 0,-2-1 0,2 1 0,-3-1 0,-2 1 0,1-1 0,1 1 0,3 1-8,-3-1 1,1 0-1,3 0 1,1 1-1,1 0 1,1 0-1,0 1 1,-1-1-1,-1 0 1,-2 0-1,-2-1 1,-2 1 7,8 0 0,-5 1 0,-1-1 0,0 0 0,5 1-18,-5-1 0,2 1 0,3 0 0,1 0 0,0 1 0,0-1 0,0 0 0,-3 0 0,-2 0 0,-3-1 43,7 2 0,-5-2 0,-1 1 1,4 0-78,-1-1 1,2 2-1,3-1 1,0 1 0,-2-1-1,-2-1 1,-4 0 21,1 0 0,-4 0 0,1-1 7,1 0 1,2 1-1,-1-1 1,-3 0-23,5 0 0,-4-2-553,-7 0 0,-2 0-211,6 1 1618,-20-8-2448,-16 5 1,-7 1-1639,-3-5 3255,-5 6 1,-1 3 0,12-4 0,1 1 0,-8 2 0,0-1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05:42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 5767 11131,'-10'-1'180,"1"0"89,3 1 91,-1 0 90,1 0-90,1 0-180,-1 0 0,2 0-180,1 0 0,1 0 89,0 0 1351,1 0-991,5 0-269,2 0 0,4-6-90,1 1 0,3-6 0,0-2-90,6-3-267,-4 3 1,2-2 266,6-5 0,-1-1-439,-8 8 1,1-2 438,2 0 0,2-4 0,0 0 0,-3 3-45,1 0 0,-1-1-113,0 0 1,3-3 0,0 0 0,-4 3-23,0 2 0,-2-1-270,5-3 0,1-3 1,-3 3-1,2-2-1189,-2 3 1,-8 3 1108,-16 14 0,3-6 0,-16 12 0</inkml:trace>
  <inkml:trace contextRef="#ctx0" brushRef="#br0" timeOffset="234">863 5941 11760,'-14'17'1439,"12"-12"-1259,24-22-90,2-3-910,-6 7 1,6-5 0,1 1 0,-4 2-328,0 0 1,2 0 1101,0-1 0,4-1 0,2-1 0,-3 2-330,-1 2 1,-1 1 0,1-1-282,-2 2 1,2-1-1,0-1 1,0 1 0,-2 0 417,6-2 0,-2 1 0,0-1 1,-3 2-1,1 0 0,-1 1 0,-2 0 1,1 0-1,1-1 0</inkml:trace>
  <inkml:trace contextRef="#ctx0" brushRef="#br0" timeOffset="1631">3876 6660 12480,'-7'-11'989,"5"0"-539,-12 6 90,8 0-91,-6 0 1,3 0-90,-1 1 360,-7-2 179,-11 1-629,4 2 134,0 1 1,1 1-2025,0 1 1710,6 0 0,-1 0-34,2 2 1,0 1 213,-3-2-273,1 3 1,2 1 92,5-4 449,-6 5 451,13 0 493,6 0-494,15 7-719,1-6 0,9 0 0,2-1 28,-13-3 0,3-1-208,7 0 0,6 0 0,1 0 0,-4-1-413,-1 0 0,2-1 431,-2 1 0,5-1 0,1 0 0,0 1 0,-6-2-578,-4 0 1,-4-1-1,4 0 470,2 1 0,3 0 0,2 0 0,1 0 0,-2 0 0,-3 0-504,2-1 1,-3 0 0,5 0 515,-5 0 1,4 0 0,3 0 0,0 0 0,0-1 0,-2 1-1,-4 1-266,-1-1 0,-3 1 0,0 1 0,4-2 242,-2 1 1,4-1 0,1 0 0,2 0 0,0 0 0,-1-1-1,-3 2 1,-2-1 11,1 0 0,-3 1 0,-1-1 0,5 1-30,-4-1 0,2 1 0,3 0 0,1-1 0,0 0 0,1 1 0,-1-1 0,-1 0 0,-2 1-30,3-1 0,0 1 0,-2-1 0,0 0 0,-1 1 1,2-1 44,1 0 0,0 1 0,0-1 0,0 0 0,0 1 0,-1-1-150,-1 0 0,2 1 0,-1-1 0,-2 1 0,-1-1 0,-5 1-670,8 0 0,-4-1 625,-3 1 0,0 0 1,-2 0-2328,10-2 1997,-23 3-1397,1-2-852,-28 2 1710,6 0-560,-16 1 1,-2 3 743,15 0 0,-1-1 895,-12 0 0,0 1 0,9 2 0,2 0 0,-2-3 0,0 0 0</inkml:trace>
  <inkml:trace contextRef="#ctx0" brushRef="#br0" timeOffset="2018">3984 6688 14908,'-28'2'540,"0"0"0,6 1 0,1 1 224,-5 1 1,3 2-406,0 2 631,38 6-540,-2-7 449,14 1 1,4-1-2287,-14-5 1,1 0 1656,11 2 0,2-1 0,-8-2 0,-1-1 0,0 0-136,5-1 1,3 1-45,-6 0 0,5-1 0,2 0 0,2 0 0,0 0 0,0 0-79,-7 0 0,2-1 0,0 1 1,0-1-1,0 0 0,0 0 1,0 1-1,0-1-262,3 1 1,-1 0 0,0-1 0,0 1 0,0 0 0,1 0 0,2 0 250,-4-1 0,3 1 0,0-1 0,2 1 0,-1-1 0,0 0 0,-1 1 0,-1-1 0,-3 1 0,-3 0-23,9-1 1,-6 1 0,1 0-1,4 1-27,-7-1 0,4 1 0,1-1 0,2 1 0,1 0 0,-1 0 0,-1 0 0,-3-1 1,-3 1 4,6-1 0,-5 0 0,0 1 0,3-1-113,-3 2 1,3 0-1,2 0 1,1 1 0,-1 0-1,0-1 1,-4 0-1,-2 0-52,6-1 0,-3-1 1,2 1-136,-4 2 0,4 1 0,2 0 0,-2 1 1,-1-1-1,-5-1 135,-3-1 0,-2-1 0,1 2-487,7 1 0,4 2 0,0 1 0,-5-1-942,-1 3 1,-2 0-1,4-2 1,-1 3 1300,-12 1 0,-5 1 0,-5-2 0,1 6 0</inkml:trace>
  <inkml:trace contextRef="#ctx0" brushRef="#br0" timeOffset="5648">2035 5582 12570,'0'10'0,"-7"-1"0,5-5 180,-10 0 90,11 0-1,-10 0 1,10-1-90,-3 1 90,1-2-270,15-12-1639,8-10 1,3-4 1086,-4 6 0,3-4 5,-6 6 1,4-3 0,2-1 0,-1-1 0,0 1 0,-2 3-547,3-4 1,-2 3 0,2-2 961,-1 1 1,1-1 0,2-1 0,-2 1 0,-1 2 0,2-1 0,-2 2 0,0-1 0,1 0 0,1 0 0,-1 0 0</inkml:trace>
  <inkml:trace contextRef="#ctx0" brushRef="#br0" timeOffset="16148">1037 3653 10861,'-11'9'719,"4"0"-359,2-5 90,5 1-90,-5-1 0,4-1-91,-1 0 1,0 0 0,2-1 899,0 0-449,5-1-360,5-1-90,4 0 179,3-2 1,3-2-135,8-2 0,1-1-594,-5 1 0,1-1 309,1 0 0,3-2 0,-5 1-30,6-3 0,-11 4 0,4-2 0,-4 1 0,5-2 0,1-1 0,0 0 0,-6 2-405,3-1 0,0-1-1844,3-1 1620,1-1-2648,-11 6 347,-20 11 1761,-6-3 1169,-15 15 0,1-8 0,10 1 0,-1 0 0</inkml:trace>
  <inkml:trace contextRef="#ctx0" brushRef="#br0" timeOffset="16364">969 3835 12300,'-17'11'1638,"0"1"0,-4 2 303,23-10-1671,7-5 89,13-7 1,3-2-180,1 2-747,-5 0 1,5-2-1,-3 2 567,-5 2 0,1 0-45,3-1 0,5-1 0,1 0 0,-5 2-45,-2 0 0,0 1-517,3-1 0,4-1 0,-1 0 0,-4 1-113,-4 1 1,-1 1-374,9-2 1,3-2 0,-4 2 558,-9 1 1,0 0 0,10-2 0,-2 1 0,0-1-1</inkml:trace>
  <inkml:trace contextRef="#ctx0" brushRef="#br0" timeOffset="18907">950 2166 9781,'-14'5'360,"2"-2"-180,7-2 270,0-1-90,3-5-360,6-4 90,-3-1-90,12-4-646,-6 3 646,8-3 0,-1-2 0,3-1-1379,3-1 1379,5-1-90,-12 10 1,2 0-884,0 0 1,2 0 657,0 0 0,1 1-180,1-1 1,0 1-864,1 1 0,1 0 863,0 0 1,1 0 494,0 0 0,0 1 0,0-1 0,0 1 0,0-1 0,-1 1 0</inkml:trace>
  <inkml:trace contextRef="#ctx0" brushRef="#br0" timeOffset="25580">1098 3316 7713,'0'-8'539,"0"1"-269,0 4 0,4-1-90,-3 1-90,4-1 0,-5 1 90,3 0 0,-2 1-1,2-1 1,0 1 90,-3 0-90,4-1 0,-3 1 0,2 0 0,-2 0 0,1 0-90,0 0 0,-1 0 89,1 0-89,-1 0 180,0-2-270,0 1 180,-1-7-90,0 4 180,-5-10-270,4 9 180,-14-9-90,13 10 90,-17-6-270,13 8 90,-17-2 0,-1 10 0,0 4 0,4 4 0,0 2-369,1 8 369,4-4 0,-2 3 0,2-1-427,3-4 1,1 1 448,-1 3 1,-2 5-1,-1 1 1,3-4-1390,-1 1 1,1 0 1396,0 1 0,-1 2 0,0-1-30,0 0 0,0 0 0,-1 1-461,2-2 1,1 1-1,-1 0 1,0 0 460,2-3 0,-1-1 0,1 1 0,0 1 18,0 1 0,0 2 0,1 1 0,0 0 0,2-1-302,1 3 0,2 0 1,1 0-1,-1-1 284,0-3 0,-1-2 0,1 2 0,0 0-131,2 3 1,-1 2-1,1 1 1,1-2-1,0-5 176,0 1 0,0 0-62,1 1 0,0 4 0,0 0 1,0-5 16,-1 0 0,2 0 22,-1 1 0,1 5 1,1 1-1,0-5-22,1-1 0,1 0 139,-1-2 0,0 3 1,0 1-1,1 1 0,0-3-117,2 0 1,0-2 0,0 0-1,0 1 0,-1 0 1,-1 0 0,1 0-1,1 0-22,1 3 0,2 2 0,1-3 0,-2-3 45,-1-4 0,1 0-23,1 1 1,2 4-1,0-1 1,-2-2 22,0-2 0,1 0 0,0 1 0,3 3 0,-1-1 0,-1-3-45,-1-1 0,1-1 45,2 2 0,3 3 0,1-1 0,0-1 75,2-1 0,0-1 0,1-1-90,-1 2 0,0 0 0,2-1 37,-2-4 0,3 0 1,0-1-1,-4-3 489,0-1 1,0-1-490,2-1 1,4 2-1,0-2 1,-3 0-24,-1-2 1,1-1 0,1 0 0,3 0 0,0-1 0,-3-1-45,-2 0 0,0-2 60,8 1 0,5-1 0,-5 0-60,-10 0 0,1-2 30,8-2 0,3-2 0,-3 1 15,-9 3 0,2-1-23,3-4 1,5-4-1,1 0 1,-4 1 588,-2 3 1,0 0-590,4-5 0,4-2 1,0 0-1,-5 1-22,-4 1 0,0 0 22,0-2 1,4-2 0,0 0-1,-5 2 23,-1-1 0,0-1-45,0-1 0,2-4 0,1 0 0,-5 2 0,0 0 0,-2-1 22,1-3 1,3-3 0,-1-1-1,-2 4-13,-2-1 0,-1 0-9,1-2 0,3-4 0,-1 0 0,-2 4 0,-1 2 0,-1-2 0,-1 2 0,3-4 0,-1-2 0,1 1 0,-4 5 666,3-5 0,-1 0-648,-2 3 0,1-5 0,1-1 0,-1 1 0,-3 4-18,2-3 0,-3 1 0,-1 4 0,1-4 0,0-1 0,-1 1 0,-1 4 0,1-4 0,-1-1 0,-2 6 0,1-3 0,0-2 0,0 2 0,-1 3 0,-1-3 0,0-2-18,-1 3 0,1-4 0,-1-3 0,0 0 0,-1 1 36,-2 4 0,0 1 0,0 0 0,-1 0 0,1 1-18,0-1 0,0 0 0,-1 1 0,0-1 0,0-1 0,-2-3 0,-1-3 0,0 1 0,-1 2 0,1 5 0,-4-1 0,-1 1-23,1-2 1,-1-3 0,0-1-1,1 6 23,-1 0 0,-1 0 0,0-1 0,-3-5 0,0 1 0,1 3 0,0 2 0,0 0-18,1 5 0,-1-3 0,-1-1 0,0 1 0,3 4 18,-4-3 0,0 1-23,-1 1 1,-2-3 0,0 1-1,3 3 23,1 3 0,-1 2 0,-6-5 0,-4-2 0,3 3-45,7 7 1,-1 1 44,-3-1 0,-4-2 0,-1 1 0,0 2-30,0 2 0,-1 2 0,1-1-550,-4-1 1,0-1 0,1 2 579,3 2 0,1 2 0,0 0-30,-3 2 0,1 1 0,1-1 71,0 0 1,-1 1-42,0 2 0,-5 1 0,1 1 0,4-2 0,1-1 0,1 1-23,-3 4 1,-3 3-1,0-1 1,3-1 7,2-2 1,-1 1 14,-2 3 0,-5 2 0,1 0 0,3-1-45,2-1 0,0 1 45,3 0 0,-5 3 0,-1 0 0,2 1 0,4-3 0,-2 4 0,1 1 0,4-2 0,-3 4 0,-1 1 0,1 0 0,5-3 0,0 4 0,1 1 0,4-2 0,-3 2 0,0 3 0,0-2 0,3-3 0,-2 6 0,-1 0 0,4-4 0,-2 3 0,-1 1 0,1 0 0,1-4 0,-2 4 0,1 0 0,2-3 0,-2 2 0,0 2 0,0-1 0,3-3 0,-3 5 0,0 1 15,4-5 0,-1 3 0,-1 3 0,0 0 0,1 1 0,1-2-15,1 2 0,1-1 0,0 0 0,0 0 0,0 1-94,-1-1 0,0 0 0,0 0 1,1 0-1,0 1 109,1-1 0,1 2 0,0 0 0,1 0 0,0-3 0,2-4-15,0-2 0,0-3 0,1 3 0,0 4 0,0 5 0,1 1 0,-1-1 0,1-4 0,0-4 0,1-4 0,0 4 18,1 3 0,1 4 0,1 1 0,0-2 0,0-3-18,0 3 0,1 0 22,2-1 1,2 5-1,1-1 1,-2-4-23,0-3 0,2 1 18,-1-3 0,1 5 0,2 1 0,0 0 0,1-2 4,1 2 1,2-1-1,0-1 1,-1 0-1,-1 1 0,0 0 1,1 1-1,1-2-22,0-2 0,2 1 0,1-1 0,-2-2 0,-2-4 43,2 1 1,0-2-22,2 1 1,3 2-1,0-1 1,-3-2-23,-1-2 0,1-1 18,-1-2 0,3 3 0,2 0 0,0-1 0,-1-1 12,5 2 0,0-1 0,0-1-30,-4-1 0,-1 0 0,2 1 0,1-2 18,-1-1 0,1 0 0,0-1 0,1 0 0,-1-2-18,0-2 0,-1-1 0,1-2 0,1 0-186,3 0 1,3-1 0,0-1 0,0-1 0,-2 0 185,-4 0 0,-1-1 0,0-1 0,1-2 18,1-3 0,2-2 0,0-1 0,-1 0 0,-4 1 204,3-2 0,1-1-222,-6 2 0,5-2 0,0 0 0,-1-1 0,-4 3 0,5-3 0,-1-1 0,-5 3 0,4-3 0,0 0 0,-2 0 0,-2 3 0,3-4 0,-1 0 0,0-1 0,4-3 0,0 0 0,-4 2 0,-1-1 0,-2 1 0,1 0 0,1-2 0,-1-1 0,0-3 0,-1-1 0,-2 1 0,1 0 0,0-2 0,-4 5 0,2-5 0,0-2 0,0 2 0,-3 3 323,-2 3 1,-2 2 0,1-3-342,2-3 0,1-5 0,0-1 0,-1 1 1,-1 4 17,-2 3 0,-2 3 0,1-4 0,0-4 0,2-4 0,0-3 0,-1 2 0,-2 4-136,-1 4 0,-1 2 1,0-3 120,-1 0 0,0-3 0,1-3 0,-1 1 0,0 1 0,-1 4 15,0-2 0,-1 4 0,-1-3 0,1 1 0,-1-3 0,1-2 0,-1 0 0,0 2 0,-1 4-30,-1 0 0,-2 2 0,1-2 30,-1-2 0,-1-5 0,0-2 0,0 1 0,0 1 0,-1 5 0,-1 1 0,-1 3 0,-1-3 0,1 0 0,-1-3 0,0-1 0,-1-1 0,-2 1 0,1 3-23,-7-4 1,-1 3-1,0 1 1,1 0 22,2 1 0,2 1 0,-1 0 0,-3-1 0,-1 2 0,-3-1 0,-1-1 0,-1 1 0,2 2 0,3 4 196,2 0 0,1 4 1,-1-3-197,-3-1 0,-3-2 0,-1-2 0,2 2 0,2 3 0,-3-3 0,1 1 0,-2 1 0,-2-2 0,-1-1 0,2 3-374,6 5 0,1 0 1,-2 0 373,-1-1 0,-1-1 0,-1 1 0,0 0-23,-1 3 1,1 0-1,-1 1 1,2 1 92,-7-3 0,-1 1-88,7 3 0,-4 0 0,-1-1 0,1 1 0,4 2-27,-4 0 0,1 1 45,-3 1 0,-5-1 0,0 1 0,5 2 55,0 3 1,0 2-74,3-1 0,-5 1 0,-1 0 0,1 1 0,4 0 79,2 2 1,4 1 0,-3 1-62,-1 1 0,-2 1 0,-3 1 0,1 1 0,2 0 0,3-1 214,-1 1 1,3 1 0,-2 2-228,4-2 0,-3 3 0,-1 1 0,0 1 1,0 0-1,2-1 0,2-2 13,-3 4 0,2-1 0,-2 4-230,7-6 0,-3 2 0,0 2 0,-2 1 0,0 2 1,1 0-1,0 0 0,1 1 0,1-1-180,1 3 0,1 0 1,1 1-1,1 1 1,0 0-1,0-1 0,-1 1 1,0-1 252,0-1 1,-1 0 0,-1-1 0,1 1 0,0 0 0,0 0 0,2 0 0,0 0 0,1 2 0,0 1 0,1 0 0,1 0 0,0 0 0,1-1 0,1-2 0,1-2 0,1 2 0,0 1 0,0 0 0,0-1 0</inkml:trace>
  <inkml:trace contextRef="#ctx0" brushRef="#br0" timeOffset="41864">10201 1482 14099,'5'-7'1169,"3"-5"-899,16 0-225,-6 2 0,0-2-1684,-1 2 1,0 1 776,2-1 0,2-1 862,5-1 0,2-1-476,-7 4 1,2 0 0,0 0-1,-1-1 326,2 0 0,0-1 0,2 0-246,-3 2 0,2-1 1,0-1-1,-1 1 1,-4 2 297,2-1 1,-2 0-996,7-3 1,2-2 0,-4 3-668,3-4 1628,-8 4 0,-2 0 0,-6 2 0,-1-1 1</inkml:trace>
  <inkml:trace contextRef="#ctx0" brushRef="#br0" timeOffset="42215">10433 1926 14009,'-6'-6'1709,"7"5"-1484,12-8 0,6-1-135,5 4-1183,-2-2 1,4-1 0,-3 1 252,-6 3 1,0 0 816,4 0 1,4-1 0,1-1 0,-4 2 22,0-1 0,2 0-68,1 0 1,4-1-1,1 0 1,-4 1-68,-2-1 0,0 1-203,1-1 1,4 0 0,0-1 0,-5 2-671,-2 0 0,-1 0 768,0 0 0,1 0 1,-1 0-1380,4-1 0,-3 0 990,5-1 629,-5 1 0,-2 1 0,-5 1 0,1 0 0</inkml:trace>
  <inkml:trace contextRef="#ctx0" brushRef="#br0" timeOffset="42534">10401 2453 14729,'-11'8'1169,"2"-2"900,30-4-1530,6-5 1,4-2-405,-5 2 0,3-1-791,-6 1 1,3-1-1,2 0 1,-2 0 0,-3 0 482,8-1 1,0 1 244,-3 0 0,4 1 0,2-1 0,-1 1 0,-5 0-159,-4 0 0,-3 1 1,4 0 86,-1-1 0,3 0 0,1 0 0,1 0 0,-2 0 0,-4 1-603,1-1 1,-3 1-1,1 0 603,2 0 0,1-1 0,1 0 0,-1 0-30,5 0 0,-1 0 0,-2 0-307,-1 0 0,-1 0 97,4-1 0,3 0 1,-6 0-31,-9 1 0,-2 1 691,3-1 1,-1-1-3699,7-4 438,-11 2 3082,2-6 1,-19 7 0,-2-2 0</inkml:trace>
  <inkml:trace contextRef="#ctx0" brushRef="#br0" timeOffset="44698">13590 1491 12210,'-7'-6'1349,"-2"4"-1169,8-9 180,-6 5-270,4-5 540,-2-4-630,3-1 0,6 3-90,1 1 90,6 8 0,4-1-90,-5 4 180,6 1-90,-10 6 90,4 0-90,-7 9 359,0 8-269,-8-5 45,-2 5 0,0 1-45,-1-3 45,-4 4 0,1-2-45,9-8 450,-11 10-271,13-17 451,-3 4-540,8-8 180,7 3-270,1-5-45,6 0 0,4-1-45,2 0 0,1-1-189,-1 1 1,-1-2 188,9-1 0,-3 0 0,-10 1-180,-1-3 1,-2 0-91,-6 3-1619,6-5 989,-13 4-2377,1-7 708,-4 3 2569,-8-9 0,6 5 0,-6-6 0</inkml:trace>
  <inkml:trace contextRef="#ctx0" brushRef="#br0" timeOffset="45115">13632 1197 12570,'-23'-1'539,"1"-1"1,-3 7 0,0 2-450,3-4 0,0 3-1183,3 5 1,-1 4 0,4-1 296,-7 8 886,7-1 0,-2 4 0,2-2-90,5-4 0,1 0 44,-1 3 1,0 4 0,0 1 0,2-4-45,1 1 0,2-2 0,-1 1 0,1 1 0,1 0 90,1 8 0,4-3-45,3-10 0,2-1 15,1 6 0,2 2 0,2-3-15,1-9 0,3-1-15,6 4 0,3 2 0,-2-4-30,-4-5 0,1-1 22,3-1 1,4 0-1,0 0 1,-3-2-23,0-1 0,1-3 0,2-1 0,4-1 0,0 0 0,-5-2 0,0-1 0,-1-4 0,-2-2 0,3-2 0,2-3 0,-3 1 0,-3 0 0,2-4 0,-3-3 18,-3 0 0,2-5 0,0-2 0,-2 1 0,-3 3 42,-5 3 0,-2 1 0,-1-3 84,0-4 0,1-5 0,0-2 0,-2 2 0,-2 4-85,-2 4 1,-1 2 0,-2-1 12,0-2 0,-1-3 0,-2-1 0,1 3 0,-2 3-72,-4 0 0,-4 2-23,-1 3 1,-4-1 0,0 1-1,2 4 23,-2 4 0,-2 3-108,-1 3 0,-4 2 0,-3 1 0,2 1 1,3 0-163,-5 3 0,0 4-165,7-1 0,-4 1 0,-2 3 1,0 0-1,2 0 0,4-1 15,0 2 1,4-1-1,-2 4-127,0 1 1,-3 3 0,-2 2 0,1 0 0,1 0 0,4-2 272,-2 2 1,4-2 0,-1 3 0,2-3 0,-1 3 0,0 0 0,0-1 0,3-2 0,2 1 0,-1 0 0,0 0 0</inkml:trace>
  <inkml:trace contextRef="#ctx0" brushRef="#br0" timeOffset="46296">12458 1725 11580,'-11'3'1350,"-1"0"-181,2-1-809,0-1 539,-8 1-539,11-2 629,-5 1-719,8-1 450,-2-11-630,5 6 90,6-21-90,3 12 45,4-7 0,1-1-695,5-3 590,-4 5 0,2-4 0,-1 2-385,-3 5 0,1 0 422,1-2 1,3-2-1,1 0 1,-3 2-68,0 1 0,0 1 22,3-2 1,3-2-1,0 0 1,-2 2-23,4-2 0,0 1 0,-5 4 0,0 0 0,0 1 0,7-6 0,-4 3-90,-5 6 90,0-1 0,-1 1-180,-7 5-90,4-1-630,-8 4 181,-1 2-2558,-1 0 2457,-1 7 1,-9-5 0,-2 6 0</inkml:trace>
  <inkml:trace contextRef="#ctx0" brushRef="#br0" timeOffset="46847">12564 1648 12570,'0'-7'450,"0"2"-1,0 4 1,5 1 180,22 11-316,-1-1 1,2 2-255,-1 0 0,0 1 0,0-1-334,-3-1 0,-2 0 1,3 0 273,-3 0 0,3 1 0,1 1 0,-1-2 0,-4 0-664,6 1 0,1 1 466,-4-2 0,5 2 0,2 1 0,-2-1 0,-5-3-252,4 2 1,-1-2-371,0 1 1,4 2 0,0-1 0,-4-2-820,-4-1 1,0-1 1224,-2 0 0,3 1 1,-5-2-1,7 2 1,-4-1-1</inkml:trace>
  <inkml:trace contextRef="#ctx0" brushRef="#br0" timeOffset="53213">7787 1738 11041,'2'-16'1079,"0"3"-719,-2 4 0,1 1-180,0-1 89,-1 0-89,0-1-90,0-1 90,0-1 0,0-1 0,0 0-159,0-1 159,-5 1 450,-3-13-540,-13 8-180,0-3 90,-2 19 0,4 11 0,0 4 0,1 5 0,-4 4 0,0 0 0,5-3-45,3 0 0,0 0 135,6-5-90,-1 10 0,9-17 0,5 3 90,1-5 90,19-3-180,-9-6 0,0-1 0,15 2 0,-10-9 0,-3-1 0,-3 7-45,0-3 0,-2-1 45,-3 3 158,5 2-158,-11 2 0,4 8 90,-3 6-90,0 1 90,1 14-90,-2-6 0,-1-1 0,1 0 0,0 4-45,0-3 0,0-1-45,1-3-360,1 2 1,0 0-91,2-4-585,0 0 1,1-2 135,-1-3-2288,13 3 3151,-12-9 1,6-7 0,-7-3 0</inkml:trace>
  <inkml:trace contextRef="#ctx0" brushRef="#br0" timeOffset="53548">8005 1520 12930,'-11'1'269,"-4"14"-269,13 2 0,-2 2 0,-1 1 0,4-2 45,-1 3 0,1 2 0,6-8 0,1 0-45,-2 1 0,1-1 45,8-1 0,1-4-45,4-4 45,5-4 0,2-3-45,-5-6 0,0-1-45,3 1 0,-1-2 45,0-14 0,-7-5 135,-14 5 0,-3 0-276,5-4 1,-4 1 259,-7 6 1,-5 0 0,1 3-120,-7-3 0,-7 3 0,-1 4-89,5 6-91,-2 10 0,2 3-180,8 3-945,2 9 1,1 2-135,5 0 1439,0 4 0,4 0 0,7-3 0,-1-5 0,1 0 0</inkml:trace>
  <inkml:trace contextRef="#ctx0" brushRef="#br0" timeOffset="54430">8327 1562 10951,'0'7'899,"0"-1"-359,0-3-270,0-2 2968,0 2-3058,14-23-90,-6 9 0,8-13 0,1-3-496,0 2 436,-4 5 0,3-3 0,-2 2-30,-4 5 0,1 0 0,4-6 0,3-3 0,-2 3 0,-5 7 0,0 0 0,5-5 0,1-2 0,-2 3 0,5-5 0,-6 6 0,0 0 45,-2 3 0,-1 2-45,3-4 90,1 1 0,-1 0-90,-3 4 45,2-1 0,0 0-135,-1 0-540,3-4 180,-8 10-2827,-5 4 0,-2 8 2711,-6 2 1,5 4 0,-6-1 0</inkml:trace>
  <inkml:trace contextRef="#ctx0" brushRef="#br0" timeOffset="56332">8527 1669 16977,'24'17'405,"-1"-3"0,4-1-375,-4-3 0,2-1 0,0 0-617,-4 0 0,0-1 0,1 0 609,2 0 1,1 0-1,-1 0 1,-3-2-23,-3 0 0,0-1 30,7 2 0,2 1 0,-3-2-30,6 2 45,-1 0 0,0 0 275,-3-2-275,-9-2 0,-2 0-45,0 0 540,-1 0-540,-7-3 0,1 1-3277,-5-2 2457,-3-5 1,-6 4 0,-1-4 0</inkml:trace>
  <inkml:trace contextRef="#ctx0" brushRef="#br0" timeOffset="72547">5194 3018 10051,'-13'0'360,"-1"0"0,5 0-90,-1 0 89,1 0-89,0 0-90,2 0-90,1 0-90,1 0 90,1 0 360,2 0-90,7 4-180,6-3-1,4 5-89,6-5 90,3 1 0,2 0-558,-9-2 0,3 0 413,1-1 1,5-2 0,3 1 0,0-2 0,0 1-496,0 0 0,0 0 1,0-1-1,1 0 1,2 0 459,-6 0 0,1 0 0,1 0 0,1 0 0,0-1 0,0 1 0,-2 0 0,0 0 0,1 0 0,-2 0 0,0 0 0,0 0 0,0 1 0,1-2 0,3 1 0,2-1 0,1-1 0,-2 1 0,-2 1 0,-5 0 0,8-1 0,-2 0 0,-1 1 0,4-2 0,0 1 0,-5 1 0,-5 0 0,-2 0-360,6 0 0,2 0 0,-6 0-2917,1 0 2657,-2 0 0,-19 10 0,-9 2 1</inkml:trace>
  <inkml:trace contextRef="#ctx0" brushRef="#br0" timeOffset="84163">1515 2829 5803,'-30'-8'36,"1"-1"0,-1 1 0,2-1 0,0 0 0,0 0-614,3 0 1,1 0 0,0 0 547,3-1 0,0 0 0,0 0-15,-6-4 0,2-1 0,2 1 0,3 0 45,3 1 0,1-1 193,3 3 0,1-1-283,-5-9 619,5 2-619,3 3 0,4 1 615,1 2-885,1 1 1299,-1-1-1659,2 5 1035,0-2 0,2 7 0,0-2 0</inkml:trace>
  <inkml:trace contextRef="#ctx0" brushRef="#br0" timeOffset="85097">1307 1957 9961,'-8'0'0,"1"0"0,3 0 90,2 4 810,6 12-540,7-2 44,6 4 1,3-1-746,-6-8 1,2-1 700,10 3 0,4 1 0,-2-2-858,-3-4 0,1-2 588,0-2 0,4-1 0,3 0 0,-1-1 0,-4-1-709,-1-1 1,-2 0 0,4-2 669,-3 0 0,4-1 1,2-1-1,1 0 1,0 0-1,-2 0 1,-4 0-460,1 0 1,-4 1 0,0-1-1,4-1 408,-5 1 0,3-1 0,2-1 0,2 0 0,-1 0 0,1-1 0,-2 1 0,-2 1 0,-3 0-306,7-2 0,-4 2 1,-1-1-1,3-1 306,-3 1 0,3 0 0,0-1 0,1 0 0,-1-1 0,-1 0 0,-1 1 0,-1-1 0,0-1 0,0 1 0,-2-1 0,-1 2-73,2-1 1,-3 0-1,0 0 1,3-2 72,0-1 0,2-1 0,2-3 0,1 0 0,-2 0 0,-2 1 0,-3 2 0,3-4 0,-5 1 0,3-3-13,-5 4 0,2-4 0,1-1 0,0 0 1,-1-1-1,-1 2 0,-3 2 13,2-4 0,-3 2 0,2-4-13,-4 4 0,1-4 0,2-2 0,-1-1 1,0 0-1,-2 3 0,-3 3-17,2-3 0,-4 4 0,1-4 30,-1 1 0,1-2 0,1-3 0,-2-1 0,-3 2 0,-4 2-106,-6-5 0,-5 3 0,-2 0 0,1 1 83,5 1 1,2 1 0,-3 0-1,-4 1 8,-5 3 0,-4-1 0,-4 1 0,-1 1 0,1 2 0,3 3 18,-4 1 1,2 4 0,-4 0-16,5 3 1,-4-1 0,-3 0 0,-1 0-1,0 1 1,1 0 0,1 1 0,3 1 11,-5-1 0,4 2 0,-1 1 0,-4 0-9,7 0 0,-3 0 0,-2 0 0,-2 1 0,-1-1 0,0 0 0,1 1 0,1 0 0,2 1 0,3 0-57,-5 0 0,3 2 1,2 0-1,-1 0 0,-5 1 66,6-1 0,-2 0 0,-2 0 0,-2 0 0,-1 0 0,0 1 0,0 0 0,1 0 0,2 0 0,1 0 0,3 0 13,-6 2 0,4 0 0,1 1 1,-1 0-1,-5 2-13,7-3 0,-2 2 0,-2 0 0,-2 1 0,0 0 0,-2 0 0,0 1 0,1 0 0,-1 0 0,2 1 0,1-1 0,1 1-27,-1 2 0,0 1 0,1 0 0,1 0 0,0 1 0,0-1 0,1 1 0,-1-1 0,-1 1 27,3-3 0,-1 0 0,0 0 0,0 0 0,-1 0 0,1 1 0,1-1 0,-1 1 0,1 0 0,1 1 10,-2 2 0,0 1 0,0 0 0,0 1 0,1 0 0,1 0 0,2-1 0,2 0 0,2-2-10,-1 3 0,3-2 0,1 1 0,0 0 82,-5 4 0,0 2 1,0 0-1,2 3-64,3 0 0,1 4 0,0 0 0,2 0 0,1-2-18,1-4 0,2-2 0,0 1 0,1 3 25,1 1 1,0 4 0,1 2 0,0 1-1,1-1 1,1-2 0,2-4 4,2 5 0,1-4 0,5 4-18,0-8 1,2 4 0,1 1 0,2 1 0,0-1 0,1-3 0,-1-3-36,5 4 0,1-4 1,2 0 4,-3-2 0,1 2 0,1-1 0,3 0 0,1-3-132,-1-4 0,2-1 0,1-2 0,1 0 0,2-2 1,1 0-216,-2-2 1,2 0 0,1-2 0,1 0 0,1 0 0,0-1 0,1 1 0,-1-1 0,0 1 323,-3 0 1,1 0-1,0 0 1,1 0 0,-1 0-1,0 0 1,1-1 0,0 0-1,-1 0 1,1-1-1,1-1 1,0 0 0,0 0-1,1-1 1,0 0 0,-1-1-1,0 1 1,-1-1-1,0-1 1,-2 1 0,2-1-1,-1-1 1,1 0 0,0 1-1,0-1 1,-1 1-1,1-1 1</inkml:trace>
  <inkml:trace contextRef="#ctx0" brushRef="#br0" timeOffset="86980">4906 2952 9512,'-8'-3'539,"1"2"-359,3-2 0,1 3 90,0 0-180,1 0 90,-1 0-90,1 0 90,1 0 1349,0 0-1349,4 0 449,2 9-449,8-6 630,10 18-540,-4-14 29,-1 0 1,4 3 0,1-1-600,4-1 0,2-1 0,3-1 408,-5 0 0,3-1 0,2 1 0,-1 0 0,-2-1-535,0 0 0,-1 0 0,0-1 0,2 0 472,-3-1 0,3 0 0,1-1 0,0 1 0,-2-1 0,-4-1-45,0 1 0,-3-2 0,4 1 0,0 0 0,4 0 0,2-1 0,0 1 0,-1-1 0,-4 1 0,1-1 0,-2 0 0,3 0 12,-5 0 1,4 0 0,1 0 0,2 0 0,-1 0 0,-2 0 0,-3 0-13,5 0 0,-3 1 0,3-2 0,-5 1 0,3-1 0,2 0 0,0 0 0,0 0 0,-3 1 0,-3-1 0,5 1 0,-5-1 0,5 1-155,-6-1 1,4-1 0,2 1 0,0-1 0,1 0 0,-1 0-1,-3 0-501,3-1 1,-1 0-1,-1 0 1,0 0 0,0 0-1,1 0 1,1 1-1,-1-1 1,0 0 0,-2 0 290,4-2 1,0 0 0,-3 0 0,-3 0 0,-1-2 0,-3 1 0,1-2 0,0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07:17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1161 5099 9691,'-12'0'2339,"2"0"-2159,6 5 0,0-4 0,0 8 0,0-8 0,0 7 0,0-4-91,0 4 181,-2 0-180,1-1 270,-3 5-270,5-7 90,-3 6-90,5-7 180,-1 4 989,2-4-719,4 0-91,1-3-89,9-7-270,-3 1 0,3-5 0,0 0 0,3-3-90,7-5 0,1 0-160,-12 8 1,0-1 159,3-2 0,4-3 0,1-2 0,-1 1-336,2-4 0,-1 0 1,1-1 352,-4 4 1,2-1 0,-1-1 0,0 1 0,-2 1-18,4-4 0,-1 0 0,-1 1 0,0-3 0,0 0 0,-3 4 0,-2 0-45,-1 1 1,-2 2-136,-5 6-1260,1-6 811,-6 14-2519,-5-2-129,-17 20 527,5-5 2576,1 2 0,1 2 0,-3 4 0,-2 3 0</inkml:trace>
  <inkml:trace contextRef="#ctx0" brushRef="#br0" timeOffset="366">969 5572 11850,'-9'0'1260,"-1"-4"-1171,8-2 271,12-12-90,-2 4-90,5 0 0,4-3 0,-1 2-135,-5 3 0,2-1-865,3-3 1,4-3 0,0 0 0,-2 2 421,0 1 1,-1-1 442,3-1 0,3-3 0,1 0 0,-4 3 240,-1 1 1,1-1-264,1 0 1,4-3 0,0 0-1,-4 4-275,-4 2 0,-1 2 253,5-3 0,1-2 0,-4 3 0,-2 2 90,7-6-90,-16 12 3045,3-3-4575,-10 9-917,1 0-341,-7 1 2788,-5-1 0,-3 6 0,-1 1 0</inkml:trace>
  <inkml:trace contextRef="#ctx0" brushRef="#br0" timeOffset="665">1028 4883 9152,'-11'-5'270,"19"4"-180,8 5 0,4 1-46,-2-1 1,3 0-865,4 4 1,6 3 0,-1 1 0,-4-2-103,1-1 1,-1 1 957,-2 0 0,4 2 0,1 1 0,-2 0 0,-4-2 218,1 3 1,-2 2-300,-1 2 0,3 6 0,-2 0 0,-4-2-116,-2 2 0,-5 1-451,-3-2 1,1 5-1,-2 2 1,-1-1-1,-2-4 442,-5-2 0,-1-2 0,-2 2 0,3 3 0,-1 3 0,0-1 0,-2-3 0,-7 4 0,0 0 0</inkml:trace>
  <inkml:trace contextRef="#ctx0" brushRef="#br0" timeOffset="2434">5384 2696 8792,'3'7'1709,"-1"-2"-90,-1-5-360,0 0-899,2-7-180,-1 0 270,2-15-270,-1 9 89,2-5 1,3-3-135,0 2 0,1-2 75,1 1 0,2-2 0,-1 1-442,1-2 0,1 0 292,1 2 0,2-1 0,-2 3-60,-5 6 0,1 1 59,5-8 1,3-3 0,-2 3-15,-5 6 0,1-1-15,6-8 0,2-4 0,-2 3-462,-4 6 1,0 0 431,1-1 0,3-3 0,1-1 0,-3 4 45,0 0 0,1 1-23,1-1 1,4-3-1,1 1 1,-4 3-23,1 1 0,0 2 18,2 0 0,5-1 0,2-1 0,-1 2 0,-4 2-498,-4 2 1,-1 2 0,3 0 494,0-1 0,5-1 0,2-1 0,0 0 0,1 1 0,-2 1-481,3 0 1,-1 0 0,0 2 0,0-1 0,-1 0 483,-2 1 0,-2 0 0,0 0 0,2 0 0,2 0-18,-4 2 0,3-1 0,1 0 0,1 0 0,0 1 0,-1 0 0,0 0 0,-2 2-224,3-1 1,-1 2 0,-1 1 0,0 0 0,0 0-1,0-1 224,0 0 0,1-1 0,-1 0 0,0 1 0,1 0 0,0 1-115,0 0 1,2 2 0,0-1-1,1 2 1,-3-1 0,-1 1 0,-4 1 114,3 0 0,-5 2 0,4 1-71,-1-1 1,4 0 0,1 1 0,1 0 0,-3 0 0,-4 1 70,1 1 0,-4 0 0,4 2 15,-3-2 0,4 2 0,1 0 0,1 0 0,-3 0 0,-3-1-15,-1 0 0,-2 0 0,2 2 18,3 2 0,4 2 0,2 1 0,-2 0 0,-5-2-18,-2-2 0,-4 0 0,3 1 15,0 1 0,2 3 0,2 0 0,0 1 0,-2-1 0,-3-2-15,1 1 0,-2-1 0,1 3 15,0-1 0,2 3 0,1 2 0,0-1 0,-2 0 0,-2-3-15,0 1 0,-3-2 0,1 2 190,2 0 1,1 3 0,0-1-1,-1 0-190,4 5 0,-1-2 0,-1-1 0,-1 0 0,1 0 0,-1-2 0,2 4 0,0-1 0,-2-3 0,-3-3 0,-1-1 0,6 6 0,2 2 0,-4-3 0,-7-8 0,-1-1 30,3 3 0,2 3 0,-3-4-30,1 3 516,-3-1 0,0 0-516,-5-6 1858,3 7-1768,-8-13 2419,1-5-2689,-8-9-809,-4-15 719,-2 7-45,-2-2 0,0 1 940,-3 0-685,3 5 0,-4-3 0,3 3-962,-9-6 1022,5 5 0,-1-1 0,3 5 0,2 0-90,-10-5-823,6 4 1,-4-2 0,3 2 912,6 3 0,0 0 60,-7-3 0,-2-2 0,3 2 30,0 0 45,1 0 0,1 1-135,5 4 0,-4-4 0,13 9 330,6 13-240,4-2 0,0 11 90,6-7 0,0 0-91,-2 5 1,10 4 0,1 0 892,-4-2-892,-3-5 0,2 2 0,-2-3-90,5 7 90,3 1 0,1 0-90,-5-3 89,2 1 1,0-1-90,-4-2 90,0 1 0,0 0 90,-4-4 3096,6 7-2625,-4-7-381,-7-7 719,7 3-809,-10-9 0,5-6-180,-4 3 188,1-11 1,1-6-189,3-4 0,1 0 0,-3 0 0,0-1-820,1 2 1,1-2 0,-1-1 0,-1 5 716,-1 2 1,0 0 102,4-9 0,2-4 0,-2 5-151,-4 10 0,-1 2 151,3-6 0,0-1 0,0 0-630,-1 1 1,-1 1 269,1 2 0,-1-1-1279,-2 1 1,0 3-32,-3 7-1607,-1-1 2702,-9 7 0,1 9 0,-7 2 0</inkml:trace>
  <inkml:trace contextRef="#ctx0" brushRef="#br0" timeOffset="13402">2289 4192 7263,'0'-8'450,"0"1"-181,0 4 1,0 1-90,-5-1 0,4 1-90,-3 0 90,0-1-90,3 1 90,-6-1 0,6 0 90,-8-2-270,6 1 269,-8-6-179,7 4 360,-9-14 0,3-3-181,3 6 1,-1-1-180,-1-7 270,-1-3-270,7 19 180,-4-8-180,4 11 90,-2-2-180,3 5-90,-2 2 360,2 19-1652,0 10 1,-1 3 1471,2-5 0,-1 1-18,0-3 0,1 4 0,-1 2 0,0-2 0,1-2-535,-1-2 1,1-3 0,0 4 500,-1-1 1,1 3-1,-1 2 1,0 1 0,1 1-1,-1-3 1,1-3-386,0 1 1,0-4 0,0 1 0,0 4 391,0-1 0,-1 3 0,1 3 0,0 1 0,-1 1 0,1-2 0,0-2 0,0-4-23,0 4 1,1-5-1,-1 1 1,1 4-4,-1-4 1,1 2 0,-1 4 0,0 1 0,0 0 0,1 1 0,0-1 0,0-1 0,0-2 5,1-1 1,1 0 0,-1-2 0,1 0 0,0 0 0,0 1-1,0 1-164,0 1 0,0 1 0,0 1 1,1 0-1,-1 0 0,0-1 0,1-1 1,0-1 138,0 5 0,1-1 0,0-2 0,0-1 0,1-2 218,0-3 0,0-1 0,0-2 0,1 1-188,0 3 0,0 0 0,0-2-30,-1-2 0,1 1 0,2 5 0,1 3 0,-2-4 90,3 2-90,-1-1 0,-1-3 0,-2-7 288,-1-2 1,-1-2-559,-2-5-196,2 4-793,-3-10 2621,0-1-1362,0-15 0,0 1 0,1-12 0</inkml:trace>
  <inkml:trace contextRef="#ctx0" brushRef="#br0" timeOffset="14900">3205 4053 8522,'-8'-7'450,"2"1"-90,3 1-180,1 1 539,-3-5-539,2 5 90,-3-11 270,1 4-181,-2-6-269,3 7-90,1 2 90,2 7 180,1 6-180,-1 5 90,3 9 0,1 5 90,2 4 0,-1 1-508,0-1 0,-1 3 328,0-5 0,1 2 0,-1 1 0,0-5-504,-2-1 0,0 1 481,1 2 0,0 5 1,0 0-1,0-5-22,-1-3 0,1-1-23,0 2 1,-1 4 0,1 0-1,0-4 23,0-1 0,1 0 0,-1 1 0,1 4 0,1 0 0,-1-5-45,-1-1 0,2-1 45,0 2 0,0 4 0,2 0 0,-1-2 15,0-2 0,1-1 0,-1 1-30,2 7 0,1 1 0,-1-2-1436,1 1 1,0-2 1405,-3-8 0,1 0 90,-2 1 0,1-1-225,0 7 195,-1-7 0,0 3 0,0-3-60,0 10 30,0-6 0,-1 4 0,0-2 59,0 1 1,-1-2-53,1 5 1,0 0 7,-1 1 0,0-3 652,-1-4-652,0 6 0,-1 0-45,1-7 45,-1 4 0,0-2 3126,0-7-3171,0 0 0,0 0 90,0-3-90,0 14 0,0-18 227,0 9-1127,-3-14-2377,-8 2 788,-1-7 2489,-6-1 0,6 6 0,-1 1 0</inkml:trace>
  <inkml:trace contextRef="#ctx0" brushRef="#br0" timeOffset="16450">5333 3902 9961,'-8'-9'540,"2"4"0,3-3-450,2 7 0,-1-3-90,1 4 269,0 0 91,0 19-360,1-7 135,-1 13 0,1 4 45,0-4 0,0 1 0,0-1-516,0-4 1,0-1 0,0 3 425,1 4 0,0 4 0,1 0 0,-1-5-1,-1-2 1,1 0-23,0 2 1,0 6 0,0 0-1,0-4-764,-1 0 0,0 1 751,0-3 0,0 5 0,0 1 0,0-1 0,0-4-900,0-2 0,0-3 1,0 2 867,0 3 1,0 1-1,0 2 1,0-2 22,0 0 0,0 0 0,0-1 0,0-2-259,0-2 0,0-2 0,0 3 232,1 3 0,0 3 0,0 2 0,1-2 0,-1-4 27,-1 4 0,1 0-45,1-6 0,1 4 0,1 1 0,-1-1 0,0-5 45,-1 5 0,1 0-45,1-1 0,1 3 0,0 1 0,0-6 0,-1-2 0,0-2 30,2 7 0,1 2 0,-1-4 15,-2-10 0,0-1-15,2 5 0,1 2 0,-1-3 496,2 4-481,1 5 0,0-1 908,-3-7-908,0 4 0,0-1-45,-4-7 0,1 1 0,0 1 0,-1-5 0,4 15 0,-3-19 90,1 6-1,-2-12 3179,0 1-3268,-2-4-3277,1 0 0,5 0 2987,-5-6 0,9 4 1,-3-4-1</inkml:trace>
  <inkml:trace contextRef="#ctx0" brushRef="#br0" timeOffset="17617">7080 3843 8432,'-12'-8'1259,"2"-1"-1079,0 8 90,3-6 90,1 5-90,-1-4-180,3 4 90,-1-2-180,3 3 90,-1 0 0,1 1 89,1 0 451,0 16-450,0-7 90,1 12 0,-1 2-90,0 2-1161,0 0 0,0 5 0,0-3 1026,0-4 0,0 1 22,0 4 1,-1 6-1,0 0 1,0-4-573,1 1 0,-1 0 558,1-4 1,-1 5 0,0 2 0,0-2 0,1-4-449,0-3 0,0-4 0,0 4 425,0 0 0,0 4 0,0 1 0,1 1 0,-1-2 0,0-4-504,1 2 0,-1-4 1,1 2 473,-1 3 0,1 1 0,-1 1 0,2-1 45,-1-5 0,1 0 0,1-1 0,0 1-23,0 1 1,1 0-1,0 1 1,-1-2 7,1 7 0,-1-1 0,1 0-30,1-4 0,2 1 0,0-1 0,-2-5 0,-1-4 0,0-1-69,3 6 1,2 2-1,-2-4 69,1 4 209,0 0 1,0-2-210,-3-5 0,1-1 0,-2 0 0,0-6 1572,0 6-1482,-3-13 2351,1-1-5718,0-2 609,-1 5 2668,0 1 0,0 3 0,0 0 0</inkml:trace>
  <inkml:trace contextRef="#ctx0" brushRef="#br0" timeOffset="62323">3937 4052 10861,'-6'3'-1349,"-5"-1"809,10 0 90,-9 0-899,5 7 1349,-6 5 0,5 1 0,-1 0 0</inkml:trace>
  <inkml:trace contextRef="#ctx0" brushRef="#br0" timeOffset="62590">3943 4903 8792,'4'17'-510,"-2"0"0,2-3 1</inkml:trace>
  <inkml:trace contextRef="#ctx0" brushRef="#br0" timeOffset="63507">4018 5826 12750,'-8'-5'-2879,"-2"4"451,9-8 2428,-8 8 0,8-9 0,-2 5 0</inkml:trace>
  <inkml:trace contextRef="#ctx0" brushRef="#br0" timeOffset="65307">4370 6539 13199,'-6'-7'180,"1"1"-90,2 5-90,2-1-3277,-3 1 0,9 1 3094,0-5 0,0 3 0,-1-3 0</inkml:trace>
  <inkml:trace contextRef="#ctx0" brushRef="#br0" timeOffset="66440">5809 6418 12660,'-10'0'2428,"4"-2"-2877,8-4-271,4-3 360,6 2-1079,3-8-1349,6 5 269,1-7 2519,-2 4 0,-4 5 0,-4 1 0</inkml:trace>
  <inkml:trace contextRef="#ctx0" brushRef="#br0" timeOffset="67725">7201 6502 14729,'-7'-4'-360,"-5"1"0,6 0 180,-2 2 0,0-1 270,13-1 450,-8 2-450,7 0-90,-7 0 0,-1 1 90,1-3 0,1 3 0,1-3-90,0 1 90,1 2 0,-1-2-1,-1 1-89,1 0 180,0 1-180,0-1 0,0-1 1440,1 1-3689,3 0 1529,-2-4-89,-3 4-2468,-5-12 2881,-12 1 1,6-4 0,-4 0 0</inkml:trace>
  <inkml:trace contextRef="#ctx0" brushRef="#br0" timeOffset="74224">8104 4476 10951,'-5'-7'899,"2"1"-809,3 5-3367,0 1 2634,8 8 1,-6-6 0,7 6 0</inkml:trace>
  <inkml:trace contextRef="#ctx0" brushRef="#br0" timeOffset="74643">8838 5497 13739,'-7'-8'-3277,"2"-1"3219,5-8 0,5 2 1,1-8-1</inkml:trace>
  <inkml:trace contextRef="#ctx0" brushRef="#br0" timeOffset="75975">7991 4120 9961,'9'6'0,"1"-1"90,-5-1 360,6 4-270,-2-2 360,14 7-450,-11-6 359,15 5 271,-11-4-360,-1-1 1529,-4-1-1799,-18-5 179,-20-13-179,9 3 0,-3-3 0,1 1-658,-4-4 0,-2-2 568,5 0 0,-3-3 0,1 0 0,4 1-623,1 0 1,0-2 604,4 2 0,-2-4 0,-1-1 0,1 1 0,3 3-398,1 1 0,3 2 1,-1-3 397,-1-4 0,-1-6 0,0-1 0,0 0 0,3 5-384,2 2 0,2 3 1,0-4 386,0 1 0,1-5 0,0-2 0,0 1 0,0 1 0,2 3 15,-1 0 0,2 2 0,1-3-30,0 3 0,2-5 0,0-1 0,0 1 0,0 1 0,1 4 30,-1 1 0,0 4 0,1-4-18,3-3 0,1-5 0,1-1 0,0 2 0,-1 4 18,1 0 0,-1 1-23,2 0 1,1-5-1,1 1 1,-2 6 22,-2 7 0,0 0 0,7-13 0,0 2 0,-3 9 106,-1 3 1,-1 1-107,-2 6 800,3-2-800,-7 8 1228,0 3-1318,-14-5 1815,3 2-1725,-7-9 0,7 6 0,0-10 0,3 11 778,-5-13-778,7 11-90,-3-5 90,4 8-90,-1-2-90,1 4-810,-1 14 451,2-4-271,-3 14-1438,-2 3 718,0-3 297,2-7 0,0 0 1233,-2 8 0,-1-1 0,0 1 0</inkml:trace>
  <inkml:trace contextRef="#ctx0" brushRef="#br0" timeOffset="76259">7633 2421 10681,'5'-10'-180,"0"2"180,-4 7 0,1 6 90,4 9-90,-2 1-90,1 3 0,0 0-90,-1 3-913,-1 0 1,1 4 0,-2-2-2185,2 8 3121,-2-10 0,1 3 0,-1-3 0,2 3 0,1 7 1</inkml:trace>
  <inkml:trace contextRef="#ctx0" brushRef="#br0" timeOffset="76725">7494 2260 10321,'-31'0'-90,"11"9"0,0 5 150,2 1 0,0 4 0,1-1-1017,-3 5 1,2 4 1023,8-3 1,0 5-1,2 0 1,2-3-501,1-1 1,1 2 468,2-4 0,-1 4 0,0 2 0,2-2 0,0-3-36,4 6 0,2 0 67,-1-1 0,1 4 1,1 0-1,1-6-67,3-2 0,3-3 67,2-1 1,3 3 0,2-1-1,0-4 23,2-6 0,2-3 0,0 0-90,1 4 0,1-1 0,2-2 67,0-7 1,3-2-1,-1-3 1,-4 0-68,-3-1 0,0-2 0,1-2 0,4-2 0,1-3 0,-5-3-505,-6-4 0,-3-4 0,-2-1 0,1 1 505,5-1 0,-1 2 0,-1-5-18,-5-1 0,-2-4 0,0-2 0,-2 2 0,-2 4-270,-2 5 0,-1 2 1,-2-2 287,-1-5 0,0-3 0,-1-2 0,-1 2 0,0 4 45,-2-5 0,-2 1-9,-1 5 0,-2-5 0,-1 0 0,-1 1 0,0 4-36,-3 1 0,-2 5 0,1-2-419,-2-6 1,1 0 0,-2 4 418,-4 6 0,-1 8 0,-4 13 0,1 7 28,8-4 1,0 3-52,-3 4 1,-4 5-1,0 2 1,4-3-38,5-3 0,3-1 0,-2 4-409,2 0 1,-2 5 0,-1 1 0,0 3 0,1-1 0,2 0 0,2-2 452,0 5 1,3-1-1,1 0 1,-1 1 0,0-3-1,-1 1 1,0 1 0,1 0-1,0-1 1,3-2 0,3 2-1,1 0 1,-1-1 0,1 1-1</inkml:trace>
  <inkml:trace contextRef="#ctx0" brushRef="#br0" timeOffset="77330">8708 5416 12120,'6'-10'1169,"-2"0"1,-3 2-990,-1 1 359,-11-6-449,4 6 0,-9-1 0,-2 0 0,-1-1-1183,0 3 1,-4-2 0,2 1 683,4 2 0,-2 0 476,-6-2 0,-5-1 1,-2 0-1,2 0-492,4 2 1,0 0 0,1 0 0,-1 0 446,1 0 1,-1 0-1,0-1 1,0 1-46,-1 0 1,0-1-1,1 1 1,6 1 507,-7-1-485,9 2 0,2 0-270,4 1 90,5 1-83,1-1-3014,19-3 3230,12-12 1,-1 4 0,-10 3 0,1-1 0</inkml:trace>
  <inkml:trace contextRef="#ctx0" brushRef="#br0" timeOffset="77625">7802 4575 12660,'-7'-15'539,"-5"-2"-359,3 5 90,-4 2-360,10 9 90,-1-1 0,4 2-90,-1 19-180,6-6-270,-2 13 1,0 1-1,4 2-553,-2-4 1,0 6 0,0-4 659,-1-5 1,0 0 0,1-1 0,0 0 0,0-2 0,3 11 0</inkml:trace>
  <inkml:trace contextRef="#ctx0" brushRef="#br0" timeOffset="78094">7529 4484 13020,'-9'-10'-90,"1"1"90,-7 0 90,7 5 269,-4 6-359,9 10 45,4 6 0,2 1-45,0-3 0,2 0-959,2 10 1,1 4-1,0-3 959,1-4 0,0-1 0,-2 2 0,1 1 0,1 0 30,2 1 0,1 1 0,-1-3-30,-1 0 0,3 0 22,0-1 1,2 4 0,2-2-1,-3-3-22,0-3 0,0-2 0,2-1 0,2 2 0,1-1 0,-3-3 45,-1-2 0,1-2-45,7 1 0,4 1 0,-3-3 45,-8-5 0,1-1-45,8-3 0,3-3 0,-4 0 0,-7-1 0,0-4-30,6-6 0,3-4 0,-4-1-15,-7 4 0,-2-2 22,-1-5 1,2-4 0,-2-2-1,-2 4 23,-2-2 0,-2-3-15,-2 5 0,-1-4 0,1-4 0,-1 1 0,-1 1 0,-2 4 15,-1-1 0,-2 4 0,0-4 15,1 0 0,-1-4 0,1-1 0,-2-2 0,0 2 0,-3 4-284,-2 2 0,-2 3 0,-1 0 0,0 1 0,1 0 291,1-4 1,1 0-1,-1 1 1,-3 0 66,-5 0 1,-3-1 0,-1 4 0,3 5-221,3 7 0,-2 5 161,-8 2 0,-5 3 0,4 3-30,6 4 0,1 2-262,-1 0 1,-1 3-1,1 0 232,2 4 0,2 1 0,1 0-253,-3 4 1,0 1 252,3-3 0,-1 1 1,1 2-196,3 3 0,1 2 0,2 0 0,0-1 331,0-3 1,2-1 0,1 3-572,1 0 0,1 5 1,0 1-1,1 1 1,1-1-1,1-5-75,2 2 0,1-4 1,2 4 539,2-1 0,1 3 0,1 2 0,0 0 0,1-2 0,0-4 0,1 1 0,1-4 0,0 1 0,3 4 0,0 0 0,0 0 0,0-1 0</inkml:trace>
  <inkml:trace contextRef="#ctx0" brushRef="#br0" timeOffset="78608">9156 5413 11760,'0'-9'450,"0"3"-450,0 4 0,0 1-1709,0-1-1568,0-1 3151,0 0 1,-7-3 0,0 1 0</inkml:trace>
  <inkml:trace contextRef="#ctx0" brushRef="#br0" timeOffset="78876">8462 3937 10501,'8'14'-3238,"-1"-4"3238,-2 13 0,-2-7 0,2 6 0</inkml:trace>
  <inkml:trace contextRef="#ctx0" brushRef="#br0" timeOffset="79310">8473 4017 11041,'0'7'0</inkml:trace>
  <inkml:trace contextRef="#ctx0" brushRef="#br0" timeOffset="79526">9256 5409 11760,'6'-12'-3277,"-2"0"2769,-4-2 1,0 1 0,0-2-1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08:51.0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5789 1605 12210,'-17'-10'180,"-8"-6"-180,5 1 0,1-1 0,3 5 0,0 0-1093,-3-1 1,-2-1 0,2 3 80,-9-4 1042,7 5 0,-4-2 0,3 1-30,6 4 0,0 0 0,-9-2 0,-5-1 0,1 1-578,5 5 1,0 0-1,-1 1 578,2-2 0,-1-1 0,-1 3 0,1 3 0,-2 3 0,0 0 0,5 0 289,0 0 1,1 1-290,-4 3 0,-3 2 0,0 0 0,4 0-272,-1-1 0,0 2 294,-1 1 1,-4 3-1,0 1 1,4-2-23,1 1 0,1 0 0,4-1 0,-3 2 0,-1 1 0,1 0 0,4-2 0,-5 3 0,1 2 45,4-4 0,-2 3 0,-2 1 0,0 1 0,1 1 0,1-2 9,1 1 0,2 0 0,0-1 0,1 1 0,-2 1 1,-1 0 0,-1 0 1,0 0-1,0 2 1,0 2 21,3-2 0,0 3 0,0 2 0,0 0 0,1-1 0,2-2 0,1-3-47,-2 4 0,3-3 0,-1 4-5,2-3 1,-1 4 0,-1 2 0,0 1 0,1-1-1,1-2 1,2-5 4,0 4 0,2-5 0,0 5-30,1-5 0,0 4 0,0 2 0,0 1 0,0-1 0,0-2 0,2-3 30,-1 6 0,1-4 0,0 4-18,2-4 1,-1 4 0,0 2 0,0 1 0,1 1 0,0-2 0,1-3 5,1 2 0,0-3 0,1 0 0,1 0 0,-1 1 67,0-3 1,0 1 0,0 0-1,0 0 1,1 0 0,0 1-86,2 1 0,0 1 0,1 0 0,0-1 0,0-2 0,1-3-420,0 1 0,1-3 0,0 1 442,-1 2 1,1 2-1,0 0 1,1-1-23,1-2 0,1-1 0,0-1 0,-1-1-76,4 7 0,1 1 94,-2-6 0,3 4 0,2 1 0,-2-1 0,-1-4-18,-1-3 0,-1-3 0,2 3 0,0-2 0,2 4 0,2 0 0,0 0 0,-1-1 0,-1-3 0,0 1 0,-2-4 0,4 3 15,-1-2 0,2 2 0,3 2 0,-1-1 0,-1-2 0,-2-2-15,1 0 0,-3-2 0,4 1 30,2 0 0,3 2 0,3 1 0,1-1 0,0 0 0,-1-1-30,-3-4 0,1 0 0,-1-2 0,1 1 0,0-1 0,-1 1 6,0 0 0,-1 0 0,1 1 1,-1-1-1,2 0 0,0-1-6,2-1 0,2 0 0,0-1 0,1 0 0,-2-2 0,-1 0 0,-4-1 30,3 1 0,-4-3 0,4-1-30,-1-1 0,5-2 0,2-1 0,-1 0 0,-1-1 0,-4 0 0,1-1 0,-4 0 0,4-4 0,-5 0 0,3-1 0,3-3 0,-1 0 0,0-1 0,-2 1 0,-3 1 0,-1 0 0,-3 1 0,-1-2 0,4-2 0,-3 0 0,4-2 0,0-3 0,2 0 0,1-2 0,-1 0 0,0 1 0,-1-1 0,-2 2-53,-1 0 1,0-1 0,-2 1 0,0 0 0,-1 0-1,2-1 1,-1 1 52,1-1 0,0 1 0,0-1 0,1 1 0,-1-1 0,0-1 0,0 1 0,0-1-12,-1 0 1,1-1 0,-1-1 0,0 0 0,0 1 0,-1 0-1,-2 2 1,-1 2 11,0-2 0,-1 2 0,-2 1 0,2-2-14,1-2 0,2-1 0,0-2 1,-1 1-1,0-1 14,-2 1 0,-1-1 0,0 0 0,0 0 0,0-2-26,-2 3 0,0-1 1,0-1-1,-1-1 0,1 1 1,0 0-1,-1 1 3,1-1 0,0 1 1,0 0-1,0 0 0,0-2 1,-1-1-5,-1 3 0,-1-1 0,0-1 0,0-1 0,0-1 0,0-1 0,-1 1 0,0 1 0,-1 0 0,-1 1 24,1-4 0,-1 1 1,-1 0-1,0 1 0,-1-1 1,0 0-1,1-3-14,-1 7 1,0-2 0,0-1-1,0 0 1,0-1 0,0 0-1,0 0 1,-1 1 0,1 0 0,-1 1-1,-1 2 17,1-6 0,0 1 0,-1 1 0,0 1 0,-1 0 0,0 0 0,0-1-13,-1 0 0,-1-1 0,0 0 1,0 0-1,-1 2 0,0 2 0,-1 4-52,-3-3 0,0 4 1,-3-2 46,-2-1 0,-2-3 0,-1-1 0,-1 1 0,2 4-83,-2 1 1,1 3-1,-2-1 101,3 3 0,-2-2 0,0 0 0,-2 0 0,-1 3-18,-4 0 0,-2 1 0,-2 2 0,1 1 0,2 0 14,2 2 1,2 0 0,-1 2 0,-4-1-9,1 2 1,-4-1 0,-2 1 0,-2-1 0,0 1 0,0 1 0,3 1-1,2 0 12,-3 1 0,3 1 0,0 2 0,-6 1-9,9 1 1,-4 1 0,-1 1 0,-2 0 0,-2 1 0,0 0 0,-1 1 0,1 1 0,1-1 0,1 1 0,2 0 19,-2 2 0,0 1 0,2 0 0,0 0 1,1 1-1,-1 1 0,0-1 0,-2 0-11,5-2 0,-2 1 0,1-1 0,-1 1 0,0-1 0,0 1 0,0 0 0,0 0 0,1 1 0,-1 1-43,1 0 0,-2 1 0,1 1 0,-1 1 0,0-1 0,2 1 0,0-1 0,1 0 0,3-1 0,1-1 43,-8 3 0,4-1 0,2 0 0,-4 1 80,4-2 0,-2 2 0,-1-1 1,0 2-1,0-1 0,3 0-62,-1 1 0,1 0 0,0 1 0,2-1 0,2-1 12,-4 2 0,2 0 0,-1 2-30,3-1 0,-2 2 0,-1 2 0,1 0 0,1-1 0,4-2-30,1 0 0,3-2 0,-1 2 48,-1 2 0,-2 4 0,1 1 0,0-2 0,4-3-18,-1 2 0,1 0 0,-1 4 0,-2 4 0,4-5 0,0 3 0,3-2 0,0-1 1013,4-8-1013,0 13 0,3-20 1845,0 6-1845,1-12 0,0 2 2758,0-3-2758,0-2 2003,3 1-5280,-2-6 0,3 9 3049,2-8 0,-5 12 0,5-4 0</inkml:trace>
  <inkml:trace contextRef="#ctx0" brushRef="#br0" timeOffset="2335">6844 1938 13559,'0'-8'180,"0"-2"0,0 3-180,0 0 90,0-4-90,0 7 0,0-4 0,0 1 0,0 1 0,0-5 0,5 5 0,0-9 0,1 9 0,4-10 0,-7 9-90,10-7 90,-6 7 0,3-4 0,5-2 0,-4 4-1639,3-3 1,0 1 1523,0 0 115,2-1 0,3-1 0,-2 1 0,0 0 0,-2 2 0,0-1-756,3-1 0,1-1 0,-2 2 756,3-2 0,-3 3 0,1-2 0,1 0-113,5-1 1,1 0 112,-1 1 0,2-1 0,-1 1 539,-6 3 1,-1 0 0,2 0-540,8-2 0,2 0 0,-4 1 0,-8 4 0,1 0 0,8-3 0,5 0 0,-4 0 0,-8 4 0,0 0 30,8-3 0,5 0 0,-5 1-30,-9 3 0,1 0 0,7-1 0,4-1 0,-3 2 45,-9 1 0,0 0-45,5 2 0,5-1 0,1 0 0,-5 1-45,-1 0 0,1 1 67,3 0 1,6 1-1,0 0 1,-5 1-361,-4 1 1,1 1 337,1 0 0,5 0 0,-1 1 0,-3 0 0,-2 1 0,0 1 22,0 0 1,5 0-1,0 1 1,-4-1-23,-2 0 0,1 1 0,-3-1 0,4 2 0,2 0 0,0 0 0,-2 0 22,1 0 1,-1 0-1,1 1 1,1 0 218,-4-2 1,1 2 0,1-1 0,0 1 0,-1 0-1,1 0-223,2 1 0,1 1 0,0-1 0,-2 1 0,-2-2-18,-2 0 0,-2-1 0,-1 1 0,1-1 0,2 2 0,1 1 0,-2-1 0,-3-2 0,-4-1 0,0 0 30,6 3 0,3 0 0,-3 0-30,4 2 0,-6-4 0,2 2 0,-4-2 0,3 2 174,0-1 1,0 0-175,-3 0 639,2 0-639,-7-4 0,-6-3 985,-4-1-895,-1-2 1518,0 1-2701,-1-1 1,0 0 0</inkml:trace>
  <inkml:trace contextRef="#ctx0" brushRef="#br0" timeOffset="3933">9476 1629 13110,'-5'-8'719,"4"18"-719,-3 7 0,9 14 90,-1 0-90,7-10 45,-5-4 0,0-1-45,3 1 45,-1 2 0,0-1-45,0-4 0,0 2 0,0-1 0,-2-3 0,9 15 90,-6-14-90,-1 2 270,-3-8 90,-4-6 629,0 0-989,-10-4 0,3 2 0,-10-2 0,-12 1-90,8 1-1069,-9 3 1,-1 0 1158,-1 0-60,9 2 0,-4 2 0,4-2-29,-8-2-226,0 7 0,1-1 45,7-3-765,0 3 1,0 4-2243,4 10 1247,-3-1 1933,13 1 1,8-12-1,0 0 1</inkml:trace>
  <inkml:trace contextRef="#ctx0" brushRef="#br0" timeOffset="12603">10833 2612 9332,'0'-11'180,"4"2"-1,-3 4 1,2 0-90,0 0 90,-2 0 0,3 1-90,-2-2 0,1 2 0,0-1 0,-1 0 180,2-2 90,2-6-360,-1 4 89,3-7 1,-5 9 90,6-7-180,-5 7 0,9-12 90,1 2-90,-3 4 0,2 0 0,1-1 0,0 2 0,7-5 0,-7 7 0,0 3 0,-3 2 0,17-5 0,-15 8 45,3-1 0,0 2-135,-1 0 90,3 1 0,2 0 90,9 5-90,1 0 45,-13-1 0,-3 1-45,-3-1-90,9 2 90,-12-4 0,6 4 0,-9-3 90,5 0 0,-7-2 180,1 1 629,-4-2-988,0-2 89,4 5 0,-3-2 0,5 4 0,-5 1 0,3-4 0,-4 2 0,5 2 0,-4-3 0,4 3 0,-3-3 0,1 2 0,-2-2 0,1-1 0,-1 1 0,0-2 89,0 0-89,0 3 0,2-2 0,-2 4 0,5-6 0,-6 3 0,4-1 0,-4 0 90,2 0-90,-1 0-90,1 0 90,-1-2-3277,0 1 2589,-6-1 1,-2 0 0,-6 0 0</inkml:trace>
  <inkml:trace contextRef="#ctx0" brushRef="#br0" timeOffset="13266">11255 2421 10501,'12'9'360,"-4"-1"0,5-1-270,-9-2 179,15 10-269,-11-8 180,8 8-180,-9-8 90,8 7 0,-8-6 90,10 8-180,-11-10 270,8 8-270,-8-9 90,4 4-90,-8-7 180,3 2-90,-4-3 449,1 1 1,-1-2-540,0-4 0,-1-2 0,0-6 0,0 2 0,3-7 0,-2 8 0,5-16 0,-5 13 0,1-4 0,0 0 90,0 1-45,-1-2 0,1 1 45,0 3 90,1-16-180,-3 19 0,2-9 0,-1 14-90,0-2-180,-1 4-90,1 1-2698,-1-1 3058,2 3 0,-2-1 0,2 1 0</inkml:trace>
  <inkml:trace contextRef="#ctx0" brushRef="#br0" timeOffset="16104">12437 2461 6004,'-21'0'-180,"0"-1"180,1 1-312,2 6 0,0-4 0,0 4 0</inkml:trace>
  <inkml:trace contextRef="#ctx0" brushRef="#br0" timeOffset="16282">12252 2609 8522,'8'7'0</inkml:trace>
  <inkml:trace contextRef="#ctx0" brushRef="#br0" timeOffset="17899">10480 3371 10501,'-14'0'-180,"3"0"270,1 0-90,3 0 0,0 0 0,1 0 0,1 5 270,-2 2 449,-6 21-404,2-2 0,0 2-549,2-6 1,0 2 345,2-2 1,-1 3-1,0-1 1,1-2-472,1-2 0,1 1 449,-1 2 0,0 4 0,-1 0 0,2-4-518,1 1 0,0 0 473,0 2 0,0 5 0,0 1 0,1-5-45,1 0 0,0 1 36,1-5 0,0 4 0,0 1 0,0-1 0,0-4 9,1 5 0,0 1 8,1-5 1,1 3 0,0 3 0,1-1 0,0-2-9,0-1 0,2-2 0,0 0 0,-1 0-45,1 1 0,-1 0 0,1 0 0,0 0 22,2 3 1,1 1 0,0-1-1,-1-5-22,-1-2 0,0 0 0,3 7 0,2 5 0,-1-6 45,-4-8 0,1 0-45,4 6 0,1 2 0,-1-3 0,-4-9 0,1-1 30,4 8 0,3 2 0,-1-3-30,1-2 0,-1-2 45,3 5 0,-1-2-45,-4-7 0,0-2 0,9 6 0,-8-7 0,10 6 0,-15-11 529,1 0-529,-3-2 859,-4-2-500,1 1 744,-14-14-1103,3 5 0,-9-10 0,-3-2 0,3 3 30,2 2 0,-2-2 0,2 3 60,-4-4 0,-3-1 0,0 1 0,5 3-45,-1 1 0,0 2-45,6 3 0,-8-5 0,14 10 0,0 0 0,5 8 0,8 5 0,-5 2 0,13 3 0,-3 6 0,5-4 0,1 7 45,-3-9 0,-1 0-45,6 5 0,2 1 0,0-1 0,-2-3 45,4 2 0,2 0 135,-11-9 0,-1-1 135,4 3 0,-1-1-136,0-2-179,-10-13 90,-4 3-90,2-13 0,0-3-90,3 1 90,-2-2 0,1-5 0,0 4 0,3-9 0,-3 6 0,1-3 0,0 2 0,-1 3 0,0 1-90,1-3 1,-1-1-901,-1 5 1,0 3-1800,-3 2 1080,2-2 0,-4 9 1709,-1 1 0,0 2 0,0-2 0</inkml:trace>
  <inkml:trace contextRef="#ctx0" brushRef="#br0" timeOffset="21932">11618 6258 12120,'1'-9'0,"1"1"0,-2 6 0,0 1 0,0-2 90,0 2-90,0-2 0,0 2 0,0 0 90,0-1-90,0-2 0,0 1 0,0 0 0,0 2-3277,0 0 2837,6-1 0,-5 2 0,6-1 0</inkml:trace>
  <inkml:trace contextRef="#ctx0" brushRef="#br0" timeOffset="24124">9702 6155 11940,'-7'-5'720,"1"-2"-450,4 3-180,0 0 179,-4-4-179,3 4 0,-8-8 0,7 7 0,-8-9 0,7 7-90,-10-11 0,8 9 180,-13-14-180,10 11 0,-8-7 45,5 8 0,-1-1 0,-10-4 0,-5-1-865,9 6 1,-2-1 0,-1 1 0,2 0 810,-3-1 1,2 0 0,-3 2 8,-1 0 0,-3 0 0,1 2 0,4 1-350,2 1 1,0 1 349,-3 0 0,-5 0 0,0-1 0,4 2-426,-1 0 1,0 1 425,3 1 0,-4-1 0,-2 1 0,2 0 0,3 0-285,2 0 0,3 2 0,-2-1 303,-6 0 0,-5 0 0,-1-1 0,1 2 0,4 0 316,5 1 1,2 1 0,-2 0-335,0-1 0,-4 1 0,-1-1 0,-1 1 0,2 0 0,4 0 0,-1 2 0,4 0 0,-5 1-13,3-1 0,-5 2 0,-2 0 0,0 0 0,0 1 1,2-1-1,4 0 13,-5 1 0,5 0 0,-4 2 0,4-1 0,-3 1 0,-3 1 0,0 0 0,0 1 0,3-1 0,4-2 0,-2 2 0,4-1 0,-3 2 0,1-1 0,-3 1 0,-3 1 0,2 0 0,0 0 0,5-3 0,-1 1 0,4-1 0,-3 1 0,-3 0 0,-4 3 0,0 0 0,1-1 0,4-2 0,-2 2 0,1-1 0,0 1 0,-3 1 0,-1 0 0,5-1 221,-4 3 1,1-2-222,5-1 0,-2 0 0,4 0 473,2-3 1,3 0-474,-6 3 1316,16-9-1316,-2 1 1791,5-2-1162,0-1-422,5-5-207,-7 3 90,3 0-90,-7 2 0,3 5 0,0-5-3277,4 1 0,-1 14 2936,2-7 1,0 14-1,0-11 1</inkml:trace>
  <inkml:trace contextRef="#ctx0" brushRef="#br0" timeOffset="26866">5143 5894 8252,'-5'-7'630,"0"0"-450,4 4 0,-2 1 90,1-1-91,1 1 271,-1 0 180,1 1 2158,0 0-1708,-2 1-900,14 5-180,-1 2 44,7 2 1,2-1 45,5 0-45,4 1 0,0-1-519,1-7 474,-5 2 0,4 0 0,-2-1-1603,-7-2 1,1 0 1647,10 1 0,2-1-45,-8-3 0,0-1 0,-1 0-202,0 4 1,1-2 201,0-3 0,4-2 0,0 0 0,-5 1 0,-1 2 0,0 0 0,7-4 0,3-3 0,-5 2 0,-9 3 0,-2 1 0,6-4 0,3 0 0,-4 0 90,4-4-159,-6 2 0,1-3 1,-1-1 68,0-6 0,-2-1 0,2 1 0,-1-1 0,-6 0 0,-2-2 0,-2 3 0,-1-9-30,-3 7 0,0-3 0,-3 2 9,-2 6 1,-1 0-10,-3-9 0,-2-4 0,0 4 1095,-1 7 0,-2 0-1065,-2-1 0,-2-2 0,-1-1 0,1 5 0,-1 0 0,-2 1-23,-3 0 1,-4-2-1,0 1 1,2 3-273,-1 2 0,-2 1 277,4 3 0,-4-1 0,-2 0 0,1 1 0,4 2 18,-7-1 0,0 2 0,7 2 0,-4 0 0,-1-1 0,-2 2 0,1 0 0,2 1-23,-6 2 1,1 1-1,0 1 1,0 0 22,6-3 0,0 0 0,0 0 0,-1 1 0,0 2 15,-2 2 0,-1 3 0,0 0 0,0 2 0,2 0 0,2 0-608,0 2 0,2 0 1,1 0-1,-1 1 593,-4 1 0,-1 0 0,1 2 0,0 3 0,6 0 0,0 2 0,1 2 0,2 1 0,2 0-69,2 1 1,2 2-1,2 0 1,0 1 85,-1 1 1,0 2 0,0 1 0,1-1 0,1-1-18,2-3 0,0 0 0,1-2 0,4 2 22,2 0 1,3 2 0,1-2-1,0-4 23,0-4 0,2-2-45,6 8 0,3 2 0,-1-4 0,-3-6 0,1-2 30,7 7 0,4 1 0,-2-3-30,-4-7 0,0-1 22,4 0 1,4 0 0,1 0-1,-3-3-22,0-1 0,2-3 0,-1 0 0,4-1 0,3-1 0,0-1 0,-1-2 18,-3-2 0,0-3 0,-1-1 0,1 1 0,-1 0-95,1 3 0,-1 0 0,0 1 1,0-2-1,1 0 77,0-3 0,2-1 0,0-1 0,-1 0 0,-2 0 0,-4 3 0,7-3 0,-2 1 22,-2 1 1,4-1-1,0-1 1,-6 2-23,-4 2 0,-1-1 30,2-1 0,2-1 0,-4 1 150,0-2 206,-3 0 0,-2 1-386,-6 2 2483,4-5-2393,-8 7-90,0-1 90,-1 2 824,-2 2-824,1 1-3367,0 0 405,0 7 1433,0 2 450,-5 4 989,3 2 0,-5-1 0,2 1 0</inkml:trace>
  <inkml:trace contextRef="#ctx0" brushRef="#br0" timeOffset="29083">6252 6945 7443,'-4'14'-300,"0"-1"0,4-2 0</inkml:trace>
  <inkml:trace contextRef="#ctx0" brushRef="#br0" timeOffset="30216">6288 8288 11940,'-13'-7'360,"1"-4"270,1 5 1798,5-2-2428,2-3 0,0 8 0,4-6 0,-7 8 0,5-5-899,-2 6-181,3-6-2197,-4 5 258,0-4 3019,-1 3 0,2-2 0,4-1 0</inkml:trace>
  <inkml:trace contextRef="#ctx0" brushRef="#br0" timeOffset="31400">1961 5256 7623,'-7'-10'809,"0"-1"-539,2 5 450,-3-5-451,3 5 361,-3-5-360,5 7 90,-3-5-360,4 5 0,-1-1 0,2 4 539,10 8-89,8 7-315,-4-2 0,1 0-135,9 7 45,-10-7 0,0-1 45,-3-2 180,13 10-180,-14-12 90,11 8-90,-12-10 269,7 4-269,-9-6 360,5 0-180,-7-3-180,2 0 180,-1-5-180,0-4 0,4-5-45,1-6 0,1-2-45,-4 8 0,2-1-820,3-4 1,4-4 0,0-1 0,-2 3 761,3-2 1,1 0 71,-3 5 1,3-3 0,1-2 0,0 0 0,0 1 0,-3 3-569,4-4 1,-3 3 0,4-3 564,-5 5 0,1-2 0,3-2 1,0-1-1,0 0 0,0 1 1,-1 1-1,-3 2-11,3-2 0,-3 2 0,1 0 0,3-3 10,-2 4 0,2-2 0,1-3 0,2 0 0,1 0 0,0-1 0,0 2 0,-1 0 0,-2 2 15,1 1 1,-1 1 0,-1 1-1,1 0 1,-1 1 0,1-1 0,0-2-4,1 1 1,1-2-1,0-1 1,1 0-1,-1 1 1,0 0-1,-2 1 1,0 2-23,3-2 0,-1 1 0,-1 1 0,-2 1 0,-2 1 30,3-5 0,-2 1 0,-6 5-30,-5 4 0,0-4 0,-7 11 0,1-2 635,-1 5-2164,-1 5-1748,-5 19 1157,0-2 2370,3-4 1,-2 0 0,-4 5 0,2 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0:31.7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12051 1029 13289,'-7'0'540,"1"0"-450,5 0 0,1 0-90,-1 4 180,1-4-180,-1 3 90,1-1-90,-1-2 90,1 3 0,0-2 3186,0 0-1065,7 0-2211,3-7 0,7-5 0,1-2 0,-4 3 0,0 0-550,6-7 0,2 0 550,0 0 0,0 0-1514,-3 4 0,-1-1 1514,6-5 0,2-1 0,-4 3 0,3-1 0,-3 1-387,0 0 1,1 0 408,0 1 1,4-2 0,-1 0-1,-4 3-22,-2 3 0,0 0-30,4-2 0,2-2 0,-4 4-150,0 0-791,-6 2 1,-2 1 71,-9 5-2085,-7 0 1455,-10 3-270,-4 7 1799,-3 0 0,-1 1 0,-4 7 0,4-4 0,1 0 0</inkml:trace>
  <inkml:trace contextRef="#ctx0" brushRef="#br0" timeOffset="397">12042 1091 13199,'-8'-14'900,"3"4"-630,1 1-90,4 4 0,6 2-1,4 2-44,5 6 0,1 3 45,7 0-441,-6 1 0,0 2 441,-1-1 0,0-1-2327,10 7 2192,-8-5 0,0 0-45,1 1 0,0 0-1164,-4-3 0,1 0 1164,3 2 0,2 1 45,7 2 0,-1-1-212,-9-5 1,0 0 166,8 3 0,4 1 0,-3-2 0,-9-3 0,0-2 0,6 3 0,3-1 0,-3 0-90,4-1-45,-1-1 0,-3-1-45,-8-2-1008,8 0 559,-19-2-1468,2-13 388,-6 5 1709,-1-21 0,0 12 0,0-9 0</inkml:trace>
  <inkml:trace contextRef="#ctx0" brushRef="#br0" timeOffset="799">12858 435 12390,'0'-14'1709,"-6"0"-1439,4 8-270,-9 1 0,6 4 0,-4 7 0,1 5 45,0 7 0,1 3 0,1-1 0,1 0-1326,-1 2 1,1-1 1280,2-4 0,1-2-671,8 13 671,-5-11 0,9 0 0,1-1 89,-2-4-44,8-2 0,1-1-45,-1-5-246,3-4 0,0-2 336,-1 1-90,8-14 359,-9-6-269,-9 1 45,-2-3 0,-3 0-45,-9 1 0,1-4 0,-2 0-90,-12 5 0,7 2 0,-1 1-90,-3 8-540,-9 3-944,11 24 0,0 7 1891,3-11 1,1 2-318,-2 11 0,0 6 0,3-4 0,3-8 0,1 0 0,0 1 0,0 1 0,0-1 0</inkml:trace>
  <inkml:trace contextRef="#ctx0" brushRef="#br0" timeOffset="1079">12970 1285 16528,'-13'-9'2068,"3"1"-1978,2 4-90,5 9 0,1 5 0,3 6 0,2 3 0,-2 7-630,2-2 1,1 4-1,0 0-463,-1-6 1,-1-2 0,0 2-1,2 2 1,-1 1 0,1-1 623,0-1 1,0-2 0,0-2 0,3 6 0,-2-9 0,0-1 0</inkml:trace>
  <inkml:trace contextRef="#ctx0" brushRef="#br0" timeOffset="2962">11068 4381 11940,'-15'3'450,"1"0"-90,0-1-411,0-1 591,1-1 0,1 0 12,1 0-282,3 0 8,1 0-8,3-6-180,2-2 0,1-4 0,10-2 179,7-4 1,7-2-180,-5 6 0,3-1 0,1 0 0,1-1-591,-3 2 1,2-2-1,1 0 1,0 0 0,-1 0-1,0 1 501,4-3 0,0 1 0,-1 1 0,2-2 15,-5 4 0,2-1 0,1-1 0,-2 2 0,-1 0 0,-3 2-345,5-3 1,-1 0 329,0 1 0,3-2 0,-1 0 0,-3 2-45,-4 2 0,0 1-45,4-3 0,3-2 0,-4 2-90,1-2-360,-4 3 1,-2 0-91,-8 4-2158,-8-2-489,-21 20 2056,-1-1 1011,0 6 1,0 2-1,8-5 1,0 0-1,-6 5 1,1-1-1</inkml:trace>
  <inkml:trace contextRef="#ctx0" brushRef="#br0" timeOffset="3262">10919 4545 12480,'-13'-5'630,"1"4"359,6-16-449,17 0-360,-3-2 44,13 3 1,4 3-1051,4 0 886,-4 3 0,5-1 0,-3 1-15,-6 3 0,3-1-45,-1 1 0,6-1 0,2-1 0,-1 1 0,-4 1-439,-4 1 1,-3 1-1,4-1 454,0 0 0,5 0 0,1-1 0,1 0 0,-3 1 0,-3 1-15,7-2 0,-1 0-18,-5 2 0,2 0 0,3-1 0,-3 1 0,-3 0-27,3 0 0,-1 0-270,2 0 0,4-1 1,1 0-1,-5 0-360,3 0 1,-2 0 434,-6 2 0,2-1 0,-3 0-1399,-1 0 1,-9 1 992,-14 2 0,-2-1 1,-12 3-1</inkml:trace>
  <inkml:trace contextRef="#ctx0" brushRef="#br0" timeOffset="3547">10998 4407 5457,'-15'3'90,"-1"0"2622,9-1-1543,6 2 510,2-1-1230,13 4 1,5 0-270,-2 1 30,6 1 0,7 2 0,1 1-495,-8-3 0,0 1 0,0 0 1,0-1 284,-1 0 0,0 0 0,0 0 0,2 0 0,1 2 0,2 2 0,1-1 0,-3 0 0,-2-2 748,2 2 1,0-1-727,1 1 1,5 2-1,-1-1 1,-4-1-68,-3-1 0,1-1-113,-1-1 1,4 2 0,-1 0-1,-3-2-22,-4-1 0,0-1-360,4 2 1,3 0-1,-4-1-89,2 1-900,-3-1 0,-2-2 180,-9-2 1349,4 0 0,-13-4 0,0 0 0</inkml:trace>
  <inkml:trace contextRef="#ctx0" brushRef="#br0" timeOffset="3865">11098 4607 14009,'-28'-6'742,"0"1"0,0-1 0,-2-1 0,4 4 697,-3 15-1259,30-1 30,15 6 0,10 5 0,3-1-120,-8-6 0,1 0 0,1 0 0,1 1-637,-1-1 1,1 0 0,0 2 0,2-1 0,-2 0 0,-1-1-28,4 2 1,-1-1 0,0 1-1,1-1 574,0 0 0,1 0 0,1 1 0,-3-2 0,-3-2 294,1 0 0,0 0-272,0 0 1,4 2-1,-1-1 1,-3-2-23,-3-1 0,-1-1-30,7 3 0,2 2 0,-3-3-15,-11-5 0,-1 0-270,13 6 1,-1-1-46,-10-5-214,13 2-235,-20-8-91,3-6-2377,-2-9 3244,-3-6 0,-1-2 0,0 6 0,-1 0 0,0-8 0,0 1 0</inkml:trace>
  <inkml:trace contextRef="#ctx0" brushRef="#br0" timeOffset="4229">11899 3482 13649,'0'-12'2069,"-4"-4"-1349,2 8-810,-3-1 0,5 14-675,4 17 1,0 6 404,-3-13 0,0 2-733,2 11 1,2 6 0,-1-5-547,-2-11 1,0-1 329,3 12 0,0-1 1309,2 2 0,2 0 0,1-1 0</inkml:trace>
  <inkml:trace contextRef="#ctx0" brushRef="#br0" timeOffset="4631">12274 4048 14459,'-5'-14'1169,"3"3"-629,-3-5-450,5 8 90,17-6-90,4 11 0,6-2-1,-8 14 1,-2 3 0,-5-2-45,-2 9 0,-2 2 45,-6-4-45,-8 4 0,-3 0 45,0-2 135,-7 3 0,-1-1-45,2-4 45,0 0 0,0 0-46,4-6 451,-8 10 90,15-15-720,7 1 0,17-6-135,4-6 0,3-3-45,-8 4 0,1-2-913,8-2 1,3-2 0,-4 1-547,-11 3 1,0 0 545,6-1 1,2 1 0,-4 1 272,2 2 1,5-3 0,-11 4 0</inkml:trace>
  <inkml:trace contextRef="#ctx0" brushRef="#br0" timeOffset="5228">12106 4641 14639,'3'-8'809,"0"0"-449,-1 6 90,4 1-270,-1 0 179,11 1-359,-5 5 180,14 2-90,-15 0 270,11 7-360,-16-10 90,3 14 0,-8-11-90,-7 13 0,-2-11-45,-2 3 0,-1 0 45,2-3 0,-7 9 0,16-12 90,-3 4-90,4-5 0,17 6 90,1-4-90,7 2 180,2-1-180,-17-5 90,5 1 270,-9 0-271,-2-1 1,-1 5-90,-11-3 0,-12 10-90,0-6-675,-2 1 1,0 1-315,1 0-560,-4 2 1,2 0-1639,5-1 2621,4-2 1,2-1-1,3 1 1,2 0 0</inkml:trace>
  <inkml:trace contextRef="#ctx0" brushRef="#br0" timeOffset="5779">12307 5548 15178,'-9'-15'180,"3"4"810,0-6-810,4 9 269,9-8-359,1 10 270,12-1-270,-6 6 90,14 0 0,-14 7 0,15 5 0,-17 11-180,-4 5 0,-13-7 0,-5-6 0,-3-2 0,-3-3 0,1 0 0,1-1 0,3-2 0,-5 2 0,12-6 0,1 1 0,10-3 0,14 2 0,-3-1 0,1 1 0,0 0 0,-3 1 0,2 0 0,-2 1 90,-3 1 89,13 6 1,-18-6 90,3 10-180,-9-8-135,-14 5 0,-10 1-795,1-4 1,-2 0 0,-1-1 60,2 1 0,0-1 0,-2 0-41,-3 1 1,-5 0 0,2-1 0,4-1 409,2-1 0,1-1 1,-1 1-1,-1 0 1,2-1-1,5-1 0,1 1 1</inkml:trace>
  <inkml:trace contextRef="#ctx0" brushRef="#br0" timeOffset="19912">8496 1733 5779,'-8'-4'45,"0"1"-45,8 2 0,-4 0 0,2-1 0,-2 1 0,1 0 0,0-1 0,1 1 0,-1 0-15,2 0 15,-1 0 0,1 1 0,0-1 0</inkml:trace>
  <inkml:trace contextRef="#ctx0" brushRef="#br0" timeOffset="21424">7551 3865 9242,'-5'-9'0,"4"-7"0,-7 9 0,7-7 0,-6 8-180,6-5-810,-1 7-359,6-3 899,2 4 450,0 9 0,-2-5 0,-4 5 0</inkml:trace>
  <inkml:trace contextRef="#ctx0" brushRef="#br0" timeOffset="27461">9252 6030 11580,'-4'-7'-269,"17"13"269,3 2 44,8 5 1,4 1-45,-8-7 0,1-1 0,1 1-1093,3 2 1,2 0 0,-2 0 869,2-1 0,-1 0 223,3 1 0,-5-1 779,-9-4-599,7 4-90,-17-6 180,-1 1 0,-8 4-180,3-2 0,-14 14-90,9-8 0,-7 3 0,0 0 0,1 0 0,-3 1 0,0 1-90,1-2-180,-2 3 0,0 0-90,3-2 663,-3 5 0,0 1-303,3 5 0,4-12 0,1 0 0,4 3 0</inkml:trace>
  <inkml:trace contextRef="#ctx0" brushRef="#br0" timeOffset="27845">9768 5915 12120,'7'-24'-180,"-1"6"180,1 1 0,3 2 0,16 3 0,-8 12 0,-1 4 0,12 9 45,-17 14 0,-5 4-756,-4 0 741,-5-6 0,-4 4 0,0-4 15,2-7 0,-1 1 75,-6 6 0,-4 4 0,3-4-30,3-9 0,0 0 30,-5 6 0,-2 3 0,1-3-75,3-6 0,1-2-45,-3 5 0,0-1 0,2-4 90,9-10-90,24-8 0,-6-3 0,4 0 0,6-2 0,-3 1-45,-4-1 0,1 0-775,3-1 1,5-1 0,0 0 0,-4 2-53,1-1 1,1 0 51,0 0 1,4-2 0,1 0 0,-6 2-745,-1 0 1,-2 1 1563,1-1 0,2 0 0,-4 0 0,7-6 0,-3-1 0</inkml:trace>
  <inkml:trace contextRef="#ctx0" brushRef="#br0" timeOffset="28346">9702 5297 12016,'-27'7'-15,"1"0"0,0 0 0,3 1 0,-1 1 0,1 1 0,0-1-457,0-1 0,1-1 0,-1 2 0,0 2 502,1 3 0,-1 3 0,-1 2 0,1 0 0,3 0 0,2-3-286,0 2 1,3-2-1,0 3 286,0 1 0,-2 5 0,-1 1 0,1 0 0,1-1 0,4-3-236,2-2 1,2-1-1,1 2 224,0 6 0,-1 4 0,1 1 0,1 0 0,2-5-18,0-3 0,2-2 0,1 3 0,2-1 0,1 4 0,0 1 0,2 1 0,-1-2 0,1-4 0,-1 1 0,2-3 0,2 3 12,1-3 1,1 2 0,3 3 0,0 0 0,1-1 0,1 0 0,0-4-13,3 0 0,1-2 0,1-2 0,0 1 0,0 0-252,0 4 0,0 1 0,0 0 1,1-1-1,4-2 136,-1-5 0,4-1 1,1-1-1,1-1 1,-1-1-1,-1-1 1,-4-2 115,5 2 0,-3-3 0,5 0-13,-5-1 0,5-1 0,2 1 0,2-1 0,-2 0 0,-2-1 1,-5-2-18,4 1 0,-5-2 0,3-2 30,-1-2 0,4-2 0,2 0 0,-1-2 0,-2 1 0,-4 0-468,-1-1 0,-2-1 1,0-1 489,2-2 1,3-2-1,-1 0 1,-3-2 37,-2-3 0,-2-2 0,-1 1-65,2-3 1,1-4 4,-7 5 0,1-5 0,1 0 0,-2-1 0,-1 3-123,-1-1 1,-1 3 0,1-6 122,-3 4 0,1-4 0,1-3 0,0-1 0,0 1 0,-2 1 0,-1 3-149,1 0 1,-3 3 0,1 0 0,-1-4 193,0 1 0,0-4 0,0-2 0,1-2 0,-1 0 0,-1 1 0,0 3 0,-1 3 0,1-3 0,-1 4 0,-2 0 0,-1-4 5,-3 5 0,-1-3 0,-1-3 0,-1-1 0,-1 0 0,0 1 0,0 1 0,-1 2 0,1 5-28,-1-4 0,-1 5 1,-1 0-1,-4-1-11,0 2 0,-4-2 1,-2-2-1,-2 0 0,0 1 1,0 2-1,1 2 0,1 5-11,-7-3 0,1 7 0,-5 0-12,8 5 1,-4-1 0,-3 1 0,-1 0 0,-1 1 0,2 1 0,1 1-1,3 1 12,-4 0 1,3 3 0,0 1 0,-5 2-1,8-1 0,-4 2 0,-1 0 0,-2 1 0,-1 1 0,1 0 0,-1 0 0,3 0 0,1 0 0,3 0-148,-4 1 1,3 1-1,2-1 1,-2 2 0,-3 2 114,6-2 0,-3 2 0,-2 0 1,-1 2-1,-1 0 0,0 1 1,1-1-1,0 1 0,2-1 1,2-1-1,2-1-39,-5 4 0,5-2 0,0 0 0,0 1 0,-2 2-135,4-2 0,-3 2 0,0 2 0,-2 0 0,0 1 1,1 0-1,0 0 0,2-1 0,2-1 0,2-2-56,-4 5 0,3-2 0,2 0 1,-1 4 262,2-1 0,-2 3 0,0 3 0,1 0 0,1-1 0,2-1 0,3-3 0,0 3 0,5-3 0,-1 2 0,2 3 0,-1 0 0,1 0 0,-1 1 0</inkml:trace>
  <inkml:trace contextRef="#ctx0" brushRef="#br0" timeOffset="37863">11884 3536 9961,'-6'-11'270,"1"0"-180,10 7-90,-4 0 0,3-2 90,-4 2 0,0-7-90,0 6 270,0-7-90,0 5-180,0-1 90,-2 2-270,1 4 180,-2 5 0,3 2 0,0 9 0,0-4 180,0 12 0,0 9-180,0-7 45,0-3 0,0 0-45,0-6 89,0 16-178,0-18 178,0 16 1,2-18-90,1 16 0,2-10 0,-3 1 90,2-5 0,-3-11 1170,0 2-1350,-1-14 90,0-7 0,0-3 0,0 4 0,0-1 0,0 3-1639,-1-7 1,-2 0 1433,-1 3-183,0-4 1,0 0 387,-1 7-276,2-1 0,0 0 276,-1 5 0,-1-10 0,2 15 2779,0-3-2869,2 7 1161,0 0-1071,0 2 869,-1 6-779,-1 14-90,2-3-765,1 4 1,3 1-875,5-6 1,2 0 1281,-3 2 1,1 0-1,3-2 1,0-2-1,1 1 1</inkml:trace>
  <inkml:trace contextRef="#ctx0" brushRef="#br0" timeOffset="56896">11672 3543 9152,'-1'25'809,"0"-1"-449,0 1-2389,1-1 2208,0 0 91,0 0-180,0 0 0,0 1 0,0 2 0,0 1-1133,4 2 1043,-3-13 0,-1 0 0,2 0 0,0 1 0,-2 10 0,0 1 45,2-7 0,0 2 22,-2-2 1,1 4-1,0 1 1,0-4-711,3 3 1,0-1 672,-2-1 0,-1 3 0,1-1 60,1-3 0,1 0 0,-1 0-570,0 8 0,0 0 0,0 0 510,0-4 0,0-1 0,0 3 6,-1-5 0,0 3 0,0 0 0,0-1 0,0-4 30,0 4 0,-1 0-44,1 2 1,1 5 0,0 0-1,-1-4-22,0-2 0,1 0 67,0 1 1,0 5-1,1 0 1,0-4 22,-1-3 0,1 1-23,1 1 1,0 5-1,1 0 1,-1-4 51,1-2 1,0 1-84,0-5 0,1 4 0,1 1 0,0-1 0,-1-4 9,2 4 0,2 1-27,-1-6 0,2 3 0,0 1 0,1-1 0,-2-4-174,3 4 1,0-2 185,0 1 0,2 0 0,0 0 0,0-2 0,0-2 0,-2-1 689,0-1 1,1 1-675,-1-1 0,1 2 0,2 0 0,-2-1 75,0 0 0,0-1 0,0-1-31,5 7 1,1 0 0,-5-6 0,2 1 0,-4-5 0,4 0 45,4-4 0,1-2-135,-3-4-551,7-10 1,1-4 550,-4-2 0,-5-2 0,4-5 0,-3 3 96,-5 3 1,-1 0-97,3-3 0,2-4 0,0 0 0,-3 2 604,-1 0 0,0-1-604,1-3 0,2-4 0,0-1 0,-3 3-180,-2 0 1,0-1 161,-3 3 0,2-4 0,0-2 0,-1 1 0,-2 4 18,-2 2 0,-1 3 0,1-4-15,-1-2 0,1-5 0,0-2 0,1 0 0,-2 2 0,-1 4 15,-1 0 0,-1 3 0,0-3-15,0 0 0,0-5 0,1-2 0,-2 0 0,1 2 0,-3 5 361,-1 1 0,-1 3 0,-1-2-346,1-1 0,0-3 0,-1-2 0,0 0 0,0 2 0,0 3 0,-2-2 0,-1 4 0,-1-3-15,2 1 0,-2-4 0,1-1 0,-1-1 0,0 3 0,1 4 15,-1-1 0,1 4 0,-2-3-18,-2-3 0,-1-4 0,-1-1 0,1 2 0,0 4 18,2 5 0,1 3 0,-2-3 0,-1-3 0,-3-3 0,0-2 0,0 2 0,2 4 0,-2-5 0,-1 1-18,3 5 0,-2-3 0,-1-1 0,1 2 0,2 2 18,-2-2 0,-1 1-23,0 0 1,-3-3-1,0 1 1,2 3 22,1 3 0,0 1 0,1 0 0,-2-1 0,0 1-30,1 2 0,-2 0 0,2 2 30,0 0 0,-1-1 0,-6-4 0,-4-1 0,3 2 0,8 6 0,-1 1-30,-8-4 0,-3-1 0,3 2 30,8 5 0,0 1 0,-7-4 0,-4 0 0,4 2 0,7 3 0,1 1-519,-8-1 0,-3-1 0,4 3 519,-5 0 0,2 3 0,0 3 394,6 10-484,1 1 0,-3 3 1,2 0-91,4-2 0,0 3-640,-3 1 1,-3 3 0,-1 0 0,4-2-674,2-1 0,1 1 1493,2-1 0,-3 2 0,2 1 0,2-3 0,0 3 0,2 0 0,-3 7 0,0-1 0</inkml:trace>
  <inkml:trace contextRef="#ctx0" brushRef="#br0" timeOffset="57496">11694 6833 11221,'16'-12'-2249,"-4"1"1124,8 6 1,2 0 495,-2-3 285,-3 6 0,-1-1 1,0-3-1,-2 3 1</inkml:trace>
  <inkml:trace contextRef="#ctx0" brushRef="#br0" timeOffset="57679">11822 6876 11850,'-14'8'720,"-2"1"-630,9-5 90,-1 4-180,7-5-180,17 0-90,-6-2-180,15 0-1079,-7-4 0,0-1 270,7-3 860,1 0 1,0 0 0,1-4 0,-10 5 0,0 0 0</inkml:trace>
  <inkml:trace contextRef="#ctx0" brushRef="#br0" timeOffset="57946">12293 6474 13559,'-5'-9'3276,"-5"0"-2504,9 25-772,-3-7 0,5 16 0,3 3 0,1 0-1093,-2-5 1,1 4 0,-1-4-286,2-5 1,-2 0 417,0 8 1,0 4 0,-2-4 817,1-8 1,0 0 141,0 9 0,-1 5 0,0-4 0,-1-11 0,0-1 0,1 13 0,-1-1 0</inkml:trace>
  <inkml:trace contextRef="#ctx0" brushRef="#br0" timeOffset="58479">11869 7044 15088,'-17'0'60,"0"0"0,-9 2 0,-1 1 345,6 2 0,1 1-270,-2-1 0,3 3 134,5 8 1,7 3-180,10-2 0,4 0-1729,-4 2 1,1-1 1196,6-1 0,2-1 442,5-1 0,1-1 529,8 2-529,-3-6 0,5 0 0,-2-2-307,-6-4 1,2-2 306,3-1 0,4 0 0,1-1 0,-5 0-978,2 0 0,-2-1 978,2-2 0,1-2 0,1 0-30,-2-1 0,0-1 0,2-3 48,-6 1 0,1-3 0,1-1 0,0 1 0,-2 0-41,3 0 1,-1 2-1,1-2 1,0-1-189,0-2 0,1-2 1,2-2-1,-1 0 1,-3 1-1,-3 2 181,-1 0 0,-3 1 0,1-3-91,-1 0 0,2-4 0,0-1 0,1-1 0,-3 1 0,-2 3 121,-1-1 0,-3 1 0,0-2 15,-1-1 0,0-3 0,0-2 0,0 0 0,-2 2 0,-2 3-15,0-1 0,-3 3 0,-1-4 35,-1-2 1,-1-4 0,0-1 0,-1 1 0,-2 5 9,-1-5 0,-5 3 9,0 5 0,-2-2 0,-2-1 0,0 2 0,1 4-54,-6-3 0,-3 3 18,0 4 0,-4-1 0,-2-1 0,-1 2 0,4 4 12,1 1 0,1 4 0,-4 0 34,2 1 0,-3 1 1,-3-1-1,0 1 0,-1 0 1,3 2-1,2 0-42,0 2 1,2 1-1,1 1 1,-3 0 61,-3-1 0,-2 0 0,-1 0 1,-1 2-1,1 2-39,4 1 0,1 1 0,-1 1 0,1 1 0,-1 2 0,1 1 32,0 1 0,-1 1 0,1 2 0,-1 0 0,1 1 0,0-1 1,0 0-63,-1-1 0,-1-2 0,1 0 0,0 1 0,0 2 0,2 4 4,4-1 1,0 2 0,0 2 0,0 1 0,1 1 0,1 1 0,2-1 0,2-1 0,3-1-20,1 5 0,3-1 0,3-1 0,1 1 0,-2 1 0,-2 3 0,-1 0 0,1 1 0,2 0 0,3-1-18,5-1 0,3 1 0,2-1 0,1-1 0,2-4-13,3 1 1,2-4-1,2 1-239,0 0 0,0 2 1,1-1-1,0-3-60,0-2 0,-1-3 1,1-1-121,-1-1 0,1-1 0,2-2-643,7-1 1,3-3 0,-2 0 682,0-1 0,1 0 1,1-3-1,2-1 1,-2-1-1,-4-4 0,0-1 1</inkml:trace>
  <inkml:trace contextRef="#ctx0" brushRef="#br0" timeOffset="78745">5400 3227 9781,'-7'0'1260,"1"0"2016,5 0-975,17 4-1672,5 2-479,-1-4 0,4 1 0,-2 0-596,-1-1 1,2 0 467,0 0 1,4-2-1,1 1 1,-5-1-23,1 0 0,1 0 0,1 0 0,4 0 0,1 0 0,-4 0 45,-1 0 0,0 0-45,0 0 0,5 0 0,0 0 0,-4 0 0,-2 0 0,0 0 0,1 0 0,5 0 0,0 0 0,-5 0 0,-1 0 0,0 0 22,2 0 1,5 1-1,1-1 1,-4-1-23,-3 0 0,-2 0 0,0-1 0,3 0 0,0 0 0,-1 1 0,7-2 0,-5 0 0,-11-4-471,11 5 471,-19-1 0,4 1-900,-10 2-359,-5-2 719,-5 2-2737,-14-1 1840,7 1 182,-3 3 1,-1-1 355,1 0-676,-4 2 1,0 1 1574,2-5 0,-10 4 0,13-4 0</inkml:trace>
  <inkml:trace contextRef="#ctx0" brushRef="#br0" timeOffset="79112">6182 3125 10141,'-16'-7'1979,"4"3"-1529,-3 0-360,10 3 360,-3 1 89,7 6-179,0 1-180,1 8 0,5-3 270,7 13-271,2-11 1,1 2 0,1 0-90,2-2 0,6 1 0,0 0-375,0-2 315,-5-4 0,2 1 0,-2-1-30,7 2 0,-5-2 0,3 1 0,-2-2 0,-3-1 0,0-1 0,3 2 0,0 0 45,-3-1 0,-2-1 45,-7-1 269,9 6-179,-16-7 555,0 10-645,-10-7-90,-10 17 0,-1-10-90,0-1 0,-4 4 0,-1-1-1003,4-3 1,0-1 0,-1 1 292,-2 1 0,0 1 1,-1 0-21,3-1 1,-1 0 0,1 1 0,4-3 272,2-2 1,2 1 0,-10 6 0,4 0 0,9-5 0</inkml:trace>
  <inkml:trace contextRef="#ctx0" brushRef="#br0" timeOffset="80812">7479 3230 12480,'-6'-10'1349,"5"0"-809,-5 5 269,1-2 1,-2-1-630,1 1 719,-4-2-899,8 5-90,-4-1 0,4 4 180,1 13-90,1-4 45,3 11 0,1 5-45,-2-5 0,0 1 0,3 1 0,0 2 0,-2-1 0,-1 2 0,0-4 0,2 7-405,0 3 1,-1 0-1079,0-9 853,0 9-809,-1-10 540,-1-6-2378,0 11 797,0-13 2480,-1 4 0,0-10 0,0 0 0</inkml:trace>
  <inkml:trace contextRef="#ctx0" brushRef="#br0" timeOffset="81129">7405 3248 12030,'-13'-21'1529,"4"5"-719,-4-9-3403,7 12 2772,0-4 550,2 3-819,3 6 649,0-4-559,8 8 90,7 1-90,2 2 45,5 6 0,2 1-45,-5 1 0,0 0 0,2 1 0,1 2 45,-1 4 0,-3 1 45,-6-2-90,-1 3 0,-5 0-90,-12-3-270,-3 3 1,-1-1-1,-10 0-495,-2 3 1,0-1 1527,1-1-2312,-3 1 1,1 0 1242,7-6 1,-7 7 0,17-14 0</inkml:trace>
  <inkml:trace contextRef="#ctx0" brushRef="#br0" timeOffset="81479">7852 3009 12300,'0'-13'2429,"-5"-7"-2070,3 12-179,-3-6 0,1 7-180,-1 4 0,-2-1 90,0 11 0,-6 13-90,4 1 45,-2 5 0,0 1-738,1 3 723,3-7 0,-1 5 0,1-4-30,4-6 0,0 1 30,-1 8 0,0 3 0,1-3-30,2-8 0,1-1 0,0 8 0,1 3 0,2-5 0,1-7 0,1-2-210,3 7 0,3 3 1,3-4-884,3-7 1,2-3 0,-1 1-547,5 8 1,1-2 1121,4-6 1,-2-5-1,0-5 1,0-1 0</inkml:trace>
  <inkml:trace contextRef="#ctx0" brushRef="#br0" timeOffset="83644">8708 2934 11221,'2'-12'899,"1"1"-449,-2 3 629,1-4-449,-1 2-540,1-1 899,-1 6-269,-1 33-540,0-13 134,2 15 1,0 2-661,0-4 496,0-5 0,1 3 0,0-2-105,-1-7 0,1 0 45,0 9 0,1 4 0,-1-3-45,1-9 0,0 1 0,0 3 0,1 5 0,-1-1 0,1-4-45,-1-2 0,0-1 0,4 9 0,0 3 0,0-5 0,2 1 0,0 1 0,0-2 90,-1-6-180,-1-1 0,0-1-180,-2-5-1750,4 8 1031,-7-16 989,1 3 0,-3-14 0,0-1 0</inkml:trace>
  <inkml:trace contextRef="#ctx0" brushRef="#br0" timeOffset="84111">9461 3164 12480,'5'5'0</inkml:trace>
  <inkml:trace contextRef="#ctx0" brushRef="#br0" timeOffset="85544">8314 3201 10501,'10'-9'1439,"-1"0"-899,-6 5 0,1-1-1,-1 0 1,0 1-90,0-1-1,-1 2-89,-1-1 0,0 1 719,-1-1-719,0 1 180,-5-1-540,-1 3 90,-11 6 0,6-4-1651,-5 16 0,-1 3 1741,1-3-61,4 2 1,-1 4 0,2-3-127,0 6 97,2 3 0,3-1-90,2-6 45,5 1 0,2-2 45,5-6 0,5 1-1,4-2-89,0-9 0,1-2 0,0 4 0,0-2-630,11-5 1,-1-4-720,2-2 479,-9 0 1,-1 0-120,-1 0-180,-9-4-2108,3 4 0,-6-4 3940,1 2 0,-5 1 0,-2 2 0</inkml:trace>
  <inkml:trace contextRef="#ctx0" brushRef="#br0" timeOffset="85800">8540 3484 14819,'-11'-6'3238,"1"1"-3238,5 5 90,6 13-90,6 4-45,-1 0 0,-1-1 45,5 5-495,-3 0 0,0 2-134,0 0-1010,2 1 1,1 0-1022,-1-5 2660,0 1 0,1-2 0,-1-4 0,5 7 0</inkml:trace>
  <inkml:trace contextRef="#ctx0" brushRef="#br0" timeOffset="87147">8910 4190 12570,'-6'-13'2428,"-6"2"-2158,-10 11-180,3-2 45,4 16 0,2 3-135,1-2 60,3 2 0,-1 6 0,1-1-60,3-1 0,1 0 45,-3 3 0,2 1-45,7 1 0,4-4 0,7-5-270,4 0 0,1-2-180,7-7-944,3-2 0,0-2-583,0-2 1977,-7-4 0,3 0 0,-3-2 0,7-5 0,-6 0 0,0 0 0</inkml:trace>
  <inkml:trace contextRef="#ctx0" brushRef="#br0" timeOffset="87631">9139 4448 13289,'-13'3'2519,"1"-1"-2339,12-11 90,25-4-180,-5 0-45,5 5 0,-1 2-45,-6 5 134,1 2 1,-2 1 135,-5 6-180,3 7 90,-19 15-90,-5-10-45,-3 2 0,-1-1-45,-6-2 90,0 3 0,1 1-90,2-4 0,-1 2 0,1-1 0,5-5 90,1 0 0,4-1 0,8-6-90,7 3 90,6-9-1729,5-5 1,1-2 1523,4-4 115,-3 2 0,3 0 0,-2-1-198,-6 1 0,0-1 198,8 0 0,5-1 0,-5 1 0,-7 3 0,-1 0 0,7-2 0,4-2 0,-5 2 0,5-2 45,-1 0 0,-2 1-45,-10 2-179,5-4-991,-17 7-269,-5 0-1838,-6 0 2994,-8 3 1,8-1-1,-1 1 1</inkml:trace>
  <inkml:trace contextRef="#ctx0" brushRef="#br0" timeOffset="89031">9658 5070 10771,'3'-12'1529,"-1"0"-899,-1 4-181,-1-1 541,-5-5-810,-1 6 539,-5-8-539,0 10 270,-10-1-90,-4 12-270,4 3-45,6 3 0,2 1 45,4 5-45,0 0 0,2-1 44,3 0-44,0 1 0,3-1-45,6-2 0,1 0 0,3 1-270,4-5 1,3-2-1370,6 1 1,1 0 533,-7-3 0,2-1 1105,7-6 0,-1-3 0,-5-3 0,-4 0 0,-1 1 0</inkml:trace>
  <inkml:trace contextRef="#ctx0" brushRef="#br0" timeOffset="89512">9861 5154 14279,'-26'3'2968,"7"-1"-2968,17 2 90,9-2-90,11 12 0,-3-8 90,-1 18 0,-6-12-90,-4 4 0,-4 0 0,-5 0 0,-1 3 0,-2 0 0,-6-1 0,-2 3 0,1-1 0,2-4-45,1 0 0,1-2 45,4-5 90,2 4-90,4-9 0,14 1 0,-6-4 0,25 0 0,-17-1 0,4 0 0,0 0 0,0 0 0,2 0 0,0 0 0,-2 0 0,8 0 90,-6 6 450,-8 8-450,2-1 179,-33 13-269,5-16 45,-12 4 0,-3-2-45,2 0-60,3-3 0,-5 2 0,4-2-417,8-3 1,1 0 146,-5 1 0,-3 1 1,5-1-2472,-2 1 1632,-4 1-2108,9-2 3174,5-2 0,3-1 1,4-2-1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2:34.3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7409 4426 8162,'-9'-4'270,"1"3"-180,2-6-180,1 2 90,0-2 0,1 1-540,-4-1-719,-2-1 720,-2-1 416,-3-1 1,1 1 0,-1 0 0</inkml:trace>
  <inkml:trace contextRef="#ctx0" brushRef="#br0" timeOffset="1071">6784 3255 6633,'-4'-7'0,"0"2"0</inkml:trace>
  <inkml:trace contextRef="#ctx0" brushRef="#br0" timeOffset="1951">6044 5444 7892,'6'-7'-600,"-4"2"1,4 5 0</inkml:trace>
  <inkml:trace contextRef="#ctx0" brushRef="#br0" timeOffset="4185">4115 3142 5801,'0'-7'0,"0"2"0</inkml:trace>
  <inkml:trace contextRef="#ctx0" brushRef="#br0" timeOffset="4555">6338 2957 6004,'0'0'0</inkml:trace>
  <inkml:trace contextRef="#ctx0" brushRef="#br0" timeOffset="4967">5366 6577 12030,'0'-13'-3277,"0"-1"1607,0 1 1040,0 0 630,8 1 0,-6-3 0,7 2 0</inkml:trace>
  <inkml:trace contextRef="#ctx0" brushRef="#br0" timeOffset="5606">3689 4020 7263,'-14'9'360,"1"0"-180,0 0-1,4-2-89,-3 2 90,3-2 0,3-2-90,-1 2 360,1-2 0,3-1 89,0 0-269,2-2 2069,-1 0-2249,1-5 0,5 2 0,-3-6-90,11-1 0,1-10 45,4 0 0,2-3-1273,-4 6 0,-1-1 1228,6-5 0,1-1 0,1 2 0,-1 1 0,-3 4 0,0 0-90,5-4 0,2-1-1003,-7 7 1,1 1 0,-1 0 587,4-2 0,0-1 115,-3 4 0,0-2 0,2 2-703,1-1 1,1 0 0,0 1 926,4-3 0,0 1 1,-2 1-1,1 1 0,-1 0 1,2-1-1,1 0 0</inkml:trace>
  <inkml:trace contextRef="#ctx0" brushRef="#br0" timeOffset="6219">6155 6441 17157,'3'-11'-720,"5"-6"1,2-1 224,-2 5 1,2-2-162,0-3 1,3-4-1,1-2 1,0 0 0,-1 2-438,1-1 1,-1 1 0,1-2 857,0 1 1,1-1 0,0-2 0,0 0 0,-1 3 0,-1 1 0,-1 2 0,0-1 0,0 1 0,1-2 0,0 0 0,0 1 0,0-1 0</inkml:trace>
  <inkml:trace contextRef="#ctx0" brushRef="#br0" timeOffset="7334">7722 3123 13199,'-7'3'2339,"2"0"-2249,4-7-90,5-2 0,2-2 0,4-2 0,1 2-90,9-9-780,-1 4 1,3-3 0,0 2-643,1-2 0,2-1 856,-1 3 1,4-2-1,3-1 1,-2 1 0,-3 3 381,-2 0 1,-2 3 0,2-2 0,-2 1 0,2 0 0,2-1 0,-2 0 0,-2 1 0,2 1 0,-1-1 0,1 0 0</inkml:trace>
  <inkml:trace contextRef="#ctx0" brushRef="#br0" timeOffset="38205">8525 3090 10591,'2'15'-600,"-2"-3"0,3 1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3:17.5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9691 3197 18327,'1'14'809,"0"-2"-269,3-4-360,-4-3 809,7 3-719,-3-6 989,3 3-899,-1-4 629,6-1-809,-5 0 450,18-7-540,-9-1 45,7-4 0,2-1-544,-12 4 1,1 0 363,5-1 0,3-2 0,1-1 0,-3 2-1116,4-2 1,1-1 613,-3 2 1,3-2 0,2-2 0,2 0 0,-2 0 0,-3 2-274,-1 1 1,-2 1 0,0-1 0,4-1 698,-4 2 0,3-2 0,3-1 0,0-1 0,2 0 0,1-1 0,-2 1 0,0 0 1,-2 1-1,-2 2 0,2-1 0,-2 0 0,-2 2 0,0-1 0,2 1 0,1-2 1,1 0-1,0-1 0,0 1 0,0 0 0,0 0 0,0 0 0,0 0 0,0-1 1,0 1-1</inkml:trace>
  <inkml:trace contextRef="#ctx0" brushRef="#br0" timeOffset="7167">11119 1545 11131,'1'-8'1349,"1"0"-899,-2 4-91,1 0 1,-1 1 0,0-1 0,0 1 629,0-3 91,-5 0-811,0 1 91,-4 1-270,0 4 270,-4 4-180,3 4-45,-1 4 0,1 2-45,0 7-45,-1 4 0,-1 1 45,3-1-60,3-5 0,0 4 0,1-2 14,2 0 1,1 0-1651,4 6 0,2 0 1606,0-11 0,3-3-277,7-2 1,1-4 276,4-5 45,2-4 0,0 0-45,-1-1 0,5-9 0,0-2 0,-3 3 0,-6-4 0,2-4 0,-3 2 0,2-6-30,-7 2 0,0-3 0,-3 3 30,-2-9 0,-8 7 0,-2-3 0,0 3 0,1 6 0,-2 0 0,-5-3 0,-3-3 0,0 4 0,-5-2 0,-5 6 0,-1 3 0,2 6-45,6 6 0,-1 2-270,-1 6 0,1 5-555,3 1 1,1 4 0,0-1 419,-5 2 0,2 1-643,4 3 1,1 3 0,4-3-1298,2 5 2390,7-1 0,2-1 0,4-2 0,1-10 0,-1 1 0</inkml:trace>
  <inkml:trace contextRef="#ctx0" brushRef="#br0" timeOffset="7885">11053 2250 12570,'0'-21'1979,"0"5"-900,0 1 0,0-1-629,-5 1 360,4-11-810,-4 18 90,2 0 449,-2 22-269,-1-4-90,0 17 0,-1 6-150,3-12 0,1 1 0,-1 0-261,0-1 1,0 0-1,1 1 231,0 4 0,0 1 0,1-5 169,1 3-125,6-1 1,2-1-45,0-5 0,9 1 0,5-3 45,-5-10 0,2-1-234,0 4 1,2-3 188,8-11 0,-1-3-2875,-1-2 2920,-6-1 0,1-2-45,-2-3 0,-1-2-45,-7 7 0,-1-2 45,2-7 0,1-5 0,-4 2-36,-4 6 0,-2-1 6,0-9 0,-2-5 0,-2 4 75,-3 8 0,-3 0-45,-1-1 0,-1-3 0,-2 0 0,-1 6-45,-11 1 0,-2 3 45,10-1 0,-1-1 0,-2 7-390,-5 10 0,-3 6 0,4 2-15,6-2 1,2 2-689,-8 8 1,-3 5 0,5-2-238,9-6 0,1 2 1330,-3 6 0,-1 4 0,3-2 0,6-7 0,0-1 0,-1 9 0,0 1 0</inkml:trace>
  <inkml:trace contextRef="#ctx0" brushRef="#br0" timeOffset="8583">11085 2935 12840,'4'-20'3148,"-1"-4"-2788,-3 5 629,-11 1-719,9 20 270,-24 15-450,17 1-45,-6 6 0,0 1-629,2 1 584,4-7 0,0 3 0,1-4 190,0 7-190,1 1 0,2-2 0,3-5 0,4-1 0,1-1 0,-1-6 90,23 8-90,-15-15 97,16 1-52,-9-7 0,0-3-45,5-8-30,-4 3 0,3-3 0,-3 1-254,-5-1 1,-1-2 253,5-6 0,2-3 1,-3 2 29,-6 5 0,-1-1 0,1-10 0,-1-5 0,-2 3-45,-2 9 0,-4-1 45,-4-7 0,-4-4 0,-1 5 0,2 10 0,-3 2-30,-12-3 0,-6 0 0,2 6 30,8 8 0,-1 5-390,-10 2 0,-5 3 0,5 3-105,10 2 1,3 3-599,-6 6 1,-1 4 0,4-1-547,8-6 1,3 1 982,-5 10 1,3 0-1,6 3 1,3-1 0</inkml:trace>
  <inkml:trace contextRef="#ctx0" brushRef="#br0" timeOffset="10816">11295 1588 13559,'-6'-4'180,"0"3"-90,5-3 360,0 4-270,-1 0 90,1 0 899,-1 0-719,-2 0-360,1 0 90,-2 0-91,3 0 91,0 0-90,0 0 2339,0 0-2429,10 0 90,-5 0 90,9 0-180,1 7 180,3-5-180,0 6 90,2-5 179,-5 1-269,-2-2 90,8 2-90,-11-2 90,14 3 0,-11-3-45,7 2 0,0-1-45,2 0 30,2 1 0,5 0 0,-1 0-847,-4-1 1,0 1 0,0-1 816,4 1 0,0 0 0,-1 0 0,-3-1 0,-1 1 0,0 0 29,3 0 1,0 0 0,2 0-668,-1 0 1,2 0-1,1 1 1,-1-1 637,3 1 0,-1-1 0,3 1 18,-7-1 0,3 0 0,0 0 0,-2-1 0,-4 0-152,0 0 0,-2 0 134,7 0 0,2 1 0,-5-1 0,3 1 45,-1-2 0,-1 0-45,-9-1 0,14 0 0,-21-1 0,4 0 0,-8 0 1520,1 0-2150,-2 0-2647,-1-3 55,-6 2 1153,2-4 2069,-21 5 0,9-2 0,-14 2 0</inkml:trace>
  <inkml:trace contextRef="#ctx0" brushRef="#br0" timeOffset="11534">11396 2310 11131,'-15'5'1349,"-3"1"-899,7-5 449,-11 5-629,11-4 719,-10 3-719,13-3 900,-6 2-901,10-2 1980,-2 0-1979,17-2-180,-4-5 180,18-1-180,-8-4 59,1 2 1,4-2 0,1 1-90,2-3 0,2-1 0,-1 1-447,-1 0 1,1 1 0,0-2 386,1-1 0,1-1 0,0 0 0,-5 1 0,-2 2 0,0-1 22,1 0 1,4-3 0,0 0-1,-4 2-22,-1 0 0,0 1 0,1-1 0,3-2 0,1 1 0,-4 1 0,-2 3 0,-1-1 0,1 1 0,3-1 0,-1-1 0,-3 3 45,-2 1 0,0 0-45,4-3 0,4 0 0,-4 1 0,4-3 0,1 0 0,-1 1 0,-6 4 0,8-5 0,-10 6-299,-5 3 209,2-2-568,-2 2 29,-5 3-2648,2-1 0,-12 9 2457,-5 2 1,-5 5 0,-2 0 0</inkml:trace>
  <inkml:trace contextRef="#ctx0" brushRef="#br0" timeOffset="12383">11201 2917 11580,'-2'9'1979,"0"0"-270,2-4-1349,0 0 1079,4-1-719,0-3-91,4 0 91,7-7-540,-5 4 225,7-11 0,3-5-181,-2 3 1,0-2-1864,3-3 1,-1-1 1715,-1 1 1,-1 0 42,-4 3 0,0 0 0,-2 0-883,2 0 1,-1 1 791,0-2 1,1 0 0,-1 0 60,3-4 0,-1 2-45,-4 4 0,2 0 15,2-4 0,2-4 0,-2 4-15,-3 4 0,1-1 105,4-5 0,3-4 0,-3 3-105,-5 8 0,0 0 15,4-6 0,3-4 0,-3 4-927,-5 6 0,0 0 912,6-7 0,0-2 0,-3 5 0,0 1-545,-3 3 1,0 0 544,3-4 0,1-1 15,-1 2 0,1 0 0,-1 2-60,-1-1 0,1 1 150,6-6 0,3-3 0,-4 4 218,-6 8 1,0 1-279,4-4 0,2-2 0,-3 3 0,3-3 45,2 1 0,-2 1-135,-5 4 824,1-1 1,1 0-825,2-1-90,1-1 90,-4 4 0,-10 8 1881,3-2-1881,-6 3-3277,1 0 0,-15 2 2457,5-1 1,-12 1 0,8 0 0</inkml:trace>
  <inkml:trace contextRef="#ctx0" brushRef="#br0" timeOffset="14333">11556 1250 10681,'4'-9'1259,"-1"1"-809,-3 2 0,0 1-91,0 0-89,0 1-180,-5 1 0,3 1-90,-3 0 90,1 1-90,-1 0 0,-3 1 90,-1 7-90,1 2 0,-7 17 0,5-10 0,2 0 0,0 0 0,2-4-90,-4 16-180,6-16-989,-4 14 719,6-14-1888,-4 10 449,4-15 2069,-1-15 90,3-1 314,-1-8 1,2-2-45,-1 3 179,0-3 1,0 0-180,0 3 449,0-13-719,0 18 0,0-3-180,0 19-180,6 14-269,3 1-1190,0 5 1,2 0-1639,3 1 2955,-5-5 1,0 0 0,-1 4 0,1 1 0</inkml:trace>
  <inkml:trace contextRef="#ctx0" brushRef="#br0" timeOffset="14850">11406 1949 12030,'0'-12'1979,"0"-3"-1529,0 5-360,0 0 0,0 2-90,0 12 0,-5-1-90,0 12-90,-6-5-810,-1 10 361,1-9 539,2 2 0,5-7-90,2-4 720,2-13 179,-1-3-449,-2 0 0,2-7-270,-3 17 0,4 1 0,6 2 90,-5 13-810,18 6 1,-12 0-920,5 2 1,2 1 1515,-6-6 0,-1 0 0,2 4 0,0 0 0,-2-5 0,0 0 0</inkml:trace>
  <inkml:trace contextRef="#ctx0" brushRef="#br0" timeOffset="15218">11500 2455 12750,'-16'3'719,"1"-2"451,0 0-1080,7-1-90,-3 0 0,9-4 90,5 3-1,3-2 91,4 3 90,-5 5 0,-1 0 90,-9 12-270,-1-7 90,-6 11-90,1-13 0,0 9-90,2-11 0,4 4-180,2-8-630,10 1-2338,18-9 1349,-3 4 618,-6-3 1,2-3 1180,-2 3 0,0-1 0,9-8 0,-7 6 0,-1-1 0</inkml:trace>
  <inkml:trace contextRef="#ctx0" brushRef="#br0" timeOffset="17133">12295 1783 20935,'13'-4'270,"-1"-4"-180,-8 6-90,8-7 0,-7 5 90,12-5-90,-8 4-90,15-8 180,0-3-90,0 2 0,-8 3 0,-1 2 0,-3 1 0,14-7 0,-6 3 0,-2 2 0,8-5 0,-18 9 0,15-9 0,-14 10 0,12-10 0,-2 2-90,-1 1-3187,6-5 3162,-15 11 22,10-7 93,-12 8 0,9-7-90,-9 7 180,7-5-90,-7 4 3211,2-1-3211,-4 3 184,0 0-184,-2 2 0,4-3 0,-4 3 0,1 0 0,-1-1 0,0 1 0,1 0 0,-3 1 0,1-1 0,-2 6 0,0 1 0</inkml:trace>
  <inkml:trace contextRef="#ctx0" brushRef="#br0" timeOffset="17833">12408 1800 14189,'-5'-7'1079,"1"2"1170,4 4-1709,6 1-270,2 4-91,4-3 1,3 8-732,2-8 732,3 7-91,6-3 1,2 0-45,-9-1 0,2 1-27,0 0 0,5-1 0,2 1 0,-1 0 0,-3-1-554,5 2 0,0-1 536,-3 0 0,4 0 0,2 1 0,-2 0 0,-5-2 45,2 2 0,-1-1-45,1 1 0,3 0 0,1 0 0,-6 0 0,-2-1 0,-1 0 0,7 1 0,3 1 0,-5-1 0,3 0 0,-4 0 0,-2-2 0,-11-1 0,5-1-3277,-15-2 0,-16-4 2457,2-2 1,-14 1 0,9 0 0</inkml:trace>
  <inkml:trace contextRef="#ctx0" brushRef="#br0" timeOffset="18419">12407 1793 12570,'0'-8'989,"0"1"-449,0 3-450,0 2 809,0-2-89,9 3-540,-5 6 539,15 3-539,-10 9 180,13 3-3268,-8 0 2998,8 2 90,-2-1 0,1 0-180,-8-7 0,1 1-593,3 3 1,3 3 0,0 0-1,-3-2 548,0 0 0,1 2-9,-3-4 0,3 2 0,1 2 0,-2-1 0,-1-3-322,3 4 1,0 0 307,1 1 1,4 2-1,-1 1 1,-3-4-23,-1-3 0,0 1 22,2 1 0,3 4 1,1-1-1,-5-3-22,-2-4 0,-1 0 67,0 0 1,3 3 0,0 0-1,-4-4-67,-4-3 0,0-2 90,11 12 0,-1-1 0,-6-6-90,-1 0 0,-2 0 0,-4-5-89,6 8 89,-10-12-1819,2 2-969,-6-15 3912,1-4-1124,-8-7 0,-1-1 0,0-9 0,-3 7 0,1 1 0</inkml:trace>
  <inkml:trace contextRef="#ctx0" brushRef="#br0" timeOffset="18900">13073 1333 11940,'-13'-14'1034,"-1"0"1,-11-4-1035,8 11 0,0 3 90,-2 1 0,-3 22-90,14-11 45,-1 7 0,1 1-45,3-2 45,0 6 0,2 2 45,7 7-90,-5-11 0,2-1 45,8 4 0,2-3-45,-2-5 45,5 2 0,2-3-45,-2-6 0,3-2 0,-1-1 0,-2-2 0,1-8 0,-1-3 0,-5-1 134,0-13 1,-3-5 90,-7 7 0,-2 0-698,1-8 0,-1 1 518,-4 6 0,-2 2-45,-3-3 0,0 8-186,-4 6 186,5 5-270,-15 7 0,14 0-585,-3 10 1,1 4-45,1-1-194,4 6 1,-1 7 0,3-4 682,3-6 0,1 0 1,0 4-1,-1 2 1,1-3-1,3-5 0,0 1 1</inkml:trace>
  <inkml:trace contextRef="#ctx0" brushRef="#br0" timeOffset="19317">13431 1879 13020,'-13'-8'1079,"0"1"-989,-11 9 0,1 11-90,1 1 0,11 1 0,3 0 0,2-1 0,1 2 0,1 1 0,2-2 0,3 3 0,2-1 0,5-2 0,2 0 0,1 0 0,4-5 0,2-1 0,0-3 0,0-3 0,5-10 0,0-4 90,-4-1-1729,1-11 1,-1-2 663,-8 3 1110,-3-5 0,-1-1 815,-4 3-905,-7 1 0,-2 0-45,0 8-45,-10 2 0,-3 5-360,3 11 0,0 4 135,-1-5 0,-1 4-823,-1 10 1,-1 5 0,3 0-547,5-5 1,2 1 1485,-3 3 0,-1 2 0,3-1 0,4-2 0,1-1 0,1 1 0,-1 1 0</inkml:trace>
  <inkml:trace contextRef="#ctx0" brushRef="#br0" timeOffset="19717">13365 2433 13829,'-21'-5'719,"1"0"1,-1 5 0,0 1-940,3-3 0,1 2 220,-1 8 0,3 1 0,5-1 0,-1 9 90,2 7-90,4-9-45,1 3 0,3 0 45,6-2 72,2 0 1,4-1-73,6-7 0,2-3 0,6 3 0,0-2-1337,-3-6 1,-1-3 1336,-2 4 0,-1-4 269,1-11 1,-2-1 0,5 1-120,-8-1 0,1-4 0,-3 2-82,0-7 22,-3-5 0,-3-1 0,-11 3-135,-4-2 0,-3 2-45,-9 5-300,4 10 0,-4-2 0,2 4-15,4 3 1,-1 3-416,-5 0 1,-5 0 0,-1 1 0,4 2-820,2 3 1,1 0 1130,-4-2 1,-3-1 0,5 3-1,-5 9 1,2-4 0</inkml:trace>
  <inkml:trace contextRef="#ctx0" brushRef="#br0" timeOffset="22549">12253 1601 11760,'8'-7'450,"-2"2"-180,-4 3-180,-1 1 90,2-2-90,-2 2 90,2-2-90,-2 1 89,1 0 1,-1 0 630,0 1 809,0 0-1259,-1-3 0,0 1-271,0-2-89,0 2 180,-4 1-90,3 1-90,-4 1 0,3-1 0,-5 7 90,-4 6-90,2 0 90,-7 13 0,10-13-45,-1 2 0,0 1 45,1 0-45,0 1 0,1 1 45,0-2-45,0 2 0,1 0-45,1-3 45,1 2 0,-1-1-45,2-2 45,0 3 0,1 2 45,0 7-1729,1-6 1,2-1 1613,2 6-379,3 2 404,1-16-138,1 8 138,-2-10 270,10 10 0,1-10-270,-3-3 0,0 0 90,7-8-45,-6 0 0,-2-2-45,-3-8-38,1 3 1,0 0 37,-3-5-45,0-1 0,0-1 45,-2 0 30,0-7 1,-1-3-31,-5 7 0,1 1 0,0-3 0,-1 0 0,-1 5 0,0 1 0,-1-16 0,-6 13 45,4-2 0,-1 1 45,-7 3-90,3 1 0,1 0 0,-2 3 90,-9-9-90,9 14 2983,-14-4-3073,2 9 90,4 5 0,0 3 90,-8 4-1213,8 3 0,2 2 1213,2 1-331,0 1 1,0 0 240,2 0 45,0 3 0,1 0-45,3-2 45,-1 3 0,2-1-45,2-1 45,1 4 0,1 0-45,1-4 0,2 3 0,2 0 0,1-7 45,0 1 0,2 1 45,14 6 0,-8-2-46,3-8 1,-1-3 45,-4-3 0,12 2 0,-14-6 90,10-1-90,-10-1 0,6-6 2932,-5-1-3022,-2-1 90,2-6-90,1-5 0,-4-1 0,-1-1 0,0 0 0,-3 0-45,-1-4 0,-1 0 45,-1 2 0,-4-3 0,-1 1 0,2 3 135,-7-2 0,0 1-109,4 4-26,-8-9 180,3 8-90,3 7-90,-8-9-90,9 16-35,-10-3 125,8 8 0,-14 6 0,11 4 0,-7 3 45,8 2 0,0 0-45,-2 3 45,-1 3 0,0 2-45,5 0 0,2-1 0,-1-3 0,1 1 45,2 9 0,1-3 454,3-5-499,1 9 0,5-8 0,-3-5 45,5 0 0,2-1-45,-3 1 89,7 2 0,2 1 1,6 1-45,-10-7 0,1-1 0,5-2 0,-2-2-45,-2-3 0,16 2 90,-18-13 0,14-1-90,-14-9 0,1 4 0,-1-1 0,-1-7-45,-1 0 0,0-1 45,-3 0-45,0-4 0,-1-1 45,-3 2-1532,0-6 0,0-1 1532,-2 6-45,-3-1 0,-1 1-1388,-3 6 1433,-1-5-156,-10-1 156,11 10-206,-6 0 0,-1 2 116,3 4 1726,-17-2-1636,15 8-45,-3 4 0,-1 3-135,1 6 1576,-9 4-2341,12-2 1,0 4-695,1 1 1,-1 2 36,1-4 0,1 2-37,1 8 1,3-1-1639,5-6 3165,7 10 0,-3-15 1,5-1-1</inkml:trace>
  <inkml:trace contextRef="#ctx0" brushRef="#br0" timeOffset="23150">12392 1715 12750,'4'-13'1529,"9"-8"-1349,3 11-1819,6-7 1,1 0 64,-2 1 1694,-1 3 0,3-3 0,-3 1 421,-7 5 0,1 0-452,6-6 1,4-2 0,-3 1-45,-7 5 0,1 0 45,5-5 0,3-4 0,-3 4-45,-8 5 0,1 1-15,3-4 0,2-1 0,-4 2-30,3 0 45,-3 1 0,-1 1-45,-5 5 646,2-4-3923,-9 8 0,-10 11 926,6-1 2351,-8 4 0,-2 1 0,4 2 0,-11 6 0</inkml:trace>
  <inkml:trace contextRef="#ctx0" brushRef="#br0" timeOffset="23616">12430 1864 11670,'-9'-1'1529,"0"0"-179,2-4-1170,3 4 269,-1-3 541,3 4-181,21-1-584,3 1 0,6-1-203,-5 1 1,4 0-1,1 0 1,-2 0-535,1 0 1,0 0 0,3 0 511,-4 0 0,4 0 0,0 0 0,-2 0 0,-4 0 0,4 0 0,-1 0 0,0 0 0,4 0 0,0 0 0,-5 0 0,-2 0 0,-1 0 0,7 1 0,4 1 0,-5-1-45,-11-1 0,-1 1-464,4 0 1,3 1 0,-5-1-2769,0-1 0,-13 0 387,-14 2 2890,-20-2 0,10 2 0,-1-2 0</inkml:trace>
  <inkml:trace contextRef="#ctx0" brushRef="#br0" timeOffset="24049">12528 1891 13289,'-7'-8'1889,"1"1"-1259,12 5 269,16 18-629,-2-6-30,-2 5 0,3 5 0,1 1-1333,-2 1 1,1 1 0,-1-1 857,0-1 0,0 0 0,1 1 280,-1 2 0,2 2 0,-1-1 0,-3-4 199,-2-2 0,-1-1-222,2-1 1,2 3-1,0-1 1,-3-2 22,0-3 0,-1 0-45,6 4 0,3 2 0,-3-3 44,-7-6 1,0-1 15,4 2 0,3 3 0,-4-3-60,6 1 55,1 2 0,1-1-55,-3-2 0,6 2 0,-16-8-90,-7-4-3187,-3-1 2457,-5-5 1,-3 3 0,-6-4 0</inkml:trace>
  <inkml:trace contextRef="#ctx0" brushRef="#br0" timeOffset="24751">12252 1982 9961,'1'-9'1170,"-1"0"-901,1 4 361,-1-5-450,0 6 180,-5-4-360,4 5 180,-4-1-180,5 3 0,-2-1 0,1 2-30,-2-1 0,3 0 0</inkml:trace>
  <inkml:trace contextRef="#ctx0" brushRef="#br0" timeOffset="26322">12177 2221 8072,'-10'0'0</inkml:trace>
  <inkml:trace contextRef="#ctx0" brushRef="#br0" timeOffset="34899">3403 4488 7173,'-8'-10'630,"1"5"-541,5 1 181,-2 1-90,2 2-90,-1-4 180,0 4-90,-1-3-90,1 3 180,-1-3-90,1 2-90,-1-1 179,0 1-89,0 0 90,1 0-90,-2 1 180,0-1-270,1 0 180,-2 0-180,4 0 89,0 1-89,1 0-90,9 1 45,7-2 0,3 1-45,6-1 0,3 0-30,-6 0 0,1 0 0,-1 1-870,5-3 1,-3 4-2249,-4 12 3148,-24-3 0,-11 12 0,-1-10 0</inkml:trace>
  <inkml:trace contextRef="#ctx0" brushRef="#br0" timeOffset="36002">6150 4434 8612,'-11'-9'2429,"0"1"-1800,8 2-359,-4 0 720,-1-2 89,-2 1-359,-3-2-630,5 5 269,1 1 901,5 3-1080,11 0-1,0 0 1,13 0 0,3 0-135,-10 0 0,3 0-848,6 0 0,5 1 0,2-1 0,-4-1 833,-5-1 0,-3 0 0,4 0-15,1 1 0,5 0 0,2 0 0,0 0 0,-2 0 0,-3 0-511,3-1 0,-3-1 1,4 1 495,-5 0 0,4 0 0,3 0 0,0 1 0,0-1 0,-2 1 0,-4 0-315,0 0 1,-4 1 0,1 0 0,3-1 314,-1 1 0,2-2 0,4 1 0,0-1 0,0 1 0,-1-1 0,-1 1 0,-5 0 0,4 1 0,-5 0 0,1 0 0,3-1 11,-2 1 0,4-1 1,1 0-1,1 1 0,1-1 1,-2 0-1,-2 1 0,-3-1-11,1 1 0,-3 0 0,0 0 0,3 0 0,-1 0 0,3 0 0,2 0 0,1-1 0,1 1 0,-1 0 0,-2 0 0,-1 0-260,3 0 0,-2 0 0,-1 0 0,0 0 0,1 0 278,2 0 0,0 0 0,0 0 0,0 0 0,-1 0-18,-3 0 0,1 0 0,-1 0 0,-3 0 0,-4 0 605,0 0 1,-2 0-666,4 0 0,2 0 0,-4 0-120,2 0-315,-4 0 1,-2 0 44,-7 0-2360,3 0-467,-29 0 3073,-8 0 1,6 2 0,-2 1-1,0 0 1,1 0 0</inkml:trace>
  <inkml:trace contextRef="#ctx0" brushRef="#br0" timeOffset="36533">6087 4448 9691,'-13'-5'1080,"2"4"89,3-3-899,3 4 2428,-1 0-2473,23 1 0,14 1-23,-10-1 1,3-1-1,2 0 1,-2 0-545,0 1 1,-1 0-1,1 1 1,3-2 392,0 0 0,4-1 1,2 0-1,1 0 1,-1 0-1,-2 0 0,-4 1-1001,6-1 0,-5 1 0,5-1 962,-6 0 1,3 0 0,2 0 0,0-1 0,0 0 0,-2 1 0,-3-1-394,5 1 1,-4-1-1,6 0 392,-8 1 0,4-1 1,3 1-1,1-1 0,0 0 1,0 1-1,-3-1 0,-3 1-316,5-1 1,-5 1 0,0-1 0,6 1 304,-9 0 0,3-1 0,3 1 0,1 0 0,1-1 0,0 1 0,-1 0 0,-1 0 0,-3 0 0,-4 0 22,7 1 1,-5 0-1,-1-1 1,5 1-23,-4 0 0,3-1 0,3 1 0,0-1 0,1 1 0,-2-1 0,-3 1 0,-3-1 0,2 1 0,-5 0 0,0 0 0,3 0 12,0 1 1,3-1 0,1 1 0,1 0 0,0 0 0,-4-1 0,-3 1 17,3-1 0,-4 1 0,2-1 6,1 1 0,4 0 0,0 0 0,-2 0 0,-4 0-36,1-1 0,-2 0 0,5 0 0,1 0 0,-4 0 628,2 0-628,-4 0 0,-1 0 0,-8 0-1020,6 0-1858,-27 5 809,3-4 270,-19 10 1886,1-10 1,-5 12 0,12-8 0,0 0-1</inkml:trace>
  <inkml:trace contextRef="#ctx0" brushRef="#br0" timeOffset="52033">6060 7441 10951,'-10'-6'899,"2"-3"-629,5 8 0,-2-6 0,1 6 0,-1-5-1,1 5 1,-1-4-90,1 3 90,0-2-90,0 2 180,-2-1-180,0 0 89,2 2 1,7 5-180,-2 1 270,19 7-180,-12-2-135,8-4 0,1-1-45,0 4 45,6-5 0,0-1-45,0 1 0,-3-3 0,5-1 0,-2 0 0,1 1 0,0-1-45,2-2 0,0 0 45,-4 2 0,-3-1 0,-10-2 180,3 3-90,-10 6-90,-22 15 0,1-1 0,-4 3-820,6-8 1,-1 1 0,-1 0 0,1-1 780,-1 2 1,0-2 0,1 2-52,-5 3 0,0 2 0,5-4-270,-1 2-360,4 1 1,1-1-1,8-5-919,0 2 1,5-1 1333,12-3 0,-8 3 0,9-12 0</inkml:trace>
  <inkml:trace contextRef="#ctx0" brushRef="#br0" timeOffset="52285">6478 7672 13020,'1'11'449,"-8"-1"-269,-1-2 0,-14 9-135,3 1 0,-3 3-105,6-4 0,-2 1 0,2 0-152,0-2 0,1 0 1,-1 1-89,-2 1 0,0 1 0,3-3-16,-2 2-898,2-2 0,1-1 134,5-5 1080,-1 3 0,9-11 0,1 0 0</inkml:trace>
  <inkml:trace contextRef="#ctx0" brushRef="#br0" timeOffset="52866">6754 7288 12840,'-13'-2'899,"6"5"-719,-8 2-180,12 7 90,-15 3-90,11-3 0,-3 1 0,4-9 1799,6-1-1799,-1 3 0,7 7 0,-4-1 0,8 4 90,-4 3-90,11 4 0,-8-4 90,13 2-90,-12-16 0,17 1 0,-12-5 0,2-3 0,1-3 0,-3-4 0,1-3 0,-2-1 0,-3-4 0,-4-1 0,-1 0 0,-4 0-749,-6-10 749,2 13 0,-19-7 0,10 7-45,-8 1 0,-2 3 45,1 1 0,-3 4 0,1 1 0,5 4-135,-1 8 0,2 2-135,4 0-944,1 9 0,4 3-2063,9 6 1337,-6 4 1744,13-17 1,3-2 0,-1-2 0,14 2 0</inkml:trace>
  <inkml:trace contextRef="#ctx0" brushRef="#br0" timeOffset="53033">7124 7392 14009,'-8'-7'-180,"3"1"-1439,0 5-1658,4 0 2612,-3 1 0,4-1 0,0 0 0</inkml:trace>
  <inkml:trace contextRef="#ctx0" brushRef="#br0" timeOffset="53365">7286 7190 14009,'-7'-7'2339,"-9"8"-2249,11 13 0,-6 0-90,8 13 0,3-14 90,6 15-90,5-15 0,3 2 0,3 0 0,0-5 0,1 0 0,1 3 0,-1-1-2146,7 4 2146,-13-7 327,-6 0-237,-2-4-90,0 6 90,-4-6-90,-5 7 0,3-7 1534,-13 8-1624,12-7-1709,-21 7 900,18-8-1695,-14 3 615,14-7 270,-2 0 1709,4-1 0,0-6 0,0 0 0</inkml:trace>
  <inkml:trace contextRef="#ctx0" brushRef="#br0" timeOffset="53568">7317 7163 13739,'-10'-13'1619,"1"6"-1259,5-13-270,7 12-90,16-15-90,1 11-1003,1 0 1,6-2 0,-3 1-547,-6 4 1,1 1 1141,1-1 1,4 0 0,0-1 0,-4 2-762,0 1 0,-2 1 358,6-1 1,0 0 989,-3 2 1,-2 1 0,2 0-1,5 1 1</inkml:trace>
  <inkml:trace contextRef="#ctx0" brushRef="#br0" timeOffset="54033">6493 8174 13379,'0'-11'1350,"0"-1"-631,-11 8-539,4-1 90,-14 18-180,10-6-45,2 7 0,0 0-45,1-2 90,-3 14-90,9-16 90,8 14 0,6-16-90,4 0 0,1 0 0,7-4 0,2 0 0,2-1-1639,1 1 1,-1-1 1317,-4-1 1,1 1-10,-3 1 0,2 1 1,-4 0-1081,-2 3 0,-2 1 1005,0-3 1,-1 2-1235,-1 5 1,-1-1-429,-6-3 2031,7 8 1,-7-11-1,2 2 1</inkml:trace>
  <inkml:trace contextRef="#ctx0" brushRef="#br0" timeOffset="54401">7006 8080 13919,'-14'5'1529,"0"2"-1439,1 7 0,-3 10-90,6 0 0,1 0 0,15 3-360,8-14 180,2 2-89,4-9-181,2-5 180,-5-1 90,7-9 90,-6 2 0,-1-2 90,5-9 45,1 0 0,-1 0-45,-6-1 135,-4-3 0,-1 0 45,-7 2 90,-4-1 0,-3 1-181,-8 4 1,-2 2 0,-1 2-90,-7 5 0,-5 0 0,0 6-90,9 8-719,-10-1-2468,19 16 1607,5-11 1670,19 11 0,0-16 0,8 3 0</inkml:trace>
  <inkml:trace contextRef="#ctx0" brushRef="#br0" timeOffset="54550">7335 8081 13379,'-13'-5'180,"4"-3"-1619,0 7-1349,8-5 1259,-4 2 1529,11-4 0,2 1 0,6-3 0</inkml:trace>
  <inkml:trace contextRef="#ctx0" brushRef="#br0" timeOffset="54882">7569 7868 14729,'-13'6'2158,"1"-5"-1258,1 16-810,4-11 0,0 17 0,6-14-90,4 13 0,-2-11-45,11 1 0,1-1 45,-1-1-90,8 1 0,1-1 90,-3-1 0,3 1 0,1 1 90,-2 7-90,-7-6 0,-2 2 90,-2 3-45,-16-4 0,-4 0-45,-6 3 0,4-7 0,-1 0-135,-3 0 0,1-1-1934,-10-1 1170,0 1-1620,4-6-758,14-10 3174,0-11 0,3-2 1,4-6-1</inkml:trace>
  <inkml:trace contextRef="#ctx0" brushRef="#br0" timeOffset="55049">7550 7890 12750,'-7'-15'809,"3"-10"-719,4 10-45,1-5 0,3 1-45,7-1-180,3-3 0,1 0-783,9 3-341,0-1 0,0 1-225,-3 5 1529,-1 2 0,-2 2 0,-8 5 0,2-1 0</inkml:trace>
  <inkml:trace contextRef="#ctx0" brushRef="#br0" timeOffset="55384">6599 8039 13199,'0'-10'900,"0"1"179,-11 4-989,-10 20-90,-2-5-968,6 5 0,0 4 0,0-1 743,4-4 1,0 1 14,-1 1 0,-1 1 0,0 0-1005,-5 7 1,1-1-425,5-5 1,-1 1 303,-4 5 1,1 0 1334,6-7 0,1 0 0,1-1 0,-1 0 0,2 0 0,-1 0 0</inkml:trace>
  <inkml:trace contextRef="#ctx0" brushRef="#br0" timeOffset="56166">6100 8512 13199,'5'14'270,"3"7"180,5-8 0,1-1-270,6 9-1273,0-11 1,4-1 0,-2-1 343,-5-4 0,1 0 838,6 0 1,5 0 0,2-1 0,0 0-403,-1-1 1,1-1 0,0 0-1,0 0 335,-2 0 1,1 1 0,-1 0-1,3-2-22,-3-1 0,3-1 0,0 0 0,0-1 0,-2 0 0,-4 0 83,1 0 1,-4 0 0,4-1-84,-4-1 0,4 0 0,2-2 0,1 0 0,-1 0 0,-2 0 0,-3 1-307,7-2 1,-4 1 0,4-3 306,-8 3 0,2-2 0,3 0 0,1-1 0,-1 0 0,0 0 0,-2 1 0,-3 1 0,2-2 0,-3 2 0,0-1 0,3-2 0,-2 1 0,3-2 0,2-1 0,1 0 0,-1-1 0,0 1 0,-3 1 0,-3 0-23,3 0 1,-5 1 0,0 0-1,3-3 23,0-1 0,3-2 0,2-2 0,1-1 0,-2 1 0,-2 0 0,-4 2 30,5-4 0,-5 2 0,2-4 8,-5 4 1,2-3-1,1-3 1,0 0 0,-1 1-1,-2 0 1,-2 4-9,2-6 0,-4 2 0,1-4-8,-5 7 1,1-3-1,0-2 1,0-2-1,0 0 1,-2-1-1,-1 1 1,-3 2-35,-1-5 1,-4 0-1,-1 1 1,-2 0-1,1 0 1,1-1-4,2 1 0,1 1 0,1-1 0,-1 0 0,-3 0 0,-1-1 26,-4 4 0,-1-2 0,-2-1 1,-1 1-1,0 0 0,-1 2 1,1 2-1,1 3 122,-5-7 1,1 4 0,-4-2-96,2 5 1,-2-3-1,-2-2 1,-1 0 0,0 1-1,1 2 1,2 3-39,-1 1 0,3 2 0,-1 2 0,-4-3-20,1 3 0,-3-2 0,-2-2 0,-2 0 0,-1 0 0,-1 0 0,0 2 0,1 1 0,1 2-97,-2 1 1,0 2 0,-1 2 0,1 0 0,0 1 0,-1 0 0,0-2 116,1 0 0,1-1 0,0-1 0,-1 1 0,0-1 0,-1 2 0,0 1 0,-1 2-37,2 3 0,-2 0 0,0 2 0,-1 1 0,-1 0 0,1 1 0,1 0 0,1 1 0,1 0 1,3 0 36,-4 1 0,3 0 0,1 1 0,-1 1 0,-4 1-8,5 0 1,-2 1-1,-1 1 1,-3 0-1,0 1 1,-2 0-1,1 1 1,-1 0-1,1 1 1,0 0-1,2 0 1,1 1 16,-2 1 0,2 2 0,0 0 0,1 0 0,0 1 0,0 0 0,1 0 0,-1 1 0,0-2 0,0 1-9,-1-1 0,1-1 0,-1 0 0,0 0 0,1 0 0,-1 0 0,0 1 0,1 0 0,0 2 0,-1 0-17,4 0 0,-1 2 1,-1 0-1,0 1 1,0 1-1,1 0 1,0-1-1,1 1 1,1-1-1,2 0 1,2-2-1,1-1 17,-3 4 0,4-3 0,1 0 0,0 1 0,-1 4 20,-1-1 0,0 3 0,-2 2 0,-1 2 0,1 0 0,0 0 0,1-1 0,2-2 0,3-2 37,-3 6 0,3-4 1,2 1-1,-2 5-39,5-7 0,-2 3 0,0 2 0,0 2 0,0 1 0,0 0 0,1 1 0,0-1 0,2 0 0,1-3 27,2 3 0,0-1 0,2-1 0,1 0 0,0 0 0,1 0 0,-1 1 0,-1-1-45,0 1 0,-1-1 0,0 1 0,0 0 0,1 0 0,0-1 0,1 1 0,1-1 12,1 3 1,1 2 0,1-1 0,1 0 0,1-2 0,1-1 0,1-4-13,2 1 0,2-3 0,1-1 0,2 1 18,2 1 0,2 1 0,0 0 0,2 0 0,-2-3 4,-1-2 1,-1-2-1,2-1 1,4-1-11,1-3 1,3-1 0,3 0 0,2-1 0,0-1 0,0-2 0,-2-2-88,1-3 0,0-2 0,0-2 0,1 0 0,-1-1 0,1 2 15,-2 0 0,-1 2 1,1 0-1,0-1 0,1 0 1,0-2-1,2-2-192,-3-2 0,2-1 0,1-2 0,0 0 0,0-2 1,1 0-1,0-1 0,0 0 0,-1-1 0,0 0-76,-2 0 0,1-1 0,-1-1 1,0 0-1,0 0 0,0-1 1,0 0-1,0 0 0,0 1 1,0-1 229,-1 2 1,1 0-1,0-1 1,-1 1 0,1 0-1,-1 0 1,1 0 0,-1-1-1,0 1 1,0-2 0,0 1-1,0-2 1,1 1 0,0-1-1,0 0 1,-1 0 0,-1 0-1,-1 1 1,-2 1 0,-1 1-1,1-2 1,-1 1 0,1-1-1,0 1 1,0 0 0</inkml:trace>
  <inkml:trace contextRef="#ctx0" brushRef="#br0" timeOffset="56500">7825 7621 13829,'15'-17'270,"-1"0"-270,8 3 0,3-1-748,-10 6 1,3-1 747,0 1 0,5-2 0,2 0 0,1 0 0,-1 0-656,0 3 1,1 0-1,0 0 1,-1 0 0,1 1 441,-1-2 1,-1 1 0,0 0-1,1 0 1,1 0-192,0 0 0,2 1 1,0-1-1,0 2 0,-3-1 1,-4 2-44,6-2 1,-1 1 447,-2 0 0,2 0 0,0 0 0,-4 1 0,-6 1 0,-1 1 0,7-2 0,-1 0 0</inkml:trace>
  <inkml:trace contextRef="#ctx0" brushRef="#br0" timeOffset="56732">7887 7672 13379,'-26'13'150,"1"0"0,7-5 0,3 0 660,-1 4-810,21-10 0,14-2 0,7-3-90,-3-3 0,2-3 0,1 0 0,-1 1-1003,2 1 1,-2 1 0,4-2 756,-5 0 0,4-2 0,1-1 0,0 1 0,-2-1 1,-4 3 95,0 0 0,-3 1 0,2-2-416,4-1 1,3-2-1,2-1 1,-2 0 0,-5 2-984,5-2 1,-3-1 1563,1 0 0,2-2 1,-5 2-1,-6 1 1,-3 0-1,0 0 1,0 0-1</inkml:trace>
  <inkml:trace contextRef="#ctx0" brushRef="#br0" timeOffset="56985">8437 7123 12120,'-25'12'810,"0"1"-451,5 1 451,6 8-630,23-6 0,0 7 44,9-9 1,3 0-954,4 5 908,-5-4 1,4 2 0,-3-2-90,-6-4 0,1 1 60,6 4 0,4 4 0,-3-3-150,-8-5 0,0 1 30,4 5 0,4 5 0,-5-4 15,-6-5 0,-1 1-15,1 9 0,-1 4 0,-2-3-324,-3-6 0,-4 1 96,-6 3 0,-5 4 0,-2 2 0,0-1 0,1-3-406,0-4 1,1-2 0,-4 3 153,0-2 0,-4 4 1,-2 1-1,-1 1 0,0 0 1,1-3-1,3-3-643,-5 4 1,2-4 0,-4 2 1055,4-3 1,-3 2 0,-2 1 0,-1 1 0,1 0-1,1-3 1,2-2 0,1-1 0,3-2 0,-1-1 0,-1 1-1,-5 3 1,1 1 0,0-1 0,-1 0 0,1 1 0</inkml:trace>
  <inkml:trace contextRef="#ctx0" brushRef="#br0" timeOffset="64299">3613 5022 7623,'-8'5'539,"2"-1"-359,6-3 3096,-1 0-3224,-4 0 38,4-4 270,-14 3-360,10-3 90,-7 3 180,10 4-180,2-2 0,0 4-90,0-3 0,0 0 180,0-1-90,0 0 90,0 4-180,0-3 269,7 6-179,3-4 360,18 4-360,-7-5 0,-2-2 0,5 1 0,0-1-929,-3-1 1,1 0-1,0-1 839,3 1 0,0 0 0,-1 0 0,-1 0 0,-1-1 0,0-1 30,3 0 0,1-1 0,-2 0-30,0 2 0,1-1 22,3-1 1,5 0 0,0-1-1,-4 1-22,0-1 0,1 0 0,-5 2 0,5-1 0,1 1 0,-1-1 0,-4 1 0,-3-2 0,-3 1 0,4 0 15,0 1 0,4-1 0,2 1 0,1 0 0,0 0 0,-1 0-354,0 0 0,0 0 0,0-1 0,0 1 0,3 0 339,-7 0 0,2 0 0,1 0 0,1-1 0,0 1 0,-1 0 0,-1 0 0,-1 0 0,5 0 0,-1 0 0,-1 0 0,0 0 0,1 0 0,-1 0 0,1 0 0,1 0 0,-1 0 0,-3 0 0,-4 0 0,6 0 0,-1 0 0,0-1 0,5 1 0,0-1 0,-6 0 0,-2 1 0,0-1 0,-1 0 0,4 0 0,0 0 0,-5 0 0,-2 0 0,-1 0 30,7-1 0,2-1 0,-4 1-30,5-2 0,-2 1 0,-1-1-901,-8 0 901,6-1-525,-9 1 435,-9 1 591,4-2-1400,-9 4-2129,-7-2 1679,-10 3 1349,-5-2 0,-7 2 0,1-1 0</inkml:trace>
  <inkml:trace contextRef="#ctx0" brushRef="#br0" timeOffset="65066">3887 5037 13379,'17'-4'390,"-1"0"0,8 0 0,0-1-300,-2 2 0,-1 1-584,5-2 1,1 1 583,-3 0 0,2 1 0,-2 0-808,1 0 1,1-1 753,-2 2 0,3-1 0,3 0 0,-2 0 0,-4 0-6,-1 1 0,-3 0 0,2 0-12,5 0 0,5-1 0,0 1 0,0 0 0,-5 0 12,-4 0 0,-3 1 0,3 0-12,4-1 0,4 1 0,1-1 0,0 1 0,-3-1-563,3 1 0,-3 0 0,2 0 545,-4 0 0,1 0 0,1 0 0,0-1 0,-3 1 0,5 0 0,-3 0 0,3 0 18,-5 0 0,1 0 0,1 0 0,-1 0 0,-3 0-18,-1 0 0,-2 0 0,3 0 0,1-1 0,4 1 0,3 0 0,-1 0 0,-2 1 0,-4-1 0,0 0 0,-5 0 0,4 0 0,0 0 0,4 0 0,2 0 0,-1 0 0,-2 0 0,-4 0 0,6 0 0,-2 0 0,0 0 0,4 0 0,0 0 0,-6 0 0,-3 0 0,0 0 0,6 0 0,3 0 0,-4 0 45,-10 0 0,-1 0-472,6 0 0,3 0 1,-3 0 426,6 0-347,2 0 1,0 0 436,-5 0 102,1 0 0,-1 0-192,-6 0 90,10 0 90,-8 0-180,-9 0 1675,10 0-1675,-14 0 1705,3 0-1705,-8 0-1512,1 0-1765,-9 0 707,-6 0 2570,-4 4 0,-5-3 0,2 4 0</inkml:trace>
  <inkml:trace contextRef="#ctx0" brushRef="#br0" timeOffset="67966">5970 5019 8162,'-11'-12'1260,"3"3"-451,2 2 271,2 0-451,-3 0-449,3 1 360,1 4-450,2 1 629,0 0-449,0 5 0,6 4-90,-4 2 180,11 7-270,-11-8 0,11 14 0,-9-11 359,8 17-359,-5-16-90,1 3 0,0 0 0,0-2 90,4 3 0,3 1 45,-2-6 0,0-1-1073,2 3 0,0-2 1028,-1-2 0,2-2 90,14-1 0,1-3-180,-11-1 0,0-1 30,9 1 0,4-1 0,-2 0-30,-8-1 0,0-2 0,2-1 0,3-2 0,1 0 0,-3 1 0,2-1 0,2 0 15,-6 0 0,4-1 0,2 0 0,1-1 0,-1 0 0,-2 2-15,4-1 0,-1 1 0,0 0 0,0 0-345,-3-1 1,1 1 0,1 0-1,-1 0 1,1 0 344,2 0 0,1 1 0,0 0 0,-2 0 0,-4 1-714,-4 0 1,-2 1-1,1-1 714,9 0 0,2-1 0,0 1 0,-4 1 0,-1-1 0,-1 1-193,-1 0 0,1 0 193,-2 0 0,5 0 0,0 0 0,-5 1 0,-3-1 0,-1 1 0,6 0 0,2 0 0,-5 0 0,3 0 0,-5 0 0,-2 0 90,-9 0 845,4 0-935,-11-6 1365,-7 5-1544,-7-16 179,-3 10-90,-1-5 0,0 0 90,-2 1 0,-4-1 0,-1 0 2999,1 2-2999,-6-2 0,1 2 915,6 3-915,-1 0 0,1 1 0,8 3-90,-5-1 90,19 3 90,10 10-90,4-7 0,7 12 90,5-7-308,-5 1 218,3-1 0,1 0 0,3 1 30,-8-1 0,4 1 0,-4-1-30,5 3 0,1 1 0,-1 1 0,-12-4 0,-2 2 0,-1 0 0,-5-3 90,0 11-90,-12-10 0,-12 16-90,0-11-1126,-5 5 1,0 0 495,-1 0 315,5-5 1,0 2-1235,4-3 1,2 0-392,-2 2 1991,-3 11 1,21-17-1,3 2 1</inkml:trace>
  <inkml:trace contextRef="#ctx0" brushRef="#br0" timeOffset="68484">8153 5046 9062,'1'-17'1638,"-1"0"0,-4-10-597,2 8-951,-3 9 270,2 8 450,2 16-720,-2-5 179,8 21-269,-4-8 45,5-3 0,0 1-45,-4 7 45,5 1 0,1-2-378,-3-4 333,2-1 0,0 1-1419,-2-6 1239,2 3-1349,1 0 809,-4-8-2428,5 4 1799,-6-12 1349,7-7 0,-4-8 0,3-7 0</inkml:trace>
  <inkml:trace contextRef="#ctx0" brushRef="#br0" timeOffset="68785">8414 5027 10411,'1'-8'1349,"0"1"-359,-6 2-720,-2 3 629,-16-1-629,6 3-90,-4 6 0,-2 1-90,1-3-45,-4 9 0,1 2-45,5-8 89,3 8 1,3 1-90,7-6 270,15 17-270,2-18 45,11 1 0,1-1-45,2-1 45,4-1 0,1 0-45,-3-1 0,0 1 0,0 0 0,-7-1 0,-1 1 0,-1 0 0,-6-2-809,8 6 269,-14-7-2737,5 5 1517,-8-5 1760,1 1 0,-3-4 0,0 0 0</inkml:trace>
  <inkml:trace contextRef="#ctx0" brushRef="#br0" timeOffset="69034">8442 4712 7892,'-22'-2'0,"-1"-1"0,0 0 0,2 0 0,0 1-150,-2 2 0,-3 1 1,5 1-467,-4 7 31,-3 3 1,1 3 187,14-5 1,1 1-1,-8 4 1,1 0-1,-3 5 1</inkml:trace>
  <inkml:trace contextRef="#ctx0" brushRef="#br0" timeOffset="75118">8602 5073 10951,'12'0'1169,"2"0"-899,-2 4-90,3-3 0,-1 3 180,12 0-271,-4 1-1526,8 0 1,0 1 1481,-12-3 0,1 1 45,2-1 0,4 0 0,1 0 0,-4 0-90,1-1 0,1 0 45,2 1 0,6-1 0,1 0 0,-5 0 0,2 0 0,0-1-30,-7 0 0,4-1 0,2 1 0,0-1 0,-2 1 0,-2-1-15,2 1 0,-3-1 0,5 0 11,-4 0 0,4-1 0,3 0 1,1 1-1,0-1 0,0 0 1,-3 0-1,-4 1-344,2-1 0,-3 1 0,-1 0 0,5-1 333,-5 1 0,5-1 0,1 0 0,2-1 0,0 1 0,0 0 0,-1 0 0,-4 0 0,-2 0 0,2 1 0,-4 0 0,-1 0 0,5 0 12,0-1 1,4 1 0,2-1 0,0 0 0,0 1 0,-3-1-1,-4 1-12,5 0 0,-4 0 0,3 0 0,-3 1 0,3 0 0,3 0 0,-1 0 0,-3 0 0,-3 0 0,-2-1 0,-3 0 0,3 1 0,1 1 0,3 2 0,1-1 0,-2 1 0,-4-2 0,1-1 0,-1 1 0,-1 2 0,1 1 0,-2-1-50,-3-3 0,-2 1 50,5 2 0,2-1 0,-16-2 90,-4-1 360,-1 0 1306,-6 0-1846,-2 0-360,-12-12 360,5 9 2813,-5-14-2903,2 8 90,3-2 277,-5-1-277,-5-6 90,8 7 0,-1-3 0,-1 0 0,3 2-45,-3 0 0,1 0 45,2 3 0,-3 1 0,-2 1 90,-5 4 0,-1-2 0,5 10 0,16-3 90,-1 13-90,10-9 179,14 14-269,0-11 45,7 1 0,2 0-510,2-2 495,-6-2 0,4 1 0,-3-2-30,-7-1 0,0 0 29,9 1 1,4 1 0,-2 0-1544,-2 1 0,0 0 1514,2 0 0,-1 0 90,-4 1 0,-3 0 630,-4 0-540,-1 0 180,-8 7-270,-7-7 0,-6 10-90,-7 1 0,-4-2 0,-4 0-1129,5-2 1,-2 0 903,-5 4 0,-5 1-585,8-7 1,-3-1 0,-1 0-1,-1 2 810,1-2 0,-1 0 0,-2 2 0,1-1 0,-1 0 0,2 0 0,-2 0 0,1 1 0,0-1 0,1 0 0,-2 1 0,1-2 0,0 1 0,1 0 0,-1-1 0,0 1 0,1 0 0</inkml:trace>
  <inkml:trace contextRef="#ctx0" brushRef="#br0" timeOffset="77948">10636 7629 12120,'-11'-6'-3277,"5"-2"1067,1 5 2210,11-4 0,-5 1 0,5-2 0</inkml:trace>
  <inkml:trace contextRef="#ctx0" brushRef="#br0" timeOffset="78816">11857 6102 12120,'-15'-5'990,"6"0"-990,0-1 0,9-1 0,-4 5 0,1-3 0,2 2 0,-4 0 0,5 2 0,-2-2 0,2 2-90,0 0 90,-1 0 0,1-1 0,0 1 0,0-1 0,0 1 0</inkml:trace>
  <inkml:trace contextRef="#ctx0" brushRef="#br0" timeOffset="79270">6901 5077 7623,'-13'0'-1170,"-1"0"1170,2 0 0,5 0 0,2 0 0</inkml:trace>
  <inkml:trace contextRef="#ctx0" brushRef="#br0" timeOffset="80235">8248 5461 7623,'-12'3'90,"-3"-1"1888,7-1-1258,4 0-360,2-4-90,5 0-90,-3-3-180,0 3 90,-3-2 89,2 3 1,-4-2-180,5 1 180,-3 1-180,3 1 180,-2-1-90,1 1 270,0 0-360,1-1 270,0 1-180,0-1-90,0 1 90,0-1-90,-3 1 0,3 0 0,-3-1 0,1 2 0,2-1-3277,-2 0 2657,7 1 0,-4-1 0,4 1 0</inkml:trace>
  <inkml:trace contextRef="#ctx0" brushRef="#br0" timeOffset="81234">8677 5418 11131,'-20'0'-450,"1"0"720,2 5-270,4-4 449,8 3-449,1-8 0,-2 0 0,5-2 0,-5 3 0,5-1 0,-1 3 0,1-2 0,1 2 0,-1 0 0,1-1 0,0 1 0,0 0 0</inkml:trace>
  <inkml:trace contextRef="#ctx0" brushRef="#br0" timeOffset="81749">8265 5569 12300,'17'-5'-240,"-5"4"0,-9-5 0</inkml:trace>
  <inkml:trace contextRef="#ctx0" brushRef="#br0" timeOffset="84198">3291 5808 6094,'7'0'89,"-1"0"-178,-5 0-1,0 0 90,0-4 0,-1 3 0,0-3 0</inkml:trace>
  <inkml:trace contextRef="#ctx0" brushRef="#br0" timeOffset="85903">5191 5596 8342,'-12'0'1080,"3"0"-361,4 0-539,2 0 450,-1-4-450,3 3 179,-1-2-359,1 3 990,0 0-630,5 4-1,2-1 1,18 6-270,-9-5 45,4 0 0,0-2-135,-2-1 135,6 1 0,0-1-135,1-1 45,-7 1 0,3-1 0,3 0 0,0 0-435,8 0 420,-6 0 0,4 0 0,-3 0-353,-7 0 1,0 0 382,10 0 0,4 0 0,-4 0-60,-9 0 0,0 0 30,9 1 0,3 0 0,-3 1-30,-11 0 0,1 1 60,7-1 0,3 1 0,-3 0-60,-9 0 0,0 1 60,7-1 0,3-1 0,-3 1-15,-8-1 0,1 1-15,7 0 0,5 0 0,-4 0-30,-7-2 0,0 1 45,4 0 0,6 0 0,-1 0 0,-4 0-45,-2-1 0,0 1 22,3-1 1,3 0-1,0 1 1,-4-1 22,-5 0 0,0 0-45,8 0 0,3 0 0,-4-1 44,-7 1 1,-1-1-45,11 1 0,4-1 0,-1 0 30,-5-1 0,0-1 0,2 1 15,0 1 0,3 0 0,-1 0 0,-1-1-494,-1 0 0,-2-1 1,0 1 477,2 1 1,0 0 0,-3 0 60,-4-1 0,-1 0 0,10 1 0,0 0-90,-11-1 0,1 0 60,4 0 0,2 0 0,-1 0-15,2-1 0,0 0 0,3 0 0,3 0-23,-10 0 1,2 0-1,0 0 1,-3 0 22,-1 1 0,1-1 0,2 1 0,6-1 0,-1-1 0,-4 2-45,-4-1 0,0 1 90,9-1 0,4 0 0,-5 1-90,-9-1 0,-1 1 30,9 0 0,4-1 0,-5 1 15,-8 0 0,-1 0-15,9 0 0,3-1 0,-3 1 14,-8-1 1,0 1 0,3 0 0,5-1 0,0 0 0,-1 0-15,-1 0 0,-1 1 0,1-1-30,2 0 0,1 0 0,1 0 22,-2 0 1,2 1 0,-1-1-1,-5 1-22,-1 0 0,0 1 22,3-1 1,4 0 0,0 0-1,-4 1 23,-5 0 0,1 0-23,1 0 1,4 0-1,0 0 1,-3 0 22,-1 0 0,0 0-23,1 0 1,4 0-1,0 0 1,-3 0 22,-3 0 0,1 0 0,2 0 0,4 0 0,1 0 0,-2 0-15,-4 0 0,-1 0 0,0 0 0,3 0 0,1 0 0,0 0 0,5 0 0,2 0 0,-5 0-30,-10 0 0,1 0 30,11 0 0,4 0 0,-4 0 15,-12 0 0,0 0-15,9-1 0,3 0 0,-3 0-30,-8 0 0,-1 1 30,9-2 0,3-1 0,-4 1-30,-8 2 0,0-1 59,11-1 1,3-2 0,-1 2-15,1 0 0,-1 1-45,-8 0 0,0-1 0,2 0 30,5 1 0,1 0 0,-4 1-30,-9-1 0,0 0 0,10 1 0,4-1 0,-4 0 0,-11 0 0,-1 1 60,8-1 0,3 1 0,-4-1-60,8 0 135,-3 1 0,-1-1-45,-3 1 0,6-1 45,-13 1 0,-1 0-45,6 0 90,2 0 0,0 0-1,-5 0-44,1 0 0,-1 0-45,-6 0 35,13 0-125,-16 0 297,9 3-297,-12-2 541,3 2-541,-7-3-3277,0 0 2457,-10 6 1,0-4 0,-8 4 0</inkml:trace>
  <inkml:trace contextRef="#ctx0" brushRef="#br0" timeOffset="94432">5509 6296 7803,'-9'6'179,"2"-1"-89,3-3 90,1 0 0,-1 1 0,0 0-90,1 0 90,0 0 0,0 0 0,1-1 0,1 1 89,0-1-89,0 1 0,1-2-90,0 1 360,-1-1-360,0 0 629,0 0-449,1 1-90,-1-1 360,1 2-450,0-1 270,5 4-270,1-3 269,11 3-269,-4-3 270,17 2-360,-13-2 135,5 0 0,0 0-135,1 0 90,5 1 0,1 0-363,-2 1 333,-5-2 0,2 1 0,-2 0-1110,-6-2 0,-1 1 1050,9 1 0,2 1 45,2-1 0,-2 0 0,-9-1 0,1 0-15,9 1 0,5 1 0,-5-1 15,-7-1 0,1 0 22,2 0 1,3 0-1,2 0 1,-5 0-23,1-1 0,0 0 0,2 0 0,4 1 0,0-1 0,-4 0 0,-1-1 0,0 0 44,0 0 1,4 0 0,1 0 0,-6 0-45,-1-1 0,1 0-23,1 0 1,5 1 0,1-1-1,-1 1-841,2-1 0,-1 0 1,0 1 848,0-1 0,0 0 0,2 1-8,-4-1 1,2 0-1,-2 1 1,-3-1-136,-4 0 0,1 0 135,0 0 1,4 0-1,1 0 1,-5 0-113,0 1 0,-1-2 134,3 0 1,3-2 0,0 0 0,-3 1-45,-1 1 0,1 0 36,-1-2 0,4 0 0,2-1 0,0 0 0,-5 1 75,5 1 1,0 0-94,-7 0 0,4 0 0,1-1 0,-2 1 0,-4 0 27,5-1 0,-2 1-45,-4 0 0,1 1 0,1-1 30,4-1 0,1 0 0,-2 1-167,-1-1 1,2 1 158,0-1 1,5-1-1,0 1 1,-5 0-23,-1 0 0,1 0 45,1 0 0,5 0 0,-1-1 0,-3 1-632,-2 0 1,0 0 586,0 0 0,2 0 0,-1 1 30,-6-1 0,-1 1 0,-1 0 252,4-1 0,1 1-260,1-1 1,5 0 0,2-1-1,-1 1 0,-2-1 1,1 1 0,0 0-1,0 0 203,-1 0 1,0 0 0,0 0-1,1 0-207,-1 0 0,3 0 0,-1 0 0,-2 0 0,-4 1-18,3-1 0,0 1 22,-1 0 1,5 0 0,0 0-1,-5 0 23,-2 0 0,-1 1-45,1 0 0,3 0 0,1 0 0,-5 0 0,-2 0 0,0 0 22,1 0 1,4 0 0,0 0-1,-4 1-22,-2-2 0,0 1 0,2 0 0,3 0 0,0-1 0,-4 1 0,0 0 0,-2-1 0,1 1 0,1 0 0,0 0 0,0-1 0,-1 1 0,2-1-259,-1 1 1,1 0-1,1 0 1,-1 0 258,3-1 0,0 1 0,2-1 0,2 0 0,3 1 0,-2-1 0,-4 1 640,-4 0 1,-1 0-641,1-1 0,4 1 0,0 0 0,-4 0 0,-2-1 0,0 1 22,0 0 1,4 0 0,0-1-1,-4 1-22,-2 0 0,0 0 30,8 0 0,4 0 0,-5-1-30,-8 2 0,0-1 22,4 0 1,4 0-1,0 0 1,-4 0-23,-2 1 0,0-1 22,3 0 1,5 0-1,-1 0 1,-5 1-23,-2 0 0,-1-1 0,9 1 0,4 0 0,-5 0 0,-8 0 0,0 0 0,7 0 0,5 0 0,-5 0 45,-8 0 0,-1 0-45,11 1 0,4 0 0,-2 0 0,-1 1 0,-2 0 0,-5-1 0,0 1 0,0 0 30,3-1 0,0 1 0,-1 0 105,3 0 0,-1-1-90,1 1 0,0 0 45,2 0 0,-5 0 0,-7-1 89,0 0 1,-1 0-90,-5 0 645,12 0-465,-16-1 1244,4 0-1424,-9 0 2944,1 0-3573,-3 0-2738,0 0 2457,-7 0 1,-1 0 0,-5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3:21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3176 3529 8792,'8'-18'-540,"-1"3"1,10-2-2738,2-1 2787,-7 6 0,1-1 169,4-2 1,0 0 0,4-3 0,1 0 0,3-2-1,-1 0 1</inkml:trace>
  <inkml:trace contextRef="#ctx0" brushRef="#br0" timeOffset="99728">1076 2613 5914,'-6'-14'359,"6"5"-359,1 3 0,10 3 0,-5-3 0,7 1 0,10-5 0,-4 3 0,4-1 0,3 0-820,0-1 1,3 0 0,0 0 0,0 0 697,-3 1 1,-1 0 0,1 1 0,0-1-1,3-1 1,1 1 0,-1 0 0,-3 0 0,2 1-1,0-1 1</inkml:trace>
  <inkml:trace contextRef="#ctx0" brushRef="#br0" timeOffset="101194">10091 1901 6183,'-10'-3'180,"2"0"-90,3 1 0,1 1 0,-1-2 90,2 1 180,-2-1-270,2 1 0,-2 0 0,2 1 90,-1 1-180,1 0 90,0 0 0,3 4-1,-1 0-89,1 4 450,0 3-450,0-5 90,4 8 0,-3-9 0,5 7 0,-5-6 0,4 5-90,-3-7 270,3 3-90,-2-6 449,2 2-89,0-3-450,1 0 0,1 0-90,16-15 0,-4 5-1093,3-2 1,4-4 0,-1 1 1034,-3 4 1,3-1 42,-3 2 0,5-1 0,2-1 0,2-1 0,-2 1 0,-2 2-642,-2 0 0,-3 2 0,1-1 0,6-1 422,-7 3 1,2 0 0,3-2 0,2 0 0,1 0 0,2-1 0,1 0 0,0 0 0,1 1 0,-2-1 0,0 1 0,-2 0 0,-2 1 0,-2 0 192,8-1 0,-4 1 1,-2 0-1,0 0 1,1 1-1,1-1 1,3-1-1,-8 2 1,2 0-1,2-1 1,0 0-1,1 0 1,1 0-1,0 0 1,0-1-1,0 1 1,-1 0-1,0 1 1,-2-1-1,-2 2 1,-1-1-1,4 1 1,0-1-1,0 0 1,-1 0-1,1 1 1,0-1-1,0 0 1</inkml:trace>
  <inkml:trace contextRef="#ctx0" brushRef="#br0" timeOffset="109978">632 3518 10681,'0'-12'540,"0"0"-91,0 0 1,0 0 180,-4 1-91,3 0-89,-3 0 0,4 1-90,-4 1-1,3 1-89,-2 1 90,3 0-270,-2 3 180,1 1-90,-1 8 180,7 22-315,0-4 0,0 1-227,-1-3 1,-1 1 91,3 0 0,0 1 0,-1-4-180,-4 6-585,6 2 1,0 0 45,-3-4-830,3 1 1,1 0-302,-2-4 1940,2-3 0,-1 0 0,2-3 0,2 3 0</inkml:trace>
  <inkml:trace contextRef="#ctx0" brushRef="#br0" timeOffset="110378">1080 3391 12930,'3'-23'90,"1"5"269,1 1 1,1 0-180,3 1-90,7-1 0,2 2 0,2 3-45,7 1 0,1 2-45,-2 3 90,-5 2 0,3 1 0,-2 3-45,-5 7 0,0 0-1262,4-3 1,-1 1 1306,-1 18 183,-13-2-183,-4-3 0,0 8 180,-4-6 0,-2 0-90,-4 6 44,-1 4 1,-1-2-135,-3-5 0,1 0 0,1-1-90,2-7 90,-4 11 0,10-19 450,0 4-450,10-9 0,3 0-90,4-2-90,3-7 0,2-2-180,3 0-823,-1-3 1,5-3 0,-4 2-249,-3 4 0,0-1 521,3-2 1,5-2 0,0 0 0,-3 2 409,1-1 0,0 1 1,1-1-1,3-1 1,-3 1-1,-4 1 0,1 1 1</inkml:trace>
  <inkml:trace contextRef="#ctx0" brushRef="#br0" timeOffset="110845">2499 2909 14998,'-3'-20'899,"1"-1"1,16-6-900,4 12 90,1 14 0,-2 5 0,-6 4 0,7 11-90,-12-6 0,1 4 0,-4-3 0,0-3 0,0 11 0,0-11 0,3 11 0,-1-13-90,8 8 90,-5-10-90,19 4 0,2-6 90,0 0 0,-9-4 0,-2 0 0,-3 0 0,13 3 0,-18-1 0,8 6 0,-13-3 0,1 11 0,-5-7 0,-9 4 0,-4 3-675,-4 0 1,-1-1 404,1 0 0,-2 1-510,2-3 1,-2 1 0,3-2-391,-2 1-469,2 0 1,1-1 1310,7-5 1,-2 2-1,9-10 1</inkml:trace>
  <inkml:trace contextRef="#ctx0" brushRef="#br0" timeOffset="111312">3852 2484 14908,'8'-3'1350,"-2"1"-901,0 7-449,-2-4 90,9 16-90,-5-11 180,10 18-180,-10-13 0,3 3 0,0 0 0,-1-3 45,2 1 0,1-1-45,-2-4-3277,18 4 2303,-15-8 1061,4-1 1,0 0 2,-1-2-90,3-6 0,-1 0 0,-4 3 0,9-16-336,-13 9 426,-4-3 360,4-11-360,-7 13 0,2-9-90,-4 15 0,0-2-90,4 31 0,0-13-405,0 13 0,0 2-44,6-7-554,-6-1 1,2 4 0,1-2 943,11 3 0,2-2 1,-4 2-1,0-1 0,4-6 1,0-1-1</inkml:trace>
  <inkml:trace contextRef="#ctx0" brushRef="#br0" timeOffset="111695">5172 2083 14099,'0'-10'450,"-5"2"269,3 5-89,-7 1-540,8 8 0,-6-5 180,6 24-90,-2-14-1,2 7 1,2 1-90,-1-3 0,7 9 0,5-2-90,2-9 45,0 2 0,-1-1-45,0-2 45,3 0 0,0-1-45,-3-2 0,2 0 0,-1 0 0,-3-2 0,12 7 90,-14-7 0,1 0 0,-7-2-90,-3-5-90,-6 4-90,-1-2-1259,-12 4 719,6-3-2158,-11 2 1529,12-5 1349,-16 1 0,18-9 0,-8-1 0</inkml:trace>
  <inkml:trace contextRef="#ctx0" brushRef="#br0" timeOffset="111879">5211 2109 14729,'0'-17'1439,"0"1"0,0-6-1214,3 1 0,2 0-225,5 2-30,1 4 0,3-3 0,1 1-150,4 2 0,3 0 0,1 0-640,0-1 1,1 0 0,1-1 0,-2 2-274,2 0 1,-2 0 0,2 1-1,4-2 1,1 2 0,-6 1 272,-5 2 1,8-3 0,-26 10 0</inkml:trace>
  <inkml:trace contextRef="#ctx0" brushRef="#br0" timeOffset="112314">630 4267 12660,'-8'3'270,"0"-1"-1350,34-11 1,-15 7 1079,13-6 0,2-2 0,-6 4 0,-4-2 0,0 1 0</inkml:trace>
  <inkml:trace contextRef="#ctx0" brushRef="#br0" timeOffset="112581">2102 3824 9691,'20'-9'-600,"-1"0"1,-3 1-1</inkml:trace>
  <inkml:trace contextRef="#ctx0" brushRef="#br0" timeOffset="112896">3504 3455 15088,'-14'7'90,"1"-1"-360,6-5-3007,7 0 3028,12-7 1,5-4 0,6 1 0,-2-2-1,1 0 1</inkml:trace>
  <inkml:trace contextRef="#ctx0" brushRef="#br0" timeOffset="113197">4840 2968 14819,'17'-6'-1530,"0"4"361,-2-7-2108,10 1 3231,-11 1 0,1-2 0,0 2 0,0-1 1,-1 0-1,0 0 0</inkml:trace>
  <inkml:trace contextRef="#ctx0" brushRef="#br0" timeOffset="113428">5861 2494 20395,'24'-10'-1979,"-8"4"340,1 0 1,0 1-1639,-3 4 2482,10-7 1,-16 5-1,-1-1 1</inkml:trace>
  <inkml:trace contextRef="#ctx0" brushRef="#br0" timeOffset="118112">651 4057 11041,'-12'0'0,"2"0"0,5 0 90,1 0 0,1 0 269,1-4 181,8 3-450,14-3 90,1 4-287,-5 0 1,1 0 376,12-1 0,1 2-778,-9 0 1,1 2 574,5-3 1,5 0-1,2 0 1,-5 1-593,-7 0 0,-2 0 0,3 1 555,2-2 0,4 1 0,3-1 0,-1 0 0,-1-1 0,-3 1 0,2-2 0,-3 0 0,6 0 9,-10 0 1,4 1 0,2 0 0,2 0 0,1-1 0,1 1 0,-1-1 0,0 0 0,-1-1-278,-1 0 1,0 0 0,1-1 0,-1 0 0,0 0 0,0-1 0,0 1 0,0 0 0,0 1 237,0 0 0,-1 0 0,0 0 0,-1 0 0,1 1 0,1-1 0,-1 0 0,2-1 0,0 1-112,-1-1 1,1 0 0,1-1 0,2 0 0,-1 0 0,1 0 0,-1 0 0,0 0 0,-2 0 0,-1 1-1,-2-1 1,-2 1 111,8-1 0,-4 0 0,-2 1 0,1-1 0,5-1-65,-9 2 0,3-1 1,2 0-1,1-1 0,2 1 1,0-1-1,-1 0 0,1 0 1,-1 1-1,-2-1 1,-2 1-1,-2 1 80,4-2 0,-3 2 0,-2-1 0,0 1 0,2-1 0,5-1-52,-7 1 0,2 0 0,2 0 0,2-1 1,1 0-1,0 0 0,2 0 0,0-1 1,0 1-1,0-1 0,-1 1 0,0-1 1,-1 1-1,-1 0 37,1-1 0,-1 0 0,-1 1 0,0-1 0,0 1 0,0-1 0,0 1 0,0-1 0,0 0 0,2 0 0,0-1 0,1 1-5,-5 0 0,1 0 0,0 0 0,1 0 0,1 0 0,0-1 0,0 0 0,1 1 0,-1-1 0,1 0 0,0 0 0,-1 0 0,0 0 0,-1 1 0,0-1 0,0 1 0,-2 0 0,0 0 5,4-1 0,0 0 0,-1 0 0,-1 0 0,-1 1 0,1 0 0,-1-1 0,0 1 0,0-1 0,0 0 0,1 0 0,1-1-7,-3 0 1,2 1-1,1-2 1,0 0 0,0 1-1,0-1 1,0-1-1,0 2 1,-2-1 0,0 0-1,-1 1 1,-2 0-1,-1 1 1,-2 1 6,9-4 0,-4 2 0,-3 0 0,2 0 0,3-2 0,-4 2 0,3-1 0,2-1 0,0-1 0,2 1 0,-1-1 0,-1 1 0,-1 0 0,-2 1 0,-3 1-23,7-3 1,-4 2-1,-1 0 1,4-2 22,-5 1 0,3-1 0,2-1 0,1 0 0,0-1 0,-2 1 0,-2 1 0,-4 1-23,1-1 1,-5 2-1,1 0 1,2-2 34,-1-1 1,3-2 0,1-1 0,1-1 0,-1 1 0,-2 1 0,-4 1-13,3-3 0,-4 2 0,3-2-15,-3 1 0,3-4 0,1 0 0,0 0 0,-2 0 0,-4 4 15,1-1 0,-4 3 0,2-4 0,3-3 0,3-4 0,0-1 0,-1 1 0,-4 4 0,1-2 0,-1-1 90,-1 0 0,3-5 0,-1 0 0,-4 5-45,-3 5 0,-3 0 42,1-7 0,0-4 0,-3 3-87,-6 10 0,-3 0-30,-3-8 0,-4-4 0,-2 5 30,-1 6 0,-4 2-18,1 2 0,-5-2 0,-1-1 0,0 2 0,2 2 182,0 1 1,2 3-1,-5-1-164,3 2 0,-4-1 0,-3 0 0,-1 0 0,-2-1 0,0 1 0,1 1 0,0 1 22,1 1 1,-1 0-1,0 1 1,0 1-1,0-1 1,-1 1 0,1 0-1,0-1-11,1 0 0,0 0 0,0-1 1,0 1-1,0 0 0,0 0 1,-2 0-1,-1 1-3,4 0 0,-3 1 0,0 0 0,-2 0 1,0 0-1,1 1 0,-1-1 0,2 1 1,2 0-1,1 0 0,3 1-32,-5-1 0,4 1 0,2 0 1,-2 0-1,-4 1 32,5 0 0,-3 0 0,-3-1 0,-1 2 1,-1-1-1,0 0 0,0 0 0,0 1 1,2-1-1,3 1 0,2 0-8,-8 0 0,5 0 0,1 0 0,-2 1 0,-4 0 13,10 0 1,-3 0 0,-1 0 0,-2 1 0,-1 0 0,-1 0 0,0 0 0,0 0-1,0 0 1,2 0 0,1 0 0,2 0 0,2 0-75,-7 1 0,4-1 0,2 1 0,-1 0 0,-1 0 0,-6 2 72,11-2 0,-3 1 0,-2 0 1,-1 1-1,-2 0 0,-1 1 1,0 0-1,-1 0 0,0 0 1,0 0-1,1 0 0,0 0 0,1 0 1,1 0-1,2 0 0,1 0-1,-6 1 0,3 0 0,1 0 0,1 0 0,0 1 0,0-1 0,0 1 0,-2 0 0,-2 0-10,6-1 0,-1 0 0,-1 0 0,0 0 0,-1 1 0,0-1 0,-1 1 0,0 0 0,0 0 0,0 1 0,0-1 0,1 0 0,-1 1 0,2-1 0,-1 1 6,0 0 0,0 1 1,0-1-1,-1 1 1,1 0-1,0 0 1,0 0-1,1 0 1,0 0-1,0 0 1,1 0-1,0 0 1,2-1-1,0-1-6,-4 3 0,2-2 0,1 0 0,0 0 0,1 0 0,0 0 0,0 0 0,-2 2 0,-2 0 0,4-1 0,-2 0 0,-1 2 0,-1 0 0,-1 0 0,0 1 0,0 0 0,0-1 0,1 1 0,0-1 0,2 0 0,2-1 0,1 0 0,3-2 0,-10 6 0,5-3 0,3 0 0,-2 1 0,-3 2-9,6-4 1,-2 2 0,-2 2 0,-1 0 0,0 0 0,-1 1 0,1 0 0,1-1 0,1 0-1,2-2 1,2-1 8,-4 3 0,4-2 0,1-1 0,-1 1 0,-3 3 10,1-2 0,-2 3 0,-1 0 0,-2 2 0,0 0 0,1-1 0,1 0 0,2-1 0,3-3-33,-4 4 1,4-3 0,0 0-1,-2 3 23,3-2 0,-2 3 0,-2 1 0,0 1 0,0 0 0,1 0 0,1-2 0,4-2 0,-1 1 0,3-2 0,1 1 0,-3 2 0,1 1 0,-3 2 0,-1 3 0,0 1 0,1-2 0,1-1 0,3-2 0,-3 2 0,3-2 0,-1 4 52,3-5 0,-2 4 0,-2 2 0,1 1 0,0 0 0,2 0 0,3-2-34,1 3 0,2-1 0,2 0 0,0 0 0,-2 0-18,-2 0 0,-1-1 0,0 1 0,1 0 0,6 0 36,3 2 0,5 2 0,1-1 0,3-3 0,-1-5 9,4 0 0,4-4-1,7 0 1,7 0 0,2-1 0,-3-5-15,-7-5 0,0-2 0,3-2-56,0-2 0,5 0 1,2 0-1,2-1 1,-1-1-1,-1 0 0,-4-1-18,3 0 1,-4-2 0,1 0 0,6-2-210,-10 1 1,4 0 0,2-2 0,2 0 0,2-1 0,1 0 0,0 0 0,1 0 0,-2-1 0,0 1 0,-1 0 0,-3 1 0,-2-1-217,3 0 1,-2 1 0,-3 0 0,1-1 0,-1 1 0,3-1 0,3-1 456,-5 1 0,3 0 0,1-1 0,2-1 0,1 0 0,1 1 0,0-2 0,0 1 0,0 0 0,-1 0 0,-1 1 0,-1 0 0,-3 0 0,-1 1 0,5-1 0,-3 0 0,-2 0 0,0 1 0,-1 0 0,2 0 0,1-1 0,0 1 0,0-1 0,0 0 0,0 0 0,0 1 0,0-1 0,0 0 0,0 0 0,0 1 0</inkml:trace>
  <inkml:trace contextRef="#ctx0" brushRef="#br0" timeOffset="124611">1312 8114 8702,'-8'6'1259,"1"-2"-719,3-2-540,2-1 90,0 1 2429,1-2-1980,0 3 181,10 1-270,9 9-271,0-5 1,0 1 0,0 0-90,0-2 90,4 2 0,1 0-90,1-1-1248,6 1 1,0 0 1247,0-1 0,-10-3 0,4 0 0,2 0 0,-1-1-664,0 0 0,0-2 0,0 0 0,0 0 596,-1 1 1,-1 0 0,1 0-1,2-1-4,0-1 0,2 1 0,1-2 0,-2 1 0,-4-1-209,2 0 0,0 0 236,1 1 0,4-1 0,-1 0 0,-3-1-45,-3-1 0,0 0 45,2 1 0,3 1 0,0 0 0,-3 0 0,-2-2 0,0-1-23,2 2 1,4 1-1,0-1 1,-4 0-23,-1 0 0,0-1 22,1 1 1,4-1-1,0 0 1,-5 1 22,1-1 0,-2 0-242,0 0 0,1 1 1,0-1 241,5 0 0,-2 0-45,-7 0 0,3 1 22,2-2 1,6 1-1,0-1 1,-4 1-23,1 0 0,1 0 18,-5-1 0,6 1 0,0 0 0,-1-1 0,-5 1-18,3 0 0,-2 1 22,1-1 1,5-1-1,-1 1 1,-4 0 22,-2 0 0,0 0-23,0 0 1,4-1-1,0 0 1,-4 1-23,0-1 0,-1 1 22,2-1 1,3-1-1,1 1 1,-4-1-23,0 1 0,-1 0 0,1-1 0,1 1 0,0-1 45,4-1 0,-1 1-45,-8 1 0,2-1 22,1 0 1,3 0-1,1-1 1,-5 1-23,0 0 0,0 1 44,0-1 1,4 0 0,-1-1 0,-4 2-45,8 0 45,-3-1 0,-1 2-45,-9 1 1506,10-1-1416,-20 1 2427,1 0-5794,-6 0 0,-9 1 2457,-4 0 1,-5 6 0,-2 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5:38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10403 3395 13199,'0'-7'720,"0"1"-450,0 4 360,0 0 269,0 1-899,0 25 0,0-13 0,-1 13 0,-1 3 45,2-9 0,0-1-45,0 8 0,1-1 0,-1-7 0,1-1 0,6 0 0,1-2 0,-6-5 90,18 8-90,-14-11 0,17 0 0,-14-5 0,17-11 0,-9-12-1639,-7-2 1,-2-1 1535,-2 7 1,-2-1 102,-5-2 0,-1-3 0,-1 4-53,2-5 53,-8-3 0,-2 2 0,4 6-45,-4 3 0,-1 1 45,3 7-270,-8-2 0,10 9-1439,-8 19 720,9-7-650,-1 10 1,2 3 1178,1-6 0,2-1 0,0 0 0,2-3 0</inkml:trace>
  <inkml:trace contextRef="#ctx0" brushRef="#br0" timeOffset="533">10769 3425 12210,'0'-8'1889,"0"-3"-1799,0 6 90,-2 0-180,1 10 90,-3-4 0,1 23-90,-1-15-45,1 9 0,1 1 45,0-2 0,0 1 0,1 1 0,0-4 45,3 2 0,1-1-45,3-4 0,2 2 0,3 0 90,8-2-90,1 3 0,-5-10 0,1-4 90,9-16-90,1 6 0,-13-7 0,-4-3 0,-4 3 45,-1-5 0,-3-1 44,-7 2 1,-1-6 0,-2 1-90,-2 12 0,-1 0-990,1-3 1,0 2 989,-7 1-1163,2 10 893,6 2-1807,-10 6 998,13 2 1079,-3-1 0,7 10 0,-1-3 0</inkml:trace>
  <inkml:trace contextRef="#ctx0" brushRef="#br0" timeOffset="1100">11012 3212 13919,'-15'-7'1619,"5"1"-1259,2 3-90,12 7-90,-2-3-180,21 8 90,7-8 0,-4 3-90,-9-4 0,-2 0 90,-3 0 179,13 0-179,-15 0 360,8 0-270,-14 0 90,1 0-270,-7 4 90,2 2-90,-4 10 0,4-4 0,0 16 0,0-13 45,0 5 0,0 0-45,0-1 0,4 2 0,1 1 0,-3-3 0,7 2 0,1-1 0,-4-4 0,4 1 0,0 0 0,-2-4 45,0 2 0,0-1-45,-3-4 269,2 11-179,-6-15 90,-5 6-180,2-6-90,-16 7 90,10-7-225,-6 2 1,0-1-136,0 0-1214,-4 3 0,0-1 314,3-2-379,-2 0 1,2-1-1639,5-4 3184,-4 1 0,9-3 0,1 0 0</inkml:trace>
  <inkml:trace contextRef="#ctx0" brushRef="#br0" timeOffset="1417">11557 2768 13469,'0'-18'1979,"1"6"-1799,-1 3-90,0 15 0,0 14-90,0 0 45,0 1 0,0 1-45,0-2 0,0 8 0,0 1-135,0-5 0,0 0 45,0-1 0,0 2-720,0 3 1,0-3 90,0-6-920,0 1 1,0-1 1580,0 2 0,0 1 0,0-9 1</inkml:trace>
  <inkml:trace contextRef="#ctx0" brushRef="#br0" timeOffset="1667">11451 2969 12930,'-15'-16'2338,"0"-8"-2068,17-2-180,-1 3 0,13 6 0,4 2 0,2 0-1729,6-1 1,2 1 961,-1 1 677,-8 6 0,4-1 0,-2 3 0,7-1-225,3 2 1,0 2-316,-6 8-1099,-1 2 1,-3 3-1340,-9 7 3003,-6-1 0,-4 0 0,-10 4 1,-7 6-1</inkml:trace>
  <inkml:trace contextRef="#ctx0" brushRef="#br0" timeOffset="3287">10475 4528 13379,'-6'-7'810,"1"1"-720,2 5 0,2 7-90,-4 3 0,5 5 90,-4 14-90,4-11 0,0 0 0,-1-1 0,1 1 45,1 10 0,3 0-45,3-6 0,1 3 0,2-2 0,2-8 45,0-2 0,0-1-45,0-6 0,16-4 0,-15-3 0,6-12 0,-1-5 0,-8 4 0,-2-1-1329,4-6 1,-1 0 1328,-6 4 0,-2-1 45,-1-2 0,-3 1-45,-7-7 0,2 0 0,-2 2 0,-8 6-45,3 2 0,0 3 45,2 6 0,-15-1-90,15 8-180,-2 9 0,-1 4-1214,4 1 0,2 3 1125,-2 9 0,1 2 0,3-8 0,1-1 0,5 0 1,-1-1-1</inkml:trace>
  <inkml:trace contextRef="#ctx0" brushRef="#br0" timeOffset="3799">10896 4543 13020,'-6'-7'539,"0"2"-449,3 4-90,0 1 0,-3-1 0,1 8 0,-5 15 0,2-4 0,-2 11 0,4-6-1611,3-6 1611,0 6-250,3-1 340,-1-6-90,1 4 0,12 2 0,-9-9 0,11 0 0,1-1 0,-7-4 0,10-2 0,2-2 0,4-9 0,5-3-1388,-12-8 0,-2-2 1388,-4-4-533,0-4 0,-2 0 533,-5 2-297,-5-2 1,0-1 296,-1 5-224,-7 1 1,-3 1 223,4 7 543,-8 3 0,0 2-543,3 4 1045,-4 5 1,-1 2-2395,0 5 450,-4 8-2378,12 7 2792,7-9 0,7 4 0,3-11 0</inkml:trace>
  <inkml:trace contextRef="#ctx0" brushRef="#br0" timeOffset="4350">11165 4381 12750,'-12'-2'1259,"-2"-3"-1259,8 1 0,4 0 0,14-1 90,15 0-90,-4 1 0,4-1 90,-11 3 0,0-1-90,5 0 180,4-1 0,0 0 449,6-2-359,-11 1 0,-2 1-270,1-2 180,-9 3 0,-8 2-180,0 1 180,0 13-180,-1-6 90,1 21-90,-1-14 0,0 3 0,0 2 0,1-2 45,1 9 0,1 0-45,0-4 0,2 6 0,1-1 0,-1-6 45,2 4 0,0-1-45,-1-4 44,0 0 1,0 0 45,-2-5 360,2 15-270,-5-14-90,-7 3-180,-15 2 0,3-11-360,-5 1 1,-1 0-91,1-2-765,-6-1 1,1 0 45,2-2-380,-2-2 1,2-1 975,5-1 1,-7-7-1,16-2 1</inkml:trace>
  <inkml:trace contextRef="#ctx0" brushRef="#br0" timeOffset="4668">11683 3829 12840,'0'-8'359,"0"20"-359,0-4 0,0 13 0,0-12 0,0 6 0,0-3 0,0 4 0,0 0-179,0 2-406,0 3 0,0 1-134,5-3-920,-5 3 1,1-1 1310,3-5 0,-4 9 1,0-18-1</inkml:trace>
  <inkml:trace contextRef="#ctx0" brushRef="#br0" timeOffset="4900">11573 4005 12390,'-21'-21'2249,"6"6"-1980,0-9-269,11 13 0,8-13 0,13 9 90,1-2-135,1 7 0,0 2 45,0 0-90,9 1 1,1 0-181,-6 3-973,3 1 1,-2 2-288,-7 8 1530,-2-1 0,-1 2 0,-2 8 0,3 4 0</inkml:trace>
  <inkml:trace contextRef="#ctx0" brushRef="#br0" timeOffset="5850">10462 5772 11580,'0'-13'1709,"2"-2"0,0 0-1349,2 5 360,-1-4-540,-1 12-180,1-2 180,-1 3-180,0 19 0,-1-7-45,0 9 0,0 1-45,-1-1-630,0 5 1,0 1-91,0-2-829,0 3 1,0-1-482,0-4 2120,1-3 0,2-1 0,3-5 0,5 2 0</inkml:trace>
  <inkml:trace contextRef="#ctx0" brushRef="#br0" timeOffset="6320">10868 5721 12930,'3'-11'1889,"-1"2"-1889,-2 32 0,0-14 0,-2 12 0,0 2 0,1-9 0,-1 3 0,-1-1 0,3-1 0,3 1 0,0 0 0,4-3 44,2 1 1,3-1-134,14-5 89,-11-6 0,1 0 0,8-3 0,-6-15 0,-4-2 0,-7 0 0,-2-1 0,0 1 0,-4 1 0,-3-1 0,-2-1 0,-6 3 44,-4 0 1,-2 1-134,-13 4 89,14 4 0,1 0-2249,-15 5 1169,14 19-179,2-10 1259,11 17 0,3-15 0,5 2 0</inkml:trace>
  <inkml:trace contextRef="#ctx0" brushRef="#br0" timeOffset="6868">11125 5622 12570,'-18'-4'1439,"5"2"-1349,3-2-90,7 3 0,7-1 0,11 0 90,1 1-90,13-3 0,-15 2 180,17-3-90,-18 4 0,5-2 0,-1 1 0,-3 1 89,12-1-89,-18 1 180,0 1-90,-5 0 180,0 5-180,-3-1 0,2 11-180,-2-5 90,1 15-90,-1-12 0,0 8 90,0 4-90,0-9 0,2 2 0,1 1 45,1 0 0,1-1-45,2 12 0,2-6 0,-2-2 0,-3-6 0,6 10 180,-5-6 269,-3 2-449,-6 4 0,3-8 0,-13-5-90,-8 4-180,7-10 1,-2 0 44,2 1 0,-1 1-720,-3-2 1,1-1 44,3-2-2377,-12 2 618,18-5 2659,-3-5 0,8 2 0,1-3 0</inkml:trace>
  <inkml:trace contextRef="#ctx0" brushRef="#br0" timeOffset="7183">11500 5195 12570,'0'26'90,"-2"-8"-90,6 1 0,0 1 0,-3-1 0,1 5 0,-1 0 0,-1-2-180,1 3 0,0-1-90,-1-4-1034,3 4 0,-1 1-1755,1 0 2503,2 5 1,-3-14 0,-1-11 0</inkml:trace>
  <inkml:trace contextRef="#ctx0" brushRef="#br0" timeOffset="7402">11437 5411 11850,'-18'-10'1529,"2"0"-539,-2-4-900,7 6 0,-5-12-90,12 13 0,10-9 0,1 9 0,8-1 0,3-1 0,2 1 0,6-1 0,1 0-433,-1 2-197,2 2 0,0 0-2647,-6 3 2028,-6 0 1,0 2 1349,3 8 0,-9 0 0,4 8 0</inkml:trace>
  <inkml:trace contextRef="#ctx0" brushRef="#br0" timeOffset="8316">10486 6855 13110,'-7'5'719,"-1"-6"-629,7 15-90,-7 3 0,6 11 0,-3-2 0,3-3 0,2-2 0,6-4 45,-4 3 0,2-1-45,9-6 0,4 11 0,-5-16 0,10 6 0,-11-10 0,18-8 0,-6-10 0,1-2 0,-6-3 0,-11-9 0,-4 10 0,-3-4 0,-4 0 90,-6 2 0,-1 0 0,-2 1-90,-4 4 0,1 2 0,1 2 0,2 4 0,-12 0-450,1 21 180,8-11-854,2 15 0,4 1 224,6-8-739,4 8 1,0 1 1580,2-7 0,10 6 1,-4-10-1</inkml:trace>
  <inkml:trace contextRef="#ctx0" brushRef="#br0" timeOffset="8600">10924 6886 14099,'0'-8'1079,"-5"1"-1079,3 5 90,-3 17-180,2-7 90,3 7 0,0 2-90,-3-2-180,3 4 1,0 0-1,0-1-180,0 9-1169,5-1-1658,1-2 1787,0-1 410,2-7 1080,-7-10 0,6-2 0,-2 0 0</inkml:trace>
  <inkml:trace contextRef="#ctx0" brushRef="#br0" timeOffset="9119">11091 6715 13829,'-12'-10'540,"4"4"-450,12 3-90,12 0 90,1 1-45,1 0 0,1-1-45,0 1 90,4 0 0,0-1-1,-4 1 91,5-1 0,0 1 0,2-2-180,4 1 270,-13 1 0,-14 2 270,2 5-361,-3-3 91,1 17-180,-2-10 0,0 7 0,0 2-90,-1-1 45,0 5 0,0 0-45,0-1 0,0 5 0,0 3 0,5-7 0,0-1 0,-2 1 0,0-1 45,5 4 0,-1-4-45,1-6 90,0 15-90,-2-19 90,-2 9-90,-3-13 0,-6 6 0,4-7-90,-24 10-675,9-8 1,0-1 404,-1 0 0,-1 1-1279,-9-1 1,1-1-32,6-2 1670,-1-1 0,2-2 0,5-6 0,-5-1 0</inkml:trace>
  <inkml:trace contextRef="#ctx0" brushRef="#br0" timeOffset="9416">11594 6307 14549,'-5'18'90,"5"7"-90,1-7-1639,2 3 1,0-1-1195,-2-1 1608,0 5 1,0-1 144,-1-5-559,1 2 1,-1-1 1400,1-4 1,0 5-1,-1-12 1</inkml:trace>
  <inkml:trace contextRef="#ctx0" brushRef="#br0" timeOffset="9586">11503 6368 13379,'-16'-9'1889,"-2"-5"-1799,17 0-180,16-6-449,7 4-554,-1 7 1,4 1 0,-2 0 682,-3 2 0,0-1 1,1 0-1,3 0 1,-3 0-1,-1 0 0,-1 1 1</inkml:trace>
  <inkml:trace contextRef="#ctx0" brushRef="#br0" timeOffset="17884">7082 3378 7713,'-6'0'179,"0"0"1,5-3-90,0 2 180,-1-2-180,1 3 180,0-2-180,-1 1 90,2 0-90,-2 1 0,0 0-90,0 0 270,1 0-990,-1 0-989,6 7 989,-4 2 720,5 4 0,-5 0 0,0-4 0</inkml:trace>
  <inkml:trace contextRef="#ctx0" brushRef="#br0" timeOffset="25532">9567 3260 11311,'-9'0'269,"2"0"-179,4 0 90,1 0-2518,1 0-181,0 5 2519,0 2 0,1 4 0,0 2 0</inkml:trace>
  <inkml:trace contextRef="#ctx0" brushRef="#br0" timeOffset="27884">9469 3805 7713,'-6'-1'1169,"-4"0"-1079,5 0 0,-4 1-90,2 0 90,1 0 90,0 0-180,2 0 90,-1 0 0,3 0 89,-1 0-89,2 0 270,-2 0 0,2 0 989,-1 0-1259,1 5 0,6 1-90,1 0 90,0 1 90,12-2-180,-10 4 90,6-3 0,1 1-90,-2 1 45,3 0 0,0-2-45,-1 0 45,3 0 0,-1 0 45,0-1-45,2 1 0,0-1-45,-1 0 90,5 0 0,0-1-90,-1-2 45,8-1 0,0 0-520,0-1 497,-9-1 1,5 0-1,0 0 1,-3 0-490,-1 0 0,0 1 489,5-2 1,5 0-1,0-1 1,-4 1-23,-4 0 0,0-1 0,1 1 0,3 1 0,1-1 0,-4 0 0,-3 0 0,0 0 30,8 0 0,3 1 0,-4 0-30,-11 1 0,1-1 0,10 0 0,3-1 0,-3 1 45,-11-1 0,1 1-45,8-2 0,5 1 0,-1-1 0,-3 0 0,0 0 0,-1 0 0,-4 1 0,-1-1 0,2 1 22,3-1 1,1 0-1,0 0 1,-5 1-23,-4 0 0,0 0 0,7 0 0,3-1 0,-4 1 0,-9 1 0,0-1 0,5 1 0,3-1 0,-3 1 0,4-1 45,1 0 0,0 0-45,-6 1 0,9-2 0,-9 1 0,1 1 0,6-2 90,-8 2-90,2-1 0,-14 2 0,3-1-720,-8 1-1729,-16 6 830,2 2 1619,-6 0 0,-1 0 0,-6 6 0,7-7 0,1 0 0</inkml:trace>
  <inkml:trace contextRef="#ctx0" brushRef="#br0" timeOffset="28567">9570 3927 8702,'-6'-13'630,"-3"4"269,5 1-629,-2 5 450,3-2-630,3 4 719,0-3-629,0 3 360,11-4-450,-4 4 359,22-3-269,-13 1 0,5 0 0,3-1-90,0-1-1012,-3 2 0,3-2 0,-1 2 967,-6 0 0,1 0 0,7-1 0,5 0 0,3 0 0,-1 0-511,-7 1 1,1 1 0,0 0 0,0-1 0,0 1 465,5-1 0,-1 0 0,1 0 0,2 0 0,-6 1 0,3 0 0,1 0 0,-2 1 0,-1-1 0,-4 1-240,-2 0 0,-3 0 0,3 1 258,4-1 0,5 0 0,0 1 0,0 0 0,-5-1-18,-4 1 0,-3 0 0,3 0 18,4 0 0,4 0 0,1 0 0,-1 0 0,-5 0-18,5 0 0,-1 0 0,-7 0 0,5 1 0,0 0 0,-1 0 0,-2 0-689,8 0 0,-2-1 689,-7 1 0,0 1 0,-1-1 0,1 0 0,-5-2 1124,-9 1-1124,5 0 1933,-11 0-1843,2 0-429,-5-3-2269,1 0 3427,-14-1 0,4 2 0,-12 2 0</inkml:trace>
  <inkml:trace contextRef="#ctx0" brushRef="#br0" timeOffset="29300">9579 3901 8792,'-10'-5'3148,"0"3"-2968,23-3 45,2 5 0,3 0-16,4 1 1,3-1 0,2-1-650,0 1 1,2-2-1,1 1 1,1-1 454,-5 0 0,2 1 0,0-1 0,1 0 0,-1 0 0,-2 0-394,6 0 0,-3 0 0,1 0 0,2 0 394,-3 0 0,3 0 0,0-1 0,0 1 0,-3 0 0,-4 1-15,-1 0 0,-3 1 0,2 0 0,4-1 0,4 0 0,2-1 0,-2 1 0,-4 0 0,-5 0 0,-3 1 0,4-1 15,0 1 0,4-1 0,3-1 0,-1 1 0,0 0 0,-3-1-577,2 1 0,-1-1 0,-2 0 0,2 0 562,1 1 0,1-1 0,0 1 0,-2-1-150,4-1 0,-2 0 0,-6 1-299,-4 0-2340,5-2 1260,-19 3 1722,-6 0 1,-1 0-1,-3-1 1</inkml:trace>
  <inkml:trace contextRef="#ctx0" brushRef="#br0" timeOffset="29866">9541 3937 9242,'-15'-16'809,"6"8"271,0-6-811,20 13-1908,6-1 1,3-1 1600,-4 2 1,2 0 187,9-1 0,4-1 0,-3 0-77,-6 1 0,0-1-51,5 0 1,6-1-1,0 0 1,-4 1 22,1 0 0,2 0-45,-6 0 0,5 0 0,3 0 0,0 0 0,-2 0 0,-4 1-284,-1 0 1,-3 0 0,3 1 283,1-1 0,4 0 0,2 0 0,0 0 0,-2 0 0,-6 1 0,-3-1 0,-3 2 0,2-1 0,4 0 0,4 0 0,1 0 0,-1 0 0,-5 0 45,6 0 0,-1 0-45,-6 0 0,4 0 0,1 0 0,-2 0 0,-3 0 0,3 0 0,-1 0 0,-1 0 0,3-1 0,-1 0 0,-4 1 0,-4 0 0,-2-1 0,15-1 0,-2 1 0,-11-1-530,11 1 260,-22 1 2040,2 0-5047,-9 1 3055,-8 5 0,-1-3 1,-7 3-1</inkml:trace>
  <inkml:trace contextRef="#ctx0" brushRef="#br0" timeOffset="46032">9574 3849 8342,'-7'-6'450,"-1"0"-270,5 4 180,-3 0-270,2 0 359,-5-1-359,4 1 630,-7-2-180,7 2-181,-2-1 811,4 2-721,10 4 181,11 3-540,-1-2 0,2 0 0,11 2-45,-5-4 0,1 0 45,0-2 0,-1 0-45,-4 0 0,1 1-15,2-1 0,3 0 0,-2 0-1224,-2 0 0,0 0 1239,3 0 0,2 0-45,-3 0 0,2 0 0,-3 0 45,-6 0 0,-1 0-45,10 0 0,5 0 0,-4 0 0,-11 0 0,0 0 30,7 0 0,3 0 0,-3 0-30,-8 0 0,0 0 30,6 0 0,4 0 0,-4 0 60,6-6-60,-6 5 0,2-1 0,0 0 15,5-4 0,-1-1-873,1 2 1,3 0 0,-3 1 827,2-1 0,-1-1 30,-3 2 0,2-2 0,-5 2-158,6-2 158,-10 2 0,4-1 0,-4 1-30,7-3 45,2 0 0,0-1-45,-6 1 0,3-1 0,-1 0 90,-4 1-90,4-1 0,-1 0 0,-4 1-298,3-1 0,0 0 388,-7 2-348,1-1 1,0 0 347,-4 2 1539,15-7-1629,-17 7 0,16-6 0,-14 6 71,3-1 1,0-1-72,3-2 0,3-1 0,-2-4 90,-13 8 180,7-9-91,-10 9 2791,1-11-2970,-3 9 90,-1-13-90,-1 12 0,-9-17 0,7 13 0,-9-3 0,0 1 0,5 1-45,-7-6 0,-1-1 45,3 4 0,-2-3 0,-1-1 0,4 6 0,-2 0 0,1 1 0,0 2 0,-1-1 0,0 1 0,1 2-45,-4-2 0,-3 0 45,5 4 0,-1 0 457,-1 0 0,-2-1-457,-9-1 0,0 2 0,2 2-30,3 2 0,-3-2 0,3 2 330,-6 0-330,5 1 0,-3-1 0,2 1-226,7 1 1,0 0 255,-10-1 0,-4 0 0,4 0-344,7 2 1,0-1 313,-9 0 0,-3 0 0,3 0 30,10 0 0,-1 1 0,-5-1 0,-3 0 0,3 0 0,-7 0 0,10 0 0,-2-1-45,1 1 0,2 0 45,-8-1 0,7 1 0,-3 0 0,2 1 0,-9-1-30,8 1 0,-4-1 0,2 1 30,8 1 0,-1-1 0,-7 1 0,-5-1 0,4 0 0,8 1 0,0 0 0,-7 0 0,-3 0 0,3-1 0,9 1 0,0 0-30,-5 2 0,-4 0 0,4 0 30,-7-1-962,7 3 1,-3 1-1,2-1 962,-5-2-30,6 2 0,-3 3 0,4-2 110,-6-1-80,-4 5 0,0 0 0,2-1 0,5-1 0,-4 2 0,1 1 0,6-2 0,0 0 0,-1 1-350,-5 3 1,0-1 0,2 1 349,-4 1 0,3 0-676,1 4 0,3 0 676,6-3 515,-2 3 0,3 1-515,5-4-152,1 1 1,0 1 151,3-3 0,1 2 0,1 1 0,1-3 0,1 3 0,0 1 0,0-4 528,1 4 0,0-1-528,5-2 0,-3 4 0,2 1 0,5-5 45,-2 3 0,0 0-45,1-5 0,1 2 0,0 0 0,0-2 45,2 2 0,-1 0-45,1-2 0,0 2 0,2 0 90,-1-3-90,8 8 0,-1-6 0,-3-3 0,7 3 90,2 0-90,-5-3 0,8 2 90,-8-3 0,3-1-90,-2-1 0,2-1 0,-1 1 45,6 1 0,1 1-23,-6-4 0,2 0 1,0 0-1,-3-2-22,-4 0 0,1-1 22,5 0 1,6 0 0,0-1-1,-2 0-359,-1 0 0,-2 0 1,2-1 336,4-1 0,0-1 0,-1 1 0,-7 0 0,-1 1 0,-2-1 0,4-3 0,-1-1-119,-3 2 0,0 1 119,-2-2 0,0 0-221,8-3 221,-21 2 1801,5-2-1801,-7 3 2364,4-2-2364,-4 4 1356,2-1-1986,-1 2 360,0 0-177,1 0-363,-1 8-2467,3 7 708,-2 2 2398,1 4 1,-3-5 0,0 0 0</inkml:trace>
  <inkml:trace contextRef="#ctx0" brushRef="#br0" timeOffset="47982">11398 1842 9691,'0'-13'1080,"0"-2"-451,0 1-576,0-2 487,0 1-180,0 0 0,0 0-90,0 1 1059,0-10-790,-4 4-449,-1 1-9,-3 5-81,2 17 0,2 5 90,0 22-90,3-5-1104,-1 3 0,-1 1 1014,1 0-300,1-7 0,0 3 1,1-3-16,-1-6 0,1 0-688,3 8 1,1 3 0,1-3-148,-2-8 1,1 0 1239,4 9 0,0-1 0,3-1 0,0-3 0</inkml:trace>
  <inkml:trace contextRef="#ctx0" brushRef="#br0" timeOffset="48382">12183 1700 12030,'-13'0'0,"2"18"90,3 11-90,3 1 0,5-7 0,3-2 0,6-5 45,2-1 0,2 0-45,5-5 45,2-2 0,1-1-45,0-3-45,4-5 0,1-1 135,-4 1-135,2-12 0,-1-1 45,-9 3 0,-2-9 0,-5-1 0,-13 4 45,-2-3 0,-2 0 45,-9 2-90,0-1 0,0 2 0,0 5-45,0 2 0,1 2 45,4 5-450,-12 7-179,17 6-2610,-5 13 2160,11-6 949,-1 4 0,10-10 0,2 0 1</inkml:trace>
  <inkml:trace contextRef="#ctx0" brushRef="#br0" timeOffset="48766">12964 1595 11490,'1'-13'540,"-5"3"-450,-1 13-90,-7 23 0,9-10 0,1 1 0,-1 2 0,1-1 0,2 7-90,6-5 90,4-9-180,3-1 0,1-1 90,6-5 0,5 0 0,1-3 90,0-8 0,-2 1 0,5-1 0,-4-3 225,0-8 0,-3-4-105,-3 4 0,0-2 0,-4 0-75,-2-1 0,-7 0-45,-10-6 0,-5 3 0,-6 8 0,-2 2 0,1 2 0,0 6-180,-1 6 0,0 2-360,4 0-1099,1 12 1,1 3 328,5-5 1161,-2 18 0,8-16 0,-1 0 0</inkml:trace>
  <inkml:trace contextRef="#ctx0" brushRef="#br0" timeOffset="49149">14194 1328 11670,'-7'-25'2339,"1"13"-2339,-7-9 0,-3 24 0,-3 17 0,1-1 0,9-4 0,1 2 0,0 2 0,1-1 0,-2 7 45,3 1 0,2 0-45,8-5 0,2-1 0,3-3 0,6-4 0,4-5 0,1-1 0,1-3 0,6-11 0,0-3 0,-2-2 30,-7-5 0,3-5 0,-5-1-1123,-6 2 1,-4-1 0,1 1 1053,3 0 1,1 1 0,-4-2 38,-7-2 0,-3-2 0,-2 5-4,-5 0-131,-10 4 1,-3 2-226,-3 7-733,4 8 1,-5 1 0,2 2-547,4 1 1,1 2 545,-2 0 1,-2 2 0,2 0 1083,-1 1 0,1 1 0,-2 2 0,0 0 0,-1 0 0,0 1 1</inkml:trace>
  <inkml:trace contextRef="#ctx0" brushRef="#br0" timeOffset="49615">11158 2443 11131,'-23'1'719,"0"1"1,-6-1-1,3 0-539,2 0 180,4-1 0,7 0 270,19 0-361,0 0-89,11-3 0,9-2 0,-2 1-1347,0 0 1,2-1 1241,-3 0 0,4 0 0,3-2 0,0 0 0,0 0 0,-4 1-576,-1 1 0,-2 0 1,0 0-1,3 0 501,-1-1 0,1 1 0,1-1 0,2 0 0,0-1 0,0 1 25,0-1 1,2 0 0,0 0 0,0-1-1,0 1 1,-1 0 0,-2 0-394,1 0 1,-2 1 0,-1 0 0,2 0-1,4-2 375,-8 2 1,3 0-1,2-1 1,1 0-1,2-1 1,0 1 0,0-1-1,0 0 1,-1 1-1,-2 0 1,-1 0-1,-3 2-212,4-3 0,-2 2 1,-3 0-1,1 0 1,1 0-1,5-1 198,-7 2 0,3-2 0,2 1 0,2-1 0,0 0 0,2 0 0,-1-1 1,0 1-1,0 0 0,-1 0 0,-2 1 0,-2 0 0,-2 0-80,6 0 0,-3 0 0,-3 0 0,1 1 1,1-1-1,4 0 87,-5 1 0,2-1 0,3 0 0,0 0 0,2-1 0,0 1 0,0-1 0,0 1 0,-2 0 0,-1 0 0,-2 1 0,-3 0-18,7-1 0,-3 1 0,-2 0 0,1 0 0,3-1 18,-5 1 0,1 0 0,3 0 0,1-1 0,0 0 0,0 0 0,-1 1 0,-1-1 0,-3 1 0,-3 1 0,6-2 0,-3 1 0,-2 0 0,2 0 0,2-1 0,2 0 0,0 0 0,0 0 0,-3-1 114,5-1 0,-2-1 1,-1 0-385,-6 2 0,-1-1 0,1 0 90,0 1 0,0-1 0,-2 0 479,-2 0 1,-4 1-3577,-4-1 3127,-18 5 0,-1-1 0,-17 4 0</inkml:trace>
  <inkml:trace contextRef="#ctx0" brushRef="#br0" timeOffset="50849">11079 2478 13829,'-18'-1'240,"0"0"0,29-7 0,11-3-115,-1 1 1,6-1 0,2 0 0,2-1 0,-2 1-782,-3 2 1,0 0-1,0 1 1,1-1 0,5-1 454,-7 2 1,3 0 0,2-1 0,2 0-1,1 0 1,0-1 0,0 1 0,-1 0-1,-1 0 1,-2 1 0,-3 1 35,3-1 0,-3 1 1,-3 0-1,1 0 1,2 1-1,4-2 171,-5 1 1,2 0 0,3-1 0,1 0 0,2 0 0,0-1 0,1 0 0,-1 1 0,0-1 0,-1 1 0,-2 1 0,-2 0 0,-2 0-70,4 0 0,-4 0 0,-2 1 1,0 0-1,0 0 0,3 0 1,2-1 55,-3 2 1,1-1-1,3-1 1,1 1-1,1-1 1,2 0 0,-1 0-1,0 0 1,1 0-1,-2 0 1,-1 1 0,-1 0-1,-3 1 1,-1 0-164,8-2 1,-5 2 0,-1 0 0,0 0 0,1 0 0,5 0 162,-9 1 0,2-1 0,3 1 0,0-1 0,2 0 0,0 1 1,0-1-1,0 0 0,-1 1 0,-1 0 0,-1 0 0,-3 0 0,-2 1 7,9-2 0,-4 2 0,-3 0 0,2 0 0,1-1 0,0 1 0,1 0 0,1-1 0,0 1 0,0-1 0,-1 1 0,-2 0 0,3-1 0,-1 0 0,-1 0 0,-2 1 0,-2-1 0,4 0 0,-3 1 0,2-2 18,0 1 0,2-2 0,2 0 0,-3 1 0,-5-1 27,-1 1 0,-1-1 364,9-3 1,-2 0-320,-1-3 0,-8 3-90,-4 2 0,-1 0 0,-2 2 1256,8-5-1256,-16 7 2086,2 0-2086,-15 10 3120,4-2-3120,-9 6 643,7-6-643,1 0 178,0-1-178,2-1 0,-2 0 0,4-2 0,-2 1 0,2-2 0,0 2 0,-1-2 90,2 1-90,-2-3-90,5-1 90,0-2 0,1 3 0,0-1 0,-3 3 0,2-1 0,-2 1-3277,0-1 2634,0 6 1,-1-4 0,0 5-1</inkml:trace>
  <inkml:trace contextRef="#ctx0" brushRef="#br0" timeOffset="51585">10808 1542 9422,'0'-21'1034,"0"0"0,-5-7-404,3-2-450,-7 21 90,2-8-270,-2 12 0,-2-2 0,-16 6 0,7 6 0,-8 2 0,-2 1-277,15-2 0,0 2 307,-6 3 0,-2 0 0,3 0-30,-4 6 45,1 4 0,1-1 45,8-2-45,1 3 0,2 1 45,4-3-45,3 2 0,1 1 45,3-3 135,8 11-180,-2-15 0,3-1-45,7 4 45,-6-4 0,0 0-45,7 5 90,-3-4-90,1 0 0,1 0 90,1-1-45,2 3 0,0-1 45,-4-2 90,0 3 0,-2 1-90,-5-1 134,-3 4 1,-1 2-135,-2 1 60,-3-3 0,-1 4 0,-1-1-1642,-3 7 0,-2-1 1492,3-9 0,0 0 0,0 0 60,-1 2 0,0 0 0,1-3 220,-1 2-190,7 0 0,2-1-90,-1-5 90,16 2 0,9-2-90,-4-8 0,1-4 0,3 0-820,2 2 1,3-1 0,0-1 0,0-1 284,-4-1 0,0-2 0,-1-1 0,1 1-207,-1 0 0,-1 1 0,2-1 0,0-3 742,1-1 0,1-4 0,1 0 0,-1 0 0,-2 1 0,-2 2 0,-2 0 0,0 1 0,2-2 0,1-2 0,0 1 0,-1-1 0,1 0 0,0 1 0,0-1 0</inkml:trace>
  <inkml:trace contextRef="#ctx0" brushRef="#br0" timeOffset="52218">14130 556 10411,'-15'-15'900,"7"1"-811,5-1-178,14 7 133,5 1 1,1 0 45,9 4 135,3-2 0,0 1-546,-2 1 366,4 0 0,-1 1 45,-5 0 45,2 0 0,0 0-45,-5 0 45,1 1 0,-1-1-45,-4 1 135,8-1-225,-9 1 90,-7 1-22,7 0-68,-11 0 90,7 5-90,-7 2 135,5 4 0,1 4 45,-1 1 0,0 0-103,1 0 0,1 2 132,0 4 1,2 3 0,-2 2-589,-1 1 1,0 0 0,0 3 432,-2-7 0,0 2 0,1 1 0,-1-1 0,-1-1-54,1-1 0,-2 0 0,0-2 0,0 2 45,-1 1 0,1 2 0,-1-3 0,-1-3 135,1 8 44,-3 1 1,0-1-225,-3-6-37,-6 5 0,-6 3 96,0-12 1,-2-1 0,0 0-296,1 0 0,1 0 0,-3 1 213,-4 1 1,-3 0-1,-2 1 1,1 0-634,2-4 1,0-1-1,-1 1 1,0-1 0,2 0-165,-3 2 1,1-1 0,0 0 0,-2 1 587,-1 1 0,-1 2 0,-1-1 0,1-1 0,4-2 0,3-3 0,3-1 0,-2 0 1,-4 5-1,-1-1 0,1 1 0</inkml:trace>
  <inkml:trace contextRef="#ctx0" brushRef="#br0" timeOffset="53015">11258 2227 10411,'-12'0'630,"0"1"-271,7-1 361,0-5-2249,11 4-1439,24-5 2968,-3 3 0,-5 1 0,1 0 0,6-2 0</inkml:trace>
  <inkml:trace contextRef="#ctx0" brushRef="#br0" timeOffset="53316">12613 2033 10051,'5'-7'-3277,"1"1"3241,6 2 1,3 4 0,2-4 0</inkml:trace>
  <inkml:trace contextRef="#ctx0" brushRef="#br0" timeOffset="53551">14585 1744 10771,'0'0'0</inkml:trace>
  <inkml:trace contextRef="#ctx0" brushRef="#br0" timeOffset="56100">9564 3761 11041,'3'-8'989,"-1"2"-989,-2 5-2518,0 0 2518,9-1 0,-5 2 0,7-1 0</inkml:trace>
  <inkml:trace contextRef="#ctx0" brushRef="#br0" timeOffset="56399">10168 3706 11760,'11'0'0,"-5"0"270,-2-4-180,-2 3-90,1-3 0,0 4 0,3-3 0,-3 2-270,2-1-449,-3 2-810,1 0 269,-3 0 1260,3 0 0,-1 0 0,1 0 0</inkml:trace>
  <inkml:trace contextRef="#ctx0" brushRef="#br0" timeOffset="56698">10763 3678 11221,'-6'6'-1093,"0"-3"1,6 1 0</inkml:trace>
  <inkml:trace contextRef="#ctx0" brushRef="#br0" timeOffset="57100">11231 3737 12750,'-12'-4'0</inkml:trace>
  <inkml:trace contextRef="#ctx0" brushRef="#br0" timeOffset="57749">9634 3920 12390,'12'-6'899,"1"0"-809,-4 5-90,0-2 0,-1 1 0,-1-1-90,-2 2-1529,1-1 360,-3 0 1259,2-6 0,-3 2 0,0-6 0</inkml:trace>
  <inkml:trace contextRef="#ctx0" brushRef="#br0" timeOffset="58467">9719 3143 8972,'8'3'719,"-1"0"1,-1-2-450,-3 0 449,6 1-539,-6-2 360,5 1-360,-6-1 360,3 0-450,-4 1 179,1-1-179,0 1 270,0 0-270,0-1 180,3 2-90,-1-2 180,4 3-270,-4-2 179,5 1-89,-4-1 360,5 2-360,-6-2 540,5 0-541,-6-1 91,7-6-180,-4 5 0,13-18 0,-8 11-90,6-8 0,1-2 0,3-2-820,-5 5 1,4-4 0,1-1 0,-4 2 761,1 0 1,0-2 57,-2 2 0,3-4 0,2-2 0,-1 0 0,-1 0-472,-3 2 0,0-1 1,0 1-1,-1-1 1,0 1 471,2-2 0,0 0 0,0 0 0,0-1-253,-1 4 0,0-2 0,1-1 0,-1 1 1,-1 2-1,-2 4 208,3-5 0,-1 2-300,0 2 1,2-2-1,0 1 1,-4 3 119,-1 3 0,-2 1-896,8-8 0,-1 3-678,-8 7 2142,0-2 0,-8 11 0,-1 0 1</inkml:trace>
  <inkml:trace contextRef="#ctx0" brushRef="#br0" timeOffset="59765">9388 4936 13469,'7'-4'-629,"-1"1"179,-4 3-90,1 0-89,0 0-1800,4 0 2429,5 0 0,-2 0 0,2 0 0</inkml:trace>
  <inkml:trace contextRef="#ctx0" brushRef="#br0" timeOffset="60118">10142 4944 13110,'0'6'0,"3"1"0</inkml:trace>
  <inkml:trace contextRef="#ctx0" brushRef="#br0" timeOffset="60450">10926 4880 13110,'-12'2'-1799,"0"-1"-1478,10-5 3084,3 3 0,3-3 1,0 4-1</inkml:trace>
  <inkml:trace contextRef="#ctx0" brushRef="#br0" timeOffset="60734">11448 4821 14639,'-12'3'-3277,"5"-4"2457,3-3 1,-3-3 0,-1 0 0</inkml:trace>
  <inkml:trace contextRef="#ctx0" brushRef="#br0" timeOffset="61498">9377 4375 11400,'3'-10'1170,"-1"2"-720,-1 1 359,-1-1-449,0 2 539,0-7-719,-6 6 540,-5-10-540,-2 9 45,-1-3 0,-2 0-136,-3 0 121,-2 2 0,-5-2 0,3 1-578,5 3 0,-1 1 458,-3-2 0,-4 0 0,-2-2 0,1 1-68,1 0 1,-1-1 0,1 1-1,1 0-396,2 1 1,1 1 0,0-1 0,-1-1 391,-3-1 0,-3-3 0,1 1 0,1 0 0,4 1-18,-1-1 0,1-1 0,2 1 0,-3-3 0,0 1 0,5 1 0,4 3 0,0-1 0,-11-8 0,1 2-90,11 7-757,-11-2 397,18 10-2518,-1 1-309,6 28 2621,7-12 1,-4 4-1,0 0 1,5 2 0</inkml:trace>
  <inkml:trace contextRef="#ctx0" brushRef="#br0" timeOffset="62365">9482 6208 11940,'-11'0'-90,"1"0"-2698,13 0 1529,12-4 179,-2 3 1080,7-3 0,-12 4 0,0 0 0</inkml:trace>
  <inkml:trace contextRef="#ctx0" brushRef="#br0" timeOffset="62665">10165 6157 11940,'4'8'-820,"-1"-2"1,2-6 0,0 0 0</inkml:trace>
  <inkml:trace contextRef="#ctx0" brushRef="#br0" timeOffset="62983">10651 6114 7263,'9'2'0,"0"-1"0</inkml:trace>
  <inkml:trace contextRef="#ctx0" brushRef="#br0" timeOffset="63282">11354 5960 14279,'-14'0'1349,"0"-5"-989,0 4-360,3-5-540,3 6 90,5-2-269,0 2-271,1-3-2287,-8 2 2747,2-1 0,-8-2 0,4 0 0</inkml:trace>
  <inkml:trace contextRef="#ctx0" brushRef="#br0" timeOffset="64000">10351 5421 13469,'6'15'720,"5"-5"-540,-10 0 180,11-1-181,-10 1-89,8 0 180,-6-3-180,2-2 450,3 5-450,-5-6 180,4 4-180,-6-6 449,3 0-269,-4-1 0,6-1-180,-1-6-90,17-8 0,-7-1-953,-1 2 0,4-1 1,-2 0 952,-3 3 0,1 0 0,5-6 0,6-4 0,0 0 0,-4 3 45,0 1 0,0 0-45,-2 1 0,4-2 0,0-1 0,0 1 0,-5 3 0,3-1 0,-2 1 22,1 0 1,3-1-1,-1 0 1,-3 2-23,-3 2 0,0 1 30,4-3 0,3-1 0,-4 1-30,4-1 90,0-2 0,1 1-90,-2 0 0,-9 7 0,-1 0 0,3-3 0,-12 9-2879,1-3-398,-4 12 3116,0 1 161,-1 10 0,-7-4 0,-1 2 0</inkml:trace>
  <inkml:trace contextRef="#ctx0" brushRef="#br0" timeOffset="68364">9237 2743 12210,'-6'-12'1169,"0"0"-719,3 5-180,-1 0-180,2 2 0,-1 1-90,2 3 0,1-1 0,0 7 0,4-4 0,-3 11 90,4-6-180,0 13 0,-1 2-90,-1 0-810,4 9 1,1 0-180,-4-8-470,2 2 1,2 0 1102,-1-6 1,6 9 0,-4-16 0</inkml:trace>
  <inkml:trace contextRef="#ctx0" brushRef="#br0" timeOffset="68816">9803 2877 12570,'-13'-7'1619,"3"1"-1529,6-6 90,9-3-180,4 6 180,14-4-90,-7 8 0,14 1-1,-18 3 451,11 15-180,-17 4-360,2 5 90,-8-3 270,-11 2-180,8-9-46,-7 1 1,-1 0-135,8-4 90,-13 9 0,14-13-90,-3 4 90,5-7-90,6 2-90,14-5-90,-3-4-1459,6 1 1,0 0-1639,2-10 2184,-6 8 1,5 0 0,-4 0 545,-4-1 1,-1 0 0,10-2 0,-1 1 0,2-1 0</inkml:trace>
  <inkml:trace contextRef="#ctx0" brushRef="#br0" timeOffset="69248">10487 2701 13469,'-20'-6'2249,"8"5"-1889,-1-4-270,10 19-90,0-7 90,-1 20-90,2-17 0,-6 17 90,7-10-90,2 6 90,20-8-90,-5-7 0,1-5 0,1-2 0,-6 0-90,11 2 90,-16-1 0,4 2 0,-9 0 90,0 10-90,-8-6 0,-3 11 0,-3-8 0,-2 2-90,1-2 0,-2 1-1349,-10 7 1034,10-8 0,1 0-2872,-7 7 2949,16-13 1,4 2-1,8-6 1</inkml:trace>
  <inkml:trace contextRef="#ctx0" brushRef="#br0" timeOffset="69715">10926 2756 13289,'-9'2'990,"3"3"-720,2 3-90,3-1 89,-2 11-179,2-8 0,0 6 0,0 0-90,1-5 0,5 10 90,-3-13-90,9 7 0,-4-10 90,10 3-90,-5-7 0,10-4 0,-12 2 0,6-10 0,-2-1 0,-6 0 180,6-13 540,-7 0-540,-1 4 269,-2-2-449,-4 18 0,0-1 0,-5 18 90,4-3-270,-5 10 0,-1 4-1079,3 0 0,1 1 166,0-1 1,0 1 0,0-1 545,3 2 1,1-1 0,-1-2 0,2-4 0,4-3 0</inkml:trace>
  <inkml:trace contextRef="#ctx0" brushRef="#br0" timeOffset="70099">11664 2869 14549,'-11'-6'1979,"5"3"-1889,-1 0-1,6 14 1,3 7-90,4 1 0,9 8 0,-5-17 90,12 12-90,-12-13 0,6 4 0,-2-1 180,-2 1-180,0-1 180,-5 2-90,-6-9 0,-1 5-90,-6-6-180,-6 6 0,-2-5-1349,-11 6 630,13-7-271,-8 3-2107,6-4 1157,4-1 681,-3-1 1439,6-1 0,0 0 0,1 0 0</inkml:trace>
  <inkml:trace contextRef="#ctx0" brushRef="#br0" timeOffset="70266">11669 2912 13559,'6'-15'1619,"-1"5"-1529,8-4-90,-4 7 0,5-1 0,2 0-90,1 0-989,5 0 0,2 0-720,-1 1 1799,6-2 0,0 0 0,-1 2 0,-7 0 0,1 1 0</inkml:trace>
  <inkml:trace contextRef="#ctx0" brushRef="#br0" timeOffset="70633">12420 2614 14459,'0'15'449,"0"-2"-404,-3 7 0,-2 3-45,2-1 0,-1-1-352,-2 4 1,1 0 351,0 4 0,1-2 229,2-5-229,0 0 0,1-1 0,9-6 117,-7 7-27,24-7 0,-8-7 0,7 2 449,-3-16-269,-13 5 270,3-18-360,-8 12 0,-6-14-180,2 13 0,-9-2-90,4 3-270,-5 6-452,1-4-177,0 5-2288,0 11 0,3-8 3139,2 11 0,3-13 0,2 2 0</inkml:trace>
  <inkml:trace contextRef="#ctx0" brushRef="#br0" timeOffset="71001">13047 2696 13379,'-20'-4'1709,"7"-1"-1529,13-1-90,7 3 270,15-2-180,-6 2-90,5-3 180,-3 1-180,-4 1 0,6-1 359,6-2-359,-9 3 0,8-2 90,-8 3-180,-6 1 90,7 0-90,-10 2 180,4 12-90,-9-3-45,0 8 0,-2 2-45,0 1-180,-3 7 0,-1 0-180,-3-1-733,1-4 1,0 4 0,0-4-2185,-1 5 3256,1 3 1,2-2 0,3-12-1,0 7 1</inkml:trace>
  <inkml:trace contextRef="#ctx0" brushRef="#br0" timeOffset="73650">489 4787 10411,'8'-14'989,"-1"3"-539,-3 2 90,0 2-90,-1 0-180,-1 0 179,1 0 1170,-1 1-1529,-21 14 0,8-3 180,-13 9 0,-1 3-377,3-2 287,6-3 0,-3 2 0,2-2-90,-5 6-90,7-5 0,-2 2 0,2-1 44,5-1 1,2 0 0,-1 6 0,2 0 45,2 3-45,14-7 0,4 0 45,-5-1 0,7 4 0,1 2 0,-2-1-876,-5-1 1,2 2-1,-1-1 786,-3-4 0,-1 1 22,2 5 1,0 5-1,1 2 1,-1-1-143,-1-4 0,-1 0 0,-1 0 0,2 1 137,0 0 1,0 1 0,1 1 0,0-2 0,-1 0-18,1 4 0,-1-1 0,2-2-60,2-4 0,2 0 1,0-6-301,6-1-660,0-7 1,4-1 0,-1-2-151,-3-4 1,1-2 1169,7-3 0,5-2 0,1-1 0,-3-1 0,-6 1 0,-2-1 0,1-1 0,6-2 0,0 0 0,-1 0 0,1 0 0</inkml:trace>
  <inkml:trace contextRef="#ctx0" brushRef="#br0" timeOffset="74483">4390 3552 12840,'-13'4'1529,"0"-1"360,2-2-1799,11-5-90,5-2 90,16-5 0,4-1-90,-9 5 0,1 0-736,7-4 1,5-1-1,-4 1 781,-9 4 0,1 0 195,4-2 0,3-2 0,-3 2-60,4-3-319,-3 1 0,0 0 409,-8 2-23,10-6-67,-17 10 0,3-3-180,-8 6 2209,0 14-2119,-2-3 90,1 11 0,2 1 0,3 2-45,1 7 0,1 0 1080,2 0-1155,-3-6 0,2 4 0,0-2-15,2 4 0,0-2-15,-4-8 0,0 0 0,1-1 90,1 2 0,1-1 0,-2-3 626,1 1-386,0 1 0,-2-1-90,-2-5 0,-1 16-270,-9-17 0,-3 4 0,-3 0-180,-8 1-640,3-4 1,-3 1 0,-3 2 0,-1-1 163,0-2 1,-1-1-1,-2 1 1,0 0 0,0 0 462,2-1 0,0 0 0,-1 0 1,1 1-1,-1-1 0,0 0 0,0-1 1,0 1-1,0-1 0,0 0 0,0-1 1,2-1-1,-2 1 0,0 0 0,0 0 1,-1-1-1</inkml:trace>
  <inkml:trace contextRef="#ctx0" brushRef="#br0" timeOffset="75831">644 5186 11490,'-8'7'180,"3"6"-90,0-3-90,4 3 360,-2 10-360,3-12 270,5 10-270,3-14 180,12 2-180,-6-7 45,4-3 0,2-3-45,-2-8 0,-1-3 0,7-2 0,-1-3 135,-5-6 0,-3 0-90,-4 8 0,-4 1 44,-7-3 1,-4 2 0,-8 5-45,-2-1 0,-2 2-45,-5 2 0,2 2 0,1 0 0,4 4-269,-13 0-2160,20 16 0,4-2 450,18 14 1979,0-14 0,6 4 0,-7-8 0</inkml:trace>
  <inkml:trace contextRef="#ctx0" brushRef="#br0" timeOffset="76216">1231 4861 11940,'-8'-6'270,"-6"2"-90,5 2-180,-12 8 0,11 2 0,-8 13 0,16-5 45,-3 2 0,2 2-45,14 10-45,-3-10 0,4-2 0,7-4 0,3-6-1594,5-7 1,-1-5 1535,-6 2 1,-1-4 57,6-9 0,-4-3 45,-7 2 45,-2-2 0,-3-1-45,-4 3 45,-5-2 0,-2 1-45,-9 3 45,0 1 0,-2 0-45,-6 4 0,2 3 0,1 1 0,2 3 0,-7 0-450,9 9-2068,3 2 269,-3 17 1439,8-10 810,0 6 0,4-15 0,0 0 0</inkml:trace>
  <inkml:trace contextRef="#ctx0" brushRef="#br0" timeOffset="76600">1861 4559 12120,'6'-13'630,"-2"3"-450,-8 6 0,3 9-180,-8 9 0,8 14 0,-6-4 0,7-3 0,0-2 89,-3-2-89,5 0 0,1-1 0,4-5 90,11 8-90,-6-15 0,18-4 0,-14-2-1639,6-14 1,1-5 1523,-6 5 175,-4-1 0,1-5 0,-4 3 30,-2-4 0,-5-2 0,-2 1 0,-1 4 0,-12 1 0,-3 0 0,3 6-90,-12 1 0,-2 3 0,6 4-1314,-3 7 0,1 4 774,7 3-1099,1 7 1,2 3-1639,4-1 3440,-2 12 1,9-14 0,0 0 0</inkml:trace>
  <inkml:trace contextRef="#ctx0" brushRef="#br0" timeOffset="77515">2474 4348 11850,'5'-8'1889,"-1"3"-1619,-7 4-270,2 16 0,1 4 0,6 4 90,7 4-90,-3-18 0,12 9 90,-10-12-90,3-1 0,1-1 0,-1-2 0,6-2 0,1-5 0,-7-6 0,-1-1 0,2 4 0,-2-1 0,-2-10 0,-5-1 0,-4 6 0,-6-3 0,-2 0 0,-6 3 0,-3-1 0,-1 1-90,-4 3 90,1 2 0,1 1 0,2 4-180,-13 0 0,18 10-180,-4-5-1349,7 18 720,4-12-2288,-1 20 3151,11-16 1,-5 7 0,6-10 0</inkml:trace>
  <inkml:trace contextRef="#ctx0" brushRef="#br0" timeOffset="77983">3116 4143 12300,'-7'-10'630,"-2"3"-540,8 14-90,-4 12 0,5 0-1639,3-1 1,2-1 663,2-4 479,3 1 1,1-2 495,2-4-479,2-2 0,1-1 479,-1-2-264,4-1 1,0-2 263,-2-6 777,1 0 1,-1-1-778,-4-7 0,4-3 2001,-9-5-1911,-10 5 0,-2-2 1585,6-11-1495,-15 5 0,-2 1 970,5 6-1105,-9 0 0,0 1-45,3 5 0,-1 3 0,1 2 0,2 4-104,-14 15-1425,17 8 630,-3 5-740,10-7 1,3 1 1355,6 2 0,-3 6 1,4-10-1</inkml:trace>
  <inkml:trace contextRef="#ctx0" brushRef="#br0" timeOffset="78432">3541 3975 12210,'-5'-12'1439,"3"3"-1439,-3 16 0,5 1 0,0 18 0,4-13 90,1 8-90,5-14 0,7 6 0,-4-10 0,6 0 0,1-2-90,-4-1 90,5-8 0,1-2 0,-2 1 0,3-8 0,-2-2 90,-8 3-90,-2-3 0,-2 0 90,-4 3-90,-4-1 0,-4 0 90,-7 4 0,-2-1 0,-2 0 0,-6 4-90,-8-4 0,-2 8 0,11 4-45,0 2 0,0 4-1304,1 12 539,0-1-829,12 0 1,2 0-302,4-2 1888,9 6 0,-7-9 0,7-1 0</inkml:trace>
  <inkml:trace contextRef="#ctx0" brushRef="#br0" timeOffset="78931">4123 3771 13649,'-12'6'180,"0"8"-180,7 15 0,0-7 0,9 2 0,-3-16 90,15 4-180,-10-9 90,11 1 0,0-3-90,-6-1 90,10 0 0,-11-7 0,2 5 0,0-19 0,-5 13 90,3-22-90,-8 17 90,-8-17 0,-2 17 0,-3 0 0,-2 0-90,-10 4 0,1-3 0,5 10-180,3 8 0,5 1-1439,-7 13 630,10-6-2288,-3 15 3061,7-16 1,1 8 0,1-10 0</inkml:trace>
  <inkml:trace contextRef="#ctx0" brushRef="#br0" timeOffset="79349">4403 3773 12660,'-7'-4'809,"2"2"-719,1 1 0,1 6-90,-3 6 0,3 6 0,2-3 90,7 2-90,0-11-90,2 2 90,8-4 0,-9-2 90,10 0-180,3 0 90,8-13 0,-5 3 0,-7-4 0,-3 0 90,-6-2 90,1-12-180,-7 14 90,-6-6 90,-4 5-90,-3 3 0,0-1-90,-8 1 0,-7 6 0,3-1-810,-5 18 271,20-9-2738,-3 24 1337,10-20 1940,6 14 0,-3-14 0,5 2 0</inkml:trace>
  <inkml:trace contextRef="#ctx0" brushRef="#br0" timeOffset="79783">4834 3555 13469,'-9'3'90,"3"1"0,3 9 0,2-2-90,0 0 90,12 1-90,9-5 0,2-2 0,-3-7 0,1-1 0,-2 1 225,5-9 0,-1-3 404,4-5-494,-11 7 0,-1-3 135,-4-1 0,-3 1-90,-4 0 180,-4-4 0,-1 0-181,0 5-179,-10-1 0,-3 1 0,5 8-45,-9 1 0,-1 2 45,4 8-495,-4 2 1,1 4-945,9 3 0,2 0 899,-4-1 0,3 0-2428,9 14 1529,2-18 1380,15-1 1,-7-3-1,10-2 1</inkml:trace>
  <inkml:trace contextRef="#ctx0" brushRef="#br0" timeOffset="80164">5474 3255 13020,'-9'-3'1529,"-4"1"-900,3 1-629,-1 0 90,-6 6 0,11-4 0,-10 16-90,10-10 0,-6 21 90,9-17-90,-2 12 0,10-17 0,7 5 0,1-8 90,15 0-90,-12-10 0,7-2 0,1-3 225,-7-2 0,-2-1-90,4 1 0,-1-2 314,-3-5 1,-3 0-270,-6 2-45,-4-1 0,-3 1-135,-9 6 0,-3 3 0,-1 1-180,-7 5-810,-4 3 1,-1 4-450,0 9 346,5-2 1,-3 2 0,3 1 682,4 1 0,2 1 1,-2-1-1,0 1 1,0-1-1,3 1 0,0 0 1</inkml:trace>
  <inkml:trace contextRef="#ctx0" brushRef="#br0" timeOffset="83532">1104 6226 11490,'-6'-7'630,"-3"2"-630,8 10 90,-5-4 0,5 20 90,-1 6-90,5-7 0,4 1-45,3 1 0,1-1 0,-3-7 0,3-2 0,6 0 0,0-4-45,-3-4 0,3-1 0,0-2 0,0-8-90,2 0 0,-1-3 90,-1-7-45,2-5 0,-2-4 45,-9 5 0,-5-3-835,-5 3 1,-3-2 0,-1 1 879,1-1 0,-3 2-15,-7 6 0,-5 0 0,3 4-30,-2 1 0,0 2 0,0 3 0,6 3-360,-8 15-90,15-4-1189,1 12 1,4 1 1465,14 4 1,-9-7 0,2-1 0,17 2 0</inkml:trace>
  <inkml:trace contextRef="#ctx0" brushRef="#br0" timeOffset="83965">1935 5863 13020,'-12'16'0,"5"-3"90,0 11-90,6-12 0,-2 16 0,8-16 89,3 11-89,6-14 0,11 2 0,-7-9 0,3-3 0,2-3 0,-6-6 0,-1-3 0,3-5 0,-2-1 0,-3 3 0,-6-2 0,-11-7 0,-7 1 0,-3 10 0,-2 2-93,-1-4 0,-1 2 93,-11 2 0,1 5 68,2 3-68,-6 4 0,1 2-90,8 0-315,1 10 1,2 2-226,10-3-1009,2 9 1,4 1 238,10-2 1400,-2 0 0,3-2 0,10-1 0,3 3 0</inkml:trace>
  <inkml:trace contextRef="#ctx0" brushRef="#br0" timeOffset="84365">2473 5650 11940,'-11'-2'180,"-4"6"180,-3 14-360,4-2 45,5 1 0,1 1-45,3-2 0,2 0 0,0 1 90,2-3-90,17 13 90,12-18-90,-13-3 0,1-1-262,5-4 0,0-4 262,7-10 0,-8 3 0,0-2 0,-7 2 0,0-1 109,3-9 0,-4-1 160,-11-10-224,3 14 0,-2 0 90,-19-4 0,-4 4-135,5 4 0,-12 1 0,-2 3-90,11 11 0,1 2-993,-1-5 1,0 2 722,3 7 1,3 3-2918,-6 9 2655,10 0 0,-2 6 0,10-12 0</inkml:trace>
  <inkml:trace contextRef="#ctx0" brushRef="#br0" timeOffset="84983">3077 5427 11490,'-13'-16'1440,"1"5"-721,1-7-719,6 13 0,-1-2 0,6 12 0,-2 4 90,2 14-90,0-6 0,4 2 0,5 1-45,2-7 0,2-2 0,7 4 0,1-2-1594,-3-5 1,-1-2 1535,-1-3 1,1-3-649,1-2 0,-1-3 751,5-4-472,1-2 1,-1-2 471,-7-5 0,-1 1 0,-5-2 45,-13-1 0,-3-1-45,5 5 0,-2 0 0,-14-9 0,-4 4 0,2 10-316,-3 1 0,-1 2 316,2 4-53,0 5 1,0 2-128,5 8-1046,2 1 0,1 2 57,6 5 1428,2-2 1,2 1 0,9-4 0,2 9 0</inkml:trace>
  <inkml:trace contextRef="#ctx0" brushRef="#br0" timeOffset="85365">3510 5166 12120,'-13'-4'270,"0"1"-270,2 8 0,3-3 0,3 22 0,3-14 0,2 9 0,0 1 0,0-4 45,6 3 0,1-2-45,1-4 0,9-1 0,2-2 0,-3-5 0,6-5 0,1-1 90,-4-1-90,4-10 0,-1-2 0,-4 3 90,0-8 0,-3-2 0,-6 3 45,-2-3 0,-4 1-135,-9 3 0,-4-3 0,-4 0 0,-1 9 0,-2 2-1444,0-4 0,1 2 1354,-10 0-264,10 8-2525,7 9 451,-1 2 2428,8 9 0,8-4 0,2 0 0</inkml:trace>
  <inkml:trace contextRef="#ctx0" brushRef="#br0" timeOffset="85732">4055 5015 11940,'-10'-5'180,"-4"1"0,6 3-180,-9 7 0,6 1 0,2 11 0,7-6 0,7 7 0,-4-12 0,17 5 0,-10-9 0,8-3 0,3-2 0,-3-6 0,0-1-87,-1 2 0,1-1 222,0-5 0,-3-1-45,-5 1 90,0-4 269,-6-5-359,-10 7 0,1 0 0,-2 0-90,-7 2 0,0 2 0,1 0 0,2 4-629,-11-2-2648,16 27 977,0-8 2300,11 20 0,4-19 0,6 4 0</inkml:trace>
  <inkml:trace contextRef="#ctx0" brushRef="#br0" timeOffset="86100">4558 4867 12030,'-21'-9'450,"11"5"-360,-10-2-90,18 11 0,0 1 0,11 5 0,14-5 0,-8-3 0,4-5 0,0-3 0,0 4 45,4-9 0,-1-2-45,-2 3 225,-2-5 0,0-2-46,-7 2-44,-3-1 0,-2 0-45,-10 2-1696,-4-2 0,-4 1 1606,-4 4-394,-1 2 1,-1 0 393,4 6-518,-11 8 158,16-4-1979,-3 21 900,9-15 1415,1 21 1,9-18 0,1 6 0</inkml:trace>
  <inkml:trace contextRef="#ctx0" brushRef="#br0" timeOffset="86448">4986 4644 11850,'-22'-1'810,"8"7"-810,-3 0 0,15 7 90,-9-1-90,11 0 90,6-3-90,2-3 0,21-3 0,-13-9 0,1-2 45,0 5 0,0-1-1337,6-13 1,-3-2 1561,-6 4-344,-2-4 0,-3-1 253,-6 6 136,-11-1 0,-3 1-135,-1 3-45,-10 2 0,-3 1-135,2 4-45,-3 2 0,0 1 45,6 1-675,1 4 1,3 3-46,8 2-2557,5 15 1247,10-11 2030,15 4 0,-6-12 0,8 1 0</inkml:trace>
  <inkml:trace contextRef="#ctx0" brushRef="#br0" timeOffset="86783">5356 4434 13110,'-7'-12'1888,"5"3"-1168,-16 4-720,6 10-90,-5 5 90,14 7-180,18-3 90,1-4 90,3-7 0,0-4-90,-3-6 135,3 3 0,0-1 45,-6-11 0,6 3 450,-12-7-90,-4 0-271,-8 1-44,-4 5 0,-3 1-135,-5 4-45,-1 0 0,1 1-45,6 5-809,-10 0 179,14 9-2557,-1 0 0,6 6 3229,7 1 0,-4-2 0,5 0 0</inkml:trace>
  <inkml:trace contextRef="#ctx0" brushRef="#br0" timeOffset="86982">5723 4185 15718,'5'-17'1092,"-1"-1"0,-1 1 0,1-1 546,-1 0 0,1 1 1075,1-13-2713,-3 23 0,1-1 90,1 24-370,-1-2-500,0 5 1,2 4-1,-1-2-695,0-2 0,-1 2 655,1 3 1,1 5 0,0 1 0,-2-5 409,0 4 0,0-2 1,0 2-1,0 2 1,-1-2-1,-2-4 0,0 1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7:32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7377 2537 10861,'0'9'989,"0"-2"-719,0-4 360,0-1 1349,0-1-1530,0-5-359,0-15-90,0 8 90,0-10 180,0 8-180,-2 4 270,-1-12-270,-1 12 270,-1-11-270,3 12 179,-4-7-179,4 9 180,-2-5-270,1 6 0,0-2-90,1 5 0,1 1 0,-1 1 90,2 5 0,0 0 90,0 12-90,0-6 0,0 5 0,0 3 90,0 10-45,0-12 0,0 0-45,0 10 90,0-2-90,0-8 0,0 0 0,0 1 0,0-4 0,0 16 0,0-20 180,0 9 899,0-15-1079,0-6 0,0-7 90,0-14-180,0 5 90,0-3 0,0 0-90,-4 0 90,2 1 0,1-3 0,-1 2 0,-3-1 0,-1 2 0,4-6 0,-1 1-45,-1 2 0,0 3 45,3 6-89,-2-8-1,3 19 0,0-1 90,0 10 90,4 10-90,-2-2 0,2 2 0,2 1 0,-2-2 45,1 3 0,0 1-45,0-2-1639,1 5 1,-1 2 803,-3-4-804,2 5 1,0 0-154,-1-4 153,-2 3 1,1 1-1639,-1-3 3238,-1-4 1,0-1 0,0 0-1,0-1 1</inkml:trace>
  <inkml:trace contextRef="#ctx0" brushRef="#br0" timeOffset="518">7114 2666 11311,'0'-12'1529,"0"-4"-90,0-3-1349,0 6 629,0-2-179,5 12 270,7 7-541,0 3-1695,3 6 0,1 2 1606,-2 3 45,5 3 0,0 1-172,-3-5 82,2 3 0,0-2-45,-2-4 90,1-1 0,0-1 0,-2-4-1,0-2 1,0-2-180,-1-2 45,2-7 0,1-2-45,-2-2-752,-2-5 0,3-5 0,-2 2 752,4-8-270,-4 3 0,3-4 1,-3 4-96,-6 7 0,0 1-565,4-7 1,1-3-1,-1 4-329,3-8 166,-3 10 1,2-3 0,-1 3-2185,7-4 3471,-3 4 0,0 2 0,5 1 0,1 1 1</inkml:trace>
  <inkml:trace contextRef="#ctx0" brushRef="#br0" timeOffset="1033">8555 2365 10591,'-6'-15'1349,"1"0"270,0-5-359,1-1-901,0 0 91,2 6 450,0 5-810,1 5 89,-1-2-269,1 6 90,-1 1 180,2 6 270,0 12-315,2-1 0,0 0-135,-2-1 0,1 1 30,1 4 0,1 2 0,0-1-30,1 9 0,-1-1-291,0-1 0,1 2 141,-1-6 0,1 0 1,-2-3-211,1 4-450,-1 3 1,0 0 89,-1-6-584,0 2 0,-1-2 134,0-6 1170,-5 9 0,4-20 0,-3 1 0</inkml:trace>
  <inkml:trace contextRef="#ctx0" brushRef="#br0" timeOffset="1351">8484 2597 12030,'-12'-19'3148,"1"4"-3058,4 4 630,1 5-90,5 10-1,5 9-449,1 0 135,2 2 0,1 0-135,2-1 179,3 5 1,2 3-135,-4-9 0,1 0-135,0 3 0,2 0 224,1-2 1,0-3-135,-3-3 180,3-2 0,1-2-270,-5-2-90,4-8 0,0-3 0,-4-2-90,3-9 0,0-2-270,-2 0-405,-1-4 1,0-1 44,-3 3-919,-1-2 1,0 1-302,-1 6 301,2-1 1,2 2 860,3 4 1,8-6 0,-5 10 0</inkml:trace>
  <inkml:trace contextRef="#ctx0" brushRef="#br0" timeOffset="1970">10497 2482 13469,'5'-11'2969,"1"-4"-1530,-4 5-1259,-1 0-90,0 10-90,-5 11 0,-2 10 45,0-2 0,1 2-45,-3 9-1093,3-7 1,1 4 0,0-4 719,2-7 1,0 0-228,-1 9 0,1 4 1,-1-4-211,2 3-674,0 0 0,0 0-135,0-7 1619,0-2 0,0-2 0,-1-5 0,0 3 0</inkml:trace>
  <inkml:trace contextRef="#ctx0" brushRef="#br0" timeOffset="2318">10402 2663 12930,'-10'-16'2518,"3"4"-719,-8-6-1439,9 12-90,-4-7-270,7 11 180,-1-1 179,10 18-179,-5-6-45,9 9 0,1 2-45,-3-1 45,7 4 0,1 1-135,-2-3 135,2 3 0,1-2 45,-1-4 89,1 0 1,0-1 0,-2-4 315,1-2 0,-1-2-136,-2-4 136,5-5 0,-1-2-405,-2 1-1786,4-12 0,0-3 1516,-4 2 30,-3-2 0,0-5 0,-1 2-269,-3 6 1,1-1-452,2-8 0,2-3 1,-1 3 284,-4 7 1,0 0-599,2-4 1,3-2 0,-2 3-2185,3-3 3148,1 5 1,0 2-1,-4 6 1,6-2 0</inkml:trace>
  <inkml:trace contextRef="#ctx0" brushRef="#br0" timeOffset="8767">7324 2944 9332,'6'-10'899,"-1"1"-629,-4 6-90,0 1 450,-1 0-91,0 6-269,0 1 1079,0 6-1349,-8-40 180,-4 0-135,5 6 0,0-1 135,-4 1 0,1 3 0,2 5 0,-2 0 0,-1 1-90,2 5-90,-14-6 0,13 12 0,-17 5 0,15 0 0,-4 9 0,1 2 0,0-2-1071,2 6 0,-2 4 0,2-1 1071,4-7 0,0 2 30,-5 9 0,-3 5 0,3-4 15,4-8 0,1 0-15,-4 9 0,-2 3 0,2-3-30,4-7 0,0 0-500,0 1 1,-2 4-1,1 0 1,2-3 499,0-1 0,0 2-268,1-1 1,-1 5-1,-1 1 1,1-1 0,2-3 312,-2 4 0,1 0-89,1-4 0,-1 3 0,0 2 0,0-1 0,1-2 74,-1 6 0,2-2 0,-1-1 0,0-2 0,1 0 0,0 1-8,0 1 1,1 1-1,0 1 1,0-2 7,2 3 0,0-2 0,0 3 164,0-6 1,1 1 0,-1 1 0,1 0 0,0 0-141,0-1 0,0 1 0,1-1 0,-1 1 0,1-1-1,0 0 1,-1-1 0,1 1 0,0-2 0,0-1-24,0 5 0,0-3 0,0 0 60,0 4 0,0 0 0,0-1-30,2-4 0,-1 0 0,1-1-15,1 6 0,0 2-23,0-9 1,1 3-1,0 0 1,1-5 775,0-3 1,0-1-799,2 8 0,1 3 0,0-4 45,-3-7 0,1-2-15,3 7 0,0 2 0,0-4 60,3 8-90,-2-8 0,0 0 45,-3-5 0,0-1-466,4 8 511,3 7 273,-6-12 1,1 1-230,2 6 1,0 1-135,-2-3 0,1-1 281,-1 1 1,0 1 0,-1-3-192,2 6-73,-3-7 1,2 4 0,-1-2 27,-1 0 0,0-1 0,1 3 0,1 0-45,-1 2 0,-1-3 0,-1-2 684,-1-5 1,0 0-685,5 13 0,-2-11 0,0 1 0,-2-3 0,1 0 44,3 6 1,0-2-45,-2-4 45,1 1 0,0 0-45,-1-1 45,1 4 0,2 1-45,3 4 74,-7-9 1,1 0-30,3 2 0,0-1-45,-2-2 0,2 2 0,0-1 0,-3-4 0,10 9 0,-11-13 2285,4 2-2196,-3-4 542,-2-2-541,8-1 0,1-8-90,0-2 0,0 0 90,4-17-180,-7 16 90,2-7 0,0-1 0,-3 4 0,2-1 0,-1 0 90,-2 1-90,3-5 0,1-2 0,-5 5 0,0 0 0,1-2 0,1-1 0,0-4 0,0 3 0,-2 0 0,2-2 0,0-3-45,-2 5 0,-1 0 45,0 1 0,0-1 0,2-7 0,-2 2 0,-2 3 0,0-6 0,0 0 0,-1 1 30,-1 4 0,1-4 0,-1 1-1669,1-3 1,0 1 1580,-1-2 1,1 0 57,0-1 0,0 4 0,-2 6 0,1-1 0,0-1 0,-1 3 0,1-4 0,-1-1 0,1 3 0,-1-7 0,0 0-201,-1 2 201,-1 6 0,1-4 0,-1 3 0,1-9-30,-1 5 0,-1-4 1,1 4-234,0 8 0,-1 1 293,1-5 0,-1-3 0,0 3 3002,1-3-3077,-1-4 0,1 1 45,-1 2 0,0-5 0,0-1 0,0 8 0,-1 3 0,-1-3 0,1 1-45,0 0 0,0 0 183,-2-3 0,-1 0-138,3-8 0,-1 4 0,-3 3-30,3 5 0,0-3 0,0 3 594,-2-5-564,1 6 0,1-3 0,-1 2 0,0-7 0,0 7 0,0-2 0,1 4 0,-2-7-45,-1-6 0,1 2 45,0 6-746,0-1 1,0 2 745,1 4 0,0-1 0,-1-3 0,0 1 0,1 1 0,-1 0 0,0 0-45,-1-7 0,1 2 45,0 5 0,-1-3 0,0-1 0,0 3-45,0-4 0,-1 0 45,1 2 0,-1-3 0,-1-1 0,1 5 0,-1-2 0,-1 0 0,1 5 0,-3-4 0,1 0 210,0 5-210,0-2 0,0-1-90,2 7 90,0-2 0,0 0 0,1 2-45,-1-2 0,1 0 45,0 1 0,-1-1 0,0-1 0,0 3 0,-1-2 0,-1-1 0,1 3-933,-4-4 1,-1 0 932,3 4 45,-3-1 0,1-2-45,-2-4 0,2 3 90,-3-5-90,10 16 0,-11-8 0,9 10 90,-10-6-90,9 7 90,-12-4-90,11 6 0,-11-2 0,12 5 90,-10-1 0,9 1-90,-11 5 0,10-4 90,-13 12-90,12-11 0,-13 14 0,12-11-1180,-3 6 1,-1 2 1179,1-1 45,-5 7 0,-1 3 1601,1 1-2066,2-1 0,-3 4 0,1-1-536,5-5 0,-1 1 300,2-1 1,-3 4-1,0 2 1,0-1 0,3-2-438,1-2 1,1-1 0,0 2 853,0 2 1,-2 4 0,0 1 0,0 0 0,3-4 0,1 0 0,2-2 0,0 1 0,0 1 0,0-1-1,0 0 1,0 0 0</inkml:trace>
  <inkml:trace contextRef="#ctx0" brushRef="#br0" timeOffset="132515">6498 2717 8702,'6'-12'0,"-1"-8"180,-2 2-90,-1 0 0,-6 2-90,3 11 180,-8-4-180,3 7 90,-9 0-90,6 1-90,-16 1 180,2 5-45,6-2 0,0 1-45,-6 2-90,1 4 90,17-7 0,-2 4 0,6-2 90,0 8-270,6 10-180,0 2-733,-3 0 1,0 4 0,0-1 740,0-6 0,0 1 1,-2 5-1,0 3 0,0-3 1,0-4-1,0 0 0</inkml:trace>
  <inkml:trace contextRef="#ctx0" brushRef="#br0" timeOffset="133202">11152 2285 8252,'10'-5'630,"-3"0"-270,3-4-360,-7 2 90,11-1-90,-8 3 0,6-1 0,0 2 0,-3 2 0,14-1-90,-12 2-180,13 7-540,-8 21 361,-3-5 84,-6-2 1,-1 5 0,-2-2 0,-1-5 0,-2 1 0,1 2 0,0 0 0,0 0 0</inkml:trace>
  <inkml:trace contextRef="#ctx0" brushRef="#br0" timeOffset="145349">2724 4204 11221,'0'-12'449,"0"0"-89,0 0 180,0 0-90,0 2-1,-5 0-179,4 3-90,-4 1-90,5 2 0,0 0-180,-4 2 90,3 0 180,-3 7-180,4 4 90,0 3 0,5 14-60,0-6 0,1 2 0,0 1-30,0-3 0,-1 1 0,1 0-114,1 3 0,1 1 0,-2-1 144,1 1 0,-1 0 0,-1-3-120,2 5 30,-2-8 0,0 3 1,0-2-886,0 1 1,0-3 629,-2-1 0,1 0-765,1 1 1,-2-4 360,0-9-631,1-13 1171,-3-3 358,2-16 1,-1-5 389,0 10 1,0-1 0,0 0-578,-1 1 0,1 0 1,-1-1 516,1-5 1,0-1 0,-1 3 344,-1 3 1,0 2-720,1 0 0,-1 2 674,-5-13-449,-4 27 0,-12 23-360,6-6 0,1 12 0,2 2 90,2-4-90,2 3 0,2 0 322,2-3-322,4 0 0,4-1 90,5-4-135,3-1 0,2-1 45,7-5-450,2-3 0,2-1-179,2-3-464,-2-6 1,5-3 0,-1-1 727,-9 0 1,0-1 0,0 0 0,4-2 0,0 0 0,-2 0 0,1-4 0,1 0 0</inkml:trace>
  <inkml:trace contextRef="#ctx0" brushRef="#br0" timeOffset="145782">2890 3821 11737,'-29'-3'540,"8"3"0,0-1-360,6 0 0,-2 2-1273,-4 4 1,-4 4 0,4-1 837,3-1 1,1 2 389,-1 5 0,-2 5 0,0 1 0,4-2-90,0 1 0,1 3-9,3 0 0,-2 4 0,1 2 0,0-1 0,2-3-36,2-1 0,1-2 0,0 4 11,2-3 0,-1 4 0,0 4 1,0 0-1,1 1 0,-1-1 0,1-2 1,2-3 10,-1 2 1,1-4-1,1 0 1,-1 5-23,2-2 0,-1 5 0,0 3 0,1 0 0,0 1 0,0-2 0,1-3 0,1-3 0,0 5 0,2-4 0,2 3 15,1-4 0,1 2 0,1 3 0,0-2 0,1-1 0,0-6-15,0-1 0,1-5 0,3 2 0,6 4 0,4 2 0,2-2 0,-3-6 0,0-3 0,3-5 18,1-4 0,5 0 0,3-2 0,-1-2 0,-5 0-18,-3-2 0,-3-2 0,3-2-39,-1 0 0,2 0 1,3-2-1,0-1 1,1-1-1,-1-1 1,-3-2-216,-1-2 0,-1-1 0,0-2 0,-1-1 0,-1 0 0,1 1 0,-1 0 224,2 1 0,0 1 0,0 0 0,-1 0 0,0-2 0,0-3 10,-3 1 0,1-3 0,-1-1 0,1-2 0,-1 0 0,0 1 0,-3 0 0,-1 1 0,-2 3-43,1-4 0,-4 3 0,-1-1 0,0-4 63,-1 2 0,0-3 0,0-3 0,0-1 0,-1 0 0,0 1 0,-2 2 0,-2 3 22,-2-2 1,-1 3-1,-2 0 1,-2-4 78,1 3 0,-2-4 0,0-1 1,-1-2-1,-1 1 0,0 1 0,-1 2 1,1 4-13,-4-1 1,0 3 0,-1 1 0,-4-2 38,0 0 1,-2-2-1,-3-1 1,-1 0 0,0 1-1,1 3 1,2 4-39,-6-3 0,2 6 0,-5 0-13,4 5 0,-3-1 0,-3 1 0,-1 0 0,0 1 0,3 3 0,3 1-77,-7 2 0,3 5 0,-4 2 10,10 1 0,-4 1 0,-3 2 0,0 1 0,-2 1 0,2 0 0,0 1 0,4-1 0,2 1-313,-4 3 0,4 0 1,2 2-1,-4 4 123,6-4 0,-2 2 0,-1 1 0,-2 3 0,0 0 1,1 0-1,1 0 0,1 0 0,3-1 0,2-3-158,-3 9 1,4-3 0,3 0 0,-2 6-28,5-6 1,-2 3 0,1 2 0,-1 2 0,1 1 0,1-1 0,1-1 0,1-2 0,2-2 131,1 5 0,3-3 0,1 0 0,0 2 0,0-2 0,1 3 0,-1 1 0,1 0 0,2-2 0,1-4 0,5 3 0,0-1 0,0 1 0</inkml:trace>
  <inkml:trace contextRef="#ctx0" brushRef="#br0" timeOffset="180915">6888 2594 7623,'-5'-10'359,"4"1"-179,-5 3 0,2 1 0,3 0 270,-3-4 0,4-3 179,0 0 1,0 1-270,0 4-360,-7 3 0,-12 2 0,-2 8-1001,2-1 0,-4 0 0,3 1 1001,1 2 0,-1 1 0,-6 2 0,-5 1 0,0 1 0,3-2 0,6-2 0,3-1 0,-4 2 0,0 0 0,-3 1 0,-3 2 0,-2 0 0,0 1 0,1-1 0,1 0-400,0-1 1,0 1-1,0-1 1,0 1-1,1-1 1,-1 0 399,4-1 0,0 0 0,0 0 0,0 0 0,-1 0 0,1 0 0,-1 0 12,-3 1 1,-1 0 0,-1 1 0,1-1 0,1-1 0,2-1 0,4-1-260,-1 1 1,3-2 0,-2 0 264,-3 1 0,-5 1 0,-1 1 0,2-1 0,5-2 27,-2 1 0,0-1-68,4-1 1,-3 1 0,1 0-1,4-2 23,-8 4 0,6-2 0,3 1 0,8-3 1702,0 2-1702,10-5 2874,2 1-2874,0-2 1742,0 9-1652,0-3 180,-5 8 0,-1 2-180,3 6-1064,-5 2 0,-2 6 0,2-3 1019,4-3 0,0 2 6,0-7 0,-1 5 1,0 3-1,-1 1 1,0-1-1,1-1 1,0-3 8,0 6 0,0-3 0,0 4-38,1-6 1,-1 4-1,0 3 1,0 1-1,0 1 1,0-2-1,1-3 1,0-3 21,0 1 1,0-3 0,1-1 0,0 4-12,-1-1 1,1 3 0,-1 3 0,1 1 0,-1 0 0,1-1-1,0-3 1,1-3-12,-1 2 1,2-4 0,-1-1-1,0 5-11,1-4 0,-1 4 1,1 2-1,-1 0 0,1 1 1,0-2-1,0-2 0,1-3 19,2 8 0,0-5 0,1 4-18,-1-6 1,0 4 0,0 2 0,1 0 0,0 1 0,0-3 0,1-3-590,1 3 1,2-3 0,0-1 0,-1 1 594,-1-1 0,0 1 0,0 0 0,0-1 0,0 0-18,1 2 0,1 0 0,0-2 0,-2-3 0,1-1 0,-2-1 0,1-1 0,0 2 0,-1 0-499,1 5 0,-1-2 499,-1-9 0,0 0-335,1 15 0,-1-3 335,-1-8 564,-1-3 0,0-1-564,-1-6 2127,0 5-2127,0-11 1859,0 8-1499,13 2-270,-5 1 180,13 2 0,3 0-180,1 0-400,-7-6 1,5 2 0,1 0 0,-3-2 398,2 0 1,1 0-54,0-1 0,5 1 0,2 1 0,-1 0 0,-3-2-450,-1-1 1,-3-1 0,5 1 424,-6-2 0,4 0 0,3 2 1,0-1-1,1 1 0,0-1 1,-3 0-1,-2-1-432,6 1 0,-4-1 0,0-1 0,3 2 421,-6-2 0,2 0 0,1 1 0,1 0 0,0 0 0,1 0 0,0-1-209,1 1 1,0-1 0,1 1 0,1 0 0,-1-1 0,0 0 0,-1 0 0,-2 0 148,0 0 0,-2-1 0,-2 0 0,2 0 0,1 1 0,3 0-107,-5-2 1,3 1 0,2 1 0,1 0 0,1-1 0,2 1 0,-1 0 0,0 0 0,0 0 0,-1-1 0,-2 0 0,-2 0 0,-2-1-59,7 1 0,-4 0 0,-2-1 1,0 0-1,3-1 0,3 2-10,-8-3 1,2 1 0,2 0 0,1 1 0,2-1 0,0 0 0,1 0 0,0 0 0,-1 0 0,0-1 0,-2 1 0,-1-1 0,-2 0 0,-2-1 205,10 0 0,-5 0 0,-1 0 0,-1-1 0,2 0 0,2-1 1,-3 1-1,2 1 0,2-1 0,0 0 0,1-1 0,-1 1 0,-1-1 1,-2 0-1,-2 0 0,1-3 0,1 1 0,0 0 0,-1 0 0,1-1 1</inkml:trace>
  <inkml:trace contextRef="#ctx0" brushRef="#br0" timeOffset="181783">10475 2289 9062,'7'-14'45,"8"4"0,5 1-45,8 0-820,-4 2 1,6 0 0,1 0 0,-4 1-193,-1 3 0,1 0 1084,-2 0 0,4-2 0,1 0 0,-1 1 0,-5 0 429,3 1 0,-2 1-367,0-1 1,3 1 0,0-1 0,-4 1-90,-3 0 0,-2 0 45,5-1 0,3 1 0,-3-1 45,-1 1 0,-3 1-135,0-1 0,-2 1-447,2-1 1,-4 2 536,-7 5 40,6 2 50,-10 4 540,8 17-540,-5-10-90,-2-2 0,1 2 224,2 8 1,1 0 478,-3-9 0,0 2-658,2 5 0,1 4 0,0 1 0,-1-3-429,1 2 0,-1 3 354,-2-8 0,1 5 0,1 3 0,-1-1 0,0 0 0,-1-4 201,0 3 0,-1-2 1,1 6-226,-3-11 0,1 2 0,1 3 0,-1 2 0,1 1 0,0 0 0,-1 1 0,1-1 0,-1-1 0,-1-1-215,1 1 1,-1-1 0,1 0 0,-1-1 0,0 0-1,-1 1 1,1 0 0,1 0 208,-1 0 0,0 0 0,0 1 0,0-1 0,1 1 0,-1 0 0,0 0 0,0 1 0,1 0-61,-1 0 0,0 1 0,0 1 0,0 0 0,0 0 0,0 0 0,0-1 1,-1-1-1,1-3 0,-1-1 67,1 4 0,-1-4 0,0-1 0,-1 0 0,2 3-60,-1-1 1,0 2 0,1 1-1,-1 0 1,1 0 0,-1 0 0,1 0 48,-1-2 1,0 0 0,0 0-1,0 0 1,0-1 0,-1 0 0,1-3-4,0 7 0,0-3 1,0 1-1,0 3-12,0-7 0,-1 2 0,1 2 0,0 2 0,0 0 0,0-1 0,0-1 0,-1-3 0,0-2-10,1 3 0,-1-4 0,0-1 0,1 4 0,-1 0 0,0 3 0,1 2 0,-1 0 0,1-1 0,-1-2 0,-1-4 0,1 3 0,0-4 0,0 3 0,-1 2 0,0 5 0,1 1 0,-1-3 0,0-4 0,0 3 0,-1-1 22,-1-1 1,-1 3 0,1 0-1,-1-6-22,2-3 0,-1-1 0,-4 4 0,-1 3 0,1-5 116,2 2-116,-4-7 0,-1 0 90,-1 3-90,0-9 1027,-14 7-1027,9-14 0,-10-1 0,-3-1 0,11-2 0,-2-1-68,-6-1 1,-6 0 0,-1 0 0,3 0-23,6 0 0,2 1 0,-6-1-250,5 1 0,-3-1 0,-4 1 0,-1-1 1,-2 0-1,0 0 0,0 1 0,0-1 1,2 2-26,1-1 1,0 1 0,0 0 0,0 1 0,1-1 0,-1 0 0,-1 1 0,1-1 0,-1 1 250,1-2 0,0 1 1,-1 0-1,0 0 1,0-1-1,0 1 1,1 0-1,-1 0 1,0 0-1,1 0 1,-3 1-1,1 0 1,-1 0-1,0 0 1,1 0-1,0 1 1,1-1-1,1 1 1,1-1-1,1 0 1,-1 1-1,1-1 1,0 1-1,-1-1 0,1 1 1</inkml:trace>
  <inkml:trace contextRef="#ctx0" brushRef="#br0" timeOffset="184477">7341 3093 7173,'0'0'0</inkml:trace>
  <inkml:trace contextRef="#ctx0" brushRef="#br0" timeOffset="-67026.92">13520 3094 9512,'0'-9'629,"0"-1"-269,0 3 90,0-1-1,0-1 271,0-6-360,0 3 629,0-17-629,0 12 135,1-3 0,-2 0-136,-6 3-44,2-1 0,-2 1-135,-7 4-45,0 1 0,0 2-45,0 5-45,-6 5 0,-2 6 0,1 10 0,0 4-384,0-6 0,1 3 369,1 5 0,0 3 0,4-2-30,5-8 0,1 0 30,-1 6 0,-1 3 0,3-3-30,1 5 0,6 0 0,4 0 90,4-7-45,7 0 0,1-2-45,3-5 0,6-3 0,1-1 0,0-5-30,-3-6 0,4-3 0,-2-3 30,-4-4 0,-2-2 0,0-1-318,1 3 0,1 0 1,-3-3 294,-2-4 1,-2-2-1,-2-2 1,-2 4-23,-3 0 0,-2-1 22,0-4 1,0-5-1,-1-1 1,-1 4-556,-1-1 0,-1-1 560,-1 5 0,-2-5 0,0 0 0,-1 1 0,2 4 18,1-5 0,-1 1 0,-4 1 0,-2-4 0,-1 0 0,1 6 0,3 2 0,-1 2 0,-5-2 0,0 3 0,1 6 45,7 28 0,2 8 45,0-1-774,0 4 0,1 7 1,0-3 683,0-6 0,-1 1 0,1 4 0,0 6 0,-1 0 0,2-5-153,2 1 0,-1-1 81,-1-5 0,0 4 0,0 1 0,0-1 0,1-5-108,4 5 0,-1-1 0,-3-1 0,-1 2 0,2-1-750,1-4 1,2-1 0,0 2 812,-1 3 0,-1 2 1,1-1-1,1-3 1,0-1-1,-1-1 1,0 1-1,1-1 1,-1 0-1</inkml:trace>
  <inkml:trace contextRef="#ctx0" brushRef="#br0" timeOffset="-64416.92">14068 2802 10501,'4'-14'989,"3"1"-539,-6-2-677,5 1 677,-5 0 0,5-1-90,-3 2 89,2 1-89,-1 1 194,0 0-284,-1 2 28,0 1-118,-1 0-90,1 3 0,-2 1 253,0 0-253,0 3 21,-1 0-21,2 7 0,-1-4 0,1 13-90,1-7 90,-1 11-898,1-1 898,-1 3-90,1 2 0,-1 3 0,-1-7 0,0 1-184,0 1 1,0 1 0,-1 1-357,2 2 1,-1 1-1,0 0-553,0 4 1,0 0 0,0-2-103,0 0 0,0-2 1195,1-3 0,-1-4 0,-1-7 0,1 2 0</inkml:trace>
  <inkml:trace contextRef="#ctx0" brushRef="#br0" timeOffset="-64196.92">14031 3018 11670,'-26'-14'1529,"9"5"-1349,1-2-180,12 8 0,7-3 0,23 2-180,-4 0-360,7 0 1,0 1-393,-2 0-327,4-1 0,-1-1 179,-4 0 1080,2-2 0,-1-2 0,-5-1 0,-5 2 0,0-1 0</inkml:trace>
  <inkml:trace contextRef="#ctx0" brushRef="#br0" timeOffset="-63996.92">14393 2726 10681,'2'-19'1304,"-1"0"0,1-3-1034,-2-3-270,0 20 450,-4 8-270,3 17-180,-6 1 0,5 6 0,0 0-3277,-2 3 2834,2-6 1,0 1 397,0 0 0,1 2-803,0-6 1,0 0-1,1 1 398,-2 6 1,1 0-644,2-4 1,1 0 0,1-4 389,4 1 1,2 9 0,-4-18 0</inkml:trace>
  <inkml:trace contextRef="#ctx0" brushRef="#br0" timeOffset="-63646.92">14503 2382 11311,'-6'-8'719,"1"0"-89,11 6-270,19 5-181,-5-2-59,0 6 0,3 6 0,-1 1-1213,-3 1 1,0 3 0,-1 0 887,1-1 0,0 0 1,-1 3 226,-2 4 1,0 4-1,-3 0 1,-2-3 16,-3 0 0,-2 1-39,-1-3 0,-1 4 0,1 2 0,-2-1 0,0-4 0,0 6 0,-3 1 0,-1-6 0,-2 4 0,-1 2 0,-1-2 0,1-4-90,-1 4 0,-2 0-270,-1-7 0,-2 4 1,-1 1-1,-1-1 0,2-5-180,-2 4 1,-2-1 539,-2-3 0,-3 3 0,-2 0 0,0-1 0,3-4 0,-5 3 0,0-3 0,2-3 0,-1 1 0,1-1 0,-1 1 0</inkml:trace>
  <inkml:trace contextRef="#ctx0" brushRef="#br0" timeOffset="-63346.92">12820 2498 11850,'9'2'1260,"-3"2"-991,-6 12-1908,-6 8 1,-2 3 716,4-9 1,0 3 975,-1 0 0,-2 5 0,-1 1 0,1 0 0,0-3-30,1-1 1,1-2 0,0 4 35,-1 0 0,-1 3 0,0 3 0,-1 1 0,1-3 0,2-3-30,-2 1 0,2-2 0,0 3-30,1-1 0,-1 4 0,1 2 0,0 0 0,0-2 0,2-4 30,-2 1 0,2-3 0,2 2-45,3-1 0,1 3 0,1 2 0,1-1 0,0-2 0,0-4-45,0 0 0,1-4 0,3 1-300,4 1 0,5 3 0,2 0 1,1-3-1,-3-4-157,-1-5 1,-1-3 0,5-1 516,1-1 0,5 0 0,2 0 0,2-1 0,-3-2 0,-2-1 0,5-2 0,-2-3 0,2 0 0,-2 0 0,1 0 0,0-1 0,0 1 0,-1 0 0</inkml:trace>
  <inkml:trace contextRef="#ctx0" brushRef="#br0" timeOffset="-62896.92">15398 2607 13020,'-6'-19'2608,"5"8"-2518,-9 2 0,-4 14-90,1 4 0,0 2 0,-1 1 0,-1 9-60,1-2 0,-2 4 0,1-2-503,4-5 0,0 1 315,-1 2 1,-2 4 0,1 0 0,2-3-23,2-4 0,1-1-720,-3 7 1,0 2 0,1-4-631,-1 6 1620,0-2 0,1-2 0,3-7 0,-4 6 0</inkml:trace>
  <inkml:trace contextRef="#ctx0" brushRef="#br0" timeOffset="-62626.92">15134 2631 12210,'-6'-8'1889,"0"2"-1259,6 6-271,15 20-269,-7-2-45,7 6 0,1 2-553,-2-1 508,-4-6 0,1 4 0,-1-4 125,4 9-155,-4-9 0,0 3 0,0-3-2535,2 5 2385,-3-6 0,1 0-855,-1-2 1,-1-2-315,3 3-290,0-2 1,1-1 818,-3-5 1,5 0 0,-7-8 0</inkml:trace>
  <inkml:trace contextRef="#ctx0" brushRef="#br0" timeOffset="-62346.92">15580 2479 12930,'0'-10'3276,"0"0"-2685,4 35-501,2-13-1729,-2 15 1,0 1-475,1-4 2158,-3 7 0,-2 1 999,0-1-1044,0-7 0,0 4 0,0-4 0,0-8 0,0 1-60,-1 8 0,-1 4 0,1-3-435,1-5 1,-1-1 633,-1 5 1,0-1-1779,0-5 1,0-3-1022,1-7 2660,-4 4 0,5-17 0,-1-3 0</inkml:trace>
  <inkml:trace contextRef="#ctx0" brushRef="#br0" timeOffset="-62066.92">15760 2568 12750,'-7'-11'2698,"0"5"-2068,-10 2-360,5 12 539,-14 8-629,13 2 0,-2 1 0,1 1-90,2 0 0,4-1 0,0 3 0,2-3-90,0 6 45,1 3 0,3 0-45,9-9 0,1 1 0,3-2-90,9-4-360,4-2 0,1-2-507,3-5-93,-7-2 1,4 0 0,-4-3-391,8-8-199,0 1 1,-2-2 1175,-10-8 1,4-4 0,-16 9-1</inkml:trace>
  <inkml:trace contextRef="#ctx0" brushRef="#br0" timeOffset="-61626.92">13036 3959 12636,'-31'4'411,"0"-1"0,0 1 0,0-1 1,3-1-1,1-1 0,0 1 0,-1-1-554,-1 2 1,-1-1 0,1 0 0,2-1 292,-4-1 0,3-2 0,15-1 678,28-3-738,-4-6 60,13 4 0,11 2 0,-3-1-798,-5 0 0,3-1 693,-5 2 0,4 0 0,3 0 0,1-1 0,-2 1 0,-3 1-544,-3 0 0,-2 0 0,0 1 0,4-2 499,-3 2 0,4-1 0,3-1 0,1 0 0,1 0 0,0 0 0,-2 0 0,-1 1 0,-3 0-282,2 0 0,-4 1 1,0-1-1,1 1 0,5-2 269,-8 2 0,2 0 0,3-1 0,1 0 1,2-1-1,1 1 0,0-1 0,1 0 0,-1 1 1,-1-1-1,-1 1 0,-1 0 0,-2 0 1,-2 0-159,8-1 0,-3 1 0,-3 0 0,1 0 0,2 0 0,4-1 159,-9 1 0,1 0 0,3 0 0,2-1 0,0 1 0,2-1 0,0 0 0,0-1 0,0 1 0,0 0 0,-1 1 0,-1-1 0,-1 0 0,-3 1 1,-1 1-54,8-2 0,-4 0 0,-2 1 1,-1 0-1,1-1 0,2 1 1,3-1 51,-8 2 0,3 0 0,1-1 0,1 0 0,2 0 0,0 0 1,0 0-1,0 0 0,0 0 0,-1 0 0,-2 0 0,-1 1 1,-1 0-1,-3 0 9,7 0 0,-4-1 0,-2 2 0,0-1 0,2 0 0,2 0-23,-3 1 0,4 0 0,1-1 0,2 1 0,0-1 0,-1 1 0,-1 0 0,-3 0 0,-2 0 0,-4 2-33,5-1 0,-5 0 0,3 1-135,0-1 0,4 0 0,2-1 1,-1 0-1,-2 1 0,-4 0-30,8-2 0,-3 1-868,4 0 1,1-1 0,-15-4-2185,-29-15 2999,3 11 0,-16 1 0,-6 2 0,8 8 0,0-1 0</inkml:trace>
  <inkml:trace contextRef="#ctx0" brushRef="#br0" timeOffset="-61246.92">12846 4206 14729,'-27'4'959,"-1"0"0,0 1 1,-2-3-556,45-10 1,12-2-375,-7 3 0,1 2 0,4-1-499,-1 0 1,5-1 0,2 0 0,2 0 0,0-1 0,-2 2 0,-4 0-83,1-1 0,-3 2 1,1 0-1,5-1 551,-8 1 0,3 0 0,4-1 0,1 0 0,2-1 0,0 1 0,1-1 0,0 0 0,-2 1 0,-1 0 0,-2 0 0,-3 1-180,5-1 1,-5 1-1,0 0 1,-1 0-1,3 0 1,3-1 167,-7 2 0,1-1 0,2 0 0,0 0 0,2 0 0,1-1 0,1 1 0,0-1 0,1 1 0,0-1 0,0 0 0,-1 1 0,1-1 0,-2 1 0,0 0-24,0 0 1,0 1 0,0-1-1,0 0 1,0 1 0,0-1-1,0 1 1,0-1 0,0 1 0,0 0-1,-1-1 1,1 1 0,-1 0-1,0 0 1,-1-1 27,4 1 1,-1-1-1,0 0 1,-1 1-1,0-1 1,0 0-1,0 1 1,1-1 0,0 1-1,0-1 1,1 1-1,1-1-57,-4 1 0,1 0 0,2 0 0,0-1 0,1 1 0,0-1 0,0 1 0,1 0 0,-1-1 0,0 1 0,-1 0 0,0 0 1,-1 0-1,-2 0 0,-1 0 0,-2 1 0,-2 0 26,9-2 0,-3 1 1,-2 1-1,-2-1 1,0 1-1,0-1 1,2 1 105,3 0 1,2 1-1,0 0 1,0 0 0,-2-2-1,-2-1 1,-5-4 0,-1-6-1,-3-3 1,-4-1 0,-1-2-1,-5-6 1,1 0 0,0 0-1</inkml:trace>
  <inkml:trace contextRef="#ctx0" brushRef="#br0" timeOffset="-60896.92">13044 4281 11243,'-27'6'159,"0"1"1,0 0 0,0 0 0,0 0 0,1 0 0,-2 0 0,1 0 0,2 0 0,-1-1 312,-7 2 0,-2 1 0,5-3 1,18-5 66,26-9-449,-7 4-30,7-1 0,10-2 0,5-1 0,3-1 0,-1 1 0,-5 1-743,-1 0 0,-2 1 0,0-1 0,6 0 683,-6 1 0,2 0 0,4-1 0,1 0 0,2-1 0,1 1 0,0-1 0,0 0 0,-1 1 0,-1 0 0,-3 0 0,-2 1-186,5-1 0,-3 1 1,-3 0-1,1 0 0,3 0 1,3 0 179,-8 1 0,3 0 0,1-1 0,2 0 0,1 0 0,1-1 0,1 1 0,0 0 0,0-1 0,-1 1 0,0 0 0,-2 1 0,-1-1 0,-3 1 0,-2 1-65,10-2 1,-5 1 0,-2 1 0,0 0 0,2-1 0,4 0 63,-8 1 0,3 0 0,1 0 0,2-1 0,1 1 0,1-1 0,0 0 0,0 1 1,-2-1-1,0 1 0,-2 0 0,-2 0 0,-2 0-129,5 0 0,-3 1 0,-3-1 0,0 1 0,2 0 0,3-1 127,-4 1 1,3-1 0,2 1 0,1-1 0,1 0-1,0 0 1,-1 0 0,0 0 0,-3 1 0,-1 0 0,-4 0 42,10-2 1,-6 2-1,0-1 1,4 0-23,-3 0 1,4 0 0,1 0 0,1-1 0,-2 1 0,-2-1 0,-5 2-13,0-1 0,-4 0 0,2 0 44,7-2 1,3-2 0,-1 1 0,-7 0 536,-9 2 1,-1-1-672,9-5 0,-4-1-179,-15 4-2340,-8-8 1170,-7 8-200,-4-1 1,-2 1 1034,-6 0 0,6 2 0,1 0 0,-3 1 0</inkml:trace>
  <inkml:trace contextRef="#ctx0" brushRef="#br0" timeOffset="-60746.92">15727 3831 17427,'-9'-6'989,"-19"-1"-1528,17 0-1100,-10 2 1,-1 1-1639,4 3 2457,-12-3 1,12 4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18:02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3032 4600 9332,'-9'4'809,"0"0"-449,2-2 0,0 1 90,-1-1-91,-1 2 91,0-1 0,-1 1-90,1 0-1,-1 0-89,0 0 90,0 0 629,-7 3-629,5-3 360,-10 4-540,14-6 539,-4 1-719,9-7 90,14-8-90,-2-2-1093,6 1 1,4-2 0,0 1 1034,-6 4 1,2-1 79,3-1 1,4-2 0,0-1-1,-3 3-67,-2 2 0,1 0-740,7-4 0,4-2 0,-5 2 650,-7 5 0,-1 0-945,5-2 1,2-2 0,-3 2 90,4-3 989,-5 4 0,-1 1 0,-10 4 0,2 1 0</inkml:trace>
  <inkml:trace contextRef="#ctx0" brushRef="#br0" timeOffset="220">2879 4806 13559,'-13'6'360,"0"-1"360,17-21-720,-6 6 45,16-10 0,4-1-45,-3 2-1093,2 4 1,4-3 0,-2 2 985,-5 4 0,0 1-321,2-2 1,4-2 0,1-1 0,-2 2-666,-2 0 1,-2 0 0,2 1 168,1-1 1,0 0-1,-1-1 924,5-10 0,-6 3 0,-7 2 0,-4 5 0,1 0 0</inkml:trace>
  <inkml:trace contextRef="#ctx0" brushRef="#br0" timeOffset="467">3166 4265 11131,'-20'-11'1259,"5"2"-270,-8 3-809,13 4 0,-6 0 90,9 2 180,4 0-270,-1 5 89,12-3 271,12 13-360,1-10 225,4 5 0,2 1-596,1-1 370,-6-3 1,3 1 0,-3-1-90,-7-2 0,1 0 30,9 4 0,3 2 0,-3 2-90,-6 0 0,-4 2 0,0 3-850,0 5 1,-1 4 0,-1 1 0,-3-2-48,0 1 0,-3-2 0,-3 4 320,-4-3 1,-2 3 0,-2 2 0,-1 0 0,-1-1 0,1-5 272,-2 4 1,-1-3 0,-1 2 0,2-2 0,-1 2 0,0 1 0,1-1 0,-1-3 0,0 1 0,0 0 0,0 1 0</inkml:trace>
  <inkml:trace contextRef="#ctx0" brushRef="#br0" timeOffset="17002">6303 2811 8792,'1'-8'450,"-1"0"-180,0 3-1,0 1 1,0 0-90,0 0-90,0 0 0,-4 2 0,3-1-90,-3 1 0,4 0 0,0 0 0,-2 1 0,2 5 0,-3 1 0,-1 7 0,3-1 0,-9 12 0,5-9 45,-2 2 0,-1 1-45,-2-1-135,-2 4 0,-3 2-945,4-6 1,-1 0 764,0 0 1,0 0 314,-2 1 0,1-2 0,3-6 0,-5 5 0</inkml:trace>
  <inkml:trace contextRef="#ctx0" brushRef="#br0" timeOffset="17251">6038 2864 8522,'0'-9'180,"0"0"-90,7 7 0,16 15 0,-1-4-1183,-4 2 1,4 4 0,-3-2 780,-3-4 0,0 1-228,3 1 0,3 3 1,0 0-1,-3-2 540,1 0 0,0 0 0,0 0 0,1 2 0,-1-2 0,-5-2 0,0 0 0</inkml:trace>
  <inkml:trace contextRef="#ctx0" brushRef="#br0" timeOffset="20167">8270 2991 8882,'-8'-6'630,"2"1"-451,3 1-89,1 3 0,0-6-90,-1 6 90,0-5 180,-1 1 270,-5-10-180,-7-4-180,2 2-1,1 4 1,0 2-90,1 0 90,-7-2 0,-3-2-45,3 4 0,-2 0-105,2 2 0,-2-1 0,0 2-1123,-2 1 1,0 2 0,2 1 1079,-2-1 1,1 2 57,-10 8 0,3 2-258,3 0 273,7 2 0,-4 2 0,3 0-15,5-3 0,0 0 45,-8 5 0,-3 3 0,3-2-275,7-4 1,-1 1 244,-7 5 0,-4 3 0,5-3-15,6-4 0,2 0-15,-7 5 0,-3 3 0,5-2 15,6-5 0,2 0 45,-2 4 0,-2 4 0,0 0 0,3-3-323,1 0 1,2 1 299,-2 3 1,-2 6 0,1-1-1,2-3 829,2-1 1,0 1-830,0 2 1,-1 5-1,0 0 1,1-4-68,1 0 0,1 0 36,1-5 0,-1 4 0,0 1 0,0-2 0,1-2 9,-1 3 0,1 1 9,1-4 0,-1 4 0,0 1 0,1-1 0,0-3-401,0 5 0,0 1 418,1-5 1,-1 6 0,1 0 0,-1 0 0,2-4-42,0-4 0,1-3 0,-1 4 75,1 1 0,-1 4 0,0 3 0,0 0 0,0-3 0,1-3-305,0-2 1,1-2 0,-1 3 229,1-1 0,-1 5 0,0 2 0,1 0 0,-1-3 0,1-3 0,1-2 0,-1-4 0,1 4 23,-1 4 1,1 5 0,0 1 0,-1-1 0,1-4-54,0-4 0,0-4 0,0 4 36,1 3 0,0 5 0,0 0 0,1-1 0,-1-4 54,2 4 0,0 0-54,-1-7 0,0 5 0,0 0 0,1-1 0,0-4 9,2 4 0,1 1 9,-2-4 0,-1 5 0,1 1 0,0 1 0,0-2-32,1 0 1,1-1-1,-1 0 1,1 0-1,-2 0 1,1 0-1,-1 1 1,1-1-5,0-2 0,0 1 0,0-1 0,0-1 0,-1-4-18,0 1 0,1 0 22,0 1 1,0 4-1,1 0 1,-1-3 22,0-2 0,0 1-23,0 0 1,1 5-1,-1-1 1,1-3-23,-1-2 0,0 0 0,0 0 0,2 4 0,-1 0 0,0-4 0,-1-2 0,1-1 22,1 3 0,1 4 1,1 0-1,0-2-10,1 0 1,0-2-1,2 2 10,1 0 1,1 3-1,0 0 1,0-3-23,-1-2 0,-1-1 0,2-1 60,4 6 0,2-1 0,-2-4-60,-7-8 0,0-1 30,7 7 0,4 2 0,-1-1-474,-4-6 1,0-1 0,0 0 443,0 1 0,0 0 0,1 0 30,3 0 0,0 1 0,0-3 131,-1 0 1,-1-2-162,2 1 0,-1-1 45,-2-1 0,-1-1-45,1-1 0,-1-1 0,5 3 384,4 1 0,1 0-339,-10-5 0,0-1-45,2 2 0,1 0 301,3-3 1,0-3-257,-4-7 0,0-1 1245,0 3 1,0-1-1336,2-7 0,-2-2-2080,-3 2 2125,6-5-380,-8 7 0,-1-1 380,5-3 45,1-1 0,0-1-45,-3 2 0,1-3 0,1-1 0,-3 2 0,2-5 0,-1 1 0,-1-1-637,-4 2 0,1-5 0,-1 3 637,-4 7 0,-1-1 0,4-11 0,1-5 0,-2 4-69,-4 8 1,0 0 68,0-2 0,1-5 0,0 1 0,-1 3 0,-1-1 0,0-1 0,1-1 0,-1-5 0,1 0 0,-2 5 0,1-1 0,-1 0 0,-1 3 0,1-4 0,0-2 0,0 1 0,-1 2 0,0-4 0,-1 2 0,1 0 0,0 3 0,-1 1 0,1-2 0,-1 0 0,0-4 0,0-3 0,-1 2 0,0 4 548,1 2 0,-2-1-548,0 1 0,-2-4 0,0-2 0,1 2 0,0 4-40,1-5 0,-1-1 40,-2 4 0,-1-5 0,-1-1 0,1 1 0,1 4 325,1 3 1,1 3 0,-1-4-341,-1 1 0,0-3 0,-1-3 0,0 0 0,0 2 0,0 4 15,1 0 0,0 2 0,0-3 15,0 1 0,-1-3 0,-1-2 0,1 0 0,0 2 0,0 4-15,1 0 0,-1 3 0,0-3-15,0 0 0,-1-4 0,0-1 0,-1-1 0,1 2 0,0 2 15,-1 0 0,1 3 0,-1 1 0,1-2 0,-1-3 0,0-1 0,-1 0 0,1-1-18,-1 4 0,0-2 0,0 1 0,1 2 0,0 2 18,-1-3 0,0-1 0,2 3 0,-2-4 0,0-1 0,0 1 0,1 4 0,0-2 0,1 1 0,-1-1 0,-1-5 0,1 0 0,0 5 0,1 2 0,0-1-23,1 1 1,-2-4 0,0 0-1,1 4 23,0 1 0,1 0-23,-1-1 1,-2-3 0,1-1-1,1 4 23,0 1 0,-1 0 0,1-2 0,-2-5 0,0 1 0,0 4 0,2 1 0,-1 1 0,-1-2 0,-1-3 0,0 0 0,2 4-45,-1 2 0,1 1 45,0 0 0,-1-1 0,-1 1 0,-2-6 0,0 3-45,3 8 1,1 0 44,-4-5 0,-1-2 0,2 4 0,-5-6-45,-1 0 0,-2-2-746,-2 4 0,0 1 791,5 4 0,-1 0-45,-7-3 0,1 2 357,-1 6-357,8 6 0,-1 0 45,-9-1 857,1 3-857,5 3 0,1 2 0,-8 6-198,6-3 1,-4 2 0,3 0 197,5 1 0,0 2 0,-5 2 0,-3 1 0,-1 2 0,2-1-150,0 4 0,3 0 0,-1 1-30,-4-1 0,-1 1 0,2 4-476,6-1 1,1 4-1,1 2 1,1-2 0,3-2-438,1-3 1,3-2 0,-1 4 876,-1 3 0,-1 4 0,0 2 0,1-2 0,2-3 1,2-3-1,2-3 0,0 2 0,-2 7 0,1 0 0,0-1 1</inkml:trace>
  <inkml:trace contextRef="#ctx0" brushRef="#br0" timeOffset="26090">7747 3251 6004,'-9'-8'-90,"3"1"0,4 5 42,2 0 48,-4 0 0,3 1 0,-2 0 0</inkml:trace>
  <inkml:trace contextRef="#ctx0" brushRef="#br0" timeOffset="31134">7639 2990 10861,'-4'-11'270,"-1"-2"-90,-8-5-91,4 5 181,-9-12-180,10 15 90,-2-2 0,-2 1-90,-7-2-90,3 5 0,0 1 90,-5 0-90,5 8 0,0 3 0,1 5 45,-2 2 0,1 2 45,0 5-45,-2 5 0,-1 3 0,5 0 0,0 2-865,5-7 1,-1 3 0,0 0 0,1-2 614,0 0 0,0-1 0,1 2 205,1 3 0,0 1 0,0 1 0,2-5 120,-1 0 0,1 1-98,0 2 1,-1 4-1,0 1 1,1-5-23,0 0 0,0 0 22,0 1 1,-1 5-1,0-1 1,1-4 22,1-2 0,-1 0-1,0 1 1,0 4 0,0 1 0,0-5-45,1-2 0,0 2 90,0-3 0,0 5 0,0 2 0,-1 0 0,2-1-45,-1 0 0,1 0 0,0 0 0,0-1-262,0 1 0,0 1 0,-1-1 0,1 1 271,1-4 0,-1 2 0,1 0 0,0-2 0,0-4-9,0 1 0,1 0 0,-1 1 0,0 3 0,0 1 0,1-4-45,-1-1 0,1 0 22,0 2 1,0 4-1,-1 0 1,1-5-23,1 1 0,-1-1 0,0 0 0,0 2 0,1-1 45,0 4 0,0-3-45,-1-5 0,1 0 30,0 6 0,0 2 0,0-2 15,0-6 0,0 1-1,0 2 1,0 4 0,0 1 0,0-5-45,0-2 0,0-1 45,1 3 0,0 4 0,0-1 0,0-3 0,-1-5 0,1 1 15,1 9 0,0 4 0,0-4-60,0-10 0,0 1 30,-1 8 0,1 4 0,0-5 15,0-8 0,0-1-15,0 8 0,0 3 0,0-4-30,0-8 0,0 1 60,0 5 0,1 5 0,0-5-60,0-7 0,-1 0 45,1 8 0,1 1 0,1 0 0,0-1-45,-2-8 0,0 1 30,2 7 0,0 4 0,0-3 15,-1-8 0,0 0-45,2 10 0,1 4 0,1-2 45,0-1 0,0-1-15,-3-7 0,1 2 0,1-1 0,0 0 0,1-1 0,-1-2 60,4 8-1,2 1 1,1 0-90,-1-3 45,-3-6 0,0 1 0,1-2 0,0-2-45,2 7 45,2 0 0,1 1-45,-3-4 45,4 2 0,-1 1-45,-1-4 0,3 3 0,-1-1 90,-2-3-142,4 3 0,0 1 52,-7-9 0,-1 0 0,2 2 0,1 0 45,3-1 0,-1-1-45,-3-3 45,4 1 0,0-1-45,-4-3 0,1 1 0,1 0 0,-2-3 90,14 8-90,-14-7 0,13 6 0,-13-7 0,14 5 0,-14-5 0,7 0 2514,1 0-2514,6 0 0,-3 0 0,-6-1 0,-1 0 0,-4 0 0,15 1 0,-16-2 0,14 1 90,-13-1-90,4-1 0,1-1 0,-2 1 0,3-1 0,-1 0 0,-4 0 0,14-10 90,-16 8-135,1-8 0,0-1 135,-1 4-90,2-6 0,-1 0 0,-1 0 0,1-2 0,-1-1 0,0 0-964,1-7 0,1 0 964,-3 1 0,2-5 0,0-2-364,-3 3 0,-1 0 409,-1 4 0,1 0-394,-1 0 1,1-1 0,-1 4 348,3-5-398,0-2 0,1-1 398,-2 4 361,0-5 0,-1 0-361,-2 3 415,-1 4 1,0-5 0,-1 1-446,0 0 0,-2 0 0,1 0 298,0 1 1,0 0 0,0-1-247,-1-1 1,0-3-1,-1 2 1,0 3-23,-1 2 0,0 0 0,-1-2 0,1-2 0,-1-1 0,1 4 0,-1 1 0,0 0 0,-1 0 0,0-4 0,0 0 0,0 4-45,0 2 0,1 0 45,-3-8 0,0-5 0,0 4 0,1 10 0,0-1 0,-1-8 0,1-5 0,-1 4 0,-1 9 0,0 0 0,2-2 0,-1-3 0,1-1 0,0 4 0,-2 0 0,1 0 0,1 1 0,-1-2 0,1-1-30,-1-1 0,1 0 0,0 1 30,1-1 0,-1 0 0,1-2 0,-1-4 0,0 0 0,1 4 0,0 1 0,0 0 0,0 0 0,-1-3 0,1-1 0,-1 5 0,1 2 0,0 1 0,-1-7 0,-1-3 0,1 5 0,0 9 0,1 1 0,-2-6 0,-1-4 0,0 1-505,-1-5 0,0 1 505,0 1 0,0-1 0,1 3 0,-1-2 0,2 3 0,0 9 0,1-1-279,-1-9 0,-1-4 0,1 4 279,1 7 0,-1 0 0,0-9 0,-1-4 0,0 4 0,2 10 0,-1 0 0,-1-6 0,-1-4 0,1 5 178,-2-5-178,0 7 0,-1-4 0,1 5 367,-3-6-397,1 6 0,-2-2 0,2 3 30,-4-5 0,3 6 0,-1-2 0,0 2 0,-3-8-30,4 6 0,-2-2 0,2 2 30,3 5 0,0 1 0,-2-8 0,-2-3 0,2 2 0,3 8 0,0 0 0,-3-7 0,0-3 0,0 3 0,-2-7 0,3 11 0,-1-3 0,0 3 0,-1-3 1153,2 5 0,-1 1-1243,-5-11 90,4 11 0,-1-1 0,0-1 0,2 3 0,-2-1 0,1-1 0,2 2 0,-1-2 0,0 1 0,1 2 0,-1-3 0,-1 1 0,1 2-45,0-2 0,0 1 45,0 2 45,-2-4 0,0 1-45,2 3 0,-3-1 0,1 0 0,3 4 90,-10-8-90,10 12 3013,-13-7-3103,1 7 90,2 2 0,-2 1-45,-5 4 0,0 2 59,6-1 0,0 2-14,-11 4 0,2 2 0,3 2 0,5-2 0,-4 2 0,4-1-407,4-2 0,1 1-403,-9 7 1,-2 3-1,3-2-680,6-3 1,1 0 1489,0 2 0,-3 4 0,2 1 0,1-3 0,2 1 0,1-1 0,0 2 0,0 0 0,0 0 0</inkml:trace>
  <inkml:trace contextRef="#ctx0" brushRef="#br0" timeOffset="33150">8258 2647 10501,'-12'0'899,"0"-5"-449,4 4 0,1-3-180,1 4 0,1 0-180,1-3 0,2 2 0,0-2-1,1 0-89,1 0 90,7-3-90,0 0 90,8 0-920,1-3 920,4-2-90,-2 2 0,2-1 0,-5 2 0,3-1 30,7-3 0,5-2 0,-4 1-30,-4 3 0,2 0 22,0-1 1,5 0-1,-1-1 1,-3 2-23,-2 1 0,0 1 90,2-2-1,4 0 1,1-1 0,-3 1 60,-4 1 0,-2 1 0,0 0-90,2-1 0,1 0 0,-2 1 120,4-4 0,-6 1-90,-11 5 0,4-6 0,-10 8-270,0-4-90,-2 5-3007,-1-3 887,0 5 2620,0-3 0,0 3 0,0-2 1</inkml:trace>
  <inkml:trace contextRef="#ctx0" brushRef="#br0" timeOffset="78050">7744 6488 10591,'-11'8'899,"-4"-3"-629,10 1 0,-5-4-90,2 2 0,-1 0 0,1-1-90,-1 0 0,1 0 180,-4 1-180,4-1 89,-5 2-179,8-4 180,-1 1-180,29-1 0,-7-6 0,3 0 0,0 4 0,1 0-45,8-8 0,0-1-90,-7 6 1,-1-1 89,-2 0 0,0 0 0,2-1 0,-3 2 45,-8 4-180,2-3 180,-24 9 0,4-4 45,-9 6 0,-1 1 45,0-6 44,-7 8 1,-1 0-45,5-6 0,-3 3 0,2 0-90,8-4 0,-8 1 0,17-4 0,-1 1 90,19-8-90,-3 4-45,10-6 0,2-1 45,-2 0 0,5 0 0,-1 0 0,-6 0 90,12 0-90,-20 6-90,1-1 90,-15 4 180,-24 6 90,9-3 0,-1 1-225,0 2 0,-1 0 135,-4 0 0,2-2-180,5 2-270,-10 0-180,31-6-2827,27-13 2912,-3 4 1,2 0 0,-6-1 0,-1 0 0,1 0 0,1 1 0,-1 0 0,1 0 0</inkml:trace>
  <inkml:trace contextRef="#ctx0" brushRef="#br0" timeOffset="81834">4888 3539 11221,'5'-8'90,"-2"1"-90,-3 6 0,0 0 89,4 0-178,-4 0 89,3 0 0,-3 0-90,0-3 0,0 1 90,5-1 0,0 6 90,3 1 0,-3 1-1,-2-2-89,-1-6 0,-1 0 0,-1-3 0,1 1 0,-1 2 0,1 0 0,-1 2-3277,0 1 3241,-11 5 1,5-4 0,-10 4 0</inkml:trace>
  <inkml:trace contextRef="#ctx0" brushRef="#br0" timeOffset="87153">7633 3403 7353,'-8'0'-240,"-1"0"0,4 0 0</inkml:trace>
  <inkml:trace contextRef="#ctx0" brushRef="#br0" timeOffset="88151">5373 3550 8162,'-8'-4'1350,"3"2"-541,2 0-629,2 2 360,-1-2-450,1 2 449,-2-1-359,2 0 180,-2 0-180,2 0 0,0 0 180,7 0-91,6 1-179,2-1 270,16-2-270,-4 0 0,1-1-416,-6 2 1,1-1 385,8-1 0,2-1 0,-3 1-16,-9 2 1,0-1-15,9-1 0,5 0 0,-5 0 15,-9 2 0,0-1 15,8-1 0,4 0 0,-3 0-15,-3 0 0,0-1-15,3 1 0,4-1 0,-4 0-30,-1 1 0,-1-1 0,0 1 0,4 0 0,0-1 0,-4 2-751,-2-1 0,1 1 751,-1 0 0,4-1 0,-1 1 0,-4 0 0,-2 0 0,-1 1 0,5-1 0,4 0 0,-3 1 0,-6-1 0,-1 2 0,11-2 0,0 0 45,-9 1 0,-1 0-45,10-1 0,-11 1 0,0 0 0,5-1 0,-2 1 0,8-2 0,-10 1 0,2 0 0,-2 0 90,5-2-90,2-1 0,-2 0 0,-5 0-491,-2 0 0,-1-1 311,-5 2-3097,7-3 2457,-23 5 1,-10 7 0,-15 4 0</inkml:trace>
  <inkml:trace contextRef="#ctx0" brushRef="#br0" timeOffset="88901">5259 4353 8342,'-9'0'1080,"1"0"-721,4 0-89,1 0 90,0 0-270,1 0 1799,0 0-720,11 0-899,12-8-180,0 1 45,3-3 0,1-1-532,-1-3 487,-3 3 0,6-1 0,-4 1-546,-4 2 1,0-1 500,4-1 0,4-3 0,0 0 0,-3 2-624,2-1 0,-1 0 579,-3 1 0,3-2 0,1-1 0,-1 0 0,-3 2 30,-3 1 0,-3 2 0,4-3-15,1 0 0,3-3 0,2-1 0,1 0 0,-3 1 0,-2 2-15,-1 0 0,-3 3 0,4-3 15,0 1 0,4-2 0,2-1 0,0 1 0,-2 0 0,-4 4-15,-1 0 0,-3 2 0,3-1 17,4-1 1,4-2 0,1 0 0,-2 1 0,-3 1-18,4-2 0,0 0 0,-7 3 0,4-1 0,1-1 0,-2 0 0,-3 2 0,3-2 0,-1 0 0,1 0 0,4-1 0,0-1 0,-5 3 0,-1 0 0,-1 1 0,1 0 0,3-2 0,0 1 0,-4 1 0,-2 2 0,0 0 30,5-3 0,3-1 0,-5 1-120,4-1 45,-8 3 1,-2 1-946,0-1-2287,-8 5 1352,-9-1 1925,-25 22 0,-2-6 0,7 1 0,0 1 0</inkml:trace>
  <inkml:trace contextRef="#ctx0" brushRef="#br0" timeOffset="89667">5104 5107 13020,'14'-9'359,"0"0"1,6-4-180,1-2 0,0-1-798,0 0 678,-3 4 0,3-2 0,-3 1-241,-4 3 1,0 0 330,8-6 0,4-2 0,-3 2-463,-6 4 1,1 0 379,3-2 1,3-3 0,1 1-1,-4 1 23,1 1 0,1-2-36,-2 1 0,5-3 0,2-2 0,-2 2 0,-4 2-24,-4 3 0,-3 1 0,3-1 6,3-4 0,5-2 0,0-2 0,-1 2 0,-4 2-36,1 0 0,-1 0 22,1-1 1,4-2-1,0 0 1,-3 3-485,-2 1 0,1 1 484,2-1 1,3-3 0,1 1-1,-4 3-22,0-1 0,-1 2 36,-3 1 0,2-1 0,2-1 0,-1 1 0,-4 2-36,5-3 0,-1-1 0,0 0 0,5-2 0,-1-1 0,-4 2 45,-2 2 0,0-2-45,-2 3 0,2-4 0,2-1 0,-1 1 0,-1 2 30,4-4 0,-1 3 0,0-2-617,-4 3 1,1-1-1,-1 0 1,0 2 615,1 0 1,0 1 0,-1 1-60,-1 2 0,1 1 1,-2 1 81,-1-1 0,1 1-23,4-3 1,3-2 0,-4 3-30,5-3 0,-2 0 0,-1 0 0,-6 3-45,-2 1 1,-1 0-136,-5 4-3097,2-4 0,-28 15 3010,-7 12 1,6-7 0,-3 1-1,2 3 1,-1 0 0</inkml:trace>
  <inkml:trace contextRef="#ctx0" brushRef="#br0" timeOffset="91051">4960 6186 12300,'13'-6'450,"-1"-2"-1,5-3-269,-5 1-45,4-4 0,1 0-45,-1 0 30,-2 1 0,2-3 0,0 0-30,3-4 0,-1-1-482,1 1 1,0-1 450,-4 3 1,0-1 0,-2 2 30,3-3-45,2-3 0,0 0 45,-2 3-1183,-2 4 1,2-2 0,-2 2 825,5-4 312,1-2 0,1 2 862,-4 2-847,-3 4 0,3-3 0,-2 3-185,-4 3 1,1 0 184,6-6 0,4-3 0,-3 3-15,-7 7 0,0-1 15,5-4 0,4-3 0,-4 2-60,-4 5 0,-1 0 30,6-6 0,2-3 0,-3 3 15,-5 5 0,0-1 15,6-8 0,3-3 0,-1 0-30,-7 7 0,-1 0 0,1 0-662,2-2 0,0 0 1,-1 0 675,2-2 1,-1 1 0,0 2 0,0 1 2125,4-4-2140,-5 6 0,1-2 0,-1 3-30,6-5 45,3-3 0,0 1-265,-2 2 220,-6 6 0,4-3 0,-3 3 0,7-6 30,-5 5 0,2-2 0,-3 1-30,-5 5 0,1-1 0,6-5 0,4-4 0,-2 1 30,-3 2 0,-2 0 0,1 1-113,0 0 0,0 0 0,0-1 113,3-4 0,1-2 0,-4 4-30,-7 7 0,0 0 30,4-5 0,3-2 0,-4 2-30,6-5 45,0-1 0,1 0-45,-3 4 44,2-2 1,0 1-45,-2 4 45,2-3 0,1 0-45,-3 3 0,-4 4 0,1 0 0,0 0 0,1 0 45,7-5 0,1 0-45,-5 3 0,1-1 30,0 0 0,2-1 0,-4 2-30,4-3 0,1-4 0,1 0 0,-5 2 45,3-2 0,-1-1-45,-3 4 30,-4 2 0,3-2 0,-1 1 1350,2-5 0,0 1-1350,0 2 0,1-2 0,-2 2-30,1-2 0,-1 2 45,3-1 0,-3 3-45,-3 3 0,0 2 0,0-1 90,-3 2-37,2 0 0,1 0 127,2-3 0,4-1-180,-8 7 308,-4 3-3585,-6 4 0,-6 0 0,-4 1 3022,-4 4 0,-2-3 0,1 3 0</inkml:trace>
  <inkml:trace contextRef="#ctx0" brushRef="#br0" timeOffset="93534">7740 3234 9332,'-11'0'629,"2"2"-269,-1-5-270,5 3 180,-10 0-90,8 0-90,-11 0-90,8 4 90,-11 1-90,10 1 180,-13 11 89,8 6-179,-1 1 0,8-2 0,2-1-90,2-1 45,0 4 0,0 2 45,1-2 0,1 5 0,0 1 0,1-3 0,0-5 0,2 3 0,0-1-155,2 4 0,1 0 154,-1-2 1,0 2 0,1-2-90,3 0 0,0-1 90,2 5 0,1-4 0,2-5 0,0 1 0,1 0 0,-1-3 0,3 2 0,1 0 0,-1-4 0,4 0 0,1-1-90,-1-4-1585,8-1 0,2-3 1585,-4-3-1045,6-5 1,1-1 1044,-7 0-484,5-10 0,-1-2 484,-2 2 0,-8-2 0,3-3 0,-2 1 0,-6 5 0,-1-1 0,7-6 0,2-2 0,-3 1 0,-6 5 0,0 0-30,4-7 0,3-4 0,-4 3 30,-5 5 0,-1 0-23,1-6 1,0-5-1,0 0 1,-2 4 22,-2 0 0,-2 0 45,0-5 0,1-5 0,-2-1 0,0 6 0,-2 3 0,-1 0 0,-2 0 0,-3-5 0,1 0 0,-1 6 45,1 1 0,-2 2 30,-5-6 0,-4-2 0,1 4-76,4 11 1,-2 1 15,-7-5 0,-5 0 0,-1 3-369,5 7 0,-1 2 1,1 0 308,-1-2 0,1 1 0,-1 0 0,-4 2 0,-1 2 0,4 3 1062,-5 8-1062,-1-2 0,-2 4-90,6 7 0,2 3 684,2-7 1,0 2-1375,3 3 0,0 3 1,4-2-1071,-1 7 995,4-4 1,1 0-586,4-3 1,2-1 1689,-2 9 1,3-9 0,0-1 0,1 6 0</inkml:trace>
  <inkml:trace contextRef="#ctx0" brushRef="#br0" timeOffset="134034">7868 4820 11221,'2'-8'179,"-1"3"-179,-1 3 90,0 1-269,0-2-451,-4 1-1979,3-2 1530,-4 2 1079,3-1 0,-2 0 0,-4 0 0</inkml:trace>
  <inkml:trace contextRef="#ctx0" brushRef="#br0" timeOffset="135250">7887 4673 9691,'0'-10'450,"0"-2"-270,4 5-90,-3 1 0,4-1-90,-3 4 180,0-5-90,0 4-90,-1-2 0,0 2 0,-1 3 0,0 0 0,0 1 0</inkml:trace>
  <inkml:trace contextRef="#ctx0" brushRef="#br0" timeOffset="137199">7737 4606 6543,'5'-7'-150,"-1"1"0,-4 5 1</inkml:trace>
  <inkml:trace contextRef="#ctx0" brushRef="#br0" timeOffset="137915">7738 4542 7263,'8'-10'0</inkml:trace>
  <inkml:trace contextRef="#ctx0" brushRef="#br0" timeOffset="138465">7774 4620 6993,'9'0'0</inkml:trace>
  <inkml:trace contextRef="#ctx0" brushRef="#br0" timeOffset="139298">7743 4708 8792,'7'-5'360,"-2"1"90,-5 1-361,0 1 1,0-1 0,0 0 0,0-1 0,0-3-90,0 3 90,0-1-90,0 3 90,0 1-2698,0 0 1348,0 4 1260,-5 2 0,4 0 0,-4-1 0</inkml:trace>
  <inkml:trace contextRef="#ctx0" brushRef="#br0" timeOffset="140217">8159 6287 11580,'-6'-10'225,"0"3"0,6 4 0,0 1 0</inkml:trace>
  <inkml:trace contextRef="#ctx0" brushRef="#br0" timeOffset="141349">8163 6364 12210,'-15'0'1079,"3"-5"-809,8-1-180,3-4 0,12-9 0,-3 9 0,14-9 0,-10 12-1729,2 0 1,2 1 933,-2 1 1621,16-2-826,-20 7 0,3 0 90,1 12-90,-6-5-45,-1 7 0,-1 1-45,-3-1 45,-1 5 0,-1-1 45,-8 0-45,4 1 0,-1 0-45,-9-2 45,7-1 0,0 0 45,-5-3-90,2 12 0,4-17 0,1 4 90,23-23-90,-9 6 0,8-6 0,2-1 0,-5 3 0,3 1 0,-1 0 0,-3 3 0,2 2 0,-1 2 0,-3-1 0,10 7 90,-16 3-90,2 14 0,-7-5 45,-4 2 0,-1-1-45,2-1 0,-9 6 0,-3 0 45,5-8 0,-1-1-880,-2 3 1,-2 0 924,-6 5 0,6-8 1775,3-5-1775,-4 3-132,0-2 42,6-5 180,-7 2-180,11-6 2121,-1 0-2121,5-7 951,0-3-951,1-6-90,6 3 469,1-3-379,6 7 0,6 1 0,-5 4 90,13 9-90,-14-4 0,2 8 0,0 1 0,-2-3 0,1 5 0,0 1 0,-2-4-495,3 1 0,1-2-2293,4-4 1079,5 4 1709,-12-17 0,-2-4 0,0-1 0,-3-2 0,0 0 0</inkml:trace>
  <inkml:trace contextRef="#ctx0" brushRef="#br0" timeOffset="143266">8400 6328 10951,'2'-7'0</inkml:trace>
  <inkml:trace contextRef="#ctx0" brushRef="#br0" timeOffset="143851">8289 6443 11131,'1'-12'-90,"-1"3"90,0 6-90,0 1 90,0 1 0,-6 1 0,-1-1 0</inkml:trace>
  <inkml:trace contextRef="#ctx0" brushRef="#br0" timeOffset="144505">8467 6770 13020,'-7'-6'449,"-3"0"-359,9 4 0,-4-1-90,5 1 90,4-3-90,-3 2 0,6-2-3277,-6 4 0,-5-1 3116,3-3 1,-12 3 0,4-3-1</inkml:trace>
  <inkml:trace contextRef="#ctx0" brushRef="#br0" timeOffset="145916">1107 3500 11041,'0'-13'809,"-6"1"-449,5 0 450,-9-3-361,1 1-449,0 3 0,1 32 45,12-2 0,2 2-45,-4 0 0,2 1 0,4-1 0,3 1 0,1-4 45,0-6 0,1-1 0,0 4 0,2-1 0,4-6 0,2-4-45,9-8 0,-9-8 0,-1-3 0,-6 6 0,-2-3 0,-1-13 0,-3-1 0,-4 6 0,-2 0 0,-1 0-90,0 7 0,-1-6 90,0 21 0,5 9 0,7 13 90,1-7-90,6 0 90,-9-16 0,4-5 0,-8-6 0,3-17-90,-7 6 0,0-2 0,-2 1 0,-8 0-90,-1-8 0,-2 1-90,-6 6-270,1 1 1,0 1-1,5 11-719,-8 0-630,16 15-630,3 16 2429,2-1 0,3-4 0,1-1 0,1 7 0</inkml:trace>
  <inkml:trace contextRef="#ctx0" brushRef="#br0" timeOffset="146285">1576 3474 11670,'0'-7'-719,"-5"1"-2558,9 28 0,-1-12 2392,1 10 1,2 0 75,6-8 966,-2 11 1,-1-13-1,-1 1 1</inkml:trace>
  <inkml:trace contextRef="#ctx0" brushRef="#br0" timeOffset="146466">1738 3327 12390,'-10'-7'-90,"1"17"-1549,17 7 1,4 3-1,-6-3 1,0 0 982,8 8 1,1-2-1,2 2 1,0-1 0</inkml:trace>
  <inkml:trace contextRef="#ctx0" brushRef="#br0" timeOffset="147082">1059 4432 7533,'0'-13'-1439,"-7"2"1439,5 6 0,-12 2 0,6 1 0</inkml:trace>
  <inkml:trace contextRef="#ctx0" brushRef="#br0" timeOffset="147699">676 4781 10051,'3'-19'1124,"-1"-1"1,1-10-1080,-1 13 0,-2 1-45,-14-1 0,7 16 0,-19 12 0,12-2-1093,0 5 1,-3 4 0,1-1-10,5-5 0,-2 0 1162,-6 10 0,-4 3 0,4-3 455,7-8 0,1 0-485,-4 6 0,-1 3 0,3-2-30,5-8 0,1 2 30,-1 4 0,0 4 0,2-4-30,2 8 45,4 4 0,1-1-45,0-2 30,5-7 0,2 3 0,0-2-30,-4-6 0,2 1 30,4 8 0,4 5 0,-1-3 15,-5-7 0,1 0 45,1 4 0,3 5 0,0 0 0,-2-4 67,-1-2 1,0-1-113,1 2 0,3 3 0,-1 1 0,-2-6-1,-3-3 1,1-2 15,4 6 0,1 2 0,-2-3 30,5 5 90,3-3 0,0-2-90,-1-8-315,11-8 0,2-4-270,-13-4 1,1-3-162,4-4 1,5-4-1,3-1 1,-1-1 0,-3 1 450,-5 1 0,-1 0 0,-1 0 0,3-1 1,1-1-1,1-1 0,2-1 0,1-1 0,-2 1 1,-2 1-1,-3 1 0,-1 1 0,1-1 0,0 0 1,-1 0-1</inkml:trace>
  <inkml:trace contextRef="#ctx0" brushRef="#br0" timeOffset="158534">7818 3189 7263,'-6'10'270,"-3"-1"-180,8-2 0,-6 0 0,7-1 89,-5 0-89,4-1 0,-2-1 90,3-1 0,-1 0-90,1-1 720,0-1 89,5 0-269,0-1-450,2 0 89,-2-5 91,-3-1 180,-2-9-180,-11 2-360,9 1 90,-18 5-90,14 5 180,-15 8-90,11-5-45,-2 8 0,-1 2 44,1-2 1,-2 7 0,-1 2-90,3 1 30,2-2 0,-1 5 0,1 0 60,3-1 0,1 1 0,0-1-293,-1 0 0,0-1 1,1 2 262,0 6 0,2 2 0,0-5-60,2 6 60,1-10 0,0 3 0,0-3-60,1 7 45,6 1 0,0-1 45,-3-5-106,7-7 0,3 3 1,1-2 60,0 0 0,3-1-16,1-2 1,4 1 0,-2-2-781,0 0 1,0-2 750,-1-2 0,3-5 0,-4-9 0,3-5 0,1-5 0,3-2 0,0-1 0,0 0 0,0 1 0,0 1 0,-1 0 0,1 0 0,0 1 0,-1-1 0,1 0 0,0 0 0,-1 0 0</inkml:trace>
  <inkml:trace contextRef="#ctx0" brushRef="#br0" timeOffset="158699">7774 3238 14459,'-30'4'-30,"1"0"0,9-1 0,0 2-660,-2 7 0,-1 4 1,4 3-404,7 1 1,4 3 0,-1-1 682,-3-1 0,0-1 1,2 1-1,4 1 1,2 1-1,2-3 0,2 7 1</inkml:trace>
  <inkml:trace contextRef="#ctx0" brushRef="#br0" timeOffset="159499">5940 3475 7892,'-4'8'720,"1"-1"-180,10-3-360,1 0 359,16 4-359,-7-3-45,5-1 0,1 1-135,3-2-382,-6-2 0,5 1 0,2-2 0,-1 0 404,3-2 1,0-1-1,1-1 1,2 0-377,-6 1 1,1-1-1,2 1 1,-1-1-1,1 0 1,-1 0-1,-1 0 354,2-1 0,0 0 0,-1 0 0,0 0 0,2-2 12,-3 2 1,2-2 0,0 0 0,1 0 0,-2 0 0,-1 0 0,-4 2-352,3-2 1,-3 1 0,3-1 308,-2 0 0,4 0 0,2-1 0,-1-1 0,-2 2 1,-4 0-598,0 0 0,-3 1 0,1-1 514,1 0 1,2-1 0,0 1-1,-1 0-547,-1-1 1,-1 1-1,-1 1 621,5-2 0,0 0 0,0 0 0,-2 0 1,2 0-1</inkml:trace>
  <inkml:trace contextRef="#ctx0" brushRef="#br0" timeOffset="159915">5440 4479 8342,'10'-11'360,"0"-4"-270,8 8-1729,-2-2 1,0-2 1549,-2 4 0,2-1 111,2-2 1,5-2-1,0 0 1,-2 1-23,4-2 0,2-2-15,-7 4 0,4-2 0,1-2 0,1 0 0,-2 1 0,-3 1-394,3-1 0,-3 0 1,4-1 420,-3 1 1,3-2 0,1-1 0,2 0 0,-1-1 0,-1 2-1,-4 2-35,0-1 1,-2 3 0,-1 0 0,4-3-38,-2 2 0,3-1 0,2-2 0,1 0 0,1-1 0,0 0 0,-2 2 0,-2 1 0,-3 1-8,4-1 1,-4 2-1,0 0 1,3-1-102,-1 1 0,3-2 1,2-2-1,1 1 1,-1 0-1,0 0 0,-3 2 1,-4 2-379,4-2 0,-3 3 1,1-1 546,2-2 0,3 0 0,-1 0 0,-4 1 0,1 0 0,-2 1 0,-1 0 0,0 0 0</inkml:trace>
  <inkml:trace contextRef="#ctx0" brushRef="#br0" timeOffset="160599">8105 3326 6273,'6'-17'0,"-1"1"0</inkml:trace>
  <inkml:trace contextRef="#ctx0" brushRef="#br0" timeOffset="163918">7925 3363 9781,'0'-9'630,"4"3"-270,-3 3-270,2 2 2159,-3-1-2160,-3 1 1,2-2-90,-5-1 0,4-3 0,-1 3 0,0-3 0,2 4 0,-1-5 0,1 5 0,0-5 0,1 4 0,0-6 0,0 6 0,0-2 0,0 2 0,0 1 0,0-2 0,0 2 0,0-4 0,4 0 0,-4 0 0,8 0 0,-5-2 0,4 3 0,3-10 0,-2 8-90,10-13 90,-10 10 45,5-2 0,0-1-45,0 1-45,4-3 0,2 0 45,0 0-1093,0 3 1,2-3 0,-1 2 1034,-7 4 1,1 0 57,9-6 0,3-3 0,-3 3-199,-8 6 0,0-1 199,7-5 0,3-1 0,-2 1 0,-8 6 0,1-1 0,6-4 0,4-1 0,-4 1 44,-6 5 1,-1 1-68,4-2 1,4-2 0,1 0 0,-1 1 22,0 2 0,0 1 0,0 0-235,3-2 1,0-1 0,1 1 256,-3 4 0,1 0 1,0 0-1,-3 2-974,0 0 1,-1 1 951,0 0 0,2-1 0,-1 1 0,2 1 0,-1 1 879,-6 1 0,1 0-879,7 1 0,4 2 0,-4-1 0,-6 0 0,-1 0-340,8 4 0,4 3 0,-4 0 340,2 1 0,-8 1 0,3 2 0,-3 0 0,7 4 0,-8-2 0,4 1 0,-4-1 0,-6-4 0,1 0 30,4 6 0,4 3 0,-4-3 205,-6-4 0,0 0-205,7 7 0,3 5 0,-3-4 1030,-7-7 0,-1-1-1060,7 8 0,1 2 0,-2-4 185,1 3-185,1 1 0,-1 0 2357,-4-3-2357,0 1 0,-1 0 89,-3-4-1632,2 5 1,0-1 1542,-3-4 0,0-1 0,-1 0-181,-2-5 181,0 3-2105,1 1 2105,-3-4-55,4 8 55,-5-11 2168,2 7-2168,-2-10 486,2 4-486,-3-5 3276,3 1-3204,-2-3 150,3 1-222,-4-2 0,3 0 0,-3 1 0,0-1 1619,-1 1-1169,-1 2-450,1-9 0,-1 3 0,0-8 0,0 2 0,0 2 0,0 0 0,0 0 0,0 0 0,0 1 0,0-3 0,0 4 0,0-3 0,0 6 0,0-1 0,0 1 0,0 1 0,0-3 0,0 2-3238,0-2 3238,11 9 0,-5-4 0,9 5 0</inkml:trace>
  <inkml:trace contextRef="#ctx0" brushRef="#br0" timeOffset="164648">10010 3889 9871,'-5'-7'1080,"4"-2"-990,-4 5-90,5-4 0,-3 3 0,2 0-900,-1 1-2377,2 0 3129,0 1 0,0 0 1,0 0-1</inkml:trace>
  <inkml:trace contextRef="#ctx0" brushRef="#br0" timeOffset="165249">11846 3333 7443,'-10'0'0</inkml:trace>
  <inkml:trace contextRef="#ctx0" brushRef="#br0" timeOffset="170083">8202 2951 7533,'-3'-12'-270,"7"-1"-270,3 2-998,7 0 1538,1 0 0,2-3 0,2-1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21:09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6145 4282 7803,'-7'-5'539,"2"0"-269,0 3-90,4-1 0,-7 1 0,7 0 0,-5 0 90,5 0-1,-3 0 451,0-1-630,0 1 270,-5-1-180,5 1 629,-9 0-629,7 2 450,-8-1-450,9 1 179,-2-1-269,4 1 90,1 0 450,1 0-180,14 3-181,4-1 1,2 0-225,-3 1 0,2 0-1116,9-1 1,4-1-1,-3 0 1116,-6-1 0,1 1-23,4-2 1,5 0-1,0-1 1,-3 1-450,0 0 1,0 1 426,-4-2 0,3 0 0,3 0 0,-2 0 0,-4 0 30,-4 2 0,-2 0 0,4-1-15,1 1 0,3-1 0,3 0 0,1 0 0,-1 0 0,-1 1-15,-2 0 0,-1-1 0,0 2 0,0-1 0,2 0-311,0 0 0,3 0 0,-1 0 0,1 0 0,-2 0 0,-1 0 311,2 0 0,-2 0 0,-1 0 0,-1 0 0,6-2 0,-2 1 0,-5-1 0,0 1 0,-2-1 0,-1 0 0,-6-1 978,2 3 0,0-1-2867,-4-4 1932,-4 5-2291,-21 5 609,-12 1 1,-3 1 1519,5 1 0,1-1 0,0-1 0,-1 0 1,1 0-1,0-1 0,-1 1 0</inkml:trace>
  <inkml:trace contextRef="#ctx0" brushRef="#br0" timeOffset="800">6128 4469 10681,'-13'0'0,"3"0"719,5-5 1,7 4-450,27-4 45,0 2 0,5 0-922,-9 0 0,3-1 0,1 0 0,0 0 643,-4 0 0,1 0 0,1 0 0,-1-1 0,-1 1-551,3-2 1,-1 1 0,0-1 0,-1 1 544,5-1 0,0 0 0,0 1-8,-4 0 1,1 0 0,0 1-1,-2 0-352,-2 0 0,-1 1 0,2 0 345,0-1 0,4 0 0,2 0 0,0 0 0,-2 1 0,-4 0-15,0 0 0,-3 0 0,4 0 15,1 1 0,4-2 0,2 1 0,0 0 0,0-1 0,-4 1 7,2 0 1,-2 0 0,-1 1-1,1-1-22,-2 0 0,0 1 0,0-1 0,0 0 0,0 1 22,5-1 1,1-1 0,-2 1-1,-5 1 23,-3-1 0,-1 1-45,-1 0 0,1 0 0,-2-1 135,-1 1 0,-2 0-45,3-1-134,10-3 134,-22 5 1216,3-2-1306,-9 3 3259,2-1-3259,-3 0 0,-1 1 0,0 0 0</inkml:trace>
  <inkml:trace contextRef="#ctx0" brushRef="#br0" timeOffset="1400">7340 4302 11131,'-13'0'-180,"1"1"180,2-1 0,4 5 0,3 0 0</inkml:trace>
  <inkml:trace contextRef="#ctx0" brushRef="#br0" timeOffset="13502">7137 8255 8162,'-8'3'270,"-3"0"-90,9-2 0,-4 0 0,2 0 90,-3 1-90,2-1 0,-1 0 179,-1 1-269,3-1 360,-5 0-360,5 0 450,-4 1-450,5-2 179,-2 2-89,3-2 180,-3 2-270,4-2 0,-3 2 180,4-1 180,-1 1-181,1 0-89,0 6-180,0-2 270,5 9-270,-3-7 270,15 9-180,-10-10 90,9 2 0,4-1-90,0-2 0,1 0-235,-2 0 0,1-1 175,1 0 0,1-1 0,-2-1-30,7 0 60,-6-2 0,3 0 0,-2 0-15,-6 0 0,0-2-45,9 0 0,3-2 0,-3 1-231,-7 1 0,1 0 261,8-2 0,4-1 0,-4 0-30,-8 2 0,0 0 45,2-1 0,5 0 0,0 0 0,-1 0-45,2 0 0,-1-1 0,2 0-756,1 1 0,2-1 0,1 1 0,-3 0 756,-2-1 0,-1 1 0,1 0 0,-2 1 0,0-1 0,0 1 0,-4 0-117,-4 0 0,0 1 117,7 0 0,3 0 0,-5 0 0,8 1 0,0-1 0,-1 0 0,-5 0 0,0-1 0,-1-1 0,-5 0 45,3-2 0,-1-2-45,-5 2 45,2-4 0,-1 1-45,-6 0 0,12-12 0,-14 10 0,6-17 0,-9 15 0,-2-4 0,-1 0 0,-1 1 45,-4-4 0,0-1-45,2 2 126,-9-5 0,-3-3-126,2 4 0,0 1 45,-1-1 0,-2 0-399,2 4 0,-1-1 0,1 3 444,-4-5 0,-4-2 0,-1-1-1,1 4-29,5 5 0,-4-1 0,3 2-60,-7-5 90,5 7 0,-4-1 0,4 1-1387,-10-3 1342,7 4 0,-1-1-588,0 1 0,0 1 543,8 3 0,-1 0 60,-6-2 0,-2-2 0,2 2 596,-8-2-626,8 3 0,-3 0 0,2 1-30,-7-2 0,6 3 0,-3 0 0,4 1 0,6 2 0,-1 0 0,-11-2 0,-6 1 0,5 1 654,10 0 1,-1 1-633,-2 1 1,-4-1-1,0 0 1,5 0 22,3 2 0,0-1-15,-6 0 0,-4 0 0,4 1-30,-8-1 0,11 1 0,-4 0 0,4 0 0,-8 0 0,9 3 0,-4 1 0,3 0 90,-7-2-90,6 5 0,-3 2 0,3-1 0,-8-1 30,5 1 0,-3 4 0,1-2-30,1 1 0,1-1-90,5-2 1,-1 1 0,2-1 89,-2 2 0,2-1 0,-7 6 988,8-4-988,-5 4-532,0 4 622,9-5-90,2 2 0,0 1 0,5 0 0,0 4 0,1 0 0,3-2 45,0 4 0,1 0-45,1-3 0,2 6 0,3 0 90,2-5 9,3 2 1,3 1-55,7-6 0,1-2-45,-5-1 0,1 0 126,6-1 1,2 0-1,-3-3-126,-6-4 0,1 0 0,7 3 0,4 0 0,-3-1 461,-7-3 1,0 0-432,10 3 0,4 1 0,-1-1 0,-6-3 0,-1-1 0,1 0-424,3 0 0,2 0 1,1-1-1,-3 0 274,-1 0 0,-2-1 0,2-1-667,1-2 0,3-1 0,-1-1 0,-3 0-635,-1-2 0,1 0 1422,-4 0 0,4 0 0,1 0 0,-1-1 0,-3 0 0,6-3 0,-1 0 0,1 1 0,1 0 0,0-1 0</inkml:trace>
  <inkml:trace contextRef="#ctx0" brushRef="#br0" timeOffset="22632">4528 1958 9781,'-7'0'540,"2"0"539,4 0-449,0 4-270,9 0-90,2 3-90,6-3 179,8 0-359,-5-2 45,7 0 0,2-1-374,-13 0 0,2-1 329,10 0 0,5-2 0,-4 0 0,-8 2 0,2-1 0,3-1 0,6 0 0,0-1 0,-2 1 0,-4-1 0,-1 0 0,1 0-1058,4 1 0,1 0 0,-3 0 1103,1-4 0,-3 1-135,-7 3 0,-2 0-180,3-1-540,10-2 181,-22 4-2609,1-2 2068,-15 2 1170,-7 0 0,-8 1 0,-5 0 0</inkml:trace>
  <inkml:trace contextRef="#ctx0" brushRef="#br0" timeOffset="22817">4410 2069 9691,'23'2'900,"1"1"-630,-1-3-1909,-2-3 1,1-1 626,-4 1 0,1-1 1042,8-1 0,4-2 0,-2 1 233,-5 0 0,1 0-601,2 1 1,5 0 0,0 0 0,-4 2-369,-2 0 1,0 1 705,-3 0 0,4 0 0,-1 0 0,-4 1 0,-1 1 0,-2 0 0,6 0 0,0 0 0</inkml:trace>
  <inkml:trace contextRef="#ctx0" brushRef="#br0" timeOffset="25583">1303 2548 6543,'6'-10'450,"-1"1"-270,-1 3 0,-1 0-90,1 1 90,-1-1-90,0 0 89,0 1-89,1 1 0,-1-2-90,-1 2 360,1 0 0,-7 16-270,-2-4 45,-1 9 0,-2 1 45,-4 2-441,1 1 0,-3 6 1,-1 1 260,3-7 0,0 0 0,0 0 0,-2 2-597,0 0 0,-1 2 1,-1 1-1,0-1 0,2-1 597,-1-1 0,2-1 0,-1-1 0,0 1 22,-1 1 1,-2 0 0,1-1-1,3-4-22,3-3 0,1-2-454,-5 5 0,-2 3 1,3-4 542,-5 6-89,-1 0 0,0-1 90,5-4-213,0-2 1,0 0 212,3-4 799,-10 6-349,10-13 2047,-3 0-2587,7-5 2056,3-4-2056,5-2 1279,-1-3-1279,1-2-90,4-1 90,-3 2 0,17-6 0,-10 10 0,21-5 0,-16 8 0,4 1 0,0 1 90,-1 7-90,3 0 0,0 1 90,-2 6-90,3 5 0,-1 0-626,-1 4 656,-5-2 0,1 4 0,-2-2-30,-3-5 0,0 3 22,2 4 1,1 6-1,0 0 1,-1-4-519,-2-2 0,0 1 518,1 2 1,1 4-1,-1 1 1,-1-5 22,-3-6 0,0 1 0,-1 1 0,1 4 0,-1 0 0,-1-4-45,0 0 0,-1 0 0,-1 3 0,0 5 0,0 0 0,-1-4-507,0 1 1,0 0 524,-1-5 0,0 5 0,1 1 0,-1-1 0,0-4-18,0 5 0,0 0 36,-2-6 0,0 4 0,-1 1 0,1-2 0,0-3-36,1 5 0,0-2 0,-4 0 0,-1 2 0,1 0 0,3 1 0,0 0 0,0-2 0,-3 1 0,-1 0 18,4-5 0,-1 4 0,1 1 0,-1-2 0,1-3-18,-3 4 0,1 0 22,0 0 1,0 4-1,0-1 1,1-4-927,-1-2 0,0-2 904,1 0 0,-1 1 0,0-1 45,-1 3 0,0-3-45,2-4 0,-1 1-111,-1 3 1,0 3 0,-1 1-1,2-1 111,-1 2 0,1-1 0,0 1 30,-2 3 0,1 0 0,0 2-8,2-6 1,0 1 0,2 0-1,-1-2-454,1-1 1,0-1 0,1 0 431,-1 1 0,0 0 0,1 0 30,1 0 0,1 0 0,0-4 526,3 2-556,2 1 0,2-1 0,1-4 90,3-1 0,0-1-90,2-4 90,5-1 0,2-2 0,2-3 222,0-4 1,6-2 0,1-2-291,-7-2 1,1-3-1,0 0 1,0 0-43,-1 2 1,-1 1 0,1-1 0,1-1-17,4-3 0,2-1 0,0-1 0,-1 0 1,-4 2-55,-5 2 0,-3 1 0,3-1-378,5 0 0,3-1 0,2-1 1,-1 2-1,-5 1-297,5-1 1,0 2 764,-6 2 0,3 0 0,1 0 0,-2 1 0,-3 0 0,2 0 0,-1 2 0,1 0 0,-1 0 0,1 0 0</inkml:trace>
  <inkml:trace contextRef="#ctx0" brushRef="#br0" timeOffset="26467">2755 5736 11940,'25'3'720,"-5"1"-495,1 0 0,1 1-136,3 4-1182,-3-6 1,5-1 0,-3 0 223,-5 2 0,1-2 923,2 0 0,5-1 0,2 0 0,-2-1 0,-3 1-9,5 0 0,2 1 0,-5-2 0,5 1 0,3-1 0,1 0 0,-3 1 0,-5-1-15,-1 0 0,-3 0 0,2 0-15,0 1 0,2-1 0,3 0 0,-1 1 0,-1-1 0,-4 1 15,1-1 0,-3 0 0,2 1 59,5 0 1,3 0 0,2 0 0,-1 0 0,-3 0-60,-1 0 0,-3 0 0,4 0-5,-5 0 1,3 1 0,3-1 0,1 0 0,-1 1-1,-2-1 1,-3 0-26,6 0 0,-4 1 0,6 0 10,-10-1 0,4 1 0,2 0 0,2 0 0,1 1 0,0-1 0,-2 1 0,-3-1 0,-2 0 12,5 1 1,-5-1 0,1 1-1,4 0-13,-8 0 0,3 0 0,2 0 0,2 0 0,0 0 0,1 1 0,0-1 0,0 1 0,-2-1 0,0 1-145,2 0 1,-1 0-1,0 0 1,0 0-1,0 0 1,0 0 0,1 0-1,1 1 168,-2-1 1,0 0 0,1 0 0,1 1-1,0 0 1,0-1 0,1 1 0,-1-1-1,-1 1 1,0-1 0,-2 0-90,2 1 1,-2-1 0,0 0 0,0-1 0,-1 1 0,0 0 0,1 0 0,0 0 0,0 1 65,2-1 0,1 1 0,2 0 0,-1 0 0,1 0 0,-1 0 0,-2 0 0,-1-1 0,-2 0 0,-3 0-227,7 0 0,-6 0 1,0 0-1,4 0 218,-4 0 0,4 0 0,2 1 0,1-1 0,0 1 0,-1 0 0,-3-1 0,-3-1 0,0 1 0,-3-1 0,-1 0 0,4 0 0,0 1 0,3 0 0,2 0 0,0 0 0,0 0 0,-3-1 0,-4 1 0,4-1 0,-4 0 0,3 1 15,-3-1 0,3 0 0,2 1 0,-1-1 0,-1 0 0,-5 0-15,9 1 0,-2 0 0,-2-1 0,4 1 0,-1 0 0,-4-1 0,-6 0 0,0-1-30,6 2 0,2 0 0,-4-1 1043,0 0-1283,-1 0 1,-3-1-91,-11-1-2669,3 0 3029,-31-7 0,4 4 0,-2-1 0,0 0 0</inkml:trace>
  <inkml:trace contextRef="#ctx0" brushRef="#br0" timeOffset="26920">3339 5728 11760,'-12'0'-90,"-2"-7"360,14 1 0,2-3 90,21 5 0,7 4-226,-10-1 1,2 2-791,1-1 1,7 0-1,1 0 1,0 0 0,-3 0 510,0 0 0,-2 0 1,5 0 171,-8 0 0,3 0 0,2-1 0,2 1 0,1 0 0,2 0 0,0 0 0,0 0 0,-1 0 0,0 1-147,-2-1 0,0 1 0,1 0 0,-1 0 0,1 0 0,0 0 0,0 0 0,0 0 0,0 0 0,0 0 1,-1-1 119,0 1 0,-1-1 0,1 1 0,-1-1 0,0 1 0,0-1 0,1 0 0,-1 1 0,1-1 0,1 1 0,0 0-117,-1 0 0,1 0 0,1 0 1,1 1-1,0-1 0,0 1 1,0 0-1,0-1 0,-2 1 1,0-1-1,-2 1 0,-2-1 1,-1 1 116,6 0 0,-3-1 0,-2 1 0,-1 0 0,1-1 0,2 1-127,-3 0 0,0 0 0,2-1 0,-1 1 1,1 0-1,0 0 0,1 0 0,0 0 127,-1 0 0,2 1 0,1 0 0,0 0 0,-1 0 0,1-1 0,-2 1 0,0 0 0,-2-1 0,2 1 0,-2-1 0,-1 1 0,0-1 0,2 1 0,2-1 8,-4 1 0,2 0 0,1 0 0,2 0 1,0 0-1,1 0 0,0 0 0,-1 0 1,-1 0-1,-1 0 0,-2-1 4,3 0 1,-1 0 0,-1 0 0,-1-1 0,0 0 0,-1 1 0,1 0 2,3 0 0,-1 1 0,1-1 0,-1 1 0,-1-1 0,0-1 50,3-1 0,1 0 0,-1-1 0,-4 0 0,-5-1-65,-5-1 0,-3-1 0,6 0 0,-1-1 409,0-5-1219,-6 9-2467,9-7 3158,-12 3 1,2 0-1,-10 2 1</inkml:trace>
  <inkml:trace contextRef="#ctx0" brushRef="#br0" timeOffset="28249">10120 6002 12660,'-17'4'719,"3"0"-269,4-3-90,3-1-90,1 0 269,1 0-449,11-6 90,8-2-90,6-4 0,4-1 0,2 0-440,-10 5 0,0 0 350,9-4 0,4-1 0,-3 1 0,-7 3 0,0 1 22,1 0 1,5-2 0,-1 0-1,-1 2-109,5-1 0,0 1 117,-5 2 0,0-1 0,-2 1 60,-2 2 0,-3 1 540,-3 2-181,-19 24-269,-5-8-991,1 3 0,-1 6 1,-1-4 855,-1-4 0,-1 0 67,-1 4 1,-2 3-1,-1 2 1,1-1-34,-1-1 1,1 0 0,-1 0-80,1-1 0,0 2 0,0-1 0,2-2 30,1-2 0,1-1 0,2-1 60,-1 3 0,7-5 121,10-7 59,13 2-180,1-9-90,5-6 0,1-1 0,1 3 30,-3-6 0,3-5 0,0 2-1179,4 1 0,-1 0 1149,-9 2 0,0-2 0,0 2 0,11-5 0,-4 4 1718,-11 3-2348,7-1-2647,-19 6 0,-9 14 2457,-2-3 1,-4 10 0,7-9 0</inkml:trace>
  <inkml:trace contextRef="#ctx0" brushRef="#br0" timeOffset="28533">10995 5934 14639,'0'-16'719,"-5"4"541,-2-4-991,1 11-89,1 13-180,5 3 0,0 15 90,0 3-3342,0-4 3252,0-9 0,0 2 0,0 7 0,0 1 0,0-10 0,0 1-60,1 8 0,1 3 0,-1-4-30,-1-8 0,1 0-420,3 6 0,1 2 1,-1-4 400,1 4-1465,4-2 0,0-2 44,-1-8 1530,11 4 0,-10-19 0,6-2 0</inkml:trace>
  <inkml:trace contextRef="#ctx0" brushRef="#br0" timeOffset="28749">11172 6047 11760,'-17'-7'1169,"2"7"1,-2 2-721,-1 3 1,0 1-2089,0 1 1,1 1 1502,2 2 1,2 1-719,1 2 0,3 1 854,-3 3 240,3 3 0,2 0-240,4-4 41,10 3 1,8-1-357,7-9 1,6-4-506,-6-1 1,3-1 0,1-1 0,0-1 694,2-5 0,1-2 0,0-1 0,-2 1 0,-2 1 0,-1 0 1,-1-1-1,-1-1 0,3-4 0,-1 0 0,1-1 0</inkml:trace>
  <inkml:trace contextRef="#ctx0" brushRef="#br0" timeOffset="29401">10840 6869 11850,'4'-11'540,"7"-10"359,1 2-719,3 0 225,2 7 0,4 1-46,6 1 1,0 0-1176,-2 1 1,1-1 882,-4 3 1,2-1 0,1 0-1,-4 1-22,-1 0 0,1-1-23,3 0 1,4-3 0,0 0-1,-3 1-509,0 0 1,0-1 486,-4 0 0,4-1 0,1-1 0,-1 1 0,-4 0 45,5-2 0,0-2-45,-7 3 0,3-3 0,1-1 0,0-1 0,0-1 0,-3-1-18,-1-3 0,-1-2 0,-2 0 0,0-2 0,1-1-282,-3 4 0,1-2 0,0-1 0,0 0 0,-1-1 0,-1 1 0,0 1 285,-1 0 0,-1 1 0,0 0 0,-2-1 0,-1 0 1,-2-2 58,-2 2 1,-2-3 0,-1-1 0,-1 0 0,-1 0 0,-1 1 0,0 2 0,1 4-402,-2-9 1,-1 4 0,-3-3 381,0 6 1,-2-4 0,-1-2 0,-2 0-1,1 1 1,-1 3 0,1 4-26,-3 0 0,0 4 0,-5-1 0,2 6 0,-4-1 0,-2-1 0,-2 1 0,-2 0 0,1 1 0,-1 2 0,1 3-177,0 2 1,0 3 0,-1 2 0,0 1 0,0 1-1,-1-1 1,1-1 188,-4-2 1,1-1 0,-2 1 0,1-1 0,0 1 0,0 2 0,1 1-78,2 2 1,0 1-1,1 1 1,0 1-1,0 1 1,0 1-1,0 0 103,-1 2 1,0 1-1,-1 1 1,1 1 0,0 0-1,2-1 1,1 0 18,-1-1 1,3 0 0,0 0 0,-1 1 0,-2 1-38,2 1 0,-3 1 0,-2 1 0,-1 2 0,-1-1 0,2 1 0,1-1 0,2 0 0,3-2 2,-3 3 1,4-1 0,0 0-1,-2 4 0,4-1 1,-2 2-1,-2 1 1,0 2-1,1 1 1,1-1 0,2-2-1,3-1 0,0 1 1,4-2-1,0 0 1,1 5 2,0 1 1,-1 3 0,0 4 0,1 0-1,1-1 1,1-1 0,3-4 34,1 5 0,3-3 0,3 3-9,2-6 0,0 2 1,2 3-1,1 0 1,0 0-1,2-4 1,-1-3-52,4 4 0,2-4 0,4 1 30,0-1 0,4 2 0,2 1 0,0-1 0,0-2 0,-2-3-30,2-1 0,-1-4 0,4 1 12,-5-4 1,5 0 0,2 1 0,0 0 0,1-1 0,-2-1-1,-4-2-12,7 1 0,-4-3 0,6-1-34,-6-3 0,5-1 1,2 0-1,3-1 0,-1-1 1,-1 0-1,-2-1 1,-4 0-146,3-1 1,-5 0-1,0-2 1,5-1-182,-4 0 0,3-2 0,3 0 0,1-1 1,0-1-1,0 1 0,-1-1 0,-3 0 0,-4 2-225,4-3 1,-5 1-1,0-1 1,3-3 584,-3 2 0,3-1 0,2-2 0,1-1 0,-1 0 0,-1 1 0,-2 0 0,-4 2 0,6-5 0,-4 1 0,2-1 0,-3 1 0,0 0 0,-1 0 0,1 1 0,0-1 0</inkml:trace>
  <inkml:trace contextRef="#ctx0" brushRef="#br0" timeOffset="41917">2345 3075 7083,'15'-15'270,"-2"1"0,-3 4-633,-1-1 633,2 0 0,-1 0-90,2 0 0,-1-1 0,0 1 180,0 0-91,-2 1 91,-1 1 116,-2 1-296,0 1 105,-3 0-105,-1 1-90,0 0 0,-2 1 411,0 0-411,0 1 89,-6-3-179,5 3 180,-11-2-180,6 4 0,-15 0 0,-8 9 0,3 0 0,5 2 0,1 3 0,5 2 0,1 4 0,-4 5 0,1 1 45,4-5 0,2 1-15,4 2 0,2 2 0,1 0-346,3 1 0,2 1 0,1 2 334,0-3 0,0 3 0,0 1 0,1-1 0,-1-1-405,1-1 0,0-1 0,1-1 1,1 3 404,1 2 0,1 2 0,0 0 0,1-1 0,-2-5 27,3 2 0,1-1-23,0 0 1,3 3-1,0 1 1,-2-5-23,1-3 0,0 1 0,0 0 0,2 4 0,1 0 0,-3-3 44,0-2 1,-1 1-45,0 0 0,1 5 0,0-1 0,-2-4 0,-1-1 0,-1-1 22,1 0 1,0 4 0,0 1-1,-1-4-22,0 2 0,-1-2 0,2 6 0,-1-2-514,-1-5 1,-2-4 423,0-5-1945,8 5 686,-5-14 1349,16-20 0,-10 2 0,-2-1 0,0-1 0</inkml:trace>
  <inkml:trace contextRef="#ctx0" brushRef="#br0" timeOffset="42351">2809 2848 8882,'-14'-13'269,"0"0"1,-1-4 0,7 1-359,14 5 89,5-4 89,4 7 1,3 2-90,6 0 0,-7 2 0,1 0 45,5 0 0,-1 0-561,8 1 546,-8 1 0,3 0 0,-4 1 60,8 1-45,0 6 0,-2 1 45,-5-4 134,-1 13 1,-2 2-135,-4-6 135,-1 13 0,-1 2-45,-3-1-1273,-4-4 1,0 4 0,-2-1 1130,-1-7 0,0 3 34,-2 2 0,1 6 0,-1 2 0,0-1 0,0-4-72,-1-2 0,0-3 0,1 4 0,-1 2 0,0 5 0,0 2 0,0 1 0,0-2 0,0-6 29,0 1 1,-1-4 0,2 3-30,-1-3 0,1 4 0,0 2 0,0-1 0,1-2 0,0-4 45,3 9 0,2-2-99,-3-8 0,1 3 0,0 1 0,1 0 1,0-1-767,3 3 1,0-1 0,1-1 0,-1 0 592,-2-3 1,-1 0 0,1-1 0,-1 1-266,1 2 1,1 1 0,-1-1-1,-1-3 492,1 6 0,-1-3 0,-2-6 0,0 0 0,1 3 0,0 1 0</inkml:trace>
  <inkml:trace contextRef="#ctx0" brushRef="#br0" timeOffset="43084">3925 2695 7713,'-13'-11'224,"-1"-1"1,-2 0-180,-3 8 0,0 2 45,2 3-45,-4 13 0,0 2 45,1-3-1183,5 2 1,-1 3 0,2-2 356,-4 5 781,1 1 0,1 0-474,6-4 519,-4 8 0,9-6-90,3-8 0,0 10 90,2-15 910,5 6-910,-4-9 0,8 2 0,-8-4 1967,5-1-1428,-6 0 1296,4-1-1925,-3-4 0,0 3 0,0-6 0,1 4 0,-1 0 90,2-2-180,-2 3 180,2-3-90,-1 3 0,-1 0 0,0 2 0,0-2 0,-1 1-2698,0-1 2698,5 6 0,-4 0 0,3 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22:09.1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6676 5142 7803,'8'-5'449,"-1"1"-179,-4 0 90,-1 3 0,-1-3-90,0 4-1,0-2 91,0 2-180,0-3 180,-1 2-180,1 0 1079,-1-1-1079,0 7 90,6 1-180,0 7 90,1-3-90,4-1 90,7 5-180,-1-5 134,4 2 1,0 1-45,1-1 60,-2-2 0,3 1 0,0-1-300,-2-2 1,-1 0-1,2 0 262,1-1 1,1 1-1,1 0 1,-2-1-113,0-1 0,-2 1 0,1-2 60,7 0 0,0-1 0,-4-1-60,-9-1 0,0-1 60,8 1 0,3-1 0,-2 0-60,-8-3 0,0 0 30,10 1 0,3 0 0,-4-1-30,-7 0 0,0-1 30,8-1 0,4 0 0,-5 0 15,-8 3 0,0 0-15,8-4 0,5-2 0,-5 1 15,-10 3 0,0 0-16,7-2 1,4-1 0,-5 1-30,3-1 45,3-1 0,0 0-45,-3 1 45,1-1 0,1-1-45,-2 2 45,4-2 0,-1 1 45,-2-1-30,-6 3 0,2-2 0,-2 1 30,6-3-1082,-5 0 1,4-2 0,-4 1 991,4-4 30,-8 3 0,3-2 0,-2-1-822,0-7 1,-3-1 791,0 5 0,0-2 0,-3-1 0,1-3 0,-4 4 0,2-8 0,-4 8 0,0-3 0,-1 2-14,0-7 14,-2 4 0,0-5 0,-3 2 30,-1 6 0,-2 0 0,0-1-388,0-1 1,-1-2 0,0 0-1,0 2 358,1 1 0,-1 2 0,-1-1 0,-3-5 0,-1 0 0,1 3 1512,1-7-1482,-1 5 0,-2-4 0,1 0-30,1 5 0,1 1 0,0-1 240,-1 0 0,1 0 1,0 0-211,-1-3 0,1 1 0,0 3-633,2 7 1,0 1 602,0-4 0,-2-1 0,-1-5 0,0 1 0,2 9 0,-1 0-30,-2-6 0,-2-3 0,0 4 30,-5-7 0,3 8 0,-3-1 0,1 2 0,4 5 0,-1 1 0,-6-5 0,-1-1 0,1 1 0,5 6 0,0 1 30,-7-6 0,-2-3 0,1 2 15,2 2 0,1 1-45,-3-3 0,-1-1 45,-2 1 0,2 3-45,3 2-299,-4 0 0,0 2 299,5 3 0,-4 3 0,-1 0 0,2 3-45,-7 4 0,-1 1 45,-1-3 0,5 6 0,-4 3 0,3-1 0,6-4 0,0 0 0,-2 3 0,-4 2 0,1 1 0,2-2 0,2-1 0,0 1 0,-3 1 0,-3 3 0,-1 0 0,3-1-45,-2 2 0,1 0-170,3-1 0,-2 0 0,2 0 215,1-1 0,3-1 0,-9 6 0,10-7 0,-2 2 0,1-1 0,0 0 0,0 1 22,-3 1 1,-2 2-1,-1 1 1,4-3-23,-1 1 0,1 1-23,0 1 1,-3 4-1,0-1 1,5-1 67,0-1 0,2 1-45,0 4 0,-2 5 0,0 0 0,4-5 0,2-1 0,2-1 0,-1 2 0,-1 4 0,0 0 0,3-5 0,2-3 0,0-2 0,-2 8 0,-1 2 0,2-3 372,3-7 0,0-1-342,-1 7 0,0 3 0,1-3-30,2-7 0,0 1 30,0 7 0,0 5 0,0-4-30,2-7 0,0 1 0,0 10 0,0 3 0,0-3 0,1-8 0,0 0 22,1 3 1,0 3-1,0 1 1,0-4-23,-1-4 0,1 0 30,1 9 0,1 3 0,0-5-30,2 2 45,1 2 0,1-1-45,1-4 45,1 2 0,0 1 45,0-4-45,3 4 0,0-1-45,1-2 30,-1-3 0,3 3 0,-2-3-30,-3-8 0,1 1 30,6 7 0,3 2 0,-2-3 273,-5-8 0,0-2-273,7 5 0,3 2 0,-2-3 720,-7-4 0,1-2-720,7 4 0,3 1 0,-3-1-30,-8-6 0,2 1 60,9 2 0,4 2 0,0-3-30,-5-4 0,0-1 0,2-1-215,2 0 0,1 0 0,2-1 1,-1-1 184,-2 0 0,1-1 0,-1-1 0,-1-1 0,3-2 0,-1-1 0,-2 0 30,-4 1 0,-1 1 0,0-2-30,0-2 0,0-1 0,-1 1-150,-1 0 0,1 0 150,7-3 0,3-3 0,-4 2 0,-9 3 0,0-1 30,6-5 0,4-1 0,-4 1-30,-8 4 0,0-1 0,7-5 0,4-2 0,-4 1 0,-7 5 0,0 0 22,2-1 1,2-2-1,1-1 1,-4 3-23,1 0 0,-1 0 0,2 0 0,2-2 0,0-1 0,-3 3 0,-1 1 0,0-1 0,2-1 0,4-4 0,-1 0 0,-4 3 0,-2 2 0,-1-1 0,1-2 0,3-2 0,0-1 0,-4 3 0,-3 2 0,-1-1 0,4-8 0,3-3 0,-4 3 0,-4 5 0,-1 0 0,1-5 0,2-4 0,-1-2 0,0 1-23,-4 4 1,0 0-1,0 1 1,-1-2-271,1 0 1,0-1-1,0 0 1,0 0 0,-1 2 292,2-8 0,-2 1 0,0 2 175,-3 7 1,1 0 0,-2 1-206,-1-2 0,0 0 0,-2 2 702,-1-1 1,-1-1-673,0-1 0,0-4 0,-1 0 0,0 4 0,-2 0 0,-2 0 0,1 0 0,-1-4 0,0 0 0,1 4 0,0 1 0,-2 2-23,0-1 1,-1-2-1,-2 0 1,2 4 22,1 2 0,-2 0-30,-5-6 0,-3-3 0,2 4 30,5 7 0,-1 1-30,-6-7 0,-2-3 0,1 4 30,7 7 0,-1 0-23,-4-2 1,-3-3-1,-2 1 1,4 2 22,2 3 0,-2 0-23,-2 0 1,-4-2-1,0 1 1,3 2 22,3 3 0,0 2 0,-2 0 0,-4 1 0,0-1 0,3 3 0,1 0 0,-2 2-23,-3 1 1,-5 2-1,0 0 1,3 1-120,-1 1 0,0 1 127,5 1 0,-5 1 0,-2 1 0,-1 1 0,1-1 0,3 1 15,3 0 0,1 1 0,1 0 0,0 0 0,-2-1 0,-2 2 0,-1-2 0,-1 2 0,1 0 0,-1 2-270,4 0 0,-2 2 0,1 1 0,0 0 1,3 0-1,2-2-240,1 0 1,3-1 0,-3 3-38,0 1 1,-4 4 0,-2 1 0,1 1 0,2-1 0,3-2-547,1 1 1,3-2 0,-1 3 1043,1-1 1,-1 2 0,-1 2 0,1 0 0,0-1 0,3-2 0,-2 5 0,2-1 0,0 2-1,0-1 1,0 0 0,0 1 0,0-1 0</inkml:trace>
  <inkml:trace contextRef="#ctx0" brushRef="#br0" timeOffset="10051">11738 5113 11311,'6'3'3276,"-1"1"-2145,-5 6-951,5-1 0,0-2 180,3 1-270,0-3 179,3 1-179,-4-4 0,8 0-90,-7-1 90,13-1-90,-9-5 0,8 4 0,4-10 0,-8 5-1639,1-2 1,0 0 1523,-4-2-186,0 0 0,-1 0 301,-2 0-338,7-14 338,-12 14 0,3-12 0,-6 12 0,-1-9 0,-6 11 0,-3-9 0,-4 12 0,-9-3 0,6 7 0,-2 2 0,1 1 0,-1 0 45,-2 6 0,-1 3 45,4-3 0,-1 7 0,1 1 0,5-3 0,0 3 0,2 0-90,3-2 90,1 3 0,2 0 0,1-5 270,9 15-270,0-19 0,14 9-90,-7-11 45,4-1 0,1 0-135,3-2-480,0-1 0,4-1 1,-1-1-524,-4-3 1,0-1 0,-1 1-1,2 0 1,0 1 0,-1-2 819,11-5 1,-6-1 0,-8-3-1,3 0 1</inkml:trace>
  <inkml:trace contextRef="#ctx0" brushRef="#br0" timeOffset="12185">12073 4561 9332,'5'-9'719,"0"0"-359,-1 3-90,-1 1 0,1-1-90,0 1 89,0 0 1,0 1-90,0-1 90,-1 1-90,1 0-90,0 0 0,-1 2 0,0-2 90,0 3-180,0-1 360,-1 10-271,3 10-44,-1 0 0,0 1-45,0-3 0,-1-1 0,2 11 0,0-2 0,-1-4 0,1 2 0,0-1 0,-1-4 0,0 0 0,0 0-90,-1-4-539,3 10 89,-4-15-2068,2 6 2608,-1-9 0,-1 0 0,0-5 0</inkml:trace>
  <inkml:trace contextRef="#ctx0" brushRef="#br0" timeOffset="12483">12260 4536 9961,'0'-10'1979,"-9"3"-1799,4 11 0,-9-4-90,8 13 360,-5 2-270,6 0-1819,0 0 1,1 0 1113,1-1 934,1 2 0,1 0-229,0-2-241,6 13 151,1-16 0,10 10 0,-5-14-90,17 3 0,-13-8-405,4 0 0,-1-2-314,0-6-361,8 5-2158,-9-11 1709,-5 5 1529,1-4 0,-6-1 0,-2 3 0</inkml:trace>
  <inkml:trace contextRef="#ctx0" brushRef="#br0" timeOffset="13701">11125 5741 17337,'8'-9'540,"-2"1"-90,9 3-361,-4 1 46,3-2 0,2 0 45,0 1 45,6-2 0,0 1-135,1 0 0,5-2 0,1-1 0,-1 1 30,-5 2 0,5-1 0,-2-1-1213,-3 2 1,0 0 0,-1-1 447,1 1 0,-1 0 1,2 0 674,6-3 0,2-1 0,-4 2 326,-9 2 1,0 1-335,3-2 1,4 0 0,0-1-1,-3 2-22,0-1 0,1 1 0,1 0 0,3-2 0,2 0 0,0 1-257,-4 0 0,1 0 0,0 0 0,-1 0 257,-3 1 0,-1 1 0,1-1 0,1 0 0,0-1 0,3 0 0,0 0 0,-2 0 0,-2 0-354,7-2 1,-1 0 353,0 0 0,1 0 0,-2 1 45,0-1 0,-3 0-45,0 1 0,0 1 0,-1-1 0,0 0 0,-6 3 0,0-1 0,4-1 0,2 0 45,3-3 0,0 1 90,-11 4 0,1-1-105,5-2 0,3-2 0,-3 3 60,5-3 0,0 0 0,-1 0-90,-5 3 90,0 1 0,-1 0-90,-5 1 90,1 1 0,0 0-90,-6 1 180,10-2-180,-16 3 1986,3-1-1986,-6 2 1293,0 0-1383,-1-1 3253,1 0-3253,-6 0-480,1-2-60,-6 1-89,2 0-2250,-10-1 1710,7 3-2018,-17-1 0,14 2 2853,-9 0 0,10 0 0,-1 0 0</inkml:trace>
  <inkml:trace contextRef="#ctx0" brushRef="#br0" timeOffset="15067">11300 5938 10231,'15'-23'1034,"-4"7"1,2 0-496,0 2 1,0 1-405,-1 1 0,-1 0 495,10-3-450,-17 12 1349,3 0-810,-12 16-404,-5 3 0,-2 2-270,3-4 0,0 1-956,-4 4 0,-3 1 0,3-3 1001,-5 5 0,-1 1 0,0 0 0,3-5-331,-1 1 0,1 0 241,4-4-331,0 0 1,2-1 420,2-3-168,-2 10 78,7-14 1735,0 7-1735,2-7 1517,5 0-1427,2-3 926,3-3-1016,14-1 0,-7 0 0,7-5 0,1 0 0,0 2-1086,-3-2 1,3-3-1,-4 2 1086,6 1-837,1-1 1,-2-1 836,-9 0-178,10 2 178,-19 2 450,3 1-180,-13 6 2294,-2 3-2204,-14 12-270,5-6-45,-3 1 0,0 0-45,1-2 45,-2 2 0,0-1-135,3-2 1298,1 1 1,0 0-1209,0 5 0,1-2 352,6 2-352,13-11 0,-5 2 90,22-4-90,-10-1-1093,7-2 1,6 0 0,-3-1 1079,-5-2 1,0-1 12,4 1 0,4 1 0,1 0 0,-5-2 0,-3-3 0,0-1-613,8 3 0,3 0 0,-4 0 613,-9-1 0,-1-1-273,5 3 0,2-1 0,-4 1 273,4-6-107,-3 5 1,-2 0 106,-6-1 2248,6 1-1078,-15 2-673,-2 1 0,3 0 0,-2 1 0</inkml:trace>
  <inkml:trace contextRef="#ctx0" brushRef="#br0" timeOffset="16200">12004 6045 12930,'0'11'1169,"5"-3"-1079,2-7 0,1-1-90,11-9 0,-8 7 0,3-9 0,-1-1 0,-2 5 0,2-8 0,-1-1 0,-3 1 45,1-5 0,-2-1 45,-2 1 90,-1-3 0,-1 1-1,-3 4 136,-2 2 0,-3 0-315,-3 6 270,-19 7-180,9 8 90,-2 8 0,0 4-90,5 2 44,0 4 1,2 2-45,4-2 45,1 2 0,5 2-90,9-6 0,1 0-156,-4-2 1,2-1 110,14 6 0,3-5-3277,0-6 2806,-5-4 1,3-1-1169,7-5 1,0-2-1,-9 1 1,0-1 1463,6-4 1,3-3 0,-2 1 0,-6 0 0,-1-1 0,7-7 0,-1 1-1</inkml:trace>
  <inkml:trace contextRef="#ctx0" brushRef="#br0" timeOffset="16701">12433 5674 10591,'12'4'-1093,"-5"-3"1,-2 3 0</inkml:trace>
  <inkml:trace contextRef="#ctx0" brushRef="#br0" timeOffset="16901">12944 5880 12660,'-13'0'-1093,"3"0"1,2 0 0</inkml:trace>
  <inkml:trace contextRef="#ctx0" brushRef="#br0" timeOffset="22100">11557 5313 14639,'-5'-13'1349,"2"1"-1349,3 3 0,0 2 0,0 2 0,0 2 0,0-1 0,0 3 0,0-2 0,0 3 0,0-3 0,0 2-1709,0-2 1709,0 2 0,4 0 0,2 0 0</inkml:trace>
  <inkml:trace contextRef="#ctx0" brushRef="#br0" timeOffset="22700">11997 5370 13199,'-6'-11'360,"2"3"-270,4 6-90,0 1 0,0-1 0,0 1 0,0-1 0,0 1-899,0-1 89,0 1-2467,0-6 2792,0 1 0,0-4 0,0 2 0</inkml:trace>
  <inkml:trace contextRef="#ctx0" brushRef="#br0" timeOffset="23185">12067 4483 7803,'6'7'-90,"0"6"-180,-3-6 270,4 19 0,-5-11 0,3 9 0</inkml:trace>
  <inkml:trace contextRef="#ctx0" brushRef="#br0" timeOffset="23533">12276 4410 7892,'-16'12'0,"3"2"90,5-1-90,4 0 180,0 8-90,3-10 0,7 12-90,-5-14 0,22 8 0,-14-11-135,6 0 0,0-1-134,-3-2-1261,12-5 1530,-16 1 0,4-9 0,-9 4 0</inkml:trace>
  <inkml:trace contextRef="#ctx0" brushRef="#br0" timeOffset="31301">7371 4205 6723,'0'0'0</inkml:trace>
  <inkml:trace contextRef="#ctx0" brushRef="#br0" timeOffset="31951">7573 3860 9961,'0'-10'1080,"0"1"-1080,0 6 90,0 2-90,0-2 90,0 3-90,0-4 0,0 3 90,0-3-1,0 3 1,0-2-90,0 2 90,0-1 0,0 0-90,0 1 0,0-1 0,0 1-3277,0-1 2747,-5 9 0,4-6 0,-4 6 0</inkml:trace>
  <inkml:trace contextRef="#ctx0" brushRef="#br0" timeOffset="36682">6650 5230 9242,'0'-8'809,"1"2"-539,-1 4 0,0 0 0,0 0 269,0 0 1350,0 1-1619,0 6-90,5 1-90,-4 4 450,21 12-226,-8-11 1,1 1-408,0 0 1,2-1 227,12 3 0,-1-2-135,0-3 90,-7-3 0,4 1 0,-3-1-45,-5-2 0,-1 0 14,8 1 1,4 0 0,-4 0-15,-7-3 0,0 1-15,7 0 0,4 1 0,-3-1-950,-8-1 0,0 0 920,8 1 0,2-1 45,-2-1 0,2 0-247,-4 0 1,1-1 0,1 0 223,-1 0 1,2-1-1,1 0 1,-3 0-23,2 1 0,-1 0 0,1-1 0,6-1 0,1-2 0,-5 1 0,-10 0 0,-1 0 30,7-2 0,3 0 0,-3 0-30,-8 1 0,0-1 30,6-1 0,2-1 0,-2 1-30,6-4 0,-6 2 0,0 0 0,-6 1 0,0 0 0,8-6 0,-8 5 0,1-1 0,3-3 0,3-3-781,-3 2 1,1-1-1,0 0 781,-4 3 0,0-1 0,1 0-23,2-2 1,1-1 0,-1 0-1,-3 2 11,-2 1 0,-1 0 12,1-3 0,4-2 0,0-1 0,-3 1 0,-1 0 0,-2 1 0,0-1 0,3-1 0,0-1 0,0-1-30,1-8 0,-1-1 0,-3 3 30,-4 9 0,-1-2 0,1-2 0,1-4 0,-1 0 0,-1 4 414,-2 2 0,-1 1-414,2-9 0,1-4 0,-2 4 0,-2 9 0,0-1 30,0-9 0,1-5 0,-2 2-30,-1 0 0,0 1 11,0 7 0,0 0 1,-2-1-12,-3-3 0,-2-1 0,0 4-45,4 5 0,-1 2 45,-7-12 0,-2 0 0,6 4 0,0 2 29,-2 5 0,-1-2-29,-2-8 0,0-4 0,0 3-43,2 9 0,0 0 43,-1-1 0,-2-4 0,0 1 0,1 5 0,1 4 0,0 2 30,-5-6 0,-2-2 0,2 2-30,3 8 0,0-1 30,-6-4 0,-3-2 0,2 3 15,5 5 0,-1 0-45,-7-3 0,-4-3 0,3 3 0,7 5 0,-2 0 0,-3-2 0,-5 0 0,0-1 0,4 3 0,2 0 0,0 1 0,-3 0 0,-4-1 0,0 1 0,4 1 0,4 1 0,-1 1 0,-7 0 0,-4 0 0,4 1 0,7 1 0,1 1 0,-8 0 0,-4 0 0,3 0 0,9 1 0,0 0 0,-9 4 0,-3 0 0,3 0 0,9-3 0,1 1 30,-9 5 0,-3 3 0,4-1-30,9-6 0,0 1 0,-7 4 0,-4 2 0,4-1 0,8-3 0,-1 0 30,-11 5 0,-4 2 0,4-1 15,9-4 0,1 0-45,-3 1 0,-3 2 0,0 0 0,3-1 45,4-2 0,0 1-45,-6 4 0,-5 2 0,5-1 45,7-5 0,-1 2 15,-6 4 0,-4 4 0,3-3-60,8-4 0,0 1 59,-7 7 1,-2 3 0,3-2-15,6-6 0,2 1 0,-2 4 0,-3 4 0,0 1 0,4-5-45,1-1 0,1 0 22,-1 1 1,-2 4 0,0 0-1,3-4 23,3-5 0,0 0-45,-3 6 0,-2 3 0,2-4 0,-2 7 45,0 1 0,0-1-45,4-4 45,0 1 0,1 1-45,3-5 0,1 4 0,1 0 90,2-3-90,0 4 0,1 0 0,1-1-489,0-3 0,-1 3 0,2-2 579,4 7-90,-3-6 0,0 3 0,0-4 2005,4 3-1960,0 3 0,0 0-45,-1-5 45,3 2 0,0 0-45,-1-3 45,2 1 0,0 1-45,-1-5 45,2 3 0,1-1-45,-1-3 69,-2-5 0,0 1-24,2 0 0,-1 0 437,4 4-482,2 2 0,1-1 89,-2-1-89,2 2 0,-1 0 0,-2-2 0,2 2 0,-1 1 90,-2-4-90,-3-3 0,1-1 90,6 6-28,-4-5-62,3 3 0,0 0 90,0-2-90,3 3 0,0 0 0,-3-6 0,1 1 0,1-1 0,-3-1 45,4-1 0,-1 0-45,-1-2 0,3 0 0,1-1 0,-3-1 45,8 1 0,2-1-45,-8-3 0,0 0 741,3 1 0,0 0-741,-5-2 0,0-1 0,0 1 0,-1-1 0,6 1-602,1-1 0,-1 0 513,-3 0-279,0-1 0,0 1 368,-3-1-289,2 0 0,-2 0 289,-2 0 1142,15 0-1142,-18 0 0,11 0 0,-13 0 0,10-3 0,-11 2 1155,7-2-1424,-9 3-374,3 0-346,-6 0-2288,2 6 650,-2-5 2682,4 10 0,-3-4 0,2 6 0</inkml:trace>
  <inkml:trace contextRef="#ctx0" brushRef="#br0" timeOffset="41085">2236 6453 11940,'-7'-1'270,"-4"-1"-90,10 1 90,-5-1 0,1 0-90,4-1-1,-3 0 1,4-2 0,0 0-90,6 0 0,-5-1 90,11 0-90,-10 0 0,12-1 0,-8 2 0,9-1 0,-4 2 0,1 0 0,1 1-90,5 1 90,-5 1 0,12 6-90,-14-3 179,5 24-179,-15-10 0,-5 1 0,-5 10 0,-3 2-45,1-2 0,-1-2 45,-1-6 0,1-3 90,1 4-90,11-16 0,15-1 0,-5-2 0,11-3 0,3-1 0,-4-3 0,6 3 0,1 0 45,-9 0 0,-1 1-45,-1 5 0,-1 2 45,0 3 0,-3 2-45,-7 9 0,-6 2 0,-3 1 0,-3 2-908,-3-6 0,-2 3 0,0-3 908,3-5 0,-2 0-30,-5 5 0,-4 2 0,2-4-105,6-5 0,-1-1-958,-6 3 1,-2 1 0,2-3-668,-3 0 1760,0-6 0,1-3 0,6-9 0,-4-8 0</inkml:trace>
  <inkml:trace contextRef="#ctx0" brushRef="#br0" timeOffset="41501">2136 6137 12480,'-18'8'854,"1"0"1,-7 4-406,7 8 1,-1 7 0,2 4-991,7-9 0,2 1 0,1 2 0,-1 1 0,1 2 592,0-1 0,0 3 1,0 0-1,1 1 1,-1 1-1,1-2 1,1-1-37,-1-1 0,0-2 0,0 1 0,1-1 0,1 0 0,2 2-3,1 1 1,2 3 0,0 0 0,1 0 0,1-2 0,0-2-1,0-4-12,0 1 0,1-5 0,3 3 18,2 1 0,4 3 0,2 1 0,-1-2 0,-1-5-18,4 2 0,2-2 0,1-3 0,6 1 0,0 0 0,-3-5 45,-1-2 0,2-4-45,1-3 0,5 0 0,0-2 0,-5-2 0,0-3 0,-1-4 22,2-3 1,4-4 0,0-1-1,-5 0-22,0-2 0,-3-4 0,-3 2 0,2-5 0,1-1 0,-2 1 0,-3 2-30,-3 1 0,-2 3 0,0-5 30,-2 0 0,2-4 0,0-4 0,0 0 0,-1 0 0,-1 2 0,-2 3-451,1-5 1,-3 3 0,0-4 438,-2 7 1,-1-4 0,1-3 0,-1 0-1,0-1 1,-1 1 0,-1 3 0,0 4-19,-2-8 0,-2 5 0,-2-4 42,1 7 1,-2-3 0,-1-2 0,0 0 0,-1 0 0,0 3 0,1 4-13,-2-4 0,-1 4 0,-3-2 15,-1 4 0,-3-2 0,-2-2 0,-2 3 0,0 2 0,0 6-294,-3 6 0,-2 7 1,0 1-1,-1-1 279,-1-6 0,-1-1 0,1 3 0,-2 5 0,5 7 0,-1 4 0,-1 4 0,2 2 0,1-2 0,2-1-461,-1 3 1,3-1 0,-2 1 460,3-2 0,-1 1 0,-1 1 0,1 0 0,2 2-169,-3 3 1,2 2-1,1 0 1,2 2-488,3-3 1,2 1-1,0 1 1,1 0 0,-1-2-165,-3 4 1,-1 0 0,1-1 0,3 1 805,4 3 0,3 1 0,2-2 0,2-5 0,3-5 1,3-3-1,4 5 0,0 0 0</inkml:trace>
  <inkml:trace contextRef="#ctx0" brushRef="#br0" timeOffset="42384">1210 7229 11490,'-6'9'1170,"-3"0"-361,2-2-629,2-3 270,-6 3-270,9-5 899,-3 1-449,17-15-450,4-3 0,4-5 0,1 0-150,1 0 0,0 0 0,1-1-281,-3 4 0,-1-2 0,1 1 0,1-1 287,-1 2 0,1-1 0,0 1 0,-1 0 0,-1 1-1016,6-4 0,-3 3 0,2-2 980,-5 3 0,2 0 0,-1 0 0,0 0 45,1 0 0,0-1 0,-1 2 0,-3 1-45,-1 2 0,0 0-616,5-5 1,3-2 0,-3 2 615,1-1-678,-1 0 1,-1 0 677,-10 8 273,6-7-363,-11 12-3187,0-2 309,-3 11 2968,-15 6 0,5 2 0,-12 4 0</inkml:trace>
  <inkml:trace contextRef="#ctx0" brushRef="#br0" timeOffset="43083">1207 7255 11940,'-17'0'1170,"-5"3"-541,8-2-629,-1 3 450,7-3 0,14 0 269,12-6-539,12-3-1273,-7-1 1,2-3 0,-1 1 919,-1 1 1,0-1 217,0-1 0,3-2 0,0 0 0,0 1-419,0-1 1,-1 1 0,0-1 403,1 0 0,0 1 0,-1 0-30,-1 0 0,0 2 0,0-1 0,1 0 0,0 1 0,-2 1 0,-1 0 0,1 0 0,-1 0 0,4-2 0,-1 1 0,-4 2 0,-3 1 0,-1 0 0,4-1 0,1-2 0,-3 2 0,0-1-495,-3 2 0,-3 1-2563,-7 3-219,-5 0 3194,-22 9 1,-1 4 0,6-1 0,0-1 0</inkml:trace>
  <inkml:trace contextRef="#ctx0" brushRef="#br0" timeOffset="43503">1251 7270 12570,'-13'-6'1709,"2"-2"-720,24 9-809,-4 1 45,10 2 0,2 1-643,2 1 643,7-3 0,1-1-1864,-13-1 1,0-1 1349,10 1 1,3 0 348,-9-3 0,1-1 0,-1 1-52,0 1 1,0 0-9,6-3 0,4-1 0,-5 1 0,-5 0 0,-2 0 0,7-1 0,2-1 0,-7 0 0,1 0 0,-2 1 0,-1 0 0,1 1 0,4-2 0,4 0 0,-5 0 0,3-1-315,-4 1 0,-1 0-224,-10 3-2738,4-3 3086,-42 11 1,10-5 0,-4 3 0,-1-1 0</inkml:trace>
  <inkml:trace contextRef="#ctx0" brushRef="#br0" timeOffset="43903">1281 7279 13289,'-15'-3'180,"2"3"90,0-7 1889,7 6-1710,26 9 1,11 3-270,-4-3-1000,-4-1 1,7 2 0,0-1 0,-4-2 602,-5-3 0,0-1 351,4 0 1,5 0 0,0 1 0,-4-2 6,1 0 0,1-1-105,-1-1 0,5 1 0,3-1 0,-2 1 0,-5-2-265,-6 0 0,-2 0 0,3 0 265,4 0 0,4 0 0,1 0 0,0 0 0,-4-1-539,0-1 1,-2 0 0,-1 0 532,1 2 0,1 0 0,-1 0 60,4-1 0,0-1 0,-5 1 1794,3 1-1884,0-2 0,-1 1 0,-13 1 0,9-1-90,-16 2-1004,0 0-1964,-6 0 2687,-13 1 0,4-1 1,-11 1-1</inkml:trace>
  <inkml:trace contextRef="#ctx0" brushRef="#br0" timeOffset="48066">9739 6087 8252,'9'9'540,"0"0"-360,-4-2 90,0 0-90,1 0 89,-2-1-89,0 0 720,2 0-540,-2-2 899,0 0-1079,-3-4-90,0 1 90,3-14-90,-3 5 134,2-11 1,-1-3-90,-1 4 0,-1-1-45,-2-1 0,-2-2 120,0 0 0,-2-2 0,-2 1-274,-3 5 1,-3 1 0,-1 0 153,-6-5 0,-3 0 0,1 3-365,5 5 1,2 1 0,-4 3 341,-2 3 0,-3 3 1,0 1-1,3 2-67,1 3 0,0 2 67,-2 0 1,-4 0 0,0 1-1,4 1-22,0 3 0,0 3 27,2-1 0,-3 3 0,-1 2 0,0 2 0,2 0-18,3 1 0,2 1 0,0 1 0,0 1 0,-1 1-384,1 0 0,-1 1 1,0 2-1,-1-1 0,1 1 1,1 0-1,1-2 345,1-1 0,1-2 0,1 1 0,0-1 0,1 2 0,-1 0 10,1 3 1,0 2 0,-1 2 0,2-1 0,0-1-1,1-1 1,2-4-402,-2 5 1,3-4-1,0 3 391,0 0 0,0 3 0,-1 3 0,0 0 0,1-2 0,2-2-312,1-1 1,1-3 0,1 1 0,-1 1 314,0 3 0,0 2 0,0 0 0,1 0 0,1-3-18,0-4 0,0-2 0,1 0 0,2 1 18,1 3 0,2 2 0,2 1 0,-1-2 0,-1-3-18,0 0 0,0-3 0,2 3 60,3 0 0,2 4 0,3 2 0,-1 1 0,1-4 0,-3-3-60,1-2 0,-1-4 0,3 3 30,0-1 0,4 4 0,2 1 0,0-1 0,-1-2 0,-2-4 0,0-3 0,-1-3 0,3 1-30,0 0 0,4 0 0,3 1 0,-1 0 0,0-2 0,-3-2 0,1-1 0,-1-2 0,4 0 0,-2-2 0,5 0 0,3 0 0,1 0 0,1-1 0,-1-1 0,-1-3-133,-4-1 1,1-3 0,-1-1 0,0 0 0,0-1 0,0 1 0,0 0 144,0 2 1,0 1 0,1 0 0,-1 0 0,0 0 0,0-2-1,0 0-25,2-3 0,2-1 0,-1 0 1,0-1-1,-1-1 0,-3 2 1,-4 0 12,5-1 0,-6 0 0,4-1-67,-2-1 1,4-2-1,1-1 1,1-1-1,-3 1 1,-4 1 66,2-1 0,-3 1 0,1-2-11,0-2 0,3-2 0,1-3 0,0 1 0,-3 0 0,-4 3-19,-3 0 0,-3 1 0,1-2 45,-1-1 0,2-4 0,1-1 0,-1-1 0,0 2 0,-3 2-15,0-1 0,-2 2 0,1-4-15,-1 1 0,2-4 0,0-2 0,-1 0 0,0 1 0,-2 4 15,0-2 0,-2 4 0,1-4 0,-2 0 0,2-3 0,0-3 0,-1 0 0,0 2 0,-2 4 0,0-1 0,-1 2 0,-1-3 28,-1 2 1,0-4-1,0-2 1,0-1 0,-1-1-1,-2 2 1,-1 2-44,-3 1 0,-2 1 0,-1 2 0,-1-1 0,0 0 0,2 0 15,1-1 0,1-1 0,0 1 0,0-1 0,-2 1 0,-3 0 0,-3 3 0,-3-2 0,-2 1 0,0 0 0,-1 2 0,1 3 0,1 2 0,-4-2 0,1 4 0,-4 0-13,3 2 0,-4-1 0,-2-1 0,-1 1 1,-1 0-1,3 1 0,2 3 42,-1 0 1,3 3 0,-1 1-1,-4-1-29,3 3 0,-2-2 0,-4 1 0,0 0 0,-2 0 0,1 0 0,1 1 0,1 0 0,4 2 0,-3 0 0,3 0 0,1 2 0,-2 0 0,-3 1-9,4 0 1,-3 0 0,-1 1 0,-3 0 0,0 0 0,0 0 0,-1 0 0,2 1 0,0 0-1,3 0 1,2 0 8,-8 1 0,5 0 0,0 1 0,0 1 0,-6 1 0,10-1 0,-3 0 0,-2 2 0,-1 0 0,-2 0 0,0 1 0,0 0 0,1 0 0,1 0 0,1 0 0,2-1 0,3 1-60,-10 2 0,5 1 0,1-1 0,0 1 0,-3 1 37,5-2 1,-3 0-1,0 1 1,-1 1-1,0-1 1,1 2-1,1 0 1,1 1-107,-1 3 1,1 1-1,0 1 1,2 0-1,0 0 1,2 0-1,0-1 2,1 0 1,2-2-1,1 0 1,-1 2-1,-1 3-153,3-1 0,-1 3 0,-2 2 0,0 1 1,0 1-1,2 0 0,0-1 0,3-1 1,3-3-36,-2 6 0,4-4 0,2 1 0,0 4-95,1-2 0,0 4 1,1 2-1,0 2 1,0-1-1,1 0 0,2-3 1,0-3 335,2 3 1,3-4 0,0 0 0,0 2-1,-1-1 1,0 3 0,1 1 0,-1-1 0,1-1-1,1-3 1,3 4 0,-1 1 0,1-1 0</inkml:trace>
  <inkml:trace contextRef="#ctx0" brushRef="#br0" timeOffset="50302">10044 5917 9961,'-12'5'1092,"1"-8"0,4-5 0</inkml:trace>
  <inkml:trace contextRef="#ctx0" brushRef="#br0" timeOffset="50768">10123 6110 9961,'-11'6'-697,"-4"-1"0,13-5 0,-5 0 0</inkml:trace>
  <inkml:trace contextRef="#ctx0" brushRef="#br0" timeOffset="52073">10751 6468 10231,'-13'0'-90,"0"-6"90,4 5 90,-1-5-90,1 6 0,1 0 0,1 0 0,1 0 0,2 0 0,1 0 0,1 0 0,0 0 0,0 0 0,1 0-3277,-1 0 3129,-4 0 0,5 0 1,-5 0-1</inkml:trace>
  <inkml:trace contextRef="#ctx0" brushRef="#br0" timeOffset="57667">6038 5902 10141,'13'-3'720,"-3"1"-630,-3 2 90,-3 0 0,1 0-1,-3 0 1,1 0 90,-2 0 1529,0 0-1079,-5 0-181,0 0-179,-6 0 1259,3 3-1349,1 0-90,14 0-45,7-1 0,3-2-135,-3 0 0,3 0-333,5 0 0,6 0 1,2 0-1,0 0 351,-6-1 0,1 1 0,0-1 0,0 0 0,0 0-389,0 0 1,-2 1 0,1 0 0,1 0 0,1 0 370,2-1 0,2 0 0,1 1 0,0-1 0,-3 0 0,-3 1 0,-1-1 0,-4 1 0,4 1 0,-1-1 0,4 1 0,2 0 0,0 0 0,-2 0 0,-4 0 0,2 0 0,-4-1 0,3 1 0,-1 0 0,3 1 0,1 0 0,1 0 0,-2-1 0,-4 1 0,0-2 0,-4 0 0,4 1 0,1 0 0,5 2 0,0-1 0,-1 0 0,-5 0 0,3-1 0,0-1-23,1 2 1,4 1 0,0 0-1,-6-1-22,-5-2 0,-1 1-165,7 0 0,2 1 1,-4-1-151,-4-1-405,-1 1 1,-2-1 134,-7 0-2647,5 0 2457,-19-5 1,-2 4 0,-9-3 0</inkml:trace>
  <inkml:trace contextRef="#ctx0" brushRef="#br0" timeOffset="58049">5978 6070 13469,'-19'-5'3059,"41"3"-2790,3-2 1,8-2 0,2 1-739,-11 2 1,3 2 0,0-1 0,2 1 0,0 0 0,0-1 0,-2 0 175,-1 0 1,0 0 0,0-1 0,-1 1 0,2-1-1,2 1 303,-3 0 0,4 1 0,0-1 0,2 1 0,-1-1 0,0 1 0,-2 0 0,-1-1 0,-4 2-192,5-2 1,-4 2-1,0-1 1,4 0 181,-2 0 0,3 1 0,3-1 0,0 1 0,1-1 0,-1 1 0,-3-1 0,-4 1 0,3-1 0,-5 1 0,1 0 0,3 0 11,-3 0 0,3 0 0,2 0 1,1 0-1,-1 0 0,0 0 1,-3 0-1,-3 0-11,8 0 0,-5 0 0,3 0 0,-3 0 0,4 0 0,1 0 0,-1 0 0,-1 0 0,-5 0 0,-3 0 0,-2 0 0,1 0 22,7 0 1,3 0-1,-1 0 1,-6 0-23,-5 0 0,-1 0-45,7 0 0,-1 0-644,-1-4-391,-11 3-2197,3-3 2457,-13 1 1,0 0 0,-2-3 0</inkml:trace>
  <inkml:trace contextRef="#ctx0" brushRef="#br0" timeOffset="68632">7810 3801 14998,'5'-13'90,"4"1"0,-7 3-90,9 0 0,-5-2-1199,7-1 1199,-1-3 0,6-1 0,2-1 0,-7 5 0,2 0-820,4-3 1,3-2 0,2-1 0,-3 3 648,2-2 0,0 0 27,-2 2 0,3-2 0,1-1 0,0 0 0,-5 3 144,-2 2 0,-2 1 1,1-1-577,3-3 0,2-2 1,1 0-1,-1 0 1,-3 3-1064,1-3 1,-2 3 1303,8-4 1,-6 4 0,-14 7 0,-13 15 0</inkml:trace>
  <inkml:trace contextRef="#ctx0" brushRef="#br0" timeOffset="69116">8482 5040 11221,'-19'10'1214,"0"0"0,-7 4-764,3-1 539,17-10-719,6 1-90,0-12-90,16-3 0,4 0-90,-1-13-820,-3 11 1,5-3 0,1 0 0,-3 2 376,3-3 1,0-1 442,-2 2 0,5-3 0,1-1 0,-1 1 0,-3 2-136,-2 1 0,-2 2 0,3-2 106,-1 1 0,3-3 0,2-1 0,-1-1 0,-1 2 0,-3 3-60,0-1 0,-3 2 0,1-1-234,2-1 0,3-3 0,0 0 0,-1 1 1,-4 3-127,0 0 0,-2 1-643,2-3 1,1-1 0,-5 4 494,-3 1 1,0-3 0,-11 13-1</inkml:trace>
  <inkml:trace contextRef="#ctx0" brushRef="#br0" timeOffset="69300">8385 5166 14549,'-19'13'944,"-1"0"1,1 1-676,10-13-472,18-9 1,13-7 0,5-2 0,-3 1-891,-1 1 1,-1 0 0,5-3 727,-8 5 1,3-2 0,2-1 0,1-1 0,2-1 0,-1 1 0,-1 0 0,-1 1 0,-3 1 191,4-2 1,-3 2-1,0 1 1,0-1-1,2-2 1,-2 2-1,2-1 1,1-2-1,0 1 1,0-1-1,0 0 1,-1 2 0,-2 0-1,1-1 1,1 0-1,-1 1 1,1-1-1,-1 0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23:41.4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2012 4251 7982,'-10'-6'720,"2"0"-360,5 6-90,0-4-90,0 3 89,2-3-89,-1 4 0,2 0 270,-1-2-270,1 0 0,0-1-90,0 0 90,0 1-1,5 0-89,-4-1 0,4 1 0,0-1-90,-4 0 90,11 0 90,-7-1-90,7 0 0,-1 0-282,3-2 281,1 1-89,2-1 90,3 1 0,2-1 0,-3 1 0,1 1-430,-5 1 1,3-1 399,9-1 0,4 0 0,3-1-651,-8 2 0,2 1 1,0-1-1,0 0 0,-1 0 613,3 0 1,-2-1 0,0 1-1,4 0-10,-5 0 1,3-1 0,2 1 0,0-1 0,-1 1 0,-2 0 0,-4 0-387,5 0 0,-4 0 0,4 0 385,-5 0 0,2 1 0,3-2 1,1 1-1,1 0 0,1 0 0,-2 0 1,-2 1-12,0 0 0,0 0 0,-1 0 0,0 1 0,-1 0 0,1-1 0,0 1-185,0-1 1,1 0 0,-1 0 0,0 0 0,1 0 0,0 1-1,0 0 185,-1 0 0,2 0 0,1 1 0,-1-1 0,0 1 0,-2 0 0,-2 0 0,-3 1 0,6-1 0,-4 1 0,3 0 0,-3 0 0,4-1 0,1 1 0,0 0 0,-3 0 0,-3 0 0,-1 0 0,-3 0 0,2 0 0,8 1 0,4 0 0,-1 1 0,-5-1 0,-4-1 0,-1 1-113,1 1 1,3 2 0,0-1 0,-3 0-787,4 0 1,-3-1-195,-2 2 1,0 0 0,-2 0 854,10 0 1,-17 1-1,-13-5 1</inkml:trace>
  <inkml:trace contextRef="#ctx0" brushRef="#br0" timeOffset="567">2147 4209 9062,'-6'-6'1259,"18"11"0,10 3-989,6-4 0,2 2-1363,-6 1 1,0 2 0,1-2 357,0-4 1,1-1 0,0 0 756,1 0 1,1 0-1,1-1 1,-3 1-74,-1-2 0,-2 0 1,4 0 75,-3 1 1,3-1 0,2 1-1,2-1 1,-1 1 0,-2-1 0,-4-1-128,8 0 1,-3-2 0,4 1 112,-9 1 0,4 0 0,3 1 1,0-1-1,1 1 0,-1-1 1,-2 0-1,-4-1-300,4-1 1,-3-1 0,0 1-1,3-1 299,-4 2 0,3 0 0,1 0 0,2 1 0,1-1 0,-1 0 0,-1 1 0,-2-1 0,-3 0-10,6-1 0,-4 0 0,0 0 0,5 1 0,-7 0 0,3-1 0,2 1 0,3 0 0,-1 0 0,1-1 0,-1 1 0,-1 0 0,-3 0 0,-3 1 0,6-2 0,-4 2 0,0-1 0,4 0 10,-6 0 0,2 0 0,2 0 0,2 0 0,0 0 0,0 0 0,-2 0 0,-1 0 0,-3 0 57,8 0 1,-4 0 0,-1 0-1,1 0-45,1-1 1,0 1-1,-1 0 1,0 0 67,-3-1 0,1-1 0,-3 1 0,-4 0 1292,5-1-1337,-3-2 0,-4 0-45,-9 2 1142,5-4-1142,-10 4 671,4-2-1750,-6 4 1827,1-1 1,-2 9 0,0 2-1</inkml:trace>
  <inkml:trace contextRef="#ctx0" brushRef="#br0" timeOffset="10354">7632 6061 6723,'0'-8'0</inkml:trace>
  <inkml:trace contextRef="#ctx0" brushRef="#br0" timeOffset="11268">4693 7312 8162,'7'-8'180,"2"4"-180,-4-1 180,6 3-180,-6-1 360,5-1 0,-7 2 179,4-1-449,-5 2 540,0-1-90,-1 1 89,-1 0-629,1 0 0,-5 0 0,-2 1 0</inkml:trace>
  <inkml:trace contextRef="#ctx0" brushRef="#br0" timeOffset="12153">2584 6871 9152,'-14'-11'539,"1"0"1,0-1-450,6 5 540,-3-6-450,8 10 539,8-5 1,19 3-450,-2 3 0,4 0-151,1 2 1,3 1 0,-1 0-550,-7-1 1,-1 0 0,2 0 483,0 2 0,3 0 0,0 0 0,-1 0 0,-2 0-775,5 0 0,2 0 750,-8-1 1,5 0 0,1 0 0,0 0 0,-1 0 0,-3 0 0,2 0 0,-3 1 0,5-1-8,-6-1 1,3 0-1,3 1 1,2-1-1,0 0 1,0-1 0,0 1-1,-2 0-344,1-1 1,-1-1 0,1 1 0,-1-1 0,0 1 0,0 0 0,0 0 321,0 0 0,0 1 0,-1 0 0,1 0 0,0 0 0,1-1 0,0 0 0,0 0 0,1-1 0,2-1 0,0 1 0,-2-1 0,-1 1 0,-2 0 0,-4 1-287,7 0 0,-6 0 0,4 1 287,-4-2 0,5 0 0,1-1 0,0 1 0,-2 0 0,-5 0 0,-1 1 0,-4 1 0,3 0 22,6-2 1,3 0-1,-1 0 1,-5 0 22,-7 2 0,0-1 90,10-1 0,-3 0 583,-12 1-538,2-2 886,-12 3-976,0-2-1183,-3 2 1,1-1 0</inkml:trace>
  <inkml:trace contextRef="#ctx0" brushRef="#br0" timeOffset="13284">8979 1839 11940,'0'-10'1259,"-6"2"-809,4 4-90,-4 2 90,1 0 89,1 15-269,1 3 0,0 4-210,1 2 0,1 3 0,1-1-449,2 4 0,1 1 419,-1 1 0,0 2 0,3-4-30,2-11 0,1 0-30,-1 5 0,0 4 0,0-4-240,7 5-540,-2-1 1,0-2-90,-2-7-740,0-3 1,0-1-939,-3-7 2577,4 2 0,-7-14 0,1-3 0</inkml:trace>
  <inkml:trace contextRef="#ctx0" brushRef="#br0" timeOffset="13503">9115 1876 12840,'-24'8'1638,"7"5"0,-1 5-1351,3 0 0,1 1 0,0 0-604,-4 6 1,2 1 316,3 3 0,1 2 0,4-2-1359,4-5 1,1-1 1358,-1 7 0,5-2-1639,9-5 1,4-5 814,6-7-815,8-5 1,0-4-841,0-8 2315,-5-4 0,3-3 0,-3 0 0,-7 2 1,0-2-1,2 0 0,-1-1 0,1 0 1</inkml:trace>
  <inkml:trace contextRef="#ctx0" brushRef="#br0" timeOffset="13636">9348 1957 12750,'-7'-3'1619,"-5"1"-1259,4 1-360,-5 1-720,1 0-2557,5 5 3176,25-4 1,-5 3 0,3-4 0,0 0 0</inkml:trace>
  <inkml:trace contextRef="#ctx0" brushRef="#br0" timeOffset="13788">9527 1938 14189,'-29'10'180,"6"-2"-2879,3-4 1440,9-8 1259,23-2 0,7-3 0,-2-8 0,3 6 0,1 0 0</inkml:trace>
  <inkml:trace contextRef="#ctx0" brushRef="#br0" timeOffset="14102">9746 1717 14189,'-7'-8'1079,"0"3"-1079,7 3 0,6 2 0,9 10 0,-2 0 0,-2 2 0,0 2 90,-6 1 180,1 3 0,-2 1 0,-9-2 44,4 4 1,-3 1-225,-8-6-45,5 1 0,1 0 45,-4-4 180,4 10-270,2-16 90,13 2-90,-1-8-45,9-4 0,2-2-135,5-6-780,2 1 1,6-3 0,-4 1 205,-7 1 0,-1 0-66,4 1 1,3-2 0,1 0 0,-5 2-631,-5 1 0,-1 1 1450,2-2 0,1-1 0,-3 0 0,1-3 0,0-5 0</inkml:trace>
  <inkml:trace contextRef="#ctx0" brushRef="#br0" timeOffset="14567">9390 1728 12127,'-26'10'212,"-1"1"1,1-1-1,0 0 1,0 1 0,-1-1-1,1 0 1,-1 1 0,1-2-1,1 0 1,0 2-1,0 3-174,2-1 1,0 2 0,-1 2-1,0 1 1,2 0 0,1 0-1,3 0-858,-4 7 1,5 1 0,1 0 0,-1 0 706,-1-3 1,0 1 0,-1 0 0,2-1 0,3 1 342,2 0 1,2-1 0,3 1 0,3-1-202,4 5 1,4 0 0,0-3 15,1 0 0,2-1-23,4-2 1,5 3 0,0-1-1,0-4 122,2-3 0,3-4-122,3 1 1,6 0-1,0-2 1,-3-2-293,1-2 0,1-3 288,-3-1 0,4 0 0,3 0 0,-2-2 0,-4-1 298,-3-2 1,-2-1 0,3-1-332,1-1 0,4 0 0,2 0 0,0-1 0,-1 0 0,-5-1-294,3-1 0,-3-2 0,3-2 283,-4 2 0,4-1 0,1-1 1,1-1-1,0 0 0,-2 1 1,-4 1 2,-1-1 1,-3 2-1,0-2 1,3-2-48,-2 0 0,2-3 0,2-2 0,1 0 0,0-2 0,0 1 0,-2 0 0,-2 1 0,-3 2-190,3-4 1,-4 3 0,0-1 0,1-4 219,-4 3 0,2-3 0,2-3 0,-1 0 0,1-2 0,-2 1 0,-1 1 0,-2 1 0,-3 4 17,0-4 1,-3 3 0,-2-1-1,0-3 61,0-1 1,1-3-1,-1-4 1,-1 1 0,0-1-1,-2 4 1,-1 3-9,-2-5 0,-3 4 0,-2-3 45,0 3 0,-1-3 0,0-2 0,-2 1 0,0 2 0,-1 5-15,-3 2 0,-1 3 0,-3 0 101,-4 0 1,-3-2 0,-2 0 0,-1 3 0,3 3-72,1 4 0,0 4 0,-3 1 51,1 1 0,-3 0 1,-3 1-1,-1 0 1,0 0-1,3 2 0,2 0-272,-1 2 0,3 2 0,-1 0 0,-3 1 171,4 0 0,-4-1 0,-2 2 0,-1 0 0,-1 0 0,1 0 0,1 0 0,2 1 0,3 0-18,-8 2 1,6 1-1,-1 1 1,-5 2 13,8-2 0,-3 1 0,-3 2 0,-1 0 0,-1 1 0,1 1 0,0-1 0,2 0 0,2-1 0,4-1-36,-7 4 0,5-2 0,1 1 0,-4 3-10,7-4 0,-3 3 0,-2 1 0,0 1 0,-1 0 0,2 0 0,1-1 0,3-1 0,4-2 10,-5 4 0,6-1 0,0 3-126,1 0 0,-2 3 0,2 1 0,2 0 0,5-4-144,4 2 1,7 0-384,4 0 1,4 4 0,2-1 0,1-4-68,7-1 1,6-2 172,-7-5 1,3 1 0,3 1 0,1 0 0,-2-2 0,-2-2 272,4 1 1,-2-3 0,3 1 0,-3-1 0,2 0 0,1 0 0,0 0 0,-3-2 0,1-1 0,0 0 0,1 0 0</inkml:trace>
  <inkml:trace contextRef="#ctx0" brushRef="#br0" timeOffset="15517">9255 3847 16348,'9'10'0,"-4"-2"-270,1-3 0,-6-3-1259,4 4 539,-3-4-2287,6 4 168,-1-5 3109,5 1 0,-2-2 0,1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24:07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1194 1118 12120,'11'2'360,"0"1"-90,3-7 0,3-1-181,6 1 1,4-1 0,-1 1-1128,-5 0 1,-1 0 0,3 0 1067,0 1 0,4-2 0,2 1 0,0 0 0,-2 0 0,-3 1-559,3-1 0,-3 1 0,4 0 554,-2 0 1,4 0 0,3-1 0,1 1-1,-1-1 1,-1 1 0,-4 1-302,1-1 1,-4 1 0,1 0 0,5 0 285,-6 0 0,4 1 0,2-1 0,2 0 0,0 0 0,0 0 0,-1 1 0,-3-1 0,-2 1-10,1 0 0,-4 0 0,-1 0 0,1 1 0,5-1 8,-4 1 0,3-1 0,2 0 0,2 1 1,1-1-1,1 0 0,0 1 0,0-1 0,-1 1 1,-2 0-1,0 0-169,-1 1 1,-1 0 0,0 0 0,-1 1 0,0-1 0,0 1 0,1-1 0,1 1 0,0-1 167,-1 0 1,0 0-1,1 0 1,0 0-1,1 0 1,0 0-1,0 1 1,0-1-1,0 0 1,0 0-1,-2 1 1,0 0-56,2 0 1,-1 0 0,1 1 0,-1-1 0,-1 1-1,0 0 1,0-1 0,-2 1 0,0-1 0,-2 1 47,6-1 0,-2 1 0,-1-1 0,-1 0 0,0 0 0,-1 1 0,3-1 0,0 2 0,-2-2 0,-2 1 0,-4-1 0,-3-2 0,-1 1 233,5 0 1,1 0-1,-2 0-413,8-1 0,-11 0 0,-2 0 1064,1 0-2863,-6 0 2664,-4 0-2214,0 0 2348,-3 6 0,-2-4 0,-1 4 0</inkml:trace>
  <inkml:trace contextRef="#ctx0" brushRef="#br0" timeOffset="6966">3558 2577 8972,'-9'-2'899,"2"-1"-809,7 3 2159,0-1-2069,16 1 90,1 3-1,8-2 1,1-1-417,-9 2 1,0-1 213,4 0 1,5-1-1,0 0 1,0-1-376,-1 1 0,-1 0 0,1 0 0,1 0 323,-1 0 0,2 0 0,0 0 0,1 0 0,-1 0 0,-1 0-384,3 0 0,-2 0 1,0 0-1,2 0 387,1 1 0,3 0 0,1 0 0,-3 0 0,-4 0 12,-4 1 0,-3-1 0,3 1-12,4 0 0,5-1 0,2 1 0,-2 0 0,-5-1-18,-3 2 0,-4-1 0,4 0 18,4-1 0,4 0 0,2 0 0,-2 0 0,-4-1 12,-4 2 0,-4-1 0,4 0-15,0 0 0,4-1 0,1 0 0,1 0 0,-2 1 0,-4-1-15,2 0 0,-4 0 0,5 1 12,-4-1 1,4 0 0,3 0 0,0 0 0,0 0 0,-2 0 0,-5 0-13,5 0 0,-5 0 0,5 0 0,-2 0 0,5 0 0,2 0 0,0 0 0,-2 0 0,-6 0 0,-2-2 0,-4 1 0,3-1 0,3 2 0,4 0 0,0 0 0,-1 0 0,-4-1 44,3-3 1,-1 0-45,-2 3 0,4 0 0,-2 1 0,-3-1 45,-5-1 0,0 0-74,4 0 0,4 0 1,-4 0 28,-6 1 0,0 0 0,2-1 0,0 0 90,3 1-90,-15 1 261,2-1-1251,-7 1-1893,-7 5 1084,1-4 360,-3 6 1901,3-6 0,2 2 0,-1-3 1</inkml:trace>
  <inkml:trace contextRef="#ctx0" brushRef="#br0" timeOffset="17732">3544 2513 11131,'8'-5'359,"-1"1"1,6 4 0,4 0-270,2 0 45,-1 0 0,0 0-45,1 0 0,12 0 0,-11 0 0,-1 0 0,7 0 44,4 0 1,3 0-1446,-3 2 1,0 0 1355,-4-1 0,0 0 44,1 0 1,1 1 0,-4-1-105,7-1 135,-6 1 0,5 0 0,-1-1-60,-7 1 0,-1-1 0,1 0-850,2 1 0,1-1 1,-1 1 834,7-1 0,0 0-16,-8 0 1,0 0 0,-2 0-30,1 0 0,1 0-374,0-1 1,3 0-1,0 0 1,-4 1 373,-1-1 0,-1 1 35,8-2 1,4 1-1,-4 0-35,-10 1 0,0 0-23,3 0 1,4 0 0,1 0 0,-1 0 22,4 0 0,-1 0 0,-1 0 0,1 0 0,-1 0 0,1 0 22,-1 0 1,0 0-1,0 0 1,-5 0-23,-3 0 0,0 0 0,6 0 0,4 0 0,-5 0 90,7 0-90,-10 0 0,3 0 0,-4 0 0,6 0 0,2 0 0,0 0 0,-5 0 0,4 0 0,-1 0 0,-2 0 0,4 0 0,-1 0 0,-2 0 752,-7 0 0,2 0-752,-2 0 0,0 0 0,5 0 0,1 0 0,1 0 0,-4 0 425,2 0 1,0 0-426,-2 0 0,2 0 0,-1 0 0,-1 0 0,1 0 0,1 0 90,-4 0-178,1 0 0,-1 0 88,-3 0 0,1 0 0,0 0 90,-4 0-90,12 0 0,-16 0 2673,6 0-2673,-6 0 1419,5-3-1419,-4 2 1022,4-5-932,-3 6-90,-3-2 0,0 1 0,-4 0 0,3-2 0,-5 2 90,4-1-90,-4 2 0,3-2 0,0 1 90,-1 0 0,2-1 0,-2 0-90,-1 1 0,1-1 90,-3 1-90,2-1 0,-1 2 0,0-2 0,-1 1 90,0 0 0,0-1-90,1-1 90,-1 0-90,1-3 0,0 2 0,0-5 90,0 4-90,3-10 0,-3 6 0,6-20 0,-5 12 0,0-2 0,2-11 0,-1-1-208,-1 9 0,-1-1 208,-1 1 0,0-2 0,0 4 0,-1-6-45,0-3 1,0-1 44,0 5 0,-2-1 0,0 0 0,1 6 44,-2-1 1,-1-1 45,1 0-90,0-4 90,-1 4-90,4 15 0,-3-8 0,2 10 0,0-2 0,0 4 0,0-2 0,0 3 416,0 0-416,0 1 0,0 0 0,0 0 0,0 0 0,-5 0 0,-5 0 0,0 0 0,-13 1 0,12 0 0,-5 0 0,0 0 0,1 0 0,-7 0 0,-1 0 0,0 0-745,4 0 1,-4 0 0,3 0 744,5 0 0,-1 0 0,-6 0 0,-4 0 0,-1 0 0,4 0 0,1 0 0,-1 0 0,-4 0 0,-4 0 0,-1 0 0,5 0 0,3 0 0,1 0 0,-1 0 0,-5 0 0,1 0 0,4 0 0,3 0 0,-1 0 0,-3 0 0,-4 0 0,-1 0 0,2 0 0,2 0 0,2 0 0,-1 0 0,-3 0 0,-1 0 0,0 0 22,4 0 1,0 0-1,1 0 1,1 0-480,-6 0 1,0 0 456,6 0 0,-3 0 0,0 0 0,3 0 0,-5 0 0,0 0 0,5 0 0,-2 0 0,1 0 0,2 0 0,0 0 0,0 0 0,-3 0 0,-5 0 0,0 0 0,3 0 0,0 0 0,-1 0 0,2 0 0,-5 0 0,-2 0 0,0 0 0,3 0 0,4 0 0,1 0 0,1 0 0,-2 0-588,-3 0 1,-2 0-1,1 0 1,2 0 587,0 0 0,2 0 0,0 0 0,-2 0 0,0 0 0,2 0-318,0 0 0,-2 0 318,5 0 0,-3 0 0,-2 0 0,1 0 0,4 0 0,-6 2 0,1-1 0,6 0 0,-4 0 0,-1-1 0,2 1 0,3 0 0,-2 1 0,-1 0 0,2 0 0,-5 0 0,1 1 0,4-1 0,2-1 0,1 1 0,-2 0 0,-2 1 0,-1 0 0,4-1 0,2 1 0,-1-1 0,-3 0 0,-3 1 0,-1 0 0,2 0-199,1-1 1,1 1 0,0 0 198,0-1 0,-2 0 0,2 1 0,1-1 0,0 1 0,5-1 452,2-1-452,-12 2 0,19-3 1965,-7 0-1965,10 0 917,-8 0-917,9-4 3276,-8 0-3160,7-3-116,-3 4 0,6 0 0,0 1 0,2 2 0,-3-4 0,3 3 0,-2-2 0,2 3 0,-1-2-269,2 1 269,-1 7 0,5 10 90,-3-1-90,3 5 0,1 1 0,-4 0 45,4 6 0,0 2-287,-4-1 242,4 3 0,-1-1 0,-2-3 45,2 4 0,0-1-45,-2-7 0,2 2 0,-1-1 0,-1-9 0,4 14 0,-5-18 90,2 9-90,-2-12 0,1 7 0,-1-7 0,1 4 0,-2-5 241,2-1-241,-2-4 90,0 2-180,0-3 90,0 2 0,0-1 0,0-1 0,0 2 0,0-2 0,0 4 0,0-3 0,0 3 0,0-1 0,4 2 0,-4-2 0,7 5 0,-6-5 0,7 7 0,-6-6 90,12 7-90,-6-6 0,9 3 45,0-5 0,6 0-45,4-1 0,5 0 0,-2 0-525,-6-1 1,0 1 0,2-1 524,1 0 0,5 0 0,0-1 0,-1 0 0,-5 0 0,6 0 0,-1 0 0,-4-1 0,4 1 0,2-1 0,-2 1 0,-4-1 0,-3 0 0,-4 1 0,4-1 0,-1 0 0,4 1 0,2-1 0,0 1 0,-2-1 0,-4 0 0,1 0 0,-3 1 0,3-1 0,3 0 0,3 1 0,2-1 0,-3 1 0,-3-1 0,2 0 0,-1 1 0,-1-1 0,1 0 0,-2 1 0,-3-1 0,-3 1-2841,8-1 2841,3 2-549,-5-2 549,-10 1-298,9-1 28,-16 1-726,4 0 7,-8 0-691,2 7 151,-3-3 1768,0 6 0,-2-3 1,-1 2-1</inkml:trace>
  <inkml:trace contextRef="#ctx0" brushRef="#br0" timeOffset="21213">4862 1813 8792,'-10'4'989,"1"-1"-719,5-2 0,0 0 0,1 1 0,-1-2 0,1 2-1,-1-1 1,1 0 0,-1 0 0,1 0-90,0-1 0,1 0 0,0 1 449,1-1-449,6 0-90,1-6 0,7 5-45,6-8 0,2-2-45,-7 6 0,2 0-820,5-3 1,5-2 0,0 0 0,-3 1 761,2 0 1,1-1 57,-3 2 0,4-3 0,3 1 0,-1-1 0,-3 1-218,0 0 0,-2 1 0,0 0 1,1-1 199,1 1 0,2-2 0,0 0 0,0 1 0,-3 1 18,3-2 0,-1 1 0,-2 1-30,0 1 0,-2 0 0,-4 2-60,-3 2-1889,6-1-1298,-26 20 1337,-4-7 1940,-7 13 0,0-11 0,3 0 0</inkml:trace>
  <inkml:trace contextRef="#ctx0" brushRef="#br0" timeOffset="21997">6123 1481 10051,'0'-16'990,"0"0"629,0-14-1080,0 12-134,0 1 0,0 1-405,0 5 0,0-2 0,0 10 90,0 18-1729,-2 2 1,0 3 1195,0-4 1,0 1 487,0 15 0,-1-2 815,0-7-860,2-1 0,2 0 90,4-6 0,2 10-90,7-18 0,15 3 0,-10-9 45,3-9 0,0-2-45,-3-1-1180,1-9 1,-1-2 1179,-3 2-61,-1-6 1,-2-2-30,-2-3 90,-5 12 0,0 1 2208,1 1-2208,-4 20 0,7 9 0,1 14-90,0-4 3366,1 2-3250,2-4-26,-4-9 90,12 9-90,-11-16 0,12 1 0,-12-12 272,12-14-272,-14-9 0,-3 14 0,0 0 0,-3-13 90,-9-2-270,-1 10 0,0 0 90,3 3 0,-1 1-540,-7-6 1,1 3-1,8 9-2518,-13-6 3148,15 12 0,-4 0 0,5 4 0</inkml:trace>
  <inkml:trace contextRef="#ctx0" brushRef="#br0" timeOffset="22598">6638 1133 10681,'0'-9'1619,"0"-2"-1529,0 7-90,0-1 0,4 25 0,0-12 0,0 18-3277,3-8 2982,-6-6-65,6 7-1439,-4-2-1478,2 2 3196,-1-3 1,-2-2 0,-1-10 0</inkml:trace>
  <inkml:trace contextRef="#ctx0" brushRef="#br0" timeOffset="22797">6602 1203 10411,'-10'-12'1799,"-2"-8"-1349,7 2-450,0-1 90,9-5-180,4 14 90,3-5 0,14 3 0,-10 5-45,4 2 0,0 1-135,-1 2-720,1 4 1,-1 3-180,-3 7 1079,-1 2 0,-2 2 0,-4 6 0,2 7 0</inkml:trace>
  <inkml:trace contextRef="#ctx0" brushRef="#br0" timeOffset="23067">6961 1266 10861,'8'-15'1169,"-1"3"180,-1-2-1079,-2 8-90,2-6-180,-10 25 0,-2-6-180,-2 10 0,-2 3-90,-3-2 90,5-3 1,-1 0-586,-1 3 1,2 0 44,-4 4-809,0 3 0,0 0-551,3-5 2080,3-5 0,0-1 0,-1-3 0,1-1 0</inkml:trace>
  <inkml:trace contextRef="#ctx0" brushRef="#br0" timeOffset="23265">6830 1330 11490,'-10'-11'1709,"4"2"-1619,2 0-180,4 3 90,15 5 0,-5 6-405,6-2 1,2 1-136,-2 11-1099,6-1 1,1-1-1639,-4 5 2902,1-2 0,-1-2 0,-3-2 0,4 0 0</inkml:trace>
  <inkml:trace contextRef="#ctx0" brushRef="#br0" timeOffset="23498">7291 1198 11131,'0'-17'1979,"0"5"-1979,-4 4-90,3 12-630,-2 16 0,1 3 91,2 4-464,0-4 1,0 4 0,0-4-2185,0 2 3257,0-2 1,0 0-1,0-2 1,0 4 0</inkml:trace>
  <inkml:trace contextRef="#ctx0" brushRef="#br0" timeOffset="23730">7249 1346 10771,'-16'-7'3148,"-3"-1"-3058,7 4-90,0-1 0,10 3 0,6 0-90,19-4-180,-4 3-1071,3-2 1,1 0 530,2-1-283,-4 1 1,5-2 0,-4 1 545,-5 1 1,-1-1 0,14-3 0,-1-1 0,-5 0 0</inkml:trace>
  <inkml:trace contextRef="#ctx0" brushRef="#br0" timeOffset="24214">7673 1014 10411,'-7'-8'2069,"-2"-3"-1350,8 4-719,-5-1 0,6 4 0,-3 2 90,3 9 180,6 10-180,-4 2 0,5 2 0,2 2 0,-3 0-1183,1-3 1,1 3 0,-1-3 1067,2 6 70,1 4 0,0-2 45,-4-8-90,2 0 0,-1-1 0,0-6 180,5 11 0,-7-18 1079,1 3-1259,-4-14-90,-5-11 90,-3-12-90,0 1 3366,2 1-3160,4-2-206,0 10 90,2-1 0,3 0 0,4 4 0,3 0 0,0 1-90,5 3 90,-1 3 0,1 0 0,-2 5 0,2 0 0,0 2 0,-3 8 0,13 2 90,-18 8-90,5-4 90,-11 12-180,-1-11-405,-11 4 1,-5 1-316,-3-1-283,-4-3 1,-5 2 0,2-2-547,5-3 1,-1 0 1351,0-1 1,-4 2-1,1 0 1,1-2 0,-4 2-1,1 0 1,2-2-1,0 0 1,0 1 0</inkml:trace>
  <inkml:trace contextRef="#ctx0" brushRef="#br0" timeOffset="24883">6371 1861 12300,'22'-4'720,"-3"3"-631,5-3 1,0 0-1388,7-1 1358,-4 2 0,5-1 0,-3 0-657,-6 0 0,1 0 615,-1 0 0,3 1 0,3-1 0,-2 0 0,-2 0-339,-3 1 1,-1 0 0,2-1 335,2 0 0,3 0 0,3-1 0,-1-1 0,-1 2 0,-3-1-15,1 0 0,-4 1 0,5-2 0,-2 1 0,3-1 0,2 0 0,2-1 0,0 0 0,-1 0 0,-1-1 15,0 0 0,-2-1 0,1-1 0,-1 1 0,0 0 0,0 0-346,1 0 0,-1 1 1,0 0-1,1 0 1,-1-1-1,1-2 343,-1 0 1,1-2 0,1-1 0,-1 0 0,-2 0 0,-2 1 0,-3 1-13,1-2 0,-4 1 0,2-2 0,-1 0 0,2-2 0,1-1 0,0-1 0,-2 1 0,-4 3 0,1-1 0,-4 2 0,2-3-18,0-2 0,4-3 0,-1-1 0,0 1 0,-5 2-27,3-3 0,-3 0 22,-1-2 1,0-4-1,0 0 1,-3 4 22,-3 1 0,-3-1-23,-2-1 1,0-4 0,-1-1-1,-3 5 23,-1 0 0,-3 2 0,1-1 0,-2-2 0,-3 2-60,-6 1 0,-4 2 0,0 2 60,1 1 0,-3 0-18,1 4 0,-4-1 0,-2 0 0,1 1 0,2 3-12,2 2 0,2 2 0,-4 0 15,-1 0 0,-4 0 0,-3-1 0,1 1 0,0 0 0,5 2 15,-3 0 0,3 1 0,-5 0 0,6 1 0,-4 0 0,-3 0 0,0 0 0,0 0 0,3 1 0,3 0 0,-7 0 0,5 0 0,-5 1 25,7 1 1,-5-1 0,-1 1 0,-1-1 0,0 1 0,3 1-1,3-1 5,-5 2 0,4 1 0,-5 0-18,7 0 1,-5 0 0,-2 0 0,0 1 0,0-1 0,3 2 0,3-1-13,-6 2 0,5 0 0,-5 3 22,7-2 1,-4 1-1,-2 1 1,-2 1-1,0 0 1,2 0 0,2 0-1,4-2 0,-2 2 1,5-1-1,0 1 1,-3 1-12,0 1 0,-2 2 0,-3 1 1,-1 1-1,0 0 0,2 0 1,2-1-1,5-1-11,-7 4 0,6-1 0,-4 3 12,7-3 1,-3 3 0,-1 1 0,0 0 0,0 1 0,3-2 0,2-2-13,-2 3 0,4-2 0,-1 3 0,2-2 0,-2 3 0,-1 1 0,1 0 0,2-1 0,2-3-620,-3 8 1,3-2 619,-1-1 0,0 2 0,3 1 60,5-3 0,2 0 0,3 1 44,2-2 1,3 1-1,1 0 1,2 1-69,2-1 0,1 0 0,2 0 0,1-1 0,-1-1 39,1 2 1,-2-1 0,3-2-1,4-1-57,5-4 0,4-1 0,3-1 0,-2-3 0,-2-2 144,-3-2 1,-2-3 0,3 0-418,2-1 0,5 0 0,1 0 0,1 0 1,-2-1-1,-3 0 5,2 0 0,-4-1 1,5-1 249,-5-1 0,4-2 0,3 0 0,0-1 0,-1 1 0,-2-1 0,-3 1 0,6-2 0,-3 1 0,1-2 0,-1-1 0,0 1 0,0-1 0,-1 0 0,1 1 0</inkml:trace>
  <inkml:trace contextRef="#ctx0" brushRef="#br0" timeOffset="25913">5732 1377 8072,'15'-9'1124,"0"1"1,5-5-225,-8 0-721,-9 8 451,0-8-450,-3 8 180,-7-10-180,-2 9 90,-19-7-180,7 8-31,0 2 1,-5 0 0,3 1-352,6 1 0,-1 1 337,-5 2 0,-5 1 0,0 1 0,4 0-492,1 0 0,1 3 492,-4 2 0,-4 3 0,0 1 0,4-1-700,-1 1 1,0 1 690,4-1 0,-4 3 0,-1 1 0,1 0 0,4-3-6,2-1 0,3-1 0,-3 2-15,1-1 0,-3 2 0,-1 1 0,0 0 0,2-1 0,2-3-15,1 1 0,2-2 0,-1 1 0,-7 5 0,-4 2 0,2-1 0,4-2 0,5-3 0,0-1 30,-3 5 0,-3 2 0,5-3-30,1 2 0,2-1 0,2 0 0,8-8 0,-1 9 0,5-13 381,-1 5-381,2-7 1024,0 1-1024,0-3 2012,0 0-1922,-1-1-90,-1-4 0,-1 3 0,-3-7 0,3 4 0,-10-6 0,7 4 0,-15-6 0,11 7-90,-17-7 90,15 7 0,-7-3 0,6 4 0,4 1-90,-9-1 90,12 2-90,-8 0 90,12 2 0,-3 11 90,4-9-90,-1 26 0,3-19 0,2 7 0,1 0 0,-2-3 0,4 6 90,1-6-90,0-4 0,0 2 90,10 0-1,-9-5 1,19 3-90,-13-7-45,7-4 0,1-1-314,1 1-734,-1-5 1,2-4 0,-1 2-547,-5 4 1,0 0 1497,6-6 1,2-1 0,-2 1 0,-4 3-1,-1 0 1,6-2 0,0 0 0</inkml:trace>
  <inkml:trace contextRef="#ctx0" brushRef="#br0" timeOffset="26864">4375 2535 9332,'-16'-7'1079,"4"2"-90,-3 2-809,9 2 90,-4-1 180,8 0 0,7 2-360,5-1 90,6 1 44,3 0 1,1 0-135,6 0-1045,-2 0 0,5 0 0,-4 0 1000,-4 0 0,0 0 22,4 0 1,4 0-1,0 0 1,-3 0-68,2 0 0,0 0 18,-3 0 0,4 0 0,3 0 0,-2 0 0,-4 0-18,-1 0 0,-4 0 0,4 0 12,-1-1 1,3 0 0,3 0 0,1 0 0,0-1 0,0 1-1,-2 0-314,0-1 1,-1 1-1,0 0 1,0 0-1,1-1 1,1 1 357,0-1 0,1 0 0,2 0 0,-1-1 1,1 1-1,0 0 0,-2 0 0,-2 0-41,0 0 0,-1 1 0,-1-1 0,-1 1 0,1-1 0,-1 1 45,3-1 0,1-1 0,0 1 0,-2 0 0,-2-1 0,-4 1 30,3 0 0,-1-1 30,5 0 0,3-1 0,-6 0-30,2-1-310,-3 0 0,-2 0 310,-9 1 0,12-5-3367,-18 6 574,-4-1 2703,-15 8 0,-5 3 0,-3 5 0</inkml:trace>
  <inkml:trace contextRef="#ctx0" brushRef="#br0" timeOffset="28496">4193 1964 10501,'-1'-8'1169,"-1"2"-809,2 4 0,-1-1 0,1 1-90,0-1 449,-3-3-449,2 2 450,-5-7-541,2 6 91,-6-12-180,5 9 90,-14-17-180,8 12 30,-2-1 0,-2-2 0,-2-1 30,-2-3 0,-2 0 0,1 0-517,1 2 1,1-1 0,-2-1 474,3 2 0,-2-1 0,0-1 0,0-1 0,2 1 4,-1-4 1,1 1-1,1-1 1,0 1-23,1 3 0,0 0 0,0 1 0,1-2 0,-3-6 0,-1-1 0,2 0 0,3 6-45,3 6 0,2 1 45,-3-4 0,-2-2 0,2 4-90,-6-5 90,-2-3-1079,5 13-1620,6 9 1620,0 6-2198,1 12 3106,6 1 1,0 5 0,1-7 0</inkml:trace>
  <inkml:trace contextRef="#ctx0" brushRef="#br0" timeOffset="29364">5036 2002 14189,'17'-19'540,"-3"5"-451,-2 2 1,-1-1-90,1 0 135,3-4 0,-1-1-45,-1 0-90,-2 2 0,1-4 0,-1 3 0,3-7 90,-3 6 0,1-2 0,-2 0 135,1-1 0,-1 1-180,-1 3 0,0-1-45,0-2 0,-1 3 0,-3 7 0,1-3 0,-3 7-90,-2 2-3187,0 0 2457,-1 17 1,-5-6 0,-1 13 0</inkml:trace>
  <inkml:trace contextRef="#ctx0" brushRef="#br0" timeOffset="30198">5776 1975 12570,'13'0'629,"1"0"-179,3 0-270,-1-4 0,6 1 0,2 0-90,4-3-971,-5 3 1,4-1 0,0 0 970,0 1 0,2 0-46,-4 1 1,3-2 0,-1 1 0,-1-1-15,-3 2 0,-3 0 0,3-1-8,0 1 1,3 0 0,-1 0-1,-2 0-22,-1 0 0,-1 0 0,1 1 22,2-1 1,1 0 0,1 1-1,-3-1-22,-1 1 0,-2 0 0,2 0 22,2 0 1,3 0 0,0 1-1,-2-1-1265,7 1 0,-1 0 1243,-9 0 0,0-1 0,-1 2 0,9 0 0,-6 1 1005,-9-1-1005,8 2 0,-18-3-90,1 0-1619,-6 5 1450,-4-2-3018,-13 12 2853,-1-5 0,3-2 0,0 0 0,-8 2 0</inkml:trace>
  <inkml:trace contextRef="#ctx0" brushRef="#br0" timeOffset="36547">4195 2466 8072,'-7'-8'270,"2"2"-90,2 5-180,2 1 270,-3-2-180,3 2 1259,-1-2-1079,1 7 270,6 1-360,3 5-90,4-3 89,7 1-89,-7-6 90,16 2-180,-13-3 90,4 0 0,0-1-90,-1 0 45,4-1 0,0 0 45,-2 0-90,3 1 0,0-2 0,-3-3 0,6 2 0,1-2 45,-6-4 0,-1 0-45,1 3 0,-1 1 0,4-6 0,-4 0 0,-6 3 0,1-2 0,0-1 0,-3 1 0,2-3 0,0-1 90,-4 2 0,1-3 0,-1 0 90,-5 4 0,5-16-180,-8 14 0,2-17 90,-4 15-90,1-3 0,-1 0 0,-5 1 0,2-2 0,0 0 0,-3 1 0,-1 0 0,0-1 0,3 2-45,-6-2 0,-2 0 45,-5-5 0,7 10 0,0 0 0,-6 0 0,1 3 0,0 2 0,-5 1 0,1 1 0,1 3 0,-5 1 0,0 0 0,1 1 0,-5 0 0,0 1 0,2 0-45,-4 0 0,1 0 45,3 4 45,-6-2 0,1 0-45,6 3 0,-3 0 0,2 0-90,8-1 135,0 3 0,0 2-45,4-1 0,-1 2 0,-1 1 0,3-1-45,-1 3 0,-1 0 135,3 0-90,-3 3 0,1 0 0,1-1 0,-2 3 0,1 0 90,1-2-90,-4 5 0,1 0 0,4-4 0,-3 3 0,1 0 0,4-6 45,1 2 0,1-1-45,1-3 90,-3 15-90,6-16 89,0 12-89,3-14 270,10 14-270,-8-15 180,20 11-180,-16-13 90,19 5 0,-15-7 0,14 2 0,-13-5 180,12 1-180,-14-2 90,10 0-180,-10-4 0,1-1 0,-3-3 0,-5 2-270,1 1-180,-2 2-2827,0 1 1607,-1 1 1670,2 1 0,-1 0 0,2 0 0</inkml:trace>
  <inkml:trace contextRef="#ctx0" brushRef="#br0" timeOffset="37964">4083 2522 10861,'-3'-8'180,"3"1"-90,-8 4 0,7 0 89,-9-3 1,6 4-90,-5-3-90,-2 2 0,4 1 0,-11 0 0,8 1 90,-4 1-90,-12 0 180,8 0-45,-7 4 0,-2 2-135,1-4 30,1 5 0,-5 2 0,1 0-1071,5-2 0,0 0 1,0 0 1070,-1 0 0,1 1 0,-1 1 30,0 0 0,0 0 0,5 0-1615,-4 4 1555,10-5 0,-1 1-457,-3 4 1,1 1 546,-4 6-60,5-6 0,-2 2 0,3-1 60,-6 7-60,6-6 0,-3 2 0,3-2-30,-7 6 30,3-5 0,-3 4 0,1-2 15,-3 0 0,1-1-15,6-4 0,-1 0 0,0 1 0,-6 1 0,-1 1 0,3-2 15,7-6 0,0 1-45,-5 3 0,-4 3 0,2-2 0,1 3 0,1-2 45,2-1 0,0 0-45,-5 6 0,3-1-36,6-3 81,-1 2 0,-1 1-45,4-2 45,-1 3 0,0 1-45,3-1 1031,2-6 1,1 2-1032,1 0 0,1 0 1969,-3 3-1924,1 2 0,0 1-1,2-5 1,0-1-45,-3 13 0,3-9 0,1-3 0,1-4 90,0 14-90,1-16 0,1 13 0,1-15 0,0 15 0,0-15 1957,0 9-1867,0-12-3,0 5-87,-1-8 180,1 3 899,-1-5-989,0 1-90,-4-12-90,1 0 90,-8-17 0,7 10-45,-2 0 0,0 1 45,1 0 0,-1-1 0,0-1 0,1 4 0,0-3 0,-1-1 0,0-2 0,-1-1 0,3 8-90,4 10 90,0 6 0,5 7 0,-3 1 0,8 10 0,-5-10 90,8 15-90,-4-14 0,2 5 0,-1-1 0,-1-2 45,3 1 0,-1 0-45,-2-4 0,10 10 0,-11-13 90,10 8 0,-7-10-90,1 1 270,1-5-90,-1-8-180,0 5 0,0-11 0,1-3 0,-1 5 0,5-8 0,-1-2 0,-2 5-135,2-2 0,0 1-315,-2 2-1189,1 0 1,1 1-392,-2 3 141,6-3 1889,-6 10 0,-6 1 0,3 1 0</inkml:trace>
  <inkml:trace contextRef="#ctx0" brushRef="#br0" timeOffset="42415">5805 3432 11490,'-10'4'900,"0"-1"-450,9-1-1,-4-1-89,4 2-90,-2 0 0,1 1-90,2-1 90,-3 1-90,2-1 89,-1 1 1,2 0 0,-1 0 0,1-2-90,-1 1 0,1-1 359,-1 0 1440,1-1-1799,6-8-135,5-5 0,2-2-45,8-9-1093,-3 4 1,3-3 0,-2 3 1080,-4 4 1,0 0-259,1-1 0,4-3 0,1-1 1,0 1-1,-4 3-135,6-4 0,0 0-251,-2 2 1,4-3-1,1-1 1,-1 1 0,-4 4-765,3-3 1,0 2 1419,-5 3 0,2-1 0,2-2 0,-3 2 0,-2 2 0,0-1 0,-1 0 0,1 1 0,-1-1 0,0 1 0</inkml:trace>
  <inkml:trace contextRef="#ctx0" brushRef="#br0" timeOffset="43764">5768 4138 10321,'0'11'3058,"0"6"-1798,0 0-991,0-1 721,-3 3-720,2-12 449,-2 4-359,1-7 2339,1 2-2519,15-21-180,3-3 0,3 0 0,-3 1 0,2-2-656,-4 3 1,4-2-1,0-1 1,1 0 0,0 1-165,2 0 1,0 1 0,0 0 0,0 0-1,1-3 1,1 0 0,0 0 0,1 0 545,-2 4 1,2 0 0,0 0 0,-2 2 0,-1 1 0,-1 1 0,-2 2 0,1-1 0,7-3 0,0 0 0,0 0 0</inkml:trace>
  <inkml:trace contextRef="#ctx0" brushRef="#br0" timeOffset="45463">5761 4846 15268,'-4'14'720,"1"-2"-540,3-6 0,0 1-90,0-2 359,0 4-269,0-5 180,0 7-360,0-7 360,0 5-180,0-6 449,3 3 1,0-4 0,2 0 269,2-1-719,-1-1 90,12-13-360,-5 4-45,7-8 0,1-3-597,-9 10 1,2-1-89,3-4 1,4-4 0,1-1 0,-2 3-820,3-3 1,2-1 1564,-5 5 1,3-3 0,3-1 0,0-1 0,-1 2 0,-3 2 0,-2 1-1,-1 3 1,-1 0 0,2-2 0,6-3 0,-1 0 0,1 0 0,-1 0-1,0 0 1</inkml:trace>
  <inkml:trace contextRef="#ctx0" brushRef="#br0" timeOffset="51717">2822 7432 11400,'-8'3'1080,"2"-1"-810,4-2 90,-1 0-91,1 1 1,1-1 0,-1 0-90,0 1 90,1-1 0,0 1 359,-1-1 361,0 1-810,1 0 809,-2 0 90,2-1-809,6 1-90,5-1 0,8 0 0,4 0-90,-1-1 0,1-1 0,1 1-464,5 0 0,1 1 441,-5-1 1,2 0-1,0 0 1,-4 0-23,-2 1 0,1 0 89,1 0 1,5 0 0,-1 0 0,-3 0-45,-1 0 0,1 0-68,1 0 1,4 0 0,0-1-1,-4 2-22,0 1 0,0 0 90,-1-1 0,3 0 0,2-1 0,1 1 0,-2 0-23,3 0 1,-1 0-1,1 0 1,2 0-475,-6 0 1,1 0 0,2-1-1,-1 0 1,1 1 0,-1-1-1,-2 0 425,2 0 0,-2 0 0,0 0 0,0 0 0,2 0 27,3 0 0,1-1 0,2 0 0,-2 0 0,-1 0 0,-4 1-430,0-1 0,-4 1 0,4-1 385,0 1 0,4-1 0,3 0 0,0 0 0,-3 0 0,-3 1 30,1 0 0,-3 0 0,3 0-18,-5 0 1,4 1 0,1 0 0,1 0 0,0-1 0,-3 1 0,-3-1-13,6 1 0,-5-1 0,4 1 15,-1 0 0,4 0 0,1 1 0,1 0 0,-2 0 0,-5-1 15,1 1 0,-4 0 0,4 0-15,-3-1 0,5 1 0,1 0 0,0 0 0,-2 0 0,-4 0-15,1 1 0,-4 0 0,3 0 35,4-1 1,4 0 0,1 1 0,-1-1 0,-5 0-36,-6 0 0,-2 0 0,2 0 45,2 0 0,3-1 0,3 1 0,-1 0 0,-1-1 0,-5 0 0,8 0 0,-1 1 27,-6-1 0,5 0 0,1 0 0,-2 0 0,-5 0 18,-1 0 0,-1-1 30,7 1 0,2 0 0,-4 0-30,5 0 0,0 1 0,-2-1 0,-6 0 44,2 0 1,0 0 45,1 0-180,4 1 90,-14-1-90,-14 0 450,1-1-3419,-2 1 383,-20 2 2586,-5-2 0,-3-1 0,4 2 0,-1 0 0,2-2 0,0 0 0,0 0 0</inkml:trace>
  <inkml:trace contextRef="#ctx0" brushRef="#br0" timeOffset="62996">7477 7362 8612,'-8'2'1349,"-8"1"-629,7 0-450,-4 0 0,5-1 179,1-1-89,2 0-180,1 0-360,1 0-2428,14-7 1078,-3-2 1530,5-2 0,3-2 0,4-9 0,-4 8 0,-1-1 0</inkml:trace>
  <inkml:trace contextRef="#ctx0" brushRef="#br0" timeOffset="65712">10524 5541 8522,'-12'3'810,"2"-1"-540,5-1-1,0 0 91,0 0-90,1-1 0,-1 1 0,1-1 0,1 0-91,0 0 91,1 0 180,-2 0-270,3 0 180,-2 0-1170,3-4-1259,5-3 630,4-3 1439,12-7 0,1 4 0,3-4 0</inkml:trace>
  <inkml:trace contextRef="#ctx0" brushRef="#br0" timeOffset="66829">11267 5747 9602,'-10'-8'0</inkml:trace>
  <inkml:trace contextRef="#ctx0" brushRef="#br0" timeOffset="68230">11265 6460 13469,'-13'2'270,"2"0"-180,6-2-90,1 0 0,2 0 90,-2 0-90,3 0 0,-1 0 90,-1 0-90,1 3 0,-2-3 90,1 5-90,0-5 90,-2 4-90,2-4 0,-1 3 90,2-3 539,1 1-629,5-1 0,-4-5 0,4-1 0</inkml:trace>
  <inkml:trace contextRef="#ctx0" brushRef="#br0" timeOffset="68629">11316 6532 11400,'-6'0'0,"1"1"0</inkml:trace>
  <inkml:trace contextRef="#ctx0" brushRef="#br0" timeOffset="72164">11654 3511 11400,'-9'8'2699,"4"0"-2159,5-8-450,5-15 0,0 7-1,-1-7 1,-2-2 90,-2 2 45,2-4 0,-2-2-135,-6 0 90,4-5 0,-2-1-90,-10 3 90,3-3 0,0 1-90,-7 6 134,0 0 1,-2 0-225,-1 7 90,2 4 0,-4 0 0,0 1-60,-1 5 0,0 1 0,1 1-306,0-3 1,1 0 0,-2 2 342,0 4 1,-2 2-1,1 0 1,3 0-23,3 0 0,0 2 67,-3 2 1,-3 3-1,-1 2 1,2 0-24,1 2 1,2 0 0,0 1-60,-3 0 0,-1 0 0,0 3 24,7-2 0,-1 4 0,1 0 0,1 0 0,3-4-529,-4 5 1,2 0 510,1-2 0,-1 2 0,-1 2 0,0 0 0,2-1-678,0 0 1,0-1 0,1 0 0,1 0 641,-4 4 0,1-1 0,0 2 45,1 1 0,-1 2 0,2 0 0,2-5-231,4-4 0,1 1 231,2 1 0,-1 3 0,0 1 0,2-4-45,2-2 0,0 1 60,0 8 0,1 4 0,1-4-60,2-11 0,2 0 60,1 9 0,2 4 0,4-2-480,2-9 1,3-1-1,-1-1 450,-3 2 0,0 0 0,2 0 0,7 2 0,3-1 0,-3-5 105,-8-6 1,1-1-106,7 4 0,3 1 0,-3-2 15,-6-5 0,0-1-15,7 2 0,3 1 0,-2-1-30,-7-3 0,0-1 30,8 1 0,3 0 0,-3-2-30,-7-1 0,0 0 0,12-1 0,4 0 0,-2-1 45,-5-5 0,0 0-45,3 2 0,2 0 0,-4-2 0,-3-4 0,-1-1 0,1 1 0,0 0 0,-1 0 41,-5 0 1,0-1-12,8-3 0,3-2 0,-4 2-30,-7 3 0,-1-1 0,8-4 0,3-3 0,-4 1 0,-7 6 0,-1-2 0,6-5 0,3-2 0,-3 1 0,-8 6 0,0-1 0,5-7 0,3-3 0,-4 2 0,-6 6 0,0-1 0,2-3 0,2-4 0,1-1 0,-3 0 0,1-3 0,-2 0 0,0-1 454,2 2 1,0-1-1,-2 0-454,-3 2 0,0 0 0,-1 0 0,-2 3 0,-2-2 0,-1 2 0,0-1 0,0 0 0,-2 1 0,1 1 0,-3 0-30,-4-2 0,-2-4 0,-2 1 30,-2 0 0,-2 1 0,-1-2 0,2 4 0,-2 0 0,0-1 0,0 0 0,0 2 0,-3-5 0,0 2 0,-1-1 0,1 5 0,-3-1 0,2 1 0,2 4 45,2 5 0,0 1-15,-5-4 0,-3 0 0,3 2-30,-8-2 0,7 6 0,-2 0 0,1 1 0,-7-1 0,2 4 0,-4 0 0,1 2-30,7 1 0,0 1 0,0 0 30,-2 0 0,-2-1 0,0 2-23,1 1 1,-2 3 0,1-1-1,3 0 23,2-3 0,0 2 0,-2 4 0,-4 2 0,0 0 0,4-1 45,4-2 0,1 1-45,-9 7 0,-4 5 0,4-2 0,7-5 0,1 2 0,-1 2 0,-3 4 0,0 1 0,3-3 45,1 1 0,0 2-45,0 1 0,-3 5 0,1 0 0,2-4 45,2 1 0,0 0-9,2-1 0,-3 4 0,0 1 0,0-1 0,3-3 9,-1 2 0,0 1-27,4-3 0,-3 4 0,0 2 0,1-2 0,3-4 27,0 3 0,1-1 0,2 2 0,-1 5 0,0 0 0,3-4 0,0-2 0,3 1-9,0-4 0,2 4 0,0 1 0,0 0 0,2-3-6,3 3 0,1-3 0,1 1-30,-2 4 0,0 1 0,3 0 22,3-6 1,2 0-1,1-1 1,-2-4-210,-1-1 1,1-2 186,5 8 0,3 1 0,-2-3 0,-6-9 0,0 0 29,5 3 1,3 3 0,-1-3 15,-4-4 0,1 0-45,7 7 0,3-2 45,1-4 0,3-4-15,-2-4 0,2-1 0,-1-1-30,-4 2 0,-1 0 0,2-3 0,-2-3 0,3-2 0,0-1 0,-1 0 0,-4-1-105,5 0 0,-2-2 105,-3-1 0,4-1 0,1-1 0,-1-1 0,-5 2 0,6-3 0,0-1 0,-6 2 0,4-2 0,1-1 0,-2 0 0,-3 2-541,4-4 0,-1-1 511,-1 1 0,3-2 0,-2 0-30,0-2 0,0-2 0,-2 2-25,0-1 0,1-1-5,-5 3 0,3-4 0,1-1 0,-1 0 1,-4 4 302,-2 1 1,-2 1 0,0-2-259,0-1 0,1-3 0,1-2 0,0 0 0,-2 1 0,-2 3 15,0-2 0,-2 2 0,0-3-22,-2 2 1,1-4 0,0-2-1,0-1 1,-1 0 0,-1 1-1,-1 2 7,-1-7 0,-3 2 0,-1 1 1,1-2 26,2 4 0,0-2 0,1 0 0,-3 0 0,-3 1-102,-4 2 0,-3-1 0,-1 1 0,-1 0 0,-1 3 0,2 3-166,-2 1 1,0 3 0,-3 0 87,-2-3 0,-3-1 0,-3-1 0,1 2 0,2 5-12,1 4 0,0 4 1,-1 1-61,-6-4 0,-1 2 0,-3 1-386,4 3 1,-2 2-1,-1 0 1,0 2 0,3-1-356,-5 2 0,2 0 1,-4 3 1010,9-1 0,-3 0 0,-2 1 0,-1 1 0,0 0 0,0 1 0,3 0 0,4-1 0,-4 3 0,3 1 0,2 0 0,-3 1 0,0 0 0,0-1 0,0 1 0,0-1 0,0 1 0,0 0 0</inkml:trace>
  <inkml:trace contextRef="#ctx0" brushRef="#br0" timeOffset="83749">9978 3638 10591,'8'-10'540,"-2"1"-360,-3 6-1,-2 0 1,0 1-90,1 0 0,-2 1 630,1-1-450,-8 2 179,-14 4-134,5 0 0,0 2-225,-14 3 45,9 0 0,2-1-45,4-1 45,-2 0 0,0 1-45,2-1 44,-1 1 1,-1 3 135,6 0 0,0 1-225,0-2 0,0 2 225,-2 8 0,3 2-90,2 0-1084,2-1 0,0 4 1,0-2 947,2-3 1,0 1 45,-1 4 0,-1 6 0,0 1 0,1-4-45,-1 2 0,0 1 45,0-4 0,0 5 0,-2 2 0,1-1 0,1-5-60,0-2 0,1-4 0,-1 5 8,0-2 1,-1 3-1,0 4 1,-1 0 0,0 1-1,1 0 1,0-2-301,0 0 1,1-1 0,0-1 0,0 1 0,0 1 0,0 2 291,1-6 0,-1 2 0,1 1 0,0 0 0,0 1 0,-1-1 0,1-1 0,1 0 0,-1-2-30,0 4 0,0-2 0,1 0 0,-1-1 0,1 0 0,1 1 30,0 2 0,1 1 0,0 1 0,0-2 0,1-2 0,0-4 0,0-2 0,1-4 0,0 3-30,1 2 0,0 4 0,0 1 0,0-2 0,1-3 0,2 2 0,0 0 22,-1-1 1,0 4-1,-1-1 1,2-4-23,2-2 0,0-1 0,-3 8 0,0 4 0,0-5 0,2-9 0,-1 0 0,0 9 0,0 4 0,-1-1 0,1-2 0,-1 0 0,0 2 0,0-1 45,-2-3 0,0-5-45,-1-9 90,-5 8 0,4-16 89,-4 1 2082,1-5-2261,-4-5 2917,-5 3-2827,2-8-90,1 8 0,3-3-90,3 2 90,9 1 0,1-1 45,10 4 0,3 1-45,5-2-1093,0 0 1,5 1 0,-1-1 787,-5-3 1,2-1-243,-2 1 1,4-1 0,3 0 0,1 0 0,1 0 0,0-1 474,-4 0 0,1-1 0,1 0 0,-1-1 1,1 1-1,0 0 0,-1 0 0,-1 0 0,0 0 1,0 1-1,0-1 0,0 1 0,0-1 0,1 0 1,0 0-1,1 0 0,-1 0 0,0 0 0,1-1 1,-1 1-1,0 0 0</inkml:trace>
  <inkml:trace contextRef="#ctx0" brushRef="#br0" timeOffset="85264">12811 3513 13649,'14'-9'360,"15"1"-315,-10 3 0,0 2-1684,0-1 1,1 2 446,0-2 1,1 1 1236,-4 0 0,-1 0 1353,9-1-1263,5-1 0,1 1-45,-3-1-226,-7 2 1,2-1 0,-3 1 225,0-1 89,2 0 1,0-1 180,-1-2-270,2 1 90,-9-1-90,-11 5 2715,2-1-2715,-3 2 11,3-1-101,-2 1 2122,5-2-2122,-4 2 180,4 0 179,0 6-359,-2-4 180,6 15-180,-8-10 180,7 18-180,-7-12 45,1 3 0,-1 1 45,0 0-45,0 4 0,-1 0-45,0 0 45,0 3 0,-1 1 45,0-1-45,-1 3 0,0 0-2875,0-2 2875,-1-5 0,0 0-1227,0 2 0,0-1 1271,0 6-59,0-5 0,0 4 0,0-3-96,0-6 0,0 0 96,-1 8 0,-1 5 0,1-4 15,0-7 0,1 0 14,-1 8 1,-1 3 0,1-3-15,1-8 0,0-1 15,0 7 0,-1 3 0,0-3-60,1-8 0,0 0 60,-1 6 0,0 4 0,0-4-60,0 8 60,1-9 0,-1 3 0,0-1-15,1-2 0,0 0-15,-1 3 0,1 2 0,0-1 15,0-3 0,-1 1-15,1 1 0,0 4 0,0-2 0,0-2 0,0 0 0,-1-1 15,1 7 0,-1 2 0,0-9 0,0 1 0,1 1 0,-2-2 15,1-1 0,-1-2 0,0 1-326,0 7 0,0 2 1,0-3 309,-1 4 1,0-2-45,1-6 0,0 0 45,-1 2 0,1 0-45,1-8 0,0 0 30,-1 9 0,1 3 0,0-3-30,0-8 0,0 0 30,0 8 0,0 4 0,0-4-30,1-9 0,-1 0 0,1 8 0,-1 3 0,1-4 0,0-8 0,0 1 30,1 10 0,1 4 0,-1-3-30,0-10 0,-1 0 0,3 9 0,2 5 0,-1-1-95,-1-5 0,-1-1 0,1-1 125,1-2 0,-1-1 0,1 2-30,0 8 0,0 3 0,-1-6 752,-1-11 0,0 0-752,1 7 0,-1 2 0,1-3 0,0 6 30,-2-8 0,0 2 0,1-3-30,-1 7 45,0 3 0,0 1 45,-1-6 117,0-6 0,0 1 18,0-3 0,0-2 1130,0 5-1310,-2 1 0,-1 0-45,2-4 0,-8 13 0,8-21 3276,-3 5-1232,4-11-1620,0-4-334,-14-3-90,6-3 0,-9 3 0,-1 2 0,1-3 0,-7 2 0,-2 1 0,-1-1-976,3 1 0,-4 1 0,3 0 976,5 1 0,-1-1-68,-4 1 1,-5-1-1,-1 1 1,4 0-113,-1 0 0,-2 0-315,5 1 0,-5 0 1,-3 0-1,-1 0 0,2 0 1,5 0 164,-1-1 0,3 0 0,-3 1-139,3 1 1,-2 0 0,-3 1 0,0 0 0,-1 0 0,2 0 0,3 0 209,-5 1 1,2 1-1,2-1 1,-1 1-1,1 0 1,0 0-1,1 0 1,1 0-1,-2 1 1,0 1-1,1-1 1</inkml:trace>
  <inkml:trace contextRef="#ctx0" brushRef="#br0" timeOffset="98296">12605 4051 9691,'2'-8'450,"-1"2"-360,1 4-90,-2 0 0,0 0 0,0 1-899,0-1-541,1 1 1440,2 0 0,-1 7 0,1 2 0</inkml:trace>
  <inkml:trace contextRef="#ctx0" brushRef="#br0" timeOffset="98746">12518 5177 10861,'-2'18'0</inkml:trace>
  <inkml:trace contextRef="#ctx0" brushRef="#br0" timeOffset="99146">12318 6386 12300,'0'-12'-3277,"0"2"2859,0 3 1,-5 0-1,-1-1 1</inkml:trace>
  <inkml:trace contextRef="#ctx0" brushRef="#br0" timeOffset="99895">9826 4260 11670,'9'-5'1080,"-3"-2"-720,-26-5-360,6 2-1093,-4 6 1,-6 1 0,2 1 749,3 0 1,-1-1 477,-6 2 0,-7 0 0,0 1 0,3-1-105,7 0 0,3 0 0,-4 0 59,0 1 1,-5-1 0,-2 1 0,0-1 0,2 0 0,3 1-30,-1-1 0,3 0 0,-3 0 15,2-1 0,-4 1 0,-1-1 0,0 1 0,1-1 0,5 0-75,0 1 0,3-1 0,-2-1 72,-5 0 0,-3 0 0,-3-2 0,2 1 0,3-1 114,-2-1 1,3 0 0,0-1-277,2 2 0,-1-1 0,0-1 0,4 2-1304,-9-7 0,13 8-1883,19 9 1714,9 2 1563,3 3 0,1 1 0,2 2 0,0 1 0</inkml:trace>
  <inkml:trace contextRef="#ctx0" brushRef="#br0" timeOffset="100495">9621 5029 14099,'-15'-5'360,"0"1"-315,0 5 0,-1 2-45,-10-2-1093,-1 2 1,-6 2 0,3-1-10,4-1 0,-2 0 1210,1 0 0,-5 1 0,-2 1 0,0-1 0,5 0-198,1-1 0,2 0 0,-3 0 167,3 0 0,-4 0 0,-3 0 0,0 0 0,0 0 1,2 0-1,4 0-32,0-1 0,3 0 0,1-1 0,-5 1-23,3 0 1,-3-1-1,-2 1 1,-2 0-1,1-1 1,1 0-1,2 1 1,3-1-23,-8 0 0,5 0 0,-5-1 0,7 0 0,-3 0 0,-2-1 0,-1 1 0,1-1 0,1 0 0,4 0-189,-1 0 1,2 0-1,1-1 1,-1 1 165,-3-1 1,0 1-1,0-1 1,3 0-1617,-9-2 1,10 4-932,16 9 771,6-7 1799,11 20 0,5-13 0,1 13 0</inkml:trace>
  <inkml:trace contextRef="#ctx0" brushRef="#br0" timeOffset="101263">9476 6058 8972,'16'-6'1439,"2"-3"-1169,-2 3 360,5-5-451,-12 6 91,5-2 630,-5 2-540,-3 2 809,1-1-989,-6 3 180,-5-3-270,2 2 134,-12 0 1,-6 2-135,-1-1-1071,-5 3 0,-7 4 1,3-1 1070,4-1 0,0 1-352,-2 1 0,-3 1 1,-1 1 350,9-2 1,-2 0 0,-1 1 0,1-1 0,2 0-422,-4 1 1,1 0 0,-4 0 408,5 0 0,-3 0 0,-3 1 0,-1 0 0,2 0 1,1-1-1,3 0-47,-5 1 0,3-1 0,-3 0 21,6-1 0,-2 1 1,-3 0-1,-1 1 1,2-1-1,2-1 1,3 0-23,-3 1 1,4-2 0,-2 1-12,-2 0 0,-4 1 0,-1 0 0,3 0 0,4-2 27,-1 0 0,1 0-15,-4 1 0,-3-1 0,6 0-120,-1-2 90,6 0 0,3-1-2878,9-1 1079,5 0-1478,17-1 527,0 0 2750,7 0 0,-4 0 0,1 0 0</inkml:trace>
  <inkml:trace contextRef="#ctx0" brushRef="#br0" timeOffset="138479">12872 1713 16168,'-3'-10'1169,"1"2"-809,-2 0-360,3 5 0,-2-7 0,10 5-90,6-4 90,2 5 0,14-2 0,-15 5 0,3 2 0,-1 2 0,0 4 90,2 3-90,-11 4 0,-6-5 90,-15 9-90,6-9 0,-5 1 0,-1-1-90,3-1 90,-6 7-90,10-11 0,2 6 90,15-6-90,15 4 90,-2-4 0,-4 0 0,-1 0 0,-6 1 0,12 9 0,-15-7 0,1 13 0,-8-11 90,-19 15-180,7-12-270,-12 4 0,-4 0-1169,2-3 0,1-1 952,1 1 1,-1 0-1063,-6 0 1,4-3-1437,9-3 3075,-8 0 0,15-6 0,1-1 0</inkml:trace>
  <inkml:trace contextRef="#ctx0" brushRef="#br0" timeOffset="138932">12888 1404 11940,'-23'-4'839,"-1"0"1,-6 8 0,-1 5-750,9 0 0,0 3 0,0 1 0,1-1-623,-1 2 0,2 0 1,0 4 567,2 1 1,0 3 0,0 3 0,2 0 0,2-2-1057,1 5 1,3 0 0,-1 0 1020,1-4 0,-2-1 0,1 2 0,3 0 45,2 5 0,4 3 0,1-2 0,2-5-19,0-2 1,3-1 3,3 7 0,1 4 0,2-6 15,0-12 0,2-1-45,3 3 0,4 0 0,1-7 0,3-1 0,-1-1 0,0-1 0,1-1 0,3-1 0,4 0 0,1-2 0,-5-1-45,1-4 0,-1-2 27,-2-1 0,5-2 0,1 0 0,-1-1 0,-5-1-526,4-3 0,-2-3 544,0 1 0,3-2 0,-1-1 0,-5 1-45,-4-1 0,-1-1 0,-3-2 0,2-2 0,0-2 0,-3 3 45,1-3 0,-3-3-15,-4 5 0,-1-5 0,1-2 0,-1-1 0,-1 2 0,-3 4 45,0-2 0,-3 3 0,-2-3 90,0-1 0,-1-4 0,-1-3 0,-1 1 0,0 2 0,-2 5-30,-1 1 0,-1 4 0,-3-1 35,-1-2 1,-4-3 0,-1 0 0,0 2 0,2 5-81,-5-2 0,-3 5-23,-1 3 1,-6 0-1,-1 2 1,4 2-68,0 3 0,-2 5 45,4 3 0,-5 3 0,-1 1 0,1 1 0,4-1 0,3 1 0,3 0 0,-3 3-60,0 2 0,-2 3 0,-2 2 0,0 1 0,2 0 0,4-3-255,-1 3 0,4-2 1,-1 4-16,1-1 0,-1 4 0,-1 2 0,1 0 1,2-1-1,2-3-30,2 1 0,4-3 0,-1 3-23,-1 1 1,-1 1 0,1 2 0,4-2 382,2 4 0,3-1 0,2-1 0,1-1 0,2 0 0,0 0 0,1 0 0,-1 0 0</inkml:trace>
  <inkml:trace contextRef="#ctx0" brushRef="#br0" timeOffset="140380">13578 3987 11940,'-15'1'2699,"3"-6"-2430,10-10-269,0 1 0,14-1 0,3 0 0,0 1-1093,2 3 1,5-1 0,-3 1 407,-4 3 0,2 1 565,8-4 0,5-2 0,-3 3-60,-7 2 0,0 1-640,4 0 1,4-2 0,1 0 0,-4 2 652,4-2 0,-1 0 0,-5 3 0,1-1 0,-3 0 1,-4 2-1,0-1 0</inkml:trace>
  <inkml:trace contextRef="#ctx0" brushRef="#br0" timeOffset="140766">13579 4800 12390,'-17'8'2608,"3"-2"-1888,7-3-720,10-8 0,13-5-180,3-3 0,2-1 0,-3 5 0,1-1-913,6-4 1,4-1 0,-3 1-547,-6 3 1,0 0 935,1 0 0,2-1 1,-1 1 702,1-2 0,0 1 0,-2 1 0,0 0 0,-1 1 0,1-2 0,1 1 0,-1 0 0</inkml:trace>
  <inkml:trace contextRef="#ctx0" brushRef="#br0" timeOffset="141279">13708 5945 15628,'-10'-7'540,"2"-15"-136,19 8 1,4 1-360,-7-2 0,1 0-1138,11-1 1,5 0 0,-2 3 35,-7 3 1,0 2 1086,7-4 0,4-2 0,-4 2 550,-7 5 1,-1 0-581,5-2 0,3-2 0,-4 3 0,2-3-270,-2 2 1,-1 1-181,-8 3-815,1-4 365,-9 5-2377,-9-5 348,-2 3 2929,-4-3 0,0 2 0,3 0 0</inkml:trace>
  <inkml:trace contextRef="#ctx0" brushRef="#br0" timeOffset="163361">9450 7795 12480,'7'1'180,"-2"0"-90,-4-1-90,0 0 0,0-4 0,0 3 90,0-4-90,0 5 270,0 0-270,5 0 0,-2-4 0,4 3 0,-10-9 0,-2 3 0</inkml:trace>
  <inkml:trace contextRef="#ctx0" brushRef="#br0" timeOffset="163714">9473 7739 11311,'6'3'-675,"0"-1"0,-4-2 1,0 0-1</inkml:trace>
  <inkml:trace contextRef="#ctx0" brushRef="#br0" timeOffset="166964">9984 7707 14908,'4'10'450,"2"-1"-450,4-5 90,-1 0 0,-6-1 0,6 2-90,-6-2 90,6 1-90,-6-3 180,3 1-90,-4-2 90,7 0-180,-5 0 90,12-5-90,-9-1-3277,11-4 3162,-12 0-543,8-2 658,-8 3-81,5-7 81,-6 9 90,3-8-180,-4 9 3116,3-9-2936,-5 9-90,2-4 881,-2 1-791,-1-1-90,0 0 0,-1 1 0,0 2 0,0 3 134,0-4-134,-4 4 0,4-3 0,-6 3 0,4-4 0,-2 2 0,1-2 0,0 3-90,1 0 90,0 2 90,0-2-90,1 4 0,0-3 0,0 3 0,-1-2 0,1 0 0,0-1 0,-1 0 0,1 1 0,0-2-90,0 3 90,0-2 90,0 1-180,-1-4 90,0 3 90,-2-7-90,-2 1 0,1 0 0,-1 1 0,1 2 90,1 2 0,-1-2 89,-2-2-179,3 5 90,-4-4-90,5 5 0,-4-1 0,5 2-90,-5 1 90,3 0 90,-12 1-90,8 0 0,-15 4 0,13-3 90,-12 7-90,14-7 90,-12 4-90,13-5 0,-5 5 0,8-3 90,-4 5-90,0 2 0,1-2 90,-4 9-90,7-9 90,-5 13-90,5-11 90,-4 15 0,2 2 0,1 2-90,1-3 0,4-9 90,0 0-90,0-6 0,5 10 0,-4-11 0,3 3 0,3 2 0,-6-5 0,12 8 90,-10-10-90,9 7 0,-7-9 0,7 6 0,-7-5 0,11 7 0,-9-7 0,13 7 0,-11-9 90,9 3-90,-10-5 0,10 1 0,-10-2 0,10-1 0,-10 0 0,14-10 90,-3-8-90,-1 0 0,-6 5 0,-3 1-1342,0 1 1342,1-3-1007,2-10 1007,-5 8 0,0-1 0,-1-1 0,-1 4-401,2-14 401,-5 19 0,1-10 90,-3 12 963,0-5-1053,0 8 1092,0-5-1092,0 6 515,-4-3-515,3 4 0,-2-1 0,3 2 0,0 0 0,0 1 0</inkml:trace>
  <inkml:trace contextRef="#ctx0" brushRef="#br0" timeOffset="167946">10076 7477 11400,'-7'3'0,"2"0"0</inkml:trace>
  <inkml:trace contextRef="#ctx0" brushRef="#br0" timeOffset="168913">10540 7547 12660,'-11'0'-3277,"4"-3"2634,-2-3 1,8 2-1,-4-1 1</inkml:trace>
  <inkml:trace contextRef="#ctx0" brushRef="#br0" timeOffset="182444">12902 4240 8162,'12'0'0,"-2"0"0,-1 0 90,-3 0 90,0-4 180,-3 2 90,0-2-1,-2 4-628,0 0-2520,-5 0 2699,-1 0 0,-1 0 0,1 0 0</inkml:trace>
  <inkml:trace contextRef="#ctx0" brushRef="#br0" timeOffset="184477">9697 4588 8612,'-7'-9'450,"-3"-2"809,1 3-809,0 1-90,0 2-180,11 3 269,10-1-269,1 1-45,4 0 0,2-1-45,2 1 90,0 0 0,6 0 0,1 0-523,-6 0 1,2 0 0,0 1-1,2 0 397,3-1 0,3 1 0,1 0 0,-1 0 0,-1 0-449,-1 0 0,-1 0 1,-1 0-1,3 0 455,-5 2 0,2-1 0,1 1 0,-1 0 0,-1 0 0,-4 0-60,-1 0 0,-3-1 0,3 0 36,5 1 0,6 0 0,0 0 0,0 1 0,-5-1-6,-2 0 0,-4 0 0,4 0 8,-1-1 1,3 1-1,3-1 1,1 0-1,0-1 1,-1 2-1,-2-1-2,3 0 0,-2 1 0,0 0 0,0 0 0,1-1-419,-2 0 0,0 0 1,1 0-1,0 0 1,-1 0-1,-1 0 383,0 0 0,-1 0 0,0 1 0,-1-2 0,1 1 18,2-1 0,0 1 0,0-2 0,-1 1 0,-2 0-380,5-1 0,-3 0 0,4 0 374,-6 0 1,4 1 0,2 0 0,1-1 0,-2 1 0,-1 0 0,-4-1-13,6 0 0,-5 0 0,5 1 0,-7 0 0,4 0 0,2 1 0,0 0 0,0-1 0,-3 1 0,-3 0 0,5 0 0,-4 0 0,3 0 0,-2 0 0,3 0 0,2 0 0,1 0 0,-4 0 0,-3 0 0,-1 0 0,-3 0 0,3 0 0,2 0 0,4 0 0,2 0 0,-2 0 0,-5 0 0,5 0 0,-1 0 0,-5-1 0,4 0 0,2 0 0,0 0 0,-3 0-181,-3 0 0,-2 0 1,0 0-1,1-1 181,0 1 0,1 0 0,0-1 0,0 1 0,0-1 0,1 0 0,-2 1 0,-4-1 289,-3 2 1,-1 0-320,6-2 0,3 0 0,-3 0 120,7 0-90,-7 0 0,3 0 0,-3-1 0,-2 1 0,-1 0 843,4 0 0,0-1-798,-4 0 0,-3 1-45,-3-1 1558,6-1-1468,-5 1-90,-6 1 3276,7-3-3169,-9 3 190,6-4-297,-7 3-90,9-5 90,-6 4 0,12-8 0,-10 6 0,17-8 0,-13 6 0,8-4 0,-9 5 0,2-2-45,6-5 1,0-2-218,-3 4 1,0-1 231,2-3 0,1-3 0,-3 2 30,-6 5 0,0-1 0,6-9 0,3-4 0,-3 3-533,-5 4 0,1 0 510,0-3 1,3-4 0,1 0 0,-4 4-1411,1-2 0,-1 0 1403,0 1 0,1-2 0,0 0 0,-2 1 0,0 1 0,-1-3-214,-2 3 0,-1-1 0,0-1 0,-1-1 244,-1-1 0,0-2 0,-1-1 0,0 1 0,0 1 0,0 1 0,0 1 0,-1 0 0,-2 0-18,-4 0 0,-1-2 0,-2 1 0,0 1 0,0 5 18,0-2 0,-2 1 0,-4-5 0,-3-4 0,1 5 0,5 10 0,-1 2 0,-8-14 0,0 2 0,2 7-75,0 2 1,0 0 164,1 5-90,1 1 0,-1 1 89,2 3 497,-6-3-586,-1 5 0,6 2 0,-19 0 90,16 3-90,-5-1 0,-1 1 0,1 5 45,-9-1 0,-1-1 1049,15 0 0,-1 0-1072,-9 1 1,-6 1-1,-1 0 1,4-2 9,-1 0 0,0-1-17,6 0 0,-5 1 0,-1 1 0,-1-1 0,2 0 0,3 0-324,0-1 0,4-1 1,-5 1 323,1 0 0,-5 0 0,-2 0 0,0 0 0,2-1 0,3 1-525,-1 0 0,2-1 0,-3 0 510,4 0 0,-5 1 0,-1-1 0,-1 0 0,0 1 0,2-1 0,4 0-276,0 0 1,4 0-1,0-1 1,-5 1 275,3 0 0,-5 0 0,-1 0 0,-2-1 0,0 1 0,1 0 0,3 0 0,2 0 0,-2-1 0,4 1 0,-1-1 0,-4 1-10,3-1 0,-3 1 0,-4-1 0,-1 1 0,-1-1 0,1 0 0,1 1 0,3-1 0,3 0-209,-5 1 0,5-1 0,0 0 1,-4 0 218,4 0 0,-3 1 0,-3-1 0,0 0 0,0 0 0,1 0 0,3 0 0,4 0-211,-9 0 0,4 0 0,0 0 211,1 0 0,-1 0 0,-1 0 0,-1 0-20,3 0 1,0 0 0,-1 0 0,0 0 0,-1 0 4,1 0 0,-1 0 0,0 0 0,-1 0 0,1 0 0,1 0 15,2 0 0,1 0 0,1 0 0,-1 0 0,-1 0 0,-1 0 0,1 0 0,-2 0 0,-2 0 0,1 0 0,-1 0 0,1 0 0,3 0 0,1 0 0,-6 0 0,2 0 0,2 0 0,-2 0 18,3 1 0,-1 0 0,0 0 0,0 0 0,-1 0-33,3 1 0,-1 0 0,0 0 0,0 0 0,1 1 0,2 0 37,-7 2 1,3 2-1,0 0 1,-1-1-72,3-1 0,-1 0 0,0-1 1,1 1-1,0 0 49,-1 1 0,1 0 0,1 1 0,-1 1 0,1 1 0,0 1 0,1 0 0,1-1 166,2 0 0,3-1 1,-4 2-167,-2 1 0,-3 3 0,-2 1 0,2 0 0,4-3 0,4-1 0,3-1 0,-2 1 18,-2 2 0,-3 2 0,-1 1 0,1 0 0,5-3-18,-4 3 0,2 0 0,1 0 0,-3 2 0,1 0 0,4-2 0,3-2 0,2 1 0,-4 7 0,-2 3 0,2 0 419,7-6 1,2 1 0,-1 1-398,0 2 1,-1 2 0,1 1-1,1-2 298,1-2 0,0 0 0,1 1-320,0 1 0,1 3 0,0-1 0,1-4 45,0 0 0,1-1-45,-1 1 0,0 4 0,-1 0 0,2-4 45,-1-2 0,1 0-16,-1 7 1,-1 4 0,1-5-30,1-10 0,0 0 30,0 5 0,0 2 0,0-3 60,-1 5 1213,1 3 1,1 2-1214,5-9 0,0-2-45,-4 2 0,3 0 90,12 0 0,2-3 867,0-8-942,5-4 0,8-1 0,-3-3-603,-2-5 1,2-2 542,-4 1 0,4-1 0,4 0 0,-1-1 0,0 0 0,-3 0-496,-1-1 0,-3 0 1,1 0-1,4-2 316,-3 2 0,4-1 0,2 0 0,2-1 0,1 0 0,0 0 1,-2 0-1,-1 1 0,-3 1-379,2-1 1,-4 0 0,0 2-1,1-2 1,5 0 260,-6 2 0,3-1 0,2-1 0,2 0 0,1-1 0,0 1 0,0 0 0,-1 0 1,-2 0-1,-1 1 0,-4 1-358,7-1 1,-4 0-1,-1 1 1,0 0 0,3-1 631,-4 1 0,2 0 0,1-1 0,1 1 1,-1-1-1,0 1 0,-3 0 0,-2 1 1,4 0-1,-3-1 0,-1 2 0,0-1 1,-1 0-1,1 0 0,0 1 0,-1-1 1</inkml:trace>
  <inkml:trace contextRef="#ctx0" brushRef="#br0" timeOffset="194562">12934 3406 9152,'0'7'629,"0"0"-539,0-5 0,0 0 0,3 1 90,-2 0 90,2 1 90,-3 4 449,2 3-629,-1-2 450,3 6-450,-3-10 809,1 11-359,0-5-450,-1 3 449,0 1-449,-1-9 810,0 6 989,0-9-1440,10-5-359,-1-5-150,5-4 0,5-3 0,-1 0-1003,-1 0 0,3-1 853,-2 1 0,4-1 0,2-2 0,1-1 0,-1 1 0,-3 3-700,0-1 1,-2 3 0,0-1 0,4-2 454,-2 2 1,4-2 0,2-1 0,1-1 0,1 0 0,0 0 0,-1 1 0,-2 1 0,-2 2-292,2-2 1,-2 2-1,-2 1 1,1 0 0,3-2 482,-3 2 1,2-2-1,1 1 1,0-2-1,1 1 1,-2 1-1,0 0 1,-2 1-1,1-1 1,-1 1-1,-2 1 1,0 0 0,1-1-1,1 0 1,-1 0-1,1 0 1,0 0-1,-1 0 1</inkml:trace>
  <inkml:trace contextRef="#ctx0" brushRef="#br0" timeOffset="207568">2807 3954 8522,'0'-13'720,"-5"1"-450,3 4-91,-4 2 91,6-1 90,-3 2-90,2 0 0,-3 2-90,4 0 90,-2 0 179,1 1 91,-3 0-450,2 0 90,0 1 270,1 0-360,0 5-1,1 1 91,4 7 0,8 3 180,8 0-270,-2-3-45,-1-9 0,0-1-135,1-1 135,7-3 0,1-3-45,1-3-873,-6 1 0,3 0 0,-2 0 873,-6 1 0,-1-2 0,10-2 0,5-1 0,-3-1-842,-6-1 1,-2 0 0,1 1 841,0 0 0,0 1 0,0-2 0,1-5 0,-1-2 0,-4 2-154,0-6 124,-6 5 0,0-4 0,-2 3 30,-3 4 0,-2 1 0,1-9 0,0-4 0,-2 4-128,-3 7 1,-2-1 127,-2-7 0,-1-4 0,-1 5 0,0 8 0,-3 0 90,-7-7 0,-5-2 0,-2 4 0,-2 9 0,-1 3 0,-3 3-150,6 0 1,-2 2 0,0 0 0,0 1 0,1 1 59,0 0 0,1 1 0,1 1 0,-1 3 22,-4 5 1,-2 4 0,2 1-1,5-1 760,4 0 1,2 1-761,-1 3 1,-1 2 0,-1 2-1,5-3 23,0 0 0,2 1-45,0 2 0,-2 2 0,1 2 0,3-4 0,1-1 0,2 1 30,-2 7 0,-1 3 0,3-3-30,4-10 0,2 0 0,-2 6 0,1 3 0,2-4 0,9 6 45,-8-8 0,2 1-90,12-3 0,1-1-135,-2 5-270,2-7 1,6 0-1,-3-2-45,-4-5 1,1-2 494,8-2 0,6-1 0,1-1 0,-4-2 0,-1-1 0,1-2 0,-2-1 0,0 1 0,0-1 0,1 1 0</inkml:trace>
  <inkml:trace contextRef="#ctx0" brushRef="#br0" timeOffset="211695">4100 7909 10411,'-6'-7'270,"5"-2"539,-11 8-809,8-4-179,-3 3-1261,5 0 181,2-1 90,0 0 1169,3-6 0,-2 0 0,3-5 0</inkml:trace>
  <inkml:trace contextRef="#ctx0" brushRef="#br0" timeOffset="213677">9579 4538 9422,'-10'-2'1259,"2"0"-899,4 2-1,1-1 1,0 0 0,0 1-180,2 0 2339,-1 0-2340,7-6 1,18-13-225,-1 2 0,4-2-45,-7 6 0,3-1 0,-1 0 1,0 0-441,1 0 1,-1 0 0,2 0 56,3-2 1,3 0 0,-1 0 0,-3 3-23,-1 0 0,0 1-325,0-1 1,5-1 0,0 0 0,-5 2 354,-1 1 0,-2 0 1,0 1-1,1 0 0,-3 1 1,6-4-1</inkml:trace>
  <inkml:trace contextRef="#ctx0" brushRef="#br0" timeOffset="214095">9306 5507 11041,'-17'11'2608,"-9"2"-1438,9-6-991,0 0 91,8-3-270,27-28-871,-4 9 841,5-3 0,6-5 0,-3 3-662,-3 5 0,2-1 458,-1 2 0,4-4 0,1 0 0,0 1 0,-3 2-6,-2 2 0,-3 1 1,4-2-308,1 0 1,4-2 0,2-2 0,1 0 0,-2 2 0,-4 1 218,3-1 0,-3 3 0,1-2 1,1 0-1,2-1 0,-1 0 1,-3 2-1,-1 0 0,0 1 1</inkml:trace>
  <inkml:trace contextRef="#ctx0" brushRef="#br0" timeOffset="214379">9329 6557 12300,'-13'0'0,"7"-6"270,-10-3-180,13-7 0,-7-10-90,19 6-720,5-4 1,4 0-920,-3 10 1,3 1 1473,-1-3 0,4-2 1,0-1-1,-1 2 1,-1 2-1,0 0 1,0-1-1,2 0 1,0-1-1,-1 1 1,1-1-1</inkml:trace>
  <inkml:trace contextRef="#ctx0" brushRef="#br0" timeOffset="-199368.73">10045 4327 9961,'-5'-8'90,"3"-6"90,-8 9 0,8-7 360,-7 6 269,4-3-449,-1 3 90,-1 0-360,6 2 0,-4 2 270,3 1-1,-1 9-269,8-6 90,8 18-90,2-14 0,2 3 0,1 0 0,2-3-45,6-2 0,1-1-45,0-1 30,-5-2 0,4-1 0,0-2-1123,-5-4 1,0-1 0,0 0 1053,0 3 1,1 0 0,-1-2 38,5-7 0,0-4 0,-5 3-164,-8 4 1,-1 0 163,4-8 0,1-4 0,-3 2 0,-6 6 0,-1-2 30,2-10 0,0-3 0,-3 2-30,-2 8 0,-2-1 29,0-7 1,1-4 0,-2 4-30,0 9 0,-1 1 60,-3-5 0,-2-2 0,0 3 120,-4-4-45,-7 1 0,-3 1-45,0 7 0,5 4 0,-3 1 0,-3 3 0,0 1-90,-6-1 60,5 4 0,-4 1 0,3 0-15,6 2 0,-1 2 15,-10 0 0,-3 0 0,2 3-358,8 1 1,-1 1 342,-2 1 0,-4 1 0,0 0 0,3 1-45,1 2 0,0 1 22,0 1 1,-4 2-1,1 1 1,4-2 22,2 0 0,1 3-45,1 1 0,-3 4 0,0 0 0,5-2-937,1 1 1,2 0 936,0 0 0,-1 3 0,1 0 0,3 1 0,1 0 0,0-1 751,1 0 0,0 0-729,2-1 1,-1 4-1,0-1 1,2-4-23,2-2 0,1-1 0,1 5 0,1 3 0,0-5 90,2 5-90,8 0 0,3-2 0,-2-6 45,10 0 0,2-2-45,0-4 45,-5-4 0,1-1-45,0-3 0,0-2 0,-4 0 0,1-1 0,5 1 0,3-2 0,-1-1 0,2-2 0,-1 0-172,-1-3 0,2-1 172,0 0 0,6-1 0,-1-2 0,-5 1 0,0-3 0,-2-3 0,0 0 0,4-2 0,0-1 0,-6 2-101,-1-2 1,-2-2 100,-4 2 0,1-4 0,1-1 0,-2 0 0,-2 3 0,1-7 0,-2-2-18,-2 6 0,0-6 0,-1 0 0,0 0 0,-2 5 18,0-6 0,-2 0-18,-3 5 0,-1-4 0,-1 0 0,-1 1 0,0 4 18,-2 0 0,-4 1 0,-3 1 0,-3-2 0,-2 1 0,0 5 0,-1 6 0,-4 5 0,-5 0 0,-7 2 0,-1 1 0,4 3 214,7 1 1,1 2 0,-3 2-498,2 0 0,-4 2 1,-2 1-1,-1 0 0,0 1 1,2 0-1,4 0-537,-2 1 1,4-1 0,0 1 0,-3 3 818,3-1 1,-2 2-1,-2 1 1,-1 2-1,0-1 1,0 1-1,1 0 1,2-1-1,3-1 1,-7 5 0,5-2-1,0 1 1,-2 2-1,3-3 1,0 1-1,1 0 1,-1 0-1,0-1 1,1 1-1,-1 0 1</inkml:trace>
  <inkml:trace contextRef="#ctx0" brushRef="#br0" timeOffset="-147267.75">12335 4299 12300,'-14'2'2788,"-4"-3"-1438,-3 0-991,5-4 451,-3 4-630,13-1 989,-2 2-179,31 0-541,-8 0-912,5 0 1,8 0 0,1 0 552,-3 0 0,1 0 0,2 0 0,0 0 0,-2 0-486,2-1 1,-3 0 0,2-1 0,4 1 395,-6 1 0,3 0 0,3 0 0,2 0 0,0 0 0,-1 0 0,-1 0 0,-3 0 0,-3-1-490,5 0 1,-6 0 0,1 0-1,4 0 500,-4 0 0,3 1 0,2 0 0,1 0 0,2 0 0,-1 0 0,-1 0 0,-1 0 0,-3 1-269,3-1 1,-2 0-1,-1 0 1,-1 0 0,0 0-1,1 0 259,0-1 0,0 1 0,0 0 0,0 0 0,0 0 0,2 1 0,0-1 0,1 0 0,2 1 0,0 0 0,-2-1 0,-3 1 0,-3-1-23,3 0 1,-4 1-1,2-1 8,-1 0 0,3 1 0,2 0 0,-1 0 0,-2-1 0,-5 1 15,4-1 0,-2 0 0,4-2 0,4 1 0,-6-1-180,1 1 24,-6-1 1,-3 0-2004,-10-1 1695,-5 1-1175,-17-2 1,-7 1 237,-7 0 1401,2 1 0,-8 0 0,0 0 0,3 0 0,9 1 0,2 1 0,-2-1 0,-8 0 0,-1 0 0,1-1 0,-1 1 0</inkml:trace>
  <inkml:trace contextRef="#ctx0" brushRef="#br0" timeOffset="-146935.75">12338 4348 13020,'-19'2'449,"0"0"1,-12 0 0,0 0 1349,16-2-630,32 0-809,-4 0-45,3 0 0,3 0-1408,3 0 1,2 0 0,-1 0 964,2 0 1,2 0 180,-1-1 1,5 0 0,3 0 0,-2 0 0,-3 0-244,-2-1 0,-3 0 1,5 0 201,-4 0 1,3 1 0,3-1 0,1 1 0,0 0 0,-3-1 0,-3 1-317,-1-1 0,-3 1 0,0-1 1,4 1 315,1-1 1,4 1 0,3 0 0,0 1 0,0-1 0,-3 0-1,-4 1 18,6-1 0,-5 1 0,5 0-30,-8 0 0,3 0 0,2-1 0,1 1 0,-2 0 0,-1 0 0,-5-1-444,4 1 0,-4 0 0,1-1 444,2 1 0,2 0 0,0 0 0,-4 0 0,5-1 0,-4 1 0,-6-1 0,-2 1 0,3 0 0,-1-1-419,7 0-121,-13 1-2737,2 0 3012,-31 7 0,5-6 0,-17 6 1</inkml:trace>
  <inkml:trace contextRef="#ctx0" brushRef="#br0" timeOffset="-146216.75">12487 5470 12840,'-23'-12'1124,"0"0"0,-4-2-584,5 3 0,3 1-270,7 5 89,-6-3-179,14 7 540,-1-2-450,15 2 179,12-1 1,4 0-888,-7 1 1,2-1 509,0 1 0,5 0 0,2-1 0,-1 0 0,-3 1-516,-1 0 0,-2-1 0,3 1 459,2 0 0,4 0 0,3-1 0,0 1 0,-2 0 0,-4 0-617,4 0 0,-5 1 0,5-1 614,-5 0 1,4 1 0,1-1 0,2 1 0,-1-1 0,-3 1 0,-3 0-13,7-1 0,-5 1 0,4 0 12,-6 0 1,3 0 0,2 0 0,1 0 0,0 0 0,-4 0 0,-2 0-13,3 0 0,-4 0 0,4 0 0,-4 0 0,5 0 0,0 0 0,1 0 0,-3 0 0,-4 0 0,8 0 0,-1 0 0,-3-1 0,4 0 0,-1-1 0,-5 1 45,-5 1 0,-2-1-75,4-1 0,3-2 0,-6 0-1783,-2-3 1183,-1-2-2158,-38-3 1709,-3 7-14,-1 2 1,-4-1 0,1 2-547,3 1 1,-1 0 1506,-2 0 1,-3 0-1,3 1 1,-3 0-1,3 0 1,-3 0-1,0 0 1</inkml:trace>
  <inkml:trace contextRef="#ctx0" brushRef="#br0" timeOffset="-145868.75">12062 5494 13379,'-24'2'360,"7"-1"1079,-4-1-539,14-5-181,13 4-134,15-4 0,5-1-495,-7 3 0,2 0-617,1 0 1,5-1 0,2 0 0,1 0 0,-2 0 548,3-1 1,-1 1-1,1 0 1,0 0-400,-4 1 0,1-1 1,0 1-1,1 0 1,-2 0 376,4-1 0,-1 1 0,0 0 0,1 0 0,-5 0 0,2 1 0,-1 0 0,0 0 0,-3 0-326,4-1 1,-1 1-1,3-1 311,-2 1 0,4-1 0,2 1 0,0-1 0,-2 1 0,-5-1 15,1 1 0,-4 0 0,3 0 0,-2 0 0,3-1 0,2 1 0,0-1 0,-2 0 0,-4 1 0,-1 0 0,-3 0 0,3-1 0,1 0 0,4 0 0,0-1 0,-1 1 0,-4-1-665,2 1 0,-2-1 635,0 1 0,1-1 0,-3 0-150,2 0 1,-3 0 892,3-1-1658,-5 1 1,-3-1-225,-8 3-1954,-8-4 3123,-27 4 0,-1-1 0,8 2 0,-1 0 0</inkml:trace>
  <inkml:trace contextRef="#ctx0" brushRef="#br0" timeOffset="-145236.75">12498 6441 13649,'-22'-5'929,"0"0"1,1 1 0,-1 1-436,-2-2 1,1 0-405,-6 2 180,14-1 270,35-6-451,-4 3-1182,6-1 1,6 0 0,-1 1 740,-5 1 0,2 1 370,0 0 0,4-1 0,2 1 0,-1-1 0,-4 2-145,-1-1 0,-3 2 1,4-1 126,-1 1 0,5-1 0,2 0 0,0 0 0,-1 0 0,-5 1 0,2-1 0,-4 2 0,4-2 0,-1 2 0,4-1 0,2 0 0,0 0 0,-2 0 0,-5 0 0,1 1 0,-3 0 0,3 0 0,2-1 0,5 1 0,2-1 0,-3 0 0,-5 1 0,4 0 0,-2-1 0,0 1 0,3-1 0,-1 1 0,-5 0 0,-8 0 0,-1 0 0,13-1 0,-5 0-310,-16 2 220,-1 0-990,-5 0 271,-3 0-1604,-8-4 74,2 2 2339,-18-9 0,5 4 0,-9-5 0</inkml:trace>
  <inkml:trace contextRef="#ctx0" brushRef="#br0" timeOffset="-143986.75">12355 4333 9422,'-9'0'1259,"-3"-5"-270,4 0-629,0-2 270,0-1-450,5 5 629,-4-3-539,4 3 450,-4-3-540,4 3 629,-3-2-629,3 3 180,-1-1-270,3 2 270,0 0-181,0 5 271,15 2-90,5 9-315,-4-8 0,3-1 0,6 3 0,-1-1-194,-7-3 1,1-1 178,5 0 0,3 1 0,-2-1-381,-5-2 1,0 0 350,4 1 0,4 0 0,1-1 0,-4 1-506,1-1 0,0 0 528,4 0 1,4 0-1,0 0 1,-4 0-23,-1-1 0,1 0 0,-2 0 0,4 0 0,2 0 0,0-1 0,-2 0-18,-4 0 0,0-1 0,0 0 0,-1 0 0,0 0-216,1 0 1,-1 0-1,0 0 1,0 0 0,1 0 233,5-1 0,1 0 0,0 0 0,-2 0 0,-5-2 0,2-2 0,-1 0 0,-1 1 0,3 0 0,1 0 0,-2-2-754,1-5 1,-2-3-1,-1 2 754,-1 3 0,-1 1 0,1-3-23,1-4 1,1-4 0,-1 0-1,-2 0-382,-5 0 0,-3 0 1,1-1 404,4-1 0,0 0 0,-2-3 53,-4 2 1,-1-1 0,-2-2 0,-1 2-84,-4 0 0,-2 0 0,0 1 62,2-2 1,-1 0-1,-2 0-32,-4 2 0,-2 0 0,-3 2-45,-7 2 0,-1 3 45,1-2 0,-1 0 0,-1 3 0,-2 0 0,1 2 0,0 0 0,-1 0 0,-2 1 0,-2-3 0,-2 1 0,3 2 0,-3-2 0,-2 0 0,5 4 0,-3-1 0,-2-1 0,-2-1 0,1 2 0,2 1 0,-6-1 0,1 3 0,0-1 0,0 0 0,3 1 0,-1-2 0,0 1 0,1 0 0,0 2 0,-1 0 0,1 0 0,0 2 0,0 1 22,-1 0 1,1 2-1,0 0 1,2 1 274,2-1 1,1 0 0,-2 1-280,-5 1 0,-3 0 0,-3 0 0,3 1 0,3 1 12,5 2 0,2 0 0,-2 1-30,-4 0 0,-5 2 0,-2 0 0,2 0 0,5 1 30,4 0 0,3 1 0,-2 1-12,-4 2 0,-3 1 0,0 1 0,0 0 0,6-2 12,3-1 0,4 0 0,-2 1-30,-3 3 0,-1 2 0,-2 2 0,2-1 0,4-3 45,-3 4 0,2 1-23,0 0 1,-1 4-1,0 0 1,4-3 22,3-1 0,2 0-23,1 4 1,-1 6-1,2 0 1,2-5 22,2-2 0,3 0-23,3 3 1,2 5-1,2-1 1,0-5-23,0-4 0,4-2 45,4 1 0,3 2 0,1 0 0,-1-4-45,0-2 0,3-2 0,3 0 0,6 2 0,1-2 0,-4-2-319,3-1 1,2-2 213,-7-4 0,5 1 0,1 0 0,1 0 0,-1-1 1,-4-1-334,4 0 0,-3-1 0,5 0-31,-5-1 1,5 0 0,2 0 0,1 0 0,0 0 0,-3 0 0,-3-1-352,-1 0 1,-3 0 0,0-1 0,2 1 800,0-1 0,2 1 0,1-1 0,2 0 1,-2 1-1,-1-1 0,-4 0 0,8 0 1,-4 0-1,1 0 0,0 0 0,-1 0 0,1 0 1,-1 0-1</inkml:trace>
  <inkml:trace contextRef="#ctx0" brushRef="#br0" timeOffset="-142937.75">10022 4449 14189,'17'-6'0,"0"5"45,-3-8 0,2-2-645,6 2 0,3-1 1,0 0-494,-6 1 1,0 0 0,2-1 1022,3 0 0,4-1 0,1-1 0,-1 1 0,-4 1 0,-3 1 0,-2 2 0,2-2 0,3 0 0,1-1 0,0 0 0,-1 0 0</inkml:trace>
  <inkml:trace contextRef="#ctx0" brushRef="#br0" timeOffset="-141620.75">12404 5249 11580,'-12'-10'720,"-1"-2"359,0 3-89,4 3-91,6 11-809,7 2 360,11 10-270,4-5-90,0-4 0,1-1-45,-5-2 0,2-1-334,3-1 1,5 0 0,1-1-1,0-1 289,1 1 0,0-1 0,0-1 0,3 0-497,-3-1 0,1-1 1,2 0-1,-1 0 1,0 0-1,-2 1 497,5 0 0,-1 1 0,-1 0 0,2-2 0,-1-2 0,2-1 0,0-1 0,-2 1 0,-4 0-319,3 2 0,0-2 319,-4 0 0,5-1 0,2-2 0,0 0 0,-3 0-23,-1-1 1,-2 0 0,0-1 0,2-2-165,-4 3 0,1-2 0,1 0 1,0-1-1,0 0 0,-1-1 172,-3-1 0,1-1 0,-2-1 0,0 0 0,-1 0 0,-1 1-8,2-2 1,-1 1 0,-2 0 0,0-3 4,-2-1 0,-1-2 0,0-1 0,-3 1 0,-1 3 18,-1-4 0,-2 0 0,-1-1 0,0-4 0,-1 0 0,-2 4 0,0 2 0,-4 0 0,-5-7 0,-3-3 0,-1 5 0,1 10 0,-3 2-30,-11-6 0,-5 0 0,0 3 30,6 6 0,-3 2 0,2 2 0,-4 0 0,-3 0 0,1 0 0,4 2 30,0 1 0,3 2 0,-5-1-30,0 1 0,-5 0 0,-3 0 0,-2 1 0,1-1 0,3 2 0,3 0-196,1 1 0,5 1 0,-2 1 0,-3-1 206,3 1 0,-3-1 0,-3 1 0,-1-1 0,-1 1 0,1 1 0,2-1 0,1 1 0,4 0-10,-3 1 0,3 1 0,1 0 0,-4 1 22,3 0 1,-3 1-1,-3 0 1,0 0-1,0 1 1,1 0 0,2-1-1,4 0 0,-2 1 1,4 0 0,0 0-1,-2 2-10,0 0 1,-2 3 0,-2 0 0,0 1 0,1 0 0,3 0 0,3-2-13,-2 3 0,4-2 0,0 4 36,-1 3 0,-3 3 0,2 2 0,2 0 0,6-1-6,8 3 0,5 0 0,0 0 0,-7 2 0,0 0 0,8-2-30,10-3 0,7-1 0,5-2 0,-1-3-382,-1-6 0,2-4 0,1-1 0,-1 2 202,1 2 0,1 0 0,0 0 0,2-2-367,-2-3 1,3-1 0,2 0 0,-1-2 0,-2 0 0,-3 0-547,4 0 1,-3-2 0,1 1 989,-2-1 0,2 1 1,1-1-1,-2 1 1,-1-1-1,0-1 0,-2 0 1,0 0-1,1 0 1,0 0-1,0 0 1</inkml:trace>
  <inkml:trace contextRef="#ctx0" brushRef="#br0" timeOffset="-140820.75">10162 5340 10051,'-9'7'810,"2"-1"359,3-2-809,2-2 1079,-1 2-90,21-2-1079,-7-1-45,11-6 0,2-2-135,-1-1-1120,-2-3 0,4-2 0,-3 1 1030,-4 3 0,0-1-162,1 0 0,3-2 0,2-2 1,1 1-1,-1 1-494,-1 0 1,-1 1-1,2 0 1,-1 0 0,0 0 402,3-2 1,0-1 0,0 1 0,0-1 0,-1 2 0,3-2 0,0 1 0,-1 0 0,-3 1 0,-5 2 0,0 0 0,-1 0 0</inkml:trace>
  <inkml:trace contextRef="#ctx0" brushRef="#br0" timeOffset="-139502.75">12570 6274 11311,'-15'-12'1169,"2"2"-629,5 3-91,2 0 91,0 2 270,1 0-541,2 1 901,-1 2-990,3 1 1169,0 1-720,17 8-359,2 1 0,2 0-225,-3-2 0,3 1-220,4-1 1,4 0 0,0-1 174,2-3 0,1-2 0,0 0-427,-5 1 0,-1 0 0,2-1 445,-2-1 0,3-1 0,0 0 0,-1 0 0,-4-1-18,4-2 0,0-1-18,-3 1 0,5-1 0,3-1 0,-1-1 0,-2-1 0,-5-1 0,0 0 0,-1-2 0,0 0 0,1-1-448,3-2 0,1-1 0,0-1 0,1 0 1,-2 0-1,-2 0 466,-1 2 0,-3 1 0,0 0 0,-1-2 0,0-1 0,1-6 0,0-3 0,-1-1 0,-2 2 0,-3 3-272,-1-3 1,-1-1 248,-2 1 1,1-3-1,-1-1 1,-2 4-23,-2 3 0,-3 0 45,2-7 0,0-3 0,-5 4-45,-4 10 0,-3 0 45,-2-2 0,-3-3 0,-3 0 0,-3 4 0,-1 4 0,-4 3 0,-2 2 0,-2 0 0,-1-1-194,1 1 1,-3-1 0,-1 1 0,-1 0 0,0 0-1,0 1 1,2 1 193,1-1 0,1 2 0,0 0 0,0 0 0,-1 2 0,-3 0 0,4 2 0,-3 1 0,-1 0 0,-1 1 0,0 1 0,0-1 0,2 2 0,3-1 0,2 0-126,-5 1 0,5 0 0,0 1 1,-4 1 113,3 0 1,-4 1 0,-2 1 0,-2 1-1,1-1 1,1 1 0,3 0 0,3-1 11,-1 1 0,3-1 0,2 1 0,-4 2 0,0 0 0,-3 2 0,-1 0 0,-1 2 0,2-1 0,1 0 0,5-2 0,-2 3 0,4-2 0,-1 3 18,-1 2 0,-2 2 0,0 1 0,2 0 0,5-3-18,1 3 0,3 1 22,5 4 1,1 4-1,2 0 1,3-3 22,3-4 0,4 1-45,2 2 0,4 3 0,1 1 0,-1-6 0,2-4 0,2-1 0,2-1 0,4 2 0,1 0 0,-2-4-90,1-2 0,1-1-338,4-2 1,5 1 0,0-1 0,-3-2-113,1-1 0,2-3-116,-5 0 1,5 0-1,2-1 1,-2 0 0,-3-2-438,-4-2 1,-2-1 0,2-1 982,6 1 1,5 0 0,-2 0 0,-4-3 0,-2-4 0,-2-1 0,-3 3 0,-1 0 0,1 1 0</inkml:trace>
  <inkml:trace contextRef="#ctx0" brushRef="#br0" timeOffset="-138803.75">10193 6364 11490,'10'-5'3276,"-3"-3"-2324,22-4-2045,-10 3 1,4-3 0,-2 1-547,2 1 1,3-1 1091,-5 2 1,4-2 0,3 0 0,0-1 0,-1 1 0,-3 0 272,6-1 1,-3 1 0,2-2 0,-2 2 0,3-1 0,0-1 0,0 1 0,-3 0 0,2 0 0,-1 0 0,0-1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26:12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6829 3286 11940,'4'-8'990,"0"2"-900,-4 6 719,1-1 2249,1 5-2788,-12-7-180,8 2-90,-10-14 0,18-1 0,-6 1-90,23-3 90,-15 13 0,14-4-90,-5 6 90,-5 2-90,9 0 90,-11 7 90,3 2-90,-11 7 0,0-1 0,-9 1 0,-4 0 0,-1 3-753,0-2 0,-5 1 0,3-1 753,-7 6 0,6-6 0,-2 2 0,2-3 90,-5 4-639,2 0 0,2-2 549,5-6 0,0 6 90,9-14-90,8 1-90,1-3 0,8-1-360,13-7 90,-3-2 822,-7 3 0,2-2-1032,2-1 1,1-1-1,-1 0 458,-1 2 1,1-1-564,1 0 1,3-1-1,0-1 1,-4 2 44,-2 1 1,-1-1 629,5-1 0,3-2 0,-5 2 0,2-3 0,-8 4 0,1 1 0</inkml:trace>
  <inkml:trace contextRef="#ctx0" brushRef="#br0" timeOffset="951">6941 3889 9242,'0'-12'1619,"0"1"-900,0 1 1,5 0-90,-4-1-1,3 0-89,-4 0 0,4 1 449,-3-3 360,4-4-1169,-5 5-270,2-2 0,-2 33-1214,0-4 0,0 4 484,-2 5 1,-1 6 0,0 1 0,1-3 491,1-4 0,1-2 0,-1 2 1,-1 2-1,-1 2 0,0 0 1,1-4-1,2-4 0,0 0 1</inkml:trace>
  <inkml:trace contextRef="#ctx0" brushRef="#br0" timeOffset="1733">6669 4769 12300,'3'-28'2698,"-1"9"-2248,-6-2-450,-1 34 0,0-9 45,-1 18 0,1 5-45,3-7-255,-2 2 0,0 0 255,3-5 0,-1 4-90,8 1 0,-5-9-270,19 8 270,-12-15 0,21 1 90,-16-15 0,3-2 0,-1-2 0,-2-10 0,-4 3 0,0-4 0,-2-1 180,-6 1 0,-3-1 0,1 1-487,3 0 1,2 0 0,-3 1 336,-5-3 0,-2 0 0,0 5-30,-4 0 0,-4-2-144,-8 12 144,10 5-308,-4 14 0,0 6-952,7 1 1,1 3 629,-3 1 1,2 4 629,6-2 0,3 3 0,1-4 0,-1 7 0,3-4 0,0 0 0</inkml:trace>
  <inkml:trace contextRef="#ctx0" brushRef="#br0" timeOffset="1884">6973 4848 14189,'0'-13'450,"-7"1"-3509,-4 6 3059,1 0 0,1 4 0,9 1 0</inkml:trace>
  <inkml:trace contextRef="#ctx0" brushRef="#br0" timeOffset="2100">7281 4481 13469,'10'-16'2699,"-1"5"-2699,-4 4 90,-1 5 0,1 8-90,-3 3-1639,1 6 1,-1 2 573,0 9 285,-3-3 1,0 3 0,-1-2 159,-2-4 0,0 1-200,1 2 1,0 4 0,0 0 0,0-4 350,-1-1 1,1-1 0,1 1 0,0 0 0,0-2 0,2 8 0</inkml:trace>
  <inkml:trace contextRef="#ctx0" brushRef="#br0" timeOffset="2868">7244 3148 11490,'-14'0'720,"5"-6"-360,3 0-360,10-10 0,5 10 0,4-8 0,11 8 0,-7-3 0,10 2 45,-4 2 0,0 0-380,-8 2 0,1 0 365,10-1 0,3-1 0,-3 1 15,-7 1 0,-1 1 14,7-1 1,4 0 0,-5 0 30,6 0 0,-5 1 0,-1 0-90,-11 1 523,4 1-343,-14 0 270,-1 11-270,-2-5-2865,0 22 2865,0-13 135,0 9 0,0 2-770,0 5 522,0-10 0,0 5 1,0 1-1,0-4-345,0 4 1,0 2 366,0-4 1,0 6 0,0 1 0,0 0 0,0-5-342,0-3 0,0-2 0,0 3 342,0-1 0,0 5 0,0 1 0,0 0 0,0-2 0,0-3 223,0 1 1,0-3 0,0 3-225,1-1 1,1 4 0,0 3 0,0-1 0,-1-2 0,1-3-523,-2 1 0,1-3 0,0 2 433,2 3 0,1 2 0,0 0 0,0-2 60,-2 1 0,0-1 0,1-2-264,-1-6 0,0-1 0,1 1 234,0 4 0,1 1 0,0 1-96,-1 4 0,0 1 0,0-3 111,2 0 0,0 0-27,-2-5 1,1 3 0,-1 1 0,0-1 0,-1-4-19,1 4 0,-1-1 235,1 3 0,-1 4 0,1 1 0,-1-4-205,-1-6 0,0-1 0,0 0-30,0 4 0,0 1 0,0 0 60,1-1 0,-1 0 0,0-5 1242,1 7-1212,1 1 0,0-1 1856,-1-10-1901,0-1 0,-1-1 45,0-6 450,1 8-360,-2-14 3096,0 2-2921,0-6 1096,-12 3-2306,-5-1 1,-2 0 165,3-1 0,-2 1-131,-6-1 1,-4 0 0,-3 0 0,2-3 566,3-2 1,1-2 0,-1 0 0,0 0 0,-3 1 0,-1 2 0,0-1 0,1-2 0,3-2 0,1-1 0,-1 0 0,0 1 0</inkml:trace>
  <inkml:trace contextRef="#ctx0" brushRef="#br0" timeOffset="3767">6528 3241 10771,'1'-10'1079,"-5"0"-809,-15 5-180,3 2 0,-11 2 45,8 0 0,1 2-135,-8 5 90,-5-4 0,0 2-373,3 8 328,-1-7 0,0 0 25,8 4-70,1-3 0,2 0 0,7 2 0,-5 5 0,12-8 90,1 8 0,3-7-90,0 5 270,6 1-180,1-4 270,5 13-270,-1-11 180,-3 20-91,-1-14 136,-4 12 0,-2 7-105,-1-9 0,-1 1 0,0 3-666,-1-1 0,0 2 0,0 1 0,0 1 0,0-3 501,-1 0 0,-1-2 0,0 0 0,1 3 44,0-5 1,-1 2 0,1 1 0,-1 1 0,1-1 0,-1-3 0,1-2-475,-1 4 0,-1-4 0,0 4 504,2-2 1,-1 5 0,0 1 0,0 1 0,0-3 0,1-3-60,-1 0 0,2-4 0,-1 3 0,0-1 0,1 4 0,-1 1 0,0 0 0,1-1 0,0-5-30,1 1 0,0-3 0,0 2 60,0 4 0,0 5 0,0 1 0,0-2 0,0-5-46,1 5 1,0-1 9,-1-5 0,1 6 0,0 0 0,0-1 0,0-5-9,0 1 0,0 1-27,0-5 0,0 4 0,0 2 0,0-2 0,0-5 27,0 2 0,0 0-23,1 1 1,0 3-1,0 1 1,0-5-23,-1-1 0,1-1 60,0 9 0,2 3 0,-1-5-60,-2-10 0,0-1 0,2 5 0,0 3 0,0-4 0,0 4-295,2-3 1,-1-1 294,-1-8 90,2 6-90,-3-15 0,0 0 2978,0-3-1629,-1-2 524,6 1-1783,0-1-180,11 0 0,2 0-179,8 0 137,-4-3 0,4-2-828,2-2 1,2 0 0,-1-2 16,-9 3 1,-2-1-1,4-1 396,0 0 1,4 0 0,2-2 0,1 1 0,-3 1 0,-2 0-547,2-1 1,-4 1 0,3-1 764,3-1 0,2-1 0,0 0 1,-4 0-1,-5 3 0,-4 0 1,1 1-1,10-5 0,0 0 1</inkml:trace>
  <inkml:trace contextRef="#ctx0" brushRef="#br0" timeOffset="4483">6893 3130 12480,'-16'2'1979,"2"0"-1709,6-8-180,29-12-270,-1 1-640,-2 5 1,7-1 0,1-1 0,-3 2-274,-4 2 1,0 1 0,2-2 904,-1 1 0,4-2 0,2-2 0,1 1 1,-2 0-1,-2 1 0,0 0 0,-1 1 1,-1 0-1,2-1 0,2-1 0,0 0 0,0-1 1,0 1-1,0 0 0</inkml:trace>
  <inkml:trace contextRef="#ctx0" brushRef="#br0" timeOffset="5300">7227 3911 10681,'-9'-6'1259,"2"2"0,1 4-719,1 0-360,0 0 1259,2 0-1349,9 0-90,-4-6 0,13 0 0,4-1-270,2-8-550,0 5 1,5-1 0,2-1 0,-3 2-274,-4 1 1,-2 1 0,3-2 963,0 1 1,2-1-1,2-1 1,1-1 0,-2 2-1,-1 0 1,-1 0-1,-2 1 1,1 1 0,0-2-1,2 0 1,1 0-1,-1 0 1,0 0 0,0-1-1</inkml:trace>
  <inkml:trace contextRef="#ctx0" brushRef="#br0" timeOffset="6517">7629 4580 15088,'5'-6'720,"-4"-5"-675,12 2 0,4 0-315,0-9-550,0 5 1,5-1 0,1-1 0,-2 1-274,-2 2 1,-2 0 0,1 0 818,5-3 1,2-2 0,0 0 0,0 1 0,1-1 0,0 0 0,0 0 0,-4 3 0,-1 0 0,1 0 0,-1-1 0</inkml:trace>
  <inkml:trace contextRef="#ctx0" brushRef="#br0" timeOffset="56183">5335 8003 10231,'-1'-9'1169,"-1"1"-719,1 3-90,0-1 0,0 2-180,0 0 0,-1 1-90,1 1 0,0 1 89,0 0-89,0 6 0,1 3-90,-1 5 0,1 9 0,0-6 0,2 6 0,1 1 0,1 3-854,-1-6 0,0 4 1,0-4 583,1 9-600,-1-7 1,0 4 0,0-2-770,-1-2 1,0-2 1273,2 5 0,0 0 0,-1 4 1,-1-16-1</inkml:trace>
  <inkml:trace contextRef="#ctx0" brushRef="#br0" timeOffset="56483">5326 8051 11490,'-5'-14'1350,"-3"-6"-991,2 5-89,-3-11-270,6 13-90,-1-9 90,11 14 90,8-3-90,2 8 0,1 0 0,0 3 0,1 6 0,12-4 0,-15 9 0,-2 1 0,6-3 45,-3 9 0,-1 0-45,-7 0 0,-5 3 0,-4 0-180,0 0-675,-14 5 1,-3 2-630,5-11 0,0-1 307,-5 3 1,-1 0 1176,2-4 0,2-3 0,1-2 0,-3 1 0</inkml:trace>
  <inkml:trace contextRef="#ctx0" brushRef="#br0" timeOffset="56833">5848 7731 11490,'2'-17'2429,"-7"1"-2069,-1 4-270,0 4 90,-3 5-90,1 3 0,-2 6 89,-12 8-179,9 3 45,-4 5 0,1 1-315,7-10 1,1 2 299,-3 10 0,-1 6 0,2-3-539,3-7 1,1 2 508,2 2 0,-1 5 0,1 1 0,0-5 45,1 0 0,3 0-27,1-3 0,2 3 0,2 2 0,1 0 0,0-3-198,4-1 0,1-2 0,1-1 0,0 1 45,-2 1 0,0 1 0,1-1 0,3-1-685,6 1 1,3 0 0,2-2 0,-3-5 520,2-4 0,-1-3 1,-1 1-1,1 1 0,-1-3 1,-3-7-1,1 1 1</inkml:trace>
  <inkml:trace contextRef="#ctx0" brushRef="#br0" timeOffset="182165">624 8320 9062,'-4'-7'-608,"1"2"1,-2 4 0,3 1 0</inkml:trace>
  <inkml:trace contextRef="#ctx0" brushRef="#br0" timeOffset="192896">14191 540 11490,'0'-10'1350,"-6"1"-901,5 3-269,-5 1 0,3 0-90,2 1-90,-2 2 0,0 0 0,2 1 0,-2 0 0,1 1 90,0 5 180,-2 17-180,2-6 45,1 4 0,-1 0-135,2-3 45,2 4 0,2-1-45,-3-1 0,6 2 0,1-1 0,-6-2 0,9 3 0,4 0 90,4 0-90,-6-7 0,2-2 45,6-4 0,0-5 45,-2-10-46,5-1 1,-2-3-45,-6-10 45,-2-2 0,-1-1-281,-5-1 326,-2-6 0,-2 0 0,-3 2 239,-4 6 1,-1-3 0,-3 3 165,-2 0 0,-2 3-450,1-4 0,-2 1-45,-2 7 0,0 4 0,4 8-90,-15 5 0,11 10-585,-3 4 0,0 2-1214,0 9 796,5-7 1,0 2 0,1-1-547,4-5 1,1 1 1438,-1 4 1,0 4 0,2-3 0,2-4-1,2 0 1,-1 7 0,0-1 0</inkml:trace>
  <inkml:trace contextRef="#ctx0" brushRef="#br0" timeOffset="193530">14244 1371 13289,'0'-16'2429,"-6"-1"-1889,5 9 179,-9-5-629,9 8-90,-6-2 0,3 6-90,-3 4 90,1-1 0,0 10 0,-3 2 0,3 3 0,-4 5 0,1 5-2513,3-4 2513,0 6-90,4-9 0,1-2 1,0 6-46,8 4 0,5-1-90,1-13 0,1-1 82,2 4 0,2-2 53,10-6 0,1-5-2101,-1-8 2191,-5 2 0,0-2 0,-5-5 0,-1-3 1697,8-5-1577,-10-3 0,1-5 0,-2 2-269,-5 5 0,-3-1 306,0-4 0,-1-3 1,-1-1-1,-2 4-112,-3 4 0,-4 1 45,-3-4 0,-3-3 0,0 6-90,-10-2 0,3 11 0,-4 1 0,2 4 0,-9 7-240,6 2 0,-2 3 1,3 1-76,6 1 0,2 3-778,-6 7 1,-2 3 0,3-1-547,7-2 1,1-1 545,0 2 1,-1 2 0,3-2 964,2 1 1,1-2 0,1 2 0,0 0-1,1 0 1,0 1 0</inkml:trace>
  <inkml:trace contextRef="#ctx0" brushRef="#br0" timeOffset="194148">14184 2270 15088,'1'-13'2879,"-1"-8"-2070,-6 4-809,2 1-3277,-13 29 2483,8-1 89,-2 11 1,0 3 704,2-3-545,-1 6 0,1 0 455,3-3-370,1 2 1,2 1 369,7-6 352,3 2 1,3-1-443,7-6 90,-6-5 0,3-1-45,1-6 0,1-2-45,9 1 150,-5-5 0,3-3 0,-1-1-15,3-4 0,0-3 45,-5 1 0,2-3 0,-1 0 0,-2 0 0,6-4 0,-4-4 112,-7 1 1,0-4-1,-2-1 1,-2 3 22,-2-2 0,-4-1 89,-1-2 1,-2-5 0,0 0 0,-3 5-90,-1 0 0,-4 2-23,-1 1 1,-4-3-1,0 1 1,0 5-68,-1 4 0,-3 4-45,-7-2 0,-5 0 0,2 6 0,8 8 0,0 3-240,-9 3 0,-3 3 0,5 2-30,8 1 0,1 3-550,0 4 1,-3 4 0,1 2 0,4-3-820,3-2 1,3 1 1526,-1 2 1,0 4 0,2 0 0,3-4 0,6-6-1,2-1 1,1 9 0,0-1 0</inkml:trace>
  <inkml:trace contextRef="#ctx0" brushRef="#br0" timeOffset="195480">14121 121 14908,'-12'-1'1530,"1"0"-1350,7 1-1,0 0-179,14-5 0,-4 4 0,8-4 0,2-2-90,10 0 90,-1-3 0,2 4 0,-19 5 90,2 0-90,-8 10 90,-6-6 0,-3 22-90,0-17 90,-7 19 0,12-17-90,-9 8 0,10-8 90,3 3-90,5-6-1349,16 1 539,-8-6-829,1 0 1,0 0-841,-4-2 770,7 1 1709,-9-1 0,-3 0 0,1 0 0</inkml:trace>
  <inkml:trace contextRef="#ctx0" brushRef="#br0" timeOffset="195663">14374 150 15268,'-4'-9'-1214,"4"22"0,-1 7-675,-3-2 1420,3 5 1,2 6 0,-1-5 0,0 7 0,0-7 0,0 1 0</inkml:trace>
  <inkml:trace contextRef="#ctx0" brushRef="#br0" timeOffset="196465">14243 1031 13919,'-7'-3'1349,"1"0"-629,4 0-630,0 2-90,0-1 0,7-1 0,2 1 0,13-3 0,-6 2 0,16-2 0,-17 4 90,11-1-90,-16 1 360,1 7-181,-7 0-179,-7 6 270,-1 4-270,-8-4 90,4 4 180,-7 1-180,9-7 90,-8 9-180,11-13 90,-1 5-90,4-8 180,1 2-180,1-3 0,9 0-450,9-1 0,-1-1-269,3 1-2160,-4-1 1440,-7 0-1838,9-4 2837,-12 3 0,4-6 0,-6 4 0</inkml:trace>
  <inkml:trace contextRef="#ctx0" brushRef="#br0" timeOffset="197078">14469 1087 15448,'0'-8'90,"0"2"0,7 2 0,4 0-90,3 0 90,9 1 0,-12 2-90,6 0 360,-6 1-270,-6 0 449,1 4-179,-5 3-90,-8 8-180,-1-3 180,-12 9-180,7-11 180,-11 10-180,15-11 179,-6 5-179,12-9-90,0 4 90,3-6-90,0 2 90,6-2-90,2-1-360,18 2-179,-6-3-1100,6 0 1,1 0-1639,1-1 3037,1 0 1,0 0 0,-1 0 0,-10 0 0,0 0 0</inkml:trace>
  <inkml:trace contextRef="#ctx0" brushRef="#br0" timeOffset="197814">14333 1875 14009,'-7'-11'1529,"1"-2"-899,4 10-450,1-3-90,-1 2-90,2-1 0,12 0 0,-5 2 0,9-2 0,1 1 0,-1 0 45,3 0 0,2 0 134,6 1-179,-3 0 270,-6 2-90,-16 8-90,-5-5 180,-3 17-180,-6-12 90,2 8 0,0 0 90,-8 3-180,-1 3-1,9-9 1,7-5 0,1-3 0,1 3-90,1-5 0,14 2 0,-7-3-585,10 0 1,0-1-226,1 0-829,6 1 1,0-2-1639,0-3 2087,-5 4 0,0-1 1190,10-3 0,-8 4 0,5 0 0</inkml:trace>
  <inkml:trace contextRef="#ctx0" brushRef="#br0" timeOffset="198229">14753 1903 15538,'-10'-10'1169,"1"2"-1258,16 6 89,4 6 0,9 2 0,-3 4 89,1 0-89,-13-2 90,1-1-90,-6 2 0,0-3-3277,-14 8 3252,10-8-122,-10 1 0,-1-1 57,9-1 82,-13 4 8,13-5 0,2 5 0,2-6 3242,15 7-3242,-10-5 0,11 1 0,1 0 0,-6 0 0,19 6 0,-17-5 440,4 1-350,-2 3 0,-6-4 192,1 9-192,-7-10-90,-22 11 0,7-10-315,-12 3 0,-3-1-520,1-1-258,2-1 1,-5 0 0,4-1-547,9-3 1,0 0 1091,-3 1 1,-1 0 0,3-1 0,-5-2 0,1 0 0</inkml:trace>
  <inkml:trace contextRef="#ctx0" brushRef="#br0" timeOffset="199478">14369 604 15088,'-6'-7'990,"1"0"-630,15 6-270,5-1 0,3-1-90,11 1-1093,-8 0 1,4 0 0,-3 0 1089,-6 1 0,1 0 63,6 0 0,5-1 0,-5 1 186,-6 0 0,-1 0-186,5 0 0,3 0 0,-3 0 30,2 0 45,-2 0 0,-3 0-45,-8 1-3367,3-1 3129,-21 1 0,2 4 0,-11 1 1</inkml:trace>
  <inkml:trace contextRef="#ctx0" brushRef="#br0" timeOffset="199931">15052 502 11760,'4'-10'2879,"-1"3"-1800,-2 0-809,0 5 270,-6-3-450,3 4-1,-13-1 1,10 2 0,-23 7-90,17 0 0,-3 0 0,0 1 0,5 5 0,-8 5 0,13-6 90,-2 6-90,5-10-809,16 12-2468,13-6 2172,-14-7 0,1 0 1105,10-1 0,0-2 0,-2-2 0,-6-1 0,1-1 0</inkml:trace>
  <inkml:trace contextRef="#ctx0" brushRef="#br0" timeOffset="200228">15250 622 14369,'0'-13'2428,"0"3"-2248,0 5-90,0 9-540,-3 10 1,-1 4-361,2 4 270,-3-1 1,-2 2-1100,3 0 1,-1-1 982,-4 8 1,3-6-1,1 0 1,0 2 0</inkml:trace>
  <inkml:trace contextRef="#ctx0" brushRef="#br0" timeOffset="200844">14534 1373 14279,'6'-11'540,"4"3"-271,16 5-89,-3 2 0,4-2 90,-6 3 0,-1-1-180,6 1 135,1-2 0,0 1-225,-7 0 89,-1-1 1,-2 1-90,-7 0-1888,3-1-1,-11 2 449,-2-1-1837,-4 0 2904,3 1 1,-7-1-1,3 0 1</inkml:trace>
  <inkml:trace contextRef="#ctx0" brushRef="#br0" timeOffset="201096">15050 1284 14189,'-7'-9'1439,"-3"2"-809,3 5-270,-10 1-360,7 6 89,-13 7-178,9 8 89,0-4 0,6 7 0,7-13-900,13 15 270,-9-12-1009,15 3 1,4-1 1124,0-3 0,-2-2 0,0-1 0,7-3 1</inkml:trace>
  <inkml:trace contextRef="#ctx0" brushRef="#br0" timeOffset="201447">15238 1423 13469,'-9'-9'1709,"3"2"-989,-1 0-720,6 5 0,5-2 0,11 3 0,1 7 0,13-1 0,-16 6 270,11 6 0,-18 2-180,-7 0-90,-1-1 89,-9-8 1,-4 0 90,-6 12-1819,8-11 1,-1-1 1703,-9 7-363,7-3 388,6-7-90,-3 4 180,10-6 0,1-2 180,0 2 2885,9-2-3155,16 1-1729,2-3 1,1-1 1398,-6-1 0,2-1-810,1 0 1,3 1 0,-5-1-1020,6-4 2069,-2 2 0,0 1 0,-8-1 0,7-4 0</inkml:trace>
  <inkml:trace contextRef="#ctx0" brushRef="#br0" timeOffset="202047">14461 2329 13739,'-11'-6'1889,"-1"-7"-1259,7 11-270,13-5-181,1 7 1,14 0 0,-5-1 0,1 0-90,7 1-1023,-6-1 0,4-1 0,-3 1 933,8-1 0,3 0 0,-1 0 668,-7 0-713,-1-1 0,-1 1-135,-8 0-1529,10-3 990,-18 2-2340,5-1 1620,-9 3 1439,4-2 0,-3 2 0,3-1 0</inkml:trace>
  <inkml:trace contextRef="#ctx0" brushRef="#br0" timeOffset="202331">15294 2163 13469,'3'-13'2699,"0"-1"-2519,-9 8 359,-2 0-3816,-20 20 2933,12-7 773,-2 7 1,0 3-430,6-2 0,2 1 0,0-4 0,0 2 45,1 7 0,2-2-45,5-3-180,3 0 0,2 0-90,7-4-899,3 1 0,2-1-2108,13-1 2932,-3-5 1,0-1 0,-8-2 0,-1-1 0,4-1-1,0-1 1</inkml:trace>
  <inkml:trace contextRef="#ctx0" brushRef="#br0" timeOffset="202946">15485 2346 16258,'13'0'180,"0"0"-90,-1 6 0,1-1 89,-5 11-179,-2-7 90,-11 8-90,3-10 0,-22 9 0,16-10 0,-6 1 0,-1-1 0,5-1 0,-9 3 0,15-5-90,-4 1 90,8-2 0,3 1 0,9 1 0,-1 0 0,12 4 0,-13-4 0,13 9 90,-14-7 0,8 9 0,-13-8 270,1 9-270,-5-9 180,-16 12-180,-10-7-90,12-5 0,-1 0 180,-8-1 0,2-2-90,1-1 89,-2-1 1,0-1-90,5-1-45,-1 1 0,1-1-45,6 0 0,-6-5 0,13-1-90,0-6 90,8 2-90,3 3 90,3 3 0,1 4 0,0 13 0,-4-10-135,-1 11 0,-1 2-134,0-8-1126,0 10 1,0 1 45,-2-6-1928,6 15 2567,-6-22 0,3 1 0,-2-7 0</inkml:trace>
  <inkml:trace contextRef="#ctx0" brushRef="#br0" timeOffset="203911">12848 255 12930,'1'-10'359,"-6"3"-359,-1 5 90,-8 26-90,7-7 0,2 1 0,0 0 0,1 2 45,0 6 0,2-3-45,2-6 0,6-1 0,2 0 0,0-4 0,7-2 0,2-1 0,-1-4-45,6-5 0,0 0 45,-1-1 0,3-12 0,-1-2-90,-5 3 135,-2-14 0,-5-5 0,-15 9 0,-3 1-90,6-2 0,-3 1 45,-13 4 0,-4 5 0,4 8-405,-6 13 1,0 5-496,2 2 900,4 5 0,-1 6 0,2-2 0,7-8 0,0 0 0,0 4 0,-1 0 0,0 0 0</inkml:trace>
  <inkml:trace contextRef="#ctx0" brushRef="#br0" timeOffset="204262">12928 814 13559,'-11'0'0,"-1"0"0,-9 17 0,7-6 45,-2 11 0,1 5-90,10-8 0,0 1 45,-2 2 0,0 1-90,7 4 0,4-3 0,5-2-90,6 1 1,2-1 89,5-8 0,3-2 0,2-3 90,-5-12 0,4-5 0,0-3-459,-5-9 459,-8 3 0,0-4 0,-2 2 45,-5 3 0,-2-1 67,-1-4 0,0-4 1,-2-2-1,-3 4-112,-12-4 0,-3 0-196,10 5 1,1 0 0,-3 4-255,-15 6 1,-1 10-1,9 11 0,2 8-643,-3 3 1,0 4 0,1-1 727,3-5 1,2 0 0,0 1 0,-3 5 0,1 2 0,1-2 0,2-3 0,1 0 0</inkml:trace>
  <inkml:trace contextRef="#ctx0" brushRef="#br0" timeOffset="204612">12953 1784 13199,'-12'18'90,"5"5"-90,0-8 0,1 0 0,2 6 90,20 3-90,-8-18 0,7-1 0,2-3 0,-2-7 90,4-2 0,-1-2 0,0-7-45,-5 4 0,-1-1 135,-2-5 0,-3-1 0,1-7 29,-4 6 1,1-3 0,-4 3-120,-9-8-90,-1 1 0,-3 3 0,-10 11-225,-6 10 1,0 5-485,13 3 0,0 4-161,-9 7 1,-2 4 0,3 0 59,7-5 1,2 3 809,0 1 0,-1 3 0,1 0 0,2-2 0,3 0 0,2-1 0,-3 11 0,0 0 0</inkml:trace>
  <inkml:trace contextRef="#ctx0" brushRef="#br0" timeOffset="205012">13024 2150 13919,'-23'10'359,"0"0"1,3 2 0,0 2 0,4-1-360,-1 5 0,-2 6 0,2 1-90,6-6 0,1 1 0,2 2-989,11 7 809,-6-3-225,15-12 1,4-4 224,-3-6-90,10 0 0,3-4 270,-4-8 315,8 0 0,0-2 539,-16-3 1,-1 0-495,7 2 0,-5-2 899,-18-14-989,-8 18-1606,-11 1 0,-3 2 1516,-1 4-60,5 3 0,-3 0 0,4 1-74,-9 5-91,2 1 0,1 2-225,9 2-630,5 1 1,2 0-90,6 1-560,4 4 1,3 0 1175,8-1 1,2 11-1,3-12 1</inkml:trace>
  <inkml:trace contextRef="#ctx0" brushRef="#br0" timeOffset="205330">13046 2573 14908,'-20'-6'990,"-9"-4"-990,1 13 0,4 1 0,12 21-90,11-7-225,5 4 0,3 1 45,1-7 1,1-1-1040,2 3 1,0-1 1263,-1-4 0,2-2 0,3-4 0,0-2 45,5 1-1243,5-4 0,1-3 1423,-2-1 315,0-9 0,-1-3 760,-7 3-850,-4-7 0,-4-3-225,-11 6-91,-5-2 1,-3 1-90,-7 4-1209,-5 2 0,-1 2 759,1 4-854,-4 2 0,1 1-714,4 1-231,-8 0 2714,15 0 0,6 0 0,0 0 0</inkml:trace>
  <inkml:trace contextRef="#ctx0" brushRef="#br0" timeOffset="208512">13054 414 10051,'-7'-12'1349,"1"2"-989,2 3-90,0 2 90,0-1-180,1 2 0,0 0-90,1 1-90,1 0 0,0 2 180,0-1 269,6 6-89,3-3 45,4 8 0,2 1-136,7-2-1187,-1 1 1,3 3-1,-1-2 918,-3-3 0,2 0 22,3 1 1,6 1 0,1 0-1,-4-1-22,1-1 0,2 1 15,-7-3 0,3 2 0,3 0 0,1 0 0,0 0 0,-3 0-297,2-1 0,-2 1 1,1-1-1,0 0 1,1 1 281,-3-1 0,2 0 0,1 1 0,-1-1 0,1 1 0,-2-1 0,-1 0 0,1 0 0,-2 0 0,0-1 0,-1 1 0,0-1 0,3 2 0,1-1 0,-3 0 0,-5 0-2339,7 2 270,-10 0-719,-28-4 1528,-10-4 1260,-9 0 0,7 0 0,-2 0 0</inkml:trace>
  <inkml:trace contextRef="#ctx0" brushRef="#br0" timeOffset="208913">13042 1037 11940,'-26'-12'1214,"12"5"1,0-1-1035,0-2 0,0 1-180,-5-8 0,13 11 90,5 1-90,9 2 359,13-4-179,1 3-1107,-2-1 1,3 0 0,-1 0 971,-3 0 0,2 1-23,4-2 1,7-1 0,-1 0-1,-3 1-22,2 0 0,1 0 0,-5 0 0,5-1 0,1 0 0,-1 0 0,-5 1 30,-3 1 0,-3 1 0,3-1-45,1-1 0,5-1 0,2-1 0,0 1 0,-2 0 0,-5 1 15,0 0 0,-3 1 0,2-1 0,0 0 0,4 0 0,2-1 0,0 0 0,-3 0 0,-4 2 0,6-2 0,-2 0 0,-1 1 0,3 0 0,0-1 0,-5 2 0,-5 1 0,0 0-270,11-4 1,-3 1-91,-11 3-2917,3-4 0,-21 6 1466,-6 6 1811,-8-3 0,-3 12 0,1-4 0</inkml:trace>
  <inkml:trace contextRef="#ctx0" brushRef="#br0" timeOffset="209380">13116 1540 12390,'-14'-9'1349,"6"3"-719,-2-5-630,8 6 0,-1-3 180,3-1-90,5 2 90,5-13-91,5 6-600,3-8 601,4 1 0,2 0-635,-8 6 0,1 0 522,4-3 1,5-4-1,0 0 1,-3 3-487,-6 5 1,-2 1-1,3-1 509,0-2 0,3-1 0,1-2 0,1 0 0,-2 1 0,-2 2 0,0-2 0,-1 3 0,2-3 0,-1 1 0,3-2 0,2-2 0,-1 0 0,-1 2 0,-3 2 30,0 0 0,-2 2 0,2-2-15,-1 1 0,4-3 0,1-1 0,-1 1 0,-1 1 0,-3 3-15,4-4 0,-1 2-23,-1 0 1,3-1-1,-1 0 1,-3 3-546,-4 4 1,-2 2-1072,3-4 1,-5 7 1340,-15 17 0,-7 3 0,-3 2 0,1-1 0</inkml:trace>
  <inkml:trace contextRef="#ctx0" brushRef="#br0" timeOffset="210012">13205 2324 11221,'-9'12'1439,"2"-3"360,3-2-1619,9-5 89,6-12 1,2-6-225,8-4 0,1-2-1138,-8 5 1,0-1 0,0 0 797,1 0 0,0-1 1,0-2 339,-1 0 0,1-1 0,-1-1 0,-1 2-515,0 0 0,-1 2 1,1-1 446,1-4 1,1-1-1,1 0 1,-1-1-358,-3 4 1,1-1 0,-1 1 0,-1 0 379,1-2 0,0 2 0,1-5-133,-2 3 1,2-3 0,1-3 0,1-1 0,-1 1 0,-1 1 0,-1 4 132,-1 0 0,-1 3 0,0-1 0,2-3 22,-1 2 1,2-4-1,0-2 1,1 0-1,1-1 1,-2 1 0,-1 4-1,-1 3 8,2-5 0,-2 5 0,1-3 0,-1 3 0,2-3 0,0-2 0,0 0 0,-1 3 0,-1 4-30,2-8 0,0 2 22,-2 1 1,2-2-1,-1-1 1,-2 6-23,-2 4 0,-2 1 175,2-3 1,0-3 0,-2 5-266,0 0-74,0-8-2085,-12 39 610,-2 3 1,0 3 533,-1 1 0,0 2 1186,-3 5 0,0 0 0,3-9 1,1 0-1,-1 1 0,0 0 0</inkml:trace>
  <inkml:trace contextRef="#ctx0" brushRef="#br0" timeOffset="210564">13296 2589 14009,'-7'-9'1169,"1"2"-899,4-5-180,2 4 225,5-6 0,3-2-135,1-2-90,3-2 0,6-5 0,-1-1-910,-5 6 1,0-1 0,1 1 0,-1-1 575,2-1 0,-1 1 1,1-2-1,1-2 218,-2 2 0,2-4 1,1-1-1,-1-1 0,1 1 1,-2 1-1,-1 4-164,-1-1 1,-1 4-1,0 0 1,1-5 189,0 4 0,1-4 0,1-3 0,0 0 0,1-1 0,0 0 0,-1 1 0,-1 3 0,-2 3-380,3-5 1,-3 4 0,0 1 0,2-4 369,-2 4 0,1-2 0,1-3 0,0 0 0,1-1 0,0 0 0,-1 2 0,-1 2 0,-2 2 10,3-5 0,-2 5 0,0-1 0,2-3 22,-2 4 1,1-4-1,1 0 1,0-2-1,0 0 1,0 2 0,-2 2-1,-1 2-22,3-6 0,-2 4 0,1-3 30,-3 4 0,3-3 0,-1-1 0,0-1 0,0 3 0,-3 4 15,3-7 0,-2 2-23,-1 2 1,1-2-1,0 0 1,-2 5-23,2-8-45,-2 6 0,0 1-45,-4 11 1660,1-2-4847,-3 8 2591,-6 8 1,-6 1 0,-5 7 0</inkml:trace>
  <inkml:trace contextRef="#ctx0" brushRef="#br0" timeOffset="210964">13068 494 11850,'0'14'270,"-3"0"-180,18-5 0,7 9 0,-10-10 0,3 0-1183,9 6 1,3 1 0,-2 0 170,-2-2 0,1 1 958,-2-1 0,5 2 0,1 2 0,-2 0 0,-2-3-74,-3 0 1,-2-2 0,3 2 52,0 1 0,2 3 0,3 1 0,-1 1 0,-1-2 0,-3-2-75,1 2 0,-2-3 0,2 4 60,-4-5 0,4 4 0,0 0 0,2 1 0,-2 0 0,0-2 0,-4-2 0,5 3 0,-3-2 0,4 3 0,-7-5 0,3 2 0,2 1 0,1 2 0,0-1 0,0 0 0,-1 0 0,-2-1 0,4 3 0,-1 0 0,-2 0 0,1 0 0,1 0-52,-3-2 1,1 1-1,1 0 1,0 0 0,-1 0-1,-1-1 1,-2-1 6,4 4 0,-1 0 0,-2-2 0,-1-1-1048,0 2 1,-1 0 0,-10-12 494,-8-9 1,0 1 0,-13-16-1</inkml:trace>
  <inkml:trace contextRef="#ctx0" brushRef="#br0" timeOffset="211294">12997 979 12480,'-13'-13'270,"17"5"-180,3 2 45,15 13 0,4 4-91,-11-6 1,1 1-865,5 4 1,5 2 0,-1 1 0,-2-1 422,3 0 0,0 1 415,-2-2 0,3 4 0,2 0 0,-1-1 0,-4-1-178,-2-1 1,-3-2 0,3 2 159,0 0 0,3 2 0,2 1 0,0 1 0,-1-2 0,-4-1-579,2 1 1,-2-2 0,1 2 578,2 1 0,2 0 0,0 1 0,1 0 0,-5-3 0,0 1 0,1 0 0,-2-1 0,-1-1-227,4 2 0,-3-1 0,4 1 167,-3-1 0,3 3 0,2 0 0,0-1 0,-2 0 0,-4-2-30,0-1 0,-4-2 1,3 1-271,0 1 0,3 2 0,0 0 0,-1-1 1,-5-2-136,1 0 0,-2-1-474,2 2 0,1 1 1,-4-2 1141,-4-3 0,2 4 1,-13-11-1</inkml:trace>
  <inkml:trace contextRef="#ctx0" brushRef="#br0" timeOffset="211645">12984 1552 12930,'-16'2'449,"0"-1"1,0 0 360,20 2-661,12-2 1,10-4 0,-1 0-120,-5 0 0,1 0 0,1 0-611,7 0 1,2-1 0,1-1 602,-4 0 0,0-1 1,1-1-1,-3 1-468,-1 1 0,-2 1 0,4-1 446,-1 0 0,5-1 0,2-1 0,0 1 0,-2-1 0,-4 2-564,2-1 0,-4 0 0,5 0 576,-6 1 1,4 0 0,2-1 0,1-1 0,-1 1 0,-2 1 0,-3 0-13,5-2 0,-3 2 0,3-1-13,-6 1 0,3 0 0,2-1 0,1 1 0,-1 0 1,-3 0-1,-3 0-17,3 1 0,-4-1 0,3 1-78,0 0 0,4-2 0,0 1 0,-2 0 0,-5 1-72,-1 0 0,-2 1-495,10-4 1,-4 1-397,-15 2-1088,-1 0 185,-22 3 1974,-4 0 0,-9 9 0,1 3 0</inkml:trace>
  <inkml:trace contextRef="#ctx0" brushRef="#br0" timeOffset="212011">13291 2326 12480,'-13'9'899,"1"-2"1080,7-5-1169,6-5-450,21-13-181,-1 1-1272,-2 1 1,5-4 0,-2 2 785,-4 3 0,2-2 307,-4 2 0,4-2 0,1-2 0,1-1 0,1-1 0,-2 1-147,0 1 1,-1 0 0,0-1 0,1 0 0,0-1 0,1-1 126,-3 2 0,1-1 0,1 0 0,0-2 0,0 1 0,0-1 0,0 1 0,-1 1 0,-1 0-208,4-3 1,-2 2 0,0 0-1,0 0 1,-1-1 0,1-1 214,-2 0 0,1-2 0,0-1 0,-1 0 0,-1 2 1,-2 1-1,-2 3-47,0-1 0,-3 2 0,0-1-98,4-7 1,0-3 0,0 1-1,-3 4 23,-4 6 0,-1 1-720,3-12 1,-3 3-135,-4 11-2288,-17-5 348,3 16 3285,-15 1 1,6 3-1,-3 0 1</inkml:trace>
  <inkml:trace contextRef="#ctx0" brushRef="#br0" timeOffset="212430">13093 811 12480,'0'-13'90,"6"5"270,10 20-270,1-2-464,-4 3 0,1 2 523,1 0 1,1 1 0,-1 0-674,0-1 1,1 3 568,3 2 0,3 5 0,0 0 0,-2-2-487,0 0 1,-1 1 477,-1-2 0,2 3 0,1 2 0,0-1 0,-4-2-566,-1-3 0,-3-2 1,3 3 541,-3-3 1,3 4 0,0 1 0,1 1 0,-1 0 0,-1-2 0,-1-3-13,3 7 0,-2-3 0,2 4 22,-3-7 1,2 4-1,1 1 1,0 2-1,2 1 1,-1-1-1,-1 0 1,0-2-23,-1-1 0,-1 0 0,0 0 0,0-1 0,0 0 0,0 0 0,0 1 0,1-1 0,-1 1 0,0-1 0,1 0 0,-1 1 0,1 0 0,-1 0 12,1 2 1,1 2 0,-1 0 0,1 0 0,-2-1 0,-1-3-1,-2-3-12,0 0 0,-3-3 0,2 2 0,0 2 0,2 2 0,-1 2 0,0-3 0,-2-3-45,0 0 1,0 0-16,1 5 0,2 4 0,-2-4-524,-3-5 1,-2-2-1056,4 4 1,-2-2-661,-1 0 2488,-3-22 1,-4 0 0,0-5 0</inkml:trace>
  <inkml:trace contextRef="#ctx0" brushRef="#br0" timeOffset="212815">13085 824 11311,'-7'-17'89,"4"9"91,-1 7-90,3 9 120,7 9 0,6 6 0,-1-2-75,-3-3 0,2 2-955,3 2 1,3 4 0,0 0 0,-1-3 601,2 3 1,0 1 255,-4-8 1,1 3-1,2 2 1,0 1 0,1 1-1,-1 0 1,-1-2-259,2 1 0,-2 1 0,1-1 0,-1 0 1,1 0-1,0 1 232,0-1 1,0 0 0,0 1 0,0-1 0,0 1 0,-1-2 0,0 1-160,0-1 1,-1-1-1,0 0 1,0 0 0,0 0-1,0-1 162,1 1 0,1-1 0,-1 1 0,0-1 0,0-1 0,-1-2-237,1 2 0,-2-2 1,1 1-1,2 2 222,1 0 0,1 3 0,3 2 0,0 0 0,-1-1 0,-1-1 0,-3-4 0,4 4 0,-3-4 0,2 3 0,-2-3 0,2 2 0,2 2 0,-1-1 0,-1-1 0,-3-4 0,-1-1 0,-2-3 0,1 1-45,3 3 0,3 3 0,-1-1 0,-3-4-45,-5-5 0,0-1 5,6 5 0,-2-3-2074,-7-8 2613,-9-14 0,0 0 1,-7-13-1</inkml:trace>
  <inkml:trace contextRef="#ctx0" brushRef="#br0" timeOffset="213129">13176 2123 13020,'-24'-1'157,"0"1"0,0-1 1,5 0-1,0 1 53,-3 0 0,-2 1 0,6 2-30,7 5 180,9 13-271,12-6 136,14 1 0,3-2-1864,-10-7 1,1-1 1403,1 1 0,3 0 1,-1-1 264,2-2 0,0-1 0,0-1 47,4 1 1,3-1-78,-7-2 0,4 0 0,2-1 0,1 1 0,-2-1 0,-3 1-462,2-1 1,-2 1 0,4-1 461,-4-1 0,4-1 0,2 0 0,2-1 0,-2 0 0,-2 1 0,-4 0 0,3 0 0,-5 1 0,4-1-15,-1-1 0,4-1 0,1 0 0,1-1 0,-3 1 0,-4 2 15,0-1 0,-4 1 0,4 0-126,1 0 0,3-1 0,2 0 1,-3 0-1,-3 1-9,0 1 0,-1 0-255,4-1 0,2 0 1,-6 0-61,0 1-2827,3-3 3657,-41 4 1,2 6-1,-3-1 1,-1 0-1</inkml:trace>
  <inkml:trace contextRef="#ctx0" brushRef="#br0" timeOffset="213463">13105 2737 14639,'-26'7'382,"1"0"0,-1 1 0,-2 1 1,4-2 246,-1-3-359,27-3 270,25-8-450,2 5-910,-4-4 1,7-4 0,1 0 0,-3 1 584,-8 4 0,-3 1 0,5-1 260,-3-1 1,5-1 0,2-1 0,1 0 0,0 0-1,-3 0 1,-3 2-165,4-1 0,-4 1 1,4 0 123,-1 0 0,3-1 0,3 0 0,-1 0 0,-1 1 0,-4 0 15,-1 1 0,-2 1 0,2-1 15,-1 0 0,2 0 0,3 0 0,-1-1 0,-2 1 0,-3 1-15,-1 0 0,-3 1 0,3-1 35,2-1 1,4 0 0,1-1 0,-1 1 0,-4 0 9,8-3 0,-3 0-45,-5 2 0,1 1 0,-3-1 0,-1-2 0,-5 1-371,-7 1 281,2-1-360,-9 3 0,-1 2 2486,0-2-5313,-1 0 510,-7 2 2767,-8-2 0,-1 2 0,-6 1 0</inkml:trace>
  <inkml:trace contextRef="#ctx0" brushRef="#br0" timeOffset="-214633.73">14209 570 8162,'12'5'1979,"0"-1"-1349,-6-4-360,0 0 0,-2 0 539,-2-4 181,-1-4-271,-1-3-449,-3 1 450,2 1-541,-3 5 361,-1-2-360,3 3 180,-8-1-360,3 3 0,-3 0 0,2 1 90,-5 13 0,4-6-45,0 7 0,0 1 45,1-2-45,1 5 0,1 0-45,2-1 45,2 5 0,0-1-45,1-1 0,5 6 0,4 3 44,-1-8 1,2-1-45,0 1 0,1 0 45,5 0 0,-1-5 45,-1-6-90,4-3 0,1-1 0,-2-4 0,4-8 0,0-3 0,-2-3 0,3-11 0,-2-2 0,-3-2 0,-5 4 0,0-6 0,-2 1-1030,-5 0 1,-1 1 1029,2 5 0,0-1 0,-3 2 45,-5-1 0,-1 0 90,0 4 0,-1 1-45,-12-4 45,6 0 0,-1 2-45,-4 5 0,-1 2 0,-1 2-90,-1 5-647,-2 1 1,0 2 646,-4 1 0,9 5 0,-1 1 0,-6 3 0,1 1 0,8-1 0,0 2-1001,-6 4 1,-2 2 0,4-1 190,-2 6-283,8-4 1,1 4 0,2-3-1627,4 5 2719,7-2 0,4 0 0,4-2 0,1-7 0,-1 0 0</inkml:trace>
  <inkml:trace contextRef="#ctx0" brushRef="#br0" timeOffset="-213717.73">4285 2036 14369,'-1'-12'360,"0"-3"-450,8 2-473,1-2 113,6 2 1,1 1-1190,-3 0 1,1 1-1,5-5 1,2-2 1581,-2 4 0,1-2 0,0 1 0,4-4 0,0 0 0,-2 1 0,1 0 0,-1 1 0</inkml:trace>
  <inkml:trace contextRef="#ctx0" brushRef="#br0" timeOffset="-212751.73">14172 1283 8432,'-9'13'90,"1"1"-90,3-2-567,1 1 567,0 1 0,2 2 0,0 0-597,2 2 507,0 1 90,0 0-90,5 1 0,-3-1 0,10-2-90,-6 0 90,6-1 0,-1-1-179,7 3 179,-2-6-360,3-3 0,0-1 90,4-3 190,-5-1 1,0-1-1,3-3 1,1 0-1</inkml:trace>
  <inkml:trace contextRef="#ctx0" brushRef="#br0" timeOffset="-212633.73">14456 1546 10231,'22'-19'1169,"0"-2"-809,-4-2-1999,-8 5 1,-2-1 1076,-2 4 0,-1-1 922,-3-4 0,-1-4 0,-2 3 354,-1 4 0,-3 1-534,-5-6 0,-4-2 0,-1 4-135,3 7 0,-2 2-75,-9-2 0,-3-1 0,2 3-15,7 5 0,-1 2-1048,-7 1 1,-5 2 0,3 3 981,6 7 1,0 2 0,-4-1 0,2 2 0,10 3 0,0-1 0</inkml:trace>
  <inkml:trace contextRef="#ctx0" brushRef="#br0" timeOffset="-211885.73">5160 2125 15268,'14'0'-989,"-4"-4"989,-7 0 0,-3-1 0,0 1 0</inkml:trace>
  <inkml:trace contextRef="#ctx0" brushRef="#br0" timeOffset="-210162.73">14511 1992 6453,'-20'-4'-45,"0"0"0,1 2 0,-1 0 0,-1 0 0,0 1 0</inkml:trace>
  <inkml:trace contextRef="#ctx0" brushRef="#br0" timeOffset="-207731.73">4309 2509 13110,'0'-7'-3277,"0"14"2859,0 5 0,7 8 1,2-5-1</inkml:trace>
  <inkml:trace contextRef="#ctx0" brushRef="#br0" timeOffset="-207184.73">5093 2518 7982,'13'1'-420,"0"-1"1,-2 0-1</inkml:trace>
  <inkml:trace contextRef="#ctx0" brushRef="#br0" timeOffset="-206635.73">5865 2403 6993,'-10'0'0,"2"0"0</inkml:trace>
  <inkml:trace contextRef="#ctx0" brushRef="#br0" timeOffset="-201951.73">11131 1679 10411,'-9'0'1079,"1"0"-719,6 0-90,0 0 0,0 0 0,0 0 719,1 0 540,0 0 90,-1 0-1529,24 0 90,-9-3-135,3 2 0,4 1 45,4-3 0,4-1-893,-5 1 0,3 1 0,0 0 0,0 0 803,1 0 0,0-1 0,3 1 18,-2-1 0,4 1 0,1-1 0,-2 1 0,-4 0-446,3 0 0,-1 1 428,-5 0 0,4-1 0,1 1 0,-2 0 0,-3-1 45,4 1 0,-1 1-23,0-1 0,5 0 1,-1-1-1,-5 1 23,-3 1 0,0-1 0,0 0 0,2 0 0,1-1 0,-4 1 180,0-1 0,-2 0-90,6 0 0,-3 0-135,-5-1 0,-15 2-90,-2 0 2518,-1 1-4047,-4-3 381,-1-1 249,-7-1-91,2-2-2197,-14-3 1517,8 3 1557,-10-4 1,10 3 0,-1 0 0</inkml:trace>
  <inkml:trace contextRef="#ctx0" brushRef="#br0" timeOffset="-201352.73">11907 1356 11580,'-11'-8'90,"0"2"90,1 3 0,2 1 90,-5 0 270,8 2-1,-1 5-179,13 6-180,-5 0 90,8 3 0,2 0-180,-2 0 45,9 4 0,2 0-3412,0-2 3309,-5-3 0,2-1 58,3 1 0,0-2-206,-7-3 0,0-1 146,7 3 0,2 1 0,-2-1-30,6 2 0,1-1 0,0 0 90,-8-4 45,-2-1 0,-1 0 224,-7-3 721,3-1-900,-11-1-180,1-6 90,-2-1 3186,0-15-2646,-1 0-540,1 0 348,-1 3-438,0 14-180,-4-3 180,3 13 90,-6-1-90,0 18 90,-3-6-434,-3 11 344,-1-3 0,-1 0-376,5-8 1,-2 0 397,-1 2 1,-2 2-1,-1 0 1,1-3-68,1-1 0,-1 0 67,-1 1 1,-3 1-1,0 1 1,2-3-23,2-2 0,-1 0 0,-6 6 0,-3 3 0,4-4 0,7-6 0,1-1 0,-3 6 0,-2 2 0,3-2 0,-2 4 0,5-6 0,1 1 0,-2 6 0,5-9 0,-6 9 0,9-16 0,-2 3 0,5-7 318,-1 0-408,3-3-3187,-1 1 2457,5-7 1,5-5 0,4-7 0</inkml:trace>
  <inkml:trace contextRef="#ctx0" brushRef="#br0" timeOffset="-183802.73">14390 586 11580,'-8'-3'1170,"1"-1"-990,3 4 179,2-3-179,0 3 450,0-2 269,2 2-629,5-1 0,15 1-180,-2 0-45,8 0 0,0 0-254,2 0 179,-3-1 0,6 0 0,0-1-1063,-5 1 1,0 0 0,0 0 747,0-1 0,0 1 0,0 0-748,5-1 1,0 1 0,-6 1-1726,3 0 2818,-5 0 0,-1 0 0,-8-1 0,3-1 0</inkml:trace>
  <inkml:trace contextRef="#ctx0" brushRef="#br0" timeOffset="-182369.73">14506 1323 16797,'17'0'180,"0"0"-180,8-4 0,-6 3 0,5-4 0,2 0-90,-1 4-1549,5-2 1,1 1-1639,-1 2 2184,-7 0 1,3 0 0,-2 0-547,-7 0 1,0 0 1364,11 0 1,-2 0-1,2 0 1,0 0 0</inkml:trace>
  <inkml:trace contextRef="#ctx0" brushRef="#br0" timeOffset="-181136.73">14565 2287 11940,'-7'0'1080,"1"0"-361,2 5-449,1-4 719,-4 4 1,2-3-91,0-1-809,7 1-90,20-6 0,-4 3-630,1-2 1,4-2-1,0 1-1009,6 0 1,0 0 1091,1-2 1,0 1 0,-4 0 0,-4 0 0,-7-1 0</inkml:trace>
  <inkml:trace contextRef="#ctx0" brushRef="#br0" timeOffset="-180203.73">14329 488 11490,'0'0'0</inkml:trace>
  <inkml:trace contextRef="#ctx0" brushRef="#br0" timeOffset="-179751.73">14469 1307 12750,'4'-6'-1093,"-3"6"1,4 6 0</inkml:trace>
  <inkml:trace contextRef="#ctx0" brushRef="#br0" timeOffset="-177053.73">14293 686 9512,'12'-6'-675,"-2"5"0,-1 2 1,-2 4-1</inkml:trace>
  <inkml:trace contextRef="#ctx0" brushRef="#br0" timeOffset="-176468.73">14436 1531 12840,'-11'-7'-158,"2"6"1,7-5-1,0 6 1</inkml:trace>
  <inkml:trace contextRef="#ctx0" brushRef="#br0" timeOffset="-175018.73">14450 2331 14279,'-8'0'180,"1"0"-180,6-4 0,0-3 0,1-5 0</inkml:trace>
  <inkml:trace contextRef="#ctx0" brushRef="#br0" timeOffset="-174552.73">14301 598 9871,'12'1'0</inkml:trace>
  <inkml:trace contextRef="#ctx0" brushRef="#br0" timeOffset="-162552.74">10354 3791 11311,'2'17'809,"0"-3"-539,-2-7-180,0 0 90,0-2-90,0-1 0,0-1-90,0 0 90,0-1 90,0-1 629,0 0-809,0-6 0,0-1 90,0-5-90,-4-4 270,-1-14-180,-4 8 135,2-5 0,-2-1 44,-1 7 1,0 1-180,1 0 0,0-1 45,-4-2 0,-1 4-135,4 5 135,-3 1 0,-1 1-135,2 3 0,-17-3 90,16 9-90,-4 3 0,0 1 0,1 0 90,-8 12 0,-1 6 0,5-4 0,1 1-1729,-3 5 1,1 1 1670,3-3 0,2 0 58,0 6 0,1-1-388,5-8 0,0 2 320,1 0 1,-2 4-1,-1 2 1,2 0 44,2 0 1,0 1-1,0 0 1,1 0-315,-3 3 1,1-1 0,0 3 300,2-5 0,-1 2 0,1 1 0,1-2 0,1-4-9,-1 1 0,2 0 67,-2 3 1,1 4-1,-1 1 1,1-2 6,1-1 1,0-1 0,1 0-539,0-5 0,-1 1 0,1 0 0,0-1 449,0 3 0,1-1 0,-1 1 30,1 2 0,-1 0 0,1-2 599,0 0 1,-1 0-593,1 0 1,-1 5-1,1-1 1,0-5-68,0-2 0,0 0 45,0-1 0,0 4 0,0 0 0,1-4 0,-1-1 0,1-1 0,0 2 0,-1 4 0,0 0 0,1-4 0,0 0 0,0 0 0,-1 4 0,1 5 0,-1 2 0,1-4-15,0-1 0,0-2 0,0 0 0,0 5 0,0 0 0,0 1-8,1-5 0,-1 1 1,1-1-1,0-4-22,0-2 0,0-1 22,2 3 1,0 3 0,1 0-1,-1-4-22,-1-4 0,0 0 30,5 8 0,3 4 0,-2-4-30,-4-8 0,1 0 0,4 9 0,2 3 0,-1-4 0,-3-8 0,0-1 0,4 10 0,2 4 0,0-2-596,1 0 0,-1 0 596,-3-10 0,0 2 0,0-2 30,1 2 0,0-1 0,-1-3 575,3 2-560,0 1 0,1-1-45,-1-3 0,1 0 0,0 0 90,-2-4-90,3 0 0,0 0 90,-1-4-46,2 1 1,1-1-45,-3-3 0,4 0 0,1-1 0,-3-1 45,3-2 0,0 1-45,-4-2 0,3 0 0,0 0 0,-2-6 0,4 3 0,0 0 0,-3-10 45,2 6 0,0 0-45,-3-5 0,3 1 0,-1-1 0,-1 0 0,7-7 0,-1-1 0,-2 2 0,0-1 0,0 0-1055,-3 4 1055,3-6 371,-7 6 0,-1 1-371,4-6 0,2-5 0,-1-1 0,-3 1 0,-3 5 0,1-3 0,-2 2 0,-3 5 0,0-1 22,2-4 1,1-4-1,0-2 1,-1 0-361,-1 3 1,-2 0-1,1 0 1,0 0 337,0 0 0,0 1 0,1 0 0,-1-2-18,-1 0 0,0-2 0,-1 1 0,0 1 0,-1 3 459,1-2 1,-2 0-442,1-1 0,0-6 0,-1 1 0,0 4 0,-1 1 0,0 1-23,0-3 1,-1-3 0,1-1-1,-1 4 23,0 2 0,-1 0 0,0-1 0,1-4 0,-1 0 0,0 4-45,-3 1 0,0 0 27,2 2 0,0-5 0,0-1 0,0-1 0,-1 1 18,-1 4 0,1-1 0,-1 1 0,0 0 0,0-1 265,0-4 0,0-1 0,0 1 1,0-2-284,0 2 0,0-3 0,0 1 0,0 3 0,0 4-27,-1-1 0,0 1 22,0-1 1,-1-4-1,1 1 1,0 4 22,0 2 0,0 0-23,-1-2 1,0-4-1,-1 0 1,2 4 22,-1 1 0,0-1 0,0 0 0,-1-5 0,-1 0 0,2 4 0,-1 1 0,1 1-45,-1-1 0,0-3 0,-1-1 0,2 5 0,-1 3 0,0 0 45,1 0 0,0-1 0,-1 1-45,-1-1 0,0 2 45,1 5 0,1-1-45,-3-3 0,0 0 0,-5-4 0,0 2 45,4 7 0,0 0-30,-5-4 0,-2-3 0,2 4-60,-7-6 90,5 9 0,-2-2 0,2 3-90,-6-2-45,-4 1 1,0 3 44,3 4-315,-3 2 0,0 3-45,3 11-510,2 0 1,-3 3 0,3 0 419,7 0 1,0 3-281,-3 1 1,-2 4 0,-1-1 0,4-2-820,3 1 1,1-1 1557,-2 1 1,0 2 0,2-2-1,4-1 1,1-2 0,0 2 0,-1-1-1</inkml:trace>
  <inkml:trace contextRef="#ctx0" brushRef="#br0" timeOffset="-149634.74">10232 6375 7892,'-25'0'0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28:28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6693 4027 8342,'-6'10'3148,"1"-2"-2788,10-3 0,13-1-270,-2-3 90,9 0 0,1 0-90,2-1-1183,-2 1 1,5-1 0,-3 0 874,-6 0 1,1 0 262,3-1 0,5-1 0,1 1 0,-5 0-133,1 1 1,0-1 105,-4 0 0,5-1 0,1 0 0,-1 1 0,-3-1-630,-3 2 0,-2 0 0,1 0 634,3-1 1,2 0 0,1 0-1,0 0 50,-3 1 0,2 0 0,-1-1 0,-1 1 0,-1 0-337,5-1 0,-3 1 0,4-1 277,-5 1 1,4-1 0,2 0 0,1 1 0,-1-1 0,-2 1 0,-3-1 116,6 0 0,-4 0 0,5 1-104,-6-1 1,4 0 0,2 0-1,2 0 1,-2 1 0,-2-1 0,-3 0-26,-2 0 0,-3 1 0,0-1 0,4 0 11,-3 0 0,4 0 0,2 0 1,1 0-1,0 0 0,-1 0 0,-3 0 1,-2 0-12,2 0 0,-4 1 0,0-1 0,3 0 11,-2 0 0,4 0 0,1 0 0,1 0 1,0 0-1,0 0 0,-3 0 0,-4 0-191,3 1 0,-3-1 1,-1 1-1,2-1 180,3 1 0,2-1 0,0 0 0,0 1 0,-1-1 22,4 1 1,-1 0-1,-1 0 1,-2 0 260,-3 0 1,-2-1 0,3 2-284,2-1 0,3 2 0,1-1 0,-1 0 0,-5 0 0,4-1 0,-2 1 0,-2 2 0,3 1 0,0 0 0,-5-1 0,-5-2 0,0 0 0,2 3 0,2 2 0,-4-2 0,-1-2 1037,10 7-1037,-19-6 0,1 2 1481,-6-3-1481,-3-2 0,-1 1 0,0-1 0</inkml:trace>
  <inkml:trace contextRef="#ctx0" brushRef="#br0" timeOffset="1667">6833 4005 6633,'2'-6'0,"0"-5"0,1 10 0,0-4 0,0 2 0,-1 2 0,1-3 0,-1 4 0,1 0 0,-1 0 90,0 0-90,-1 0 90,1 0-899,-1-2 809,0 6 0,-1-5 0,0 6 0</inkml:trace>
  <inkml:trace contextRef="#ctx0" brushRef="#br0" timeOffset="3250">7720 3080 7713,'-5'-8'449,"1"1"-179,1 4-180,1 0 90,-2-1-270,3 3 0,-2-2 90,2 8 90,5 7-90,2-1 0,4 11 90,-1-13 180,2 12-180,-3-13 360,4 10-360,-7-11-1,3 3 91,0-3 0,-4-3 360,7 2-360,-5-4 449,9 0-449,-7-8-180,10-5 0,4-3-30,-3 0 0,1-2 0,0-1-688,1 2 0,-1-1 0,3-1 718,-2 1 0,1-1 0,2-1 0,0-1 0,0 1 0,-4 2-711,5-3 1,-3 1-1,5-3 693,-9 6 0,3-1 0,2-2 0,1-1 0,1-1 0,0 0 0,0 0 0,-1 2 0,-3 1 0,-1 1-463,7-5 1,-5 3 0,2 1-1,3-4 472,-7 7 0,3-3 0,1-1 0,2-1 0,1 1 0,-1-1 0,0 1 0,-1 1 0,-3 2 0,-2 2 9,3-3 0,-3 4 0,-1 1 0,4-2-15,1-2 0,4-2 0,1 0 0,0 0 0,-3 1 0,-4 3 45,-2 1 0,-3 3 0,0-3-30,5-2 0,3-3 0,-2 1 0,-4 2-45,-5 3 0,-1 1-858,11-9 1,0 2-1707,-5 9 2101,3 6 508,-13 10 0,-7 9 0,-1-3 0</inkml:trace>
  <inkml:trace contextRef="#ctx0" brushRef="#br0" timeOffset="5236">4815 4714 6723,'0'-7'0,"2"10"0,7 9 0</inkml:trace>
  <inkml:trace contextRef="#ctx0" brushRef="#br0" timeOffset="6317">9390 3936 7713,'-5'-22'899,"0"2"-539,-1 1-180,2 7-90,4 3 180,0 3-180,0 3 89,0-2 91,4 4-180,5 5 270,7 2 90,5 8-270,-5-5 269,2 2-269,-10-7 90,12 0-180,-7-4 0,7-5 0,2-3 0,5-2-519,-6 1 1,5-4-1,3-1 1,0 0 446,-4 2 0,0 1 0,1-1 0,1 0 0,1-1-371,-5 2 0,2-1 0,1 0 0,0 0 0,0-1 0,0 1 0,-1 0 0,-2 0 353,3 0 0,-1 1 0,-1 0 0,0-1 0,0 1 0,0-2 0,4-1 0,1-2 0,0 0 0,-1 0 0,-2 1 0,-5 2-362,5-4 0,-2-1 384,-3 0 1,4-3-1,-1 0 1,-4 3-23,-4 2 0,-1 0-30,4-4 0,3-3 0,-4 4 30,2-3 45,1 3 0,-2 2-45,-5 6 0,10-7 0,-17 10 0,1 0 1019,-12 5-1019,3 2 2925,-10 1-2925,7 0 1138,-6 0-1138,4 0 0,0 0 0,-2 0 0,4 0 90,-4 0-180,3 0-450,-4 0 90,2 0-1618,-3 0 1258,6 0 810,-10 9 0,8-2 0,-6 9 0</inkml:trace>
  <inkml:trace contextRef="#ctx0" brushRef="#br0" timeOffset="6601">10723 3254 7982,'-11'0'-480,"5"10"1,1 2-1</inkml:trace>
  <inkml:trace contextRef="#ctx0" brushRef="#br0" timeOffset="7436">6702 6477 9242,'-11'-15'449,"-4"-3"901,4 9-991,7 7 1,6 15-180,11 3 180,-3 7 0,0 3-180,1-2 0,-1-1-548,0 4 1,0 0 487,-2-5 0,0 1 0,0-3-2481,3 6 2405,-3-6 1,1-1-1019,1-4 1,-1-3 1063,4 4-61,1-4 0,2-1 150,-2-6-44,6-5 0,0-2-135,3-7 60,-3-3 0,5-4 0,-3 1-60,-3 1 0,0-2-241,-1 0 1,4-3 0,1-1 0,-1 1 0,-2 2 240,-2 1 0,-2 1 0,4-2 0,0 2 0,2-2 0,4-2 0,0 0 0,-1 0 0,-1 2 0,-3 2 172,4-1 0,-3 2 1,4-1-173,-5 2 0,4-1 0,2-2 0,1 1 0,-2 0 0,-1 2 0,-4 3 0,1-1 0,-4 3 0,3-1 0,1 0 0,3-2 0,1-1 0,-2 2 0,-3 1 0,0 0 0,-1 0 0,5-2 0,2 0 0,-5 1 1728,1 0-1998,-4 1 1,-1 2-3008,-10 3 2672,-5 7 1,-9 8 0,-8 7 0</inkml:trace>
  <inkml:trace contextRef="#ctx0" brushRef="#br0" timeOffset="10101">3274 3052 7353,'-11'0'270,"0"0"-180,3 0 89,0 0-89,1 0 0,-1 0-90,1 0 90,-2 0 0,1 0 90,-1 0 0,-4 0 180,-10 0 90,-5 0-271,11 0 1,1 0-90,-6 0 90,2 0-90,13 0-90,-2 0 0,4 0 270,4 0 0,4 4-90,2 1 90,10 5-90,-4-2 89,3-1 1,2-1-180,3 1 0,7 2 0,3-1-378,-14-4 0,1 0 318,10 2 0,5 0 0,-4-1-473,-5-1 0,0 0 465,2 0 1,6 1 0,-1 0-1,-3-1-1401,2 0 0,0 0 1409,0 1 0,2-1 0,1 0 15,-2 0 0,1-1 0,-1 1 0,-1-1-433,-2-1 1,-2 1-1,4 0 400,-4-1 1,3 0 0,2 1 0,1 0 0,-1-1 0,-1 1 0,-4-1-268,7 0 1,-4 0 0,4 0 266,-5 0 1,5 0 0,1-1 0,2 1 0,-2 0 0,-1-1 0,-4 1-13,-1-1 0,-4 0 0,1-1 0,3 1 0,-1 0 0,3-1 0,3 1 0,1-1 0,-1 1 0,0-1 0,-2 1 0,-4-1-172,3 0 1,-4 1-1,0-1 1,5 0 171,-3 0 0,3 0 0,3 0 0,1 1 0,0-1 0,-1 0 0,-3 0 0,-3 0 49,2 0 0,-4 0 0,1 0 0,2 0-49,-1 1 0,2-1 0,3 0 0,1 0 0,-1 0 0,0 1 0,-3-1 0,-4 0 0,2 0 0,-4 0 0,0 0 0,4 0 0,-1 0 0,5 0 0,1 1 0,2-1 0,0 0 0,-1 0 0,-3 0 0,-4 0 0,8 0 0,-5 0 0,4 0 0,-6 0 0,4-1 0,2 1 0,1-1 0,-1 0 0,-3 0 0,-5 1 0,2 0 0,-5 0 0,4-1 0,1-1 0,5-1 0,1 0 0,-2 0 0,-4 0 0,3 1 0,1-2 0,-4 0 0,6-1 0,0-1 0,0 0 0,-6 1 0,3-1 0,-1 0 0,-4 0 0,3 0 0,1-1 0,0-1 0,-4 1 24,-1-1 1,-2-1 0,0 0-25,2 1 0,0-1 0,-2 0 0,5-4 0,-2 0-45,-3-3 0,-2 0 45,-6 6 0,-1-1 0,6-5 0,2-3 0,-3 2 0,-6 5 0,-1 0 30,5-7 0,1-3 0,-3 2-30,-4 6 0,-2-1 60,2-7 0,1-5 0,-3 4-60,-3 6 0,-2-1 0,-1-8 0,-3-4 0,0 3-45,-2 9 0,-3 0 15,-6-8 0,-4-4 0,0 5 30,3 8 0,-4 0-36,-2 1 0,-7-2 0,-2-1 0,1 1 0,3 2 13,2 3 0,3 3 0,-5-3 10,2 2 0,-5-1 0,-2-2 0,-2 0 1,1 0-1,2 2 0,4 1 17,1 2 0,3 1 0,0 0 0,-3-1-16,0 0 1,-3-1 0,-2-1 0,-1 0 0,-1 0 0,2 1 0,1 0-1,4 1 12,-3-1 0,3 2 0,1-1 0,-5 0-12,2 0 1,-3-1 0,-2-1 0,-2 1 0,0-1 0,2 0 0,2 2-1,3 0 2,-3 0 0,4 1 0,0 1 0,-4-2 10,5 3 0,-2-1 0,-3-1 0,-2 0 0,1 0 0,-1 1 0,2 0 0,2 0 0,3 2-133,-7-2 0,4 2 1,1 0-1,-3-1 133,2 1 0,-2-1 0,-1 1 0,-1-1 0,0 1 0,1 0-13,2 2 0,1-1 0,-2 1 1,1 0-1,0 1 0,2-1 0,0 1-54,0-1 1,2 1 0,0-1 0,0 1 0,-4 0 54,0-1 1,-2 1 0,-3-1 0,0 0 0,-1 1 0,2-1 0,1 1-1,4 0-40,-7 0 1,4 1 0,1-1-1,-2 1 52,5 0 0,0-1 0,0 1 0,-2 0 0,0 0 0,-1 0-25,3 0 0,-2 1 0,-1-1 0,-1 1 1,1 0-1,1-1 0,0 1 0,2 0 7,-3-1 0,2 1 0,0-1 0,-1 1 0,-4 0 9,7 0 1,-4 0 0,-1 1 0,-2-1 0,-1 1 0,0-1 0,0 0 0,1 1 0,2-1-1,2 1 1,2-1 8,-5 0 0,5 0 0,0 0 0,0 1 0,-5-1 0,5 1 0,-4 0 0,-1 1 0,-3 0 0,1 0 0,-1 0 0,1-1 0,1 1 0,3 0 0,3-1-18,-3 0 0,4 0 0,1 0 0,0 0 0,-4 1 28,1 0 0,-3 1 0,-2-1 0,-1 1 0,-1 1 0,1-1 0,1 0 0,3 0 0,3-1 65,-5 1 1,4-1-1,0 1 1,-4 1-85,7-1 0,-3 1 0,-2 0 0,-2 1 0,0 0 0,-1 0 0,1 1 0,2-1 0,3-1 0,2 1 9,-7 0 0,5 1 0,0-1 0,-4 2 0,5 0 0,-4 0 0,-2 2 0,-2-1 0,1 2 0,-1-1 0,3 0 0,2-1 0,3 0 27,-2 1 1,4-1 0,0 1 0,-3 1-17,1-1 0,-2 2 0,-2 1 1,-2 0-1,1 0 0,1 0 1,2-1-1,3-1-11,-2 1 0,4-2 0,0 1 0,-3 1-12,2-2 1,-3 2 0,-2 1 0,0 0 0,-1 0-1,2 0 1,1-1 0,4-2 11,-8 4 0,3-2 0,-3 1 0,6-1 0,-3 1 0,-3 0 0,0 1 0,0 1 0,2-1 0,3 1-18,1 0 0,2 0 0,2 1 0,0 0 0,-1-1 18,-2 0 0,-2 0 0,1 0 0,0 0 0,3 2 0,-2 4 0,2 2 0,1-1 0,4-1 45,1-1 0,1 0-45,-4 6 0,0 1-109,2-4 0,1 1 0,0-2 109,1-1 0,-1 1-44,1-1 0,-1 2 0,-1 1 0,3-4 44,1-3 0,0 1 0,-1 5 0,-2 4 0,4-4 45,3-7 0,3 0 295,1 9 1,1 5 0,6-2-221,8-2 0,6-2 0,4 0-48,-1-4 0,3 0 0,2-1 0,1-1 0,-1-1 70,1 1 0,-1-1 1,2-2-1,4-2-102,-7-7 0,3-1 0,2 0 0,1-2 0,1-1 0,0 0 0,-1-1 0,-2 0 0,-2 0-22,4-1 0,-4-1 0,0 0 0,1-2 0,5 1-6,-9 0 1,3 0 0,2-1 0,1 0 0,2 0 0,0 0 0,2-1 0,-1 0-1,1 1 1,-2-1 0,0 0 0,-1 1 0,-2 0 0,-2 0-36,4-1 1,-3 1-1,-2 0 1,0-1-1,0 1 1,1 0-1,4-1 1,3 0-121,-11 2 1,2-1-1,2 0 1,1 0-1,1 0 1,1 0-1,2 0 1,0 0-1,1-1 1,0 1-1,1-1 1,0 1-1,0-1 1,0 1 0,0-1-1,0 1 1,-1 0-1,0-1 1,-1 1-1,-1 1 1,-1-1-1,-1 0 1,-1 1 74,6-1 1,-1 0-1,-2 1 1,0 0-1,-1 0 1,0 0 0,-1 0-1,1 0 1,-1 0-1,1 0 1,0 0 0,1 0-1,1 0 1,0 0-1,-2 0 1,0-1-1,1 1 1,1 0 0,0 0-1,1-1 1,0 1-1,0-1 1,0 1 0,1-1-1,-1 1 1,0-1-1,-1 1 1,0 0 0,0 0-1,-1 0 1,-1 0-1,-1 0 1,0 1-1,1 0 1,0-1 0,1 1-1,-1 0 1,1 0-1,-1 0 1,0 0 0,1-1-1,-1 1 1,1 0-1,-1 0 1,0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29:37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10135 1933 12390,'0'-15'989,"0"0"-449,0 0 0,0 1 179,0 2-89,0-1 899,0-7-1169,0 8 539,0-11-629,0 17-180,0-5 0,0 30-90,0-9 0,2 12 0,0 3 90,-1-4-180,3 4 0,0 2-180,-1-4-720,3 5 1,0 2-650,0-10 1,1-1-1,2 5 1,1-1 825,4 2 1,0-14-1,-7-11 1</inkml:trace>
  <inkml:trace contextRef="#ctx0" brushRef="#br0" timeOffset="234">10317 1837 13199,'-11'-9'1440,"4"0"-901,-9 7-449,11 0 450,-14 9-450,12-5 0,-1 11 0,1 3-90,1-3 45,-1 11 0,2 4-45,3-9 0,1-1 0,2 3 0,2 0 45,5 3 0,3-3-135,6-6-495,2 0 0,0-3 46,0-8-676,4-6 1,2-4-405,-2-4 1209,-5 0 0,3-4 1,-4 0-1,-4 4 1,-2-1-1,8-7 0,0 0 1</inkml:trace>
  <inkml:trace contextRef="#ctx0" brushRef="#br0" timeOffset="668">10446 1437 12300,'-15'-8'809,"0"1"1,-9-4-271,3 7 1,-6 2 0,1 3-1078,-2 6 0,0 5 1,-1 2 626,4-1 1,-1 3 0,-1 0 0,1 1 0,2-1-475,0 1 0,1-1 1,1 2-1,1 3 415,3-1 0,-1 3 0,1 2 0,1 1 0,1-3 0,3-2-30,0 0 0,3-2 0,-1 3 15,1 0 0,-1 4 0,-1 2 0,1 0 0,1-1 0,2-4 15,0 1 0,3-2 0,-1 3 6,0 3 0,0 4 0,1 2 0,1-3 0,1-3 9,3 3 0,3-1 0,1-3 0,0 4 0,2 0 0,1-7-45,4-3 0,1-2 0,-2-1 0,1 1 0,3-3 30,4-2 0,3-4 0,-1-1-30,0 1 0,2-2-23,3-1 1,6-1-1,0 0 1,-4-2-68,1-1 0,0-2-36,-3-3 0,3-3 0,2 0 0,-1-1 0,-4 1 36,-4 0 0,-2 0 0,2-3-45,0-1 0,4-3 0,0-2 0,1 0 1,-2 0-1,-3 2 75,1-2 0,-3 1 0,2-4-30,-1 0 0,3-4 0,1-2 0,0 0 0,-1 0 0,-5 3 60,2-2 0,-4 1 0,1-3 17,-4 4 0,1-4 0,1-2 0,0 0 1,-2 0-1,0 1 0,-3 4 43,1-5 0,-3 2 0,0-3 90,-3 1 0,0-3 0,0-3 0,-1 1 0,-1 2 0,-2 3 30,-1 1 0,-2 2 0,-2-1 47,-2-4 1,-3-4 0,-2-1 0,0 2 0,1 5-649,-1 5 0,0 3 0,-2 0 518,0-2 1,-2-2-1,-1 0 1,-2 5 89,-4 4 0,-2 3 1,0 1-1,1 2-375,2-1 0,1 2 0,-3 2 203,-1 1 0,-5 2 0,-1 0 0,-1 1 0,2 1 0,4 1-141,-3 2 0,3 2 1,-3 3 77,4-1 1,-4 2 0,-1 2 0,-1 1 0,0 0 0,3 0 0,3-1-156,1 0 1,3 0 0,1 1-1,-3 2-177,3 0 0,-3 2 1,-1 2-1,-1 1 1,0 0-1,2 0 0,1-1 1,4-2-411,-2 2 1,3-2 0,1 1 0,-1 2 774,-1 2 1,-2 3-1,0 2 1,1 0 0,1-2-1,3-2 1,0 3 0,3-2-1,0 1 1,1 0 0,0-1-1,0 1 1,0-1 0</inkml:trace>
  <inkml:trace contextRef="#ctx0" brushRef="#br0" timeOffset="4134">13328 1179 12210,'0'-16'1619,"0"1"-989,-5 6-91,4 1-89,-5 1-180,2 0-90,3 3-90,-4 0 0,5 2-90,-3 0 0,1 1 0,-2 7 90,3 2-90,1 12 0,0-6 0,0 11 0,5-14 0,1 10 0,6-13 0,5 5 0,-3-9 90,12 0-90,-13-3 0,2-7 0,1-1 0,-3-1 45,4-11 0,-2-1 45,-4 1-45,0-5 0,-1-4 224,-7 6 1,-1 1-225,1 2 0,-1 1-45,-1-5 0,-1 9 180,1 24-180,-1-3-1639,2 17 1,2 6 1625,-1-15 1,0 1 12,1 11 0,1 4 0,0-3-329,1-7 1,0 1 328,-2 2 0,1 4 0,-1 0 0,0-4 45,2-1 0,0 1-45,-2-1 0,1 4 0,0 0 0,-1-4 0,0-3 0,-2-1 59,2 5 1,-1 2 0,-1-4 120,0 3-217,-5-4 0,0-1 127,1-8 0,-20 4 0,14-14-90,-13 1-90,-1-24 0,9 6 202,3-2 0,-1-5 0,3 2-202,2 5 1,2-2-181,-1-8 0,0-5 0,1 4 45,2 7 0,1 2-255,4-6 1,2-2-1,1 5 626,3 0-1785,10 8 1,2 7 1214,2 16 0,-7-3 0,-2 2 0,2 14 0</inkml:trace>
  <inkml:trace contextRef="#ctx0" brushRef="#br0" timeOffset="4451">12942 2055 14998,'8'2'450,"4"21"-450,-9-2 0,2 9 0,1 0 0,-2 1-240,-1-6 0,1 5 1,0-2-1400,3 3 1,-1-1 545,-2-8 1,-1-1 0,2 0-547,6 8 1,2-4-1639,-2-11 3322,9 5 0,-8-14 0,1-1 1</inkml:trace>
  <inkml:trace contextRef="#ctx0" brushRef="#br0" timeOffset="4650">13308 2295 14729,'-12'-11'2068,"5"3"-1978,1-1-90,6 5-449,6-4 179,0 3-855,11-5 1,4-2-46,1-1 1,1 1 522,1-1 1,3-2-447,-1 1 1,3-2 0,-4 2 623,-8 4 1,0 1 0,2-1 0,2-2 0,-4 2 0,6-3 0</inkml:trace>
  <inkml:trace contextRef="#ctx0" brushRef="#br0" timeOffset="5138">13727 1989 14009,'1'-8'1169,"-5"3"-1079,-1 10 0,0 3 0,-2 4-90,6 10 0,-2-9 180,9 14-180,-4-16 90,9 0 0,3-2-90,-3-3 0,13 0 0,5-3 135,-3-4 0,-1-2-45,0 1 0,0-2 314,4-4 1,-4-3-135,-10-1 90,-2-1 0,-1 0-90,-5 0-1,-2-2 1,0-1-90,-3 2 270,1-17-540,-3 20 180,0 13-90,0 7-1639,4 19 1,1 4 1625,-4-14 1,1 1 12,2 6 0,2 4 0,0 1 0,-1-4-409,-2 2 0,0 1 427,0-5 0,1 5 0,1 0 0,0-1 0,-2-3-955,1 5 0,-1 0 937,1-1 0,0 3 0,-1-2 0,-2-7 0,0-1 0,0-1 0,1 3 0,-1 2-419,0 3 0,-1 4 0,1-4 419,0-8 0,-1 1 180,-2 4 0,-1 3 0,-2-5 1347,-10 1-1527,-14-17-90,8-17 60,10-6 0,1-7 0,2 3 282,-2-11-552,6 7 0,-1-4 1,2 3 74,1 6 0,1 1-285,5-9 0,2-2 1,1 3 194,-2 8 0,3 0-505,5-2 1,5-4 0,1 0 0,-2 5-820,-1 1 1,2 2 1627,3-1 1,5-3 0,0 1 0,-4 4 0,-2 3 0,-2 2-1,3-1 1,-1 1 0,0-1 0</inkml:trace>
  <inkml:trace contextRef="#ctx0" brushRef="#br0" timeOffset="9400">5081 1736 13110,'0'-15'1259,"0"0"-809,0 3-1,0 2-89,0 2-180,-4 1-90,3 3 0,-3 2 180,4 0-90,0 9-90,6 5 0,-5 5-957,10 3 867,-9-1 0,9 3 90,-10 2-90,10 3 0,-10 2 45,3-8 0,0 0-90,-2-5 0,0 1-315,-1 4 0,1 3 1,0-3-1,0-4 0,-1-1-570,0 6 1,1 2 0,-2-4-511,1 3 1440,1-2 0,-1-3 0,0-8 0,0 2 0</inkml:trace>
  <inkml:trace contextRef="#ctx0" brushRef="#br0" timeOffset="9666">5257 1785 13199,'-8'-2'1620,"-10"-1"-1081,3 8-449,-2-5 0,5 13 0,3 2-90,1-3 90,2 10 0,1 2 0,2-4 45,4 4 0,1-1-135,-1-5 45,9 1 0,2-1-45,-1-5-225,11 0 0,6-4-1080,-6-8 1,0-3-335,3 6 1,0-3-1,-3-7 1,-1-3 1345,-1-1 1,-1-1 0,4-9 0,-6 6-1,0 0 1</inkml:trace>
  <inkml:trace contextRef="#ctx0" brushRef="#br0" timeOffset="10101">5226 1518 13289,'-28'-3'521,"-1"1"1,1 0 0,6-1 0,0 0 0,0 3-282,-2 5 0,1 3 0,2 0-1353,-3 3 0,2 3 1203,0 1 0,0 3 0,2 0-90,0 0 0,3 3 67,4 2 1,-1 3-1,2 1 1,1-3-1404,0 2 1,1 1 1357,2-4 1,-2 2-1,2 1 1,1-2 7,2 2 0,2-2 0,1-1 113,-2 5 1,3 1-100,1-1 1,2 3 0,1 1 0,0-5-45,0 3 0,4-2 0,2-1 0,3 4 0,1-2 0,0-4 0,0-5 0,3-2 0,4-2 0,4 1 0,1-1 0,-3-3-45,2-3 0,1-3-135,-1-1 0,6 0 0,1 0 1,1-2-1,-2-3 0,-3-3 0,0-2 0,0-2 0,-1 0 1,1 2-51,0 1 1,-1 2 0,1-1 0,-1 0 0,2-4 139,-1-3 0,2-2 0,0-2 0,0-1 0,-4 0 0,-2 2 90,-1-1 0,-4 1 0,1-4-15,0 0 0,2-3 0,1-2 0,-1-1 0,-1 1 0,-3 2-15,-1-1 0,-2 1 0,-1-4 60,-1 1 0,1-4 0,0-3 0,-1 1 0,-1 0 0,-3 5 0,0-2 0,-3 2 0,-2-3 175,-1 2 1,-1-3 0,-1-2-1,-1-2 1,-1 1 0,-1 0-1,-3 4 46,-4-4 1,-2 2 0,-3 2 0,-1-1 0,-2 1-335,1 2 1,-2 0 0,-1 0 0,-1 1 0,-1 0 0,1 1 0,0 3 82,-1-3 0,0 1 0,-1 2 0,-1 3 0,-3 4-13,2 5 0,-4 3 0,-1 2 0,-1 2 0,1 2 1,2-1-1,4 2 153,-6 1 1,4 2 0,-3 4-218,4-1 0,-3 2 0,-2 2 0,-1 1 0,1 0 0,2 0 0,4-1-206,0 1 0,4-2 0,0 2 0,-2 2-100,2 0 1,-2 2 0,-1 2-1,-1 1 1,0 0 0,1 0 0,3-1-1,2-2-22,0 1 0,2-2 1,2 1-1,-2 4 405,2 0 0,-1 3 0,-1 2 0,-1 2 0,2 0 0,0-1 0,2-2 0,2-3 0,-1 7 0,3-4 0,-1 3 0,1 1 0,0 0 0,0 0 0,0 0 0,0 0 0</inkml:trace>
  <inkml:trace contextRef="#ctx0" brushRef="#br0" timeOffset="13517">8987 4899 14099,'-15'-4'989,"1"1"1,-10 3-630,7 0 89,-4 2 1,-2 0-180,3 0-180,4 2 0,0 0 450,-10 1 89,5 4 91,2-2-360,20-2-1,10 0 136,15-2 0,9-1-1066,-11-1 1,3-1-1,3 1 1,-1-1-1,-2 1 593,2 0 1,-2 0 0,1 0-1,3-1-11,-4 0 0,4 0 1,2-1-1,1 0 0,1 1 1,-2-1-1,-3 0 0,-3 1-525,3-1 0,-4 1 1,0 0-1,4-1 524,-5 1 0,3-1 0,2 1 0,2-1 0,0 0 0,0 1 0,-1-1 0,-3 1 0,-2-1-10,5 1 0,-4 0 0,0 0 0,5 0 10,-8 0 0,4 0 0,1-1 0,2 1 0,0 0 0,-1-1 0,0 1 0,-4 0 0,-2-1-10,4 1 0,-3 0 0,-2 0 0,5 0 0,-2-1 0,3 1 0,2-1 0,1 0 0,-1 0 0,-3 1 0,-4-1-499,2 0 0,-3 0 0,1 0 499,1 1 0,2-1 0,-1 0 0,-2 0 0,8-2 0,-4 0-8,-10 1 1,-2 1-128,11-3 0,-3 1-225,-10 0-219,3-3-500,-13 4-2198,2-2 2493,-18 2 1,3 6 0,-13 2 0</inkml:trace>
  <inkml:trace contextRef="#ctx0" brushRef="#br0" timeOffset="14184">9679 5885 13289,'1'-15'1574,"0"-1"1,0-14-1306,-4 8 91,-2 7-180,-5 26 0,-2 7-180,0-1-1052,3 2 1,-1 5 0,2-3 1051,-1 6 0,2 3 0,1-1 683,4-7-683,4-1 0,2-2 0,6-7 0,4-2 0,3-4-45,-2-11 0,0-2 45,1 4 0,-2-2 0,-1-6 0,-3-2 0,4-12-2048,-5 4 2048,-3 6 0,-2-1 0,0-5 0,-2 0 1819,1-6-1819,-1 0 0,-1 2 0,-1 9 90,0-5 0,0 46-90,0-7-588,0 6 0,0 6 1,0-3 587,0-5 0,0 1 0,0 0 0,0 5 0,0 1 0,0-1 0,0-4 0,0 4 0,0 0 0,1-5 0,-1 4 0,0 2 0,0-3 0,-1-4 45,-1-1 0,-1 0-15,1 6 0,1 3 0,-2-5 60,-8 4 224,5-2 1,0-2 1902,-2-8-2127,-5 3-90,8-16-270,-10-19 90,8 4-180,-4-16-1279,6 9 1,1-1-162,-1-4 316,1-5 0,2 1 1908,10 5-2063,1 0 1,2 1 1429,9 5 1,-6 4 0,0 1 0,4 1 0</inkml:trace>
  <inkml:trace contextRef="#ctx0" brushRef="#br0" timeOffset="14434">10140 6018 13919,'5'-31'1709,"-1"10"-1349,-4 10-270,-9 37-45,3-2 0,1 1-491,-2 0 0,0 0 356,2 1 0,0 3 0,1-5-180,-1 6-315,0 1 1,1-1 134,2-6-585,0-3 1,1-1 135,1-6-2145,-1 5 3044,11-23 0,-3-2 0,8-12 0</inkml:trace>
  <inkml:trace contextRef="#ctx0" brushRef="#br0" timeOffset="14601">10121 6281 9332,'0'-14'2158,"0"-6"-359,0-8-1439,-5 9 270,0-3-180,-7 25-360,4-4-1,-8 27-3366,11-4 3252,-4 7-459,21-2 574,-3-19-315,7-1 1,3-1-136,0-3-990,7 0 1,1-3-180,1-9 1529,-5 4 0,3-1 0,-3-2 0,-5-2 0,-1-1 0,10-2 0,1 0 0</inkml:trace>
  <inkml:trace contextRef="#ctx0" brushRef="#br0" timeOffset="15102">10730 5496 13919,'-10'-12'1889,"-8"17"-1799,8 10 0,0 3-90,1-3 0,0 2-1093,2 4 1,1 4 0,1-3 231,0 6 1158,1-6 1,1 3 0,3-3-298,7-3 0,1-2 0,-5 5 0,2-2 0,11-5 0,1-6 0,-3-3-955,4-6 1,1-1 864,-5-1 45,2-9 0,-2-5 45,-3-9 0,-1-3-90,-4 2 90,-6 19 1483,3 1-1483,-2 4 279,4 14-279,-1-9 0,1 15-90,3-11 0,-2 5 0,10-1 90,-7-6 0,16-2 0,-11-3 45,1-6 0,0-3-45,-3 2 135,-2-7 0,-2-1-45,-3 4 180,-8-16-180,1 16-135,-13 0 0,-3 2 45,5 4-437,-9 0 1,-1 2 166,8 9-2126,-13 1 1317,18 5-2198,-1 0 707,9 1 3280,7-6 1,-3 2 0,3-4 0</inkml:trace>
  <inkml:trace contextRef="#ctx0" brushRef="#br0" timeOffset="15536">11585 5468 15178,'-11'10'180,"-4"-1"-180,8 10 90,-1-7-90,-3 12 0,10-14 180,3 10-180,18-15 90,9-13-90,0 0 135,-10-8 0,-2-1-2969,-2 1 2924,-5 4 0,1-2-84,-3 0 1,0 0 83,1-4 45,0 0 0,0 1-135,-3 5 539,2-4-269,-6 34-270,0-5-780,-3 5 1,-1 7 0,0-3 779,1-7 0,1 1 0,-3 12 0,0 4 0,0-4 508,3-9 0,-1 0-508,0 9 0,-1 5 0,2-4 0,3-9 0,2 1 30,0 7 0,2 4 0,0-4-30,2-10 0,1 0 0,1 6 0,1 2 0,-1-4-90,3 5-1235,-1-2 1,-2-2-1953,-5-11 2822,-11-24 1,-3-2 0,-1-6 0,0 1 0</inkml:trace>
  <inkml:trace contextRef="#ctx0" brushRef="#br0" timeOffset="15984">12335 5630 15718,'0'-10'810,"0"1"-181,-4 4-539,2 8-90,2 12 45,2 7 0,2 2-201,0-8 0,0 1 156,-1 5 0,-1 3 0,0-4 0,3 6-270,-3 4 0,0-1-90,2-4-585,-2 0 1,1-1 225,0-6-406,1-2 1,1-1 494,-1-7-1618,11-4 2338,-1-25 270,-1 2 719,-7-3 0,-3-2-449,-1 4 224,-5-1 1,-1 0-315,2 6 719,-14-9-1079,14 17 539,-11 0-629,12 11 0,29 5-90,-9-3-1021,2-3 0,5 0 0,-2-2 706,-8-2 1,1 0-586,7 0 1,3 0-1,-3 0-539,5 0 1439,-4-3 0,-3 1 0,-11 0 0,-1-3 0</inkml:trace>
  <inkml:trace contextRef="#ctx0" brushRef="#br0" timeOffset="16317">9694 7116 13823,'-26'18'-18,"-1"-1"0,1 0 0,7-5 0,1 0 0,-1 0 288,-8 3 0,-2 1 0,4-3 1359,-2 0-1539,23-17 90,31-11-729,-6 5 0,5-4 0,4 0 0,0 0 1,-3 1 570,-4 3 1,-3 0-1,2 1 1,5-2-8,-6 3 0,4-1 0,1 0 0,3-2 0,1 1 0,2-1 0,0 0 0,1 0 0,0 1 0,-1 0 0,-1 0 0,0 1-119,-1 0 1,1 1-1,-1 1 1,0-1-1,1 1 1,-1 0-1,0 0 1,1 1-1,0-2 1,0 1-1,0 0 97,-3 0 0,1-1 0,-1 1 0,0 0 0,0-1 0,1 1 1,0-1-1,0 0 0,0 1 0,2 0 0,-1-1 0,2 1 0,0 0-87,-4 1 1,1 0 0,1 0 0,1 1 0,1-1 0,0 0 0,1 0 0,-1 0-1,1 0 1,0 1 0,0-1 0,-1 1 0,0 0 0,-1-1 0,-1 2 0,-1-1 0,-2 0-1,0 1 1,-3-1 70,11 0 1,-4-1-1,-2 2 1,-2-1 0,1 1-1,0-1 1,3 0-1,4 0-40,-10 1 0,1-1 0,2 1 0,2-1 0,1 0 1,1 0-1,0 0 0,1-1 0,1 1 0,-1-1 1,0 1-1,0 0 0,-1-1 0,-1 1 0,0 0 1,-3 1-1,-1-1 0,-1 1 0,-3 0 24,10-1 1,-4 0-1,-2 1 1,-2-1-1,1 1 1,2-1-1,3 0-79,-5 1 0,3-1 1,1 0-1,2-1 1,1 1-1,0-1 1,0 0-1,0 1 0,-1-1 1,-1 1-1,-2 0 1,-3 0-1,-2 1-44,9-2 0,-6 1 0,-1 1 0,0-1 1,4 0-179,-4 0 0,3 0 0,2 0 1,1-1-1,-1 0 0,0 1 1,-3-1-1,-3 1 0,-4 0-1299,10-5 1,-4 0 1420,2 2 1,1 0 0,-15 1 217,-39-2 0,5 6 0,-2 3 0,-2-1 0,-1 0 0</inkml:trace>
  <inkml:trace contextRef="#ctx0" brushRef="#br0" timeOffset="16601">10946 6908 7494,'-27'10'0,"-1"0"0,1 1 0,0-1 0,0 0 0,1 0 0,-2 1 0,-1 1 0,-1-1 0,0 2 0,0-1 0,0 1 0,2 0-51,1-1 1,0 1 0,0 0 0,0 0 0,1 0 0,-1 0 0,1 1 0,-1-1 95,0-1 0,1 1 0,-1-1 0,0 1 0,0-1 0,0 1 0,1 1 0,0 0 90,0 1 0,-2 2 0,1 1 0,0-1 0,1 1 0,2-2 0,2 0 0,3-3 343,-2 3 1,4-2 0,-1 1-277,-3 3 1,-2 3-1,3-2 1,11-4-23,15-4 59,14-12 1,10-7 0,0 0-286,-9 1 0,-1 1 0,5-4 73,-4 2 0,2-2 0,3-2 0,3 0 0,0-2 0,2 0 0,0 0 0,0 0 0,0 1 0,-3 0-74,0 1 0,0 0 1,0 0-1,0 1 1,0-1-1,0 1 1,0-1-1,0 0 1,1 0-1,-1 0 47,-2 1 0,-1 0 0,1 0 0,-1-1 0,1 1 0,0-1 0,0 0 0,1 1 0,0-1 0,1 1 0,1 0 0,0 0 0,-3 2 0,1 0 0,1-1 0,1 1 0,1 0 0,1-1 0,0 1 0,0 0 0,0 0 0,0 0 0,0 0 0,-1 0 0,-1 1 0,0 0 0,-1 1 0,-1 0 0,-2 0 0,-2 1 0,9-3 0,-3 2 0,-3 1 0,-1 0 0,0 0 0,2 0 0,1 0 0,4 0-46,-7 1 1,1 0-1,2 0 1,1 0-1,2-1 1,1 1-1,0-1 1,1 0-1,0 1 1,0-1-1,0 1 1,-1 0-1,-1 0 1,-1 0-1,-1 1 1,-2 0-1,-2 0 1,-1 1 45,7-1 0,-3 1 0,-3 1 0,0-1 0,0 1 0,1 0 0,4 0-44,-5 0 0,3 0 0,1-1 0,2 1 0,0 0 1,1 0-1,0-1 0,0 1 0,-1 0 0,-1 0 1,-2 0-1,-2 0 0,-3 1-10,9-1 0,-4 1 0,-3-1 0,1 1 0,4-1-126,-2 1 0,4-1 0,1 0 0,0 0 0,0 0 1,-1 0-1,-4 0 0,-4 0-30,4 1 0,-5-1 0,1 0-527,2-1 1,2 0 0,-3-1-1,-8 0-1511,-8-1 2390,-26-6 1,1 8-1,-3 1 1,-6 0 0,-1-1-1</inkml:trace>
  <inkml:trace contextRef="#ctx0" brushRef="#br0" timeOffset="28267">1562 1763 12660,'-8'-14'1169,"0"0"-539,-2 0 89,1 1-89,0 2 0,0 0-181,0 2-89,1 3-180,1 1-90,1 2-270,-1 2 180,3 0 180,-4 14-180,5-4 0,-1 9 0,-1 2 90,1 1-90,-1 7 0,3 1 45,3-9 0,3 0 0,4 6 0,2-1-45,4 2 0,3-16 0,0-5 90,-3-3-90,4-5 0,0-1-90,0 1 90,2-11 0,1-3 0,-3 4 0,1-11 0,-2-2 0,-3 3-30,-9 3 0,-2-5 0,0 4 30,-1-8 0,-9 8 0,-5-4 0,2 4-90,-4-2 45,-8 2 0,-3 3-45,6 7-540,1 7 1,0 2-181,5 2-829,1 17 1,5 5 1348,12-7 0,3 1 0,-4 7 0,2-1 0,8-6 0,1 0 0</inkml:trace>
  <inkml:trace contextRef="#ctx0" brushRef="#br0" timeOffset="28684">3811 1315 16618,'-6'-26'3276,"-1"8"-616,-3 3-2390,4 18-180,1 14 0,5 3-585,-1 8 0,0 3-692,1-13 1,0 0 366,0 5 1,-1 4 0,1 1 0,1-4-820,2 2 1,0-2 545,-3 2 1,0 3 0,1-4 623,5-4 1,0-1 0,-3-1 0,-1 0 0,3 0 0,1 0 0</inkml:trace>
  <inkml:trace contextRef="#ctx0" brushRef="#br0" timeOffset="30817">3781 1872 9961,'0'-10'1709,"0"-1"-1259,0 3 0,0-1 0,0 2-1,0 0 1,0 0 180,-3-3-181,2 3 631,-2-8-720,3 9 269,0-6-539,0 8 90,-2-1 360,1 10-226,3 14 1,0 3-135,-1 7-1191,2-2 1,1 6-1,-1-4 1101,0-9 0,-1 1-23,0 1 1,0 3-1,0 1 1,1-1-795,1 3 1,1-2 0,-1 1 756,-2-4 0,0 0 0,1 1-40,2 5 1,1 1 0,0-5-351,-2-7 0,1-3-1279,1 5 1,0-2 973,1 0 0,-4-14 0,-2-4 1</inkml:trace>
  <inkml:trace contextRef="#ctx0" brushRef="#br0" timeOffset="31984">3407 2637 9602,'0'-10'629,"0"1"-449,0 3 90,0 0 90,0-2-270,0 3 90,-3-7-180,1 6 89,-4-5-178,1 7 89,1-2 89,0 4-89,3 2 270,-1-1 0,0 1-180,0 0 450,0 0-360,1 0 449,-3-4 1,-1-5-450,0-2 360,-3-4-361,6 7 361,-5-5-360,4 8 270,-3-5-360,4 6 90,-2-2-270,1 4 989,1 0-1259,0-3-460,2 2 1,-4 3 0,-1 4 0</inkml:trace>
  <inkml:trace contextRef="#ctx0" brushRef="#br0" timeOffset="32333">3319 2770 12300,'-14'6'2249,"2"1"-1800,3-3 271,1 2-450,7-4 1709,-2 1-1799,17-8-180,13-9 0,1 1-360,-4 1 0,0 1-180,-5 3-854,1 1 0,-1 0 135,-5 2-2018,10-2 2544,-17 6 1,3-1 0,-8 1-1</inkml:trace>
  <inkml:trace contextRef="#ctx0" brushRef="#br0" timeOffset="32883">3655 2422 14189,'-11'-12'1169,"5"4"-359,-4-4-450,9 7-181,-7 0 91,7 29-180,-1-10-90,4 11 0,1 3 45,0-6 0,1-1-1684,2 2 1,-1-2 1580,-2 0 1,1-1 57,4-1 0,0 0 81,-1 4-126,4 2 0,2-2 45,-4-6-135,2-1 0,-1-2 135,-3-7-90,6 3 90,-8-9-180,5-17 180,0-10 3276,-1-1-3266,-3 10 1,0 2-11,-2 8-75,7-4 75,-6 11 0,11 5 0,-7 2 0,14 7 0,-12-1 0,4-7 0,2-2 90,10 2-90,-1-10 179,0-9-89,-21-1 0,3-12-90,-8 15 0,-8-5 0,-3 1-90,-11-5 90,8 8 0,-1 1-225,-2 2 1,2 2-46,4 3-989,-9 6-1800,16 16 1890,-1-1-470,6 2 1,3 0 1467,7-3 1,3 11 0,1-14 0</inkml:trace>
  <inkml:trace contextRef="#ctx0" brushRef="#br0" timeOffset="33366">4186 2629 12930,'3'-27'2698,"-6"11"-1619,-3-14-899,-8 22 90,-8-3-180,6 10-90,0 6 0,1 1 0,1-2 45,-2 12 0,1 2-45,6-9 0,0 7 0,3 2 0,11 0-90,2-3 90,13 0 0,-4-14 0,0-2 0,0-1 0,-2-5 0,1 1 0,1-1 0,7-8-90,-4 7 270,4 5-90,-15 4 45,1 12 0,0 3-45,0-1-30,-2 3 0,0 4 0,0-2-589,2 10 559,-3-6 0,0 4 0,0-3-30,-2-7 0,-1 0 0,1 8 0,1 4 0,-1-3 45,-2-10 0,0 0 75,0 6 0,0 3 0,-1-4 60,0 5-1,1-5 1,-3 0 180,-3-2-90,3-1-246,-9-5-24,3-10 0,-10-7-90,4 1 0,0-11 1,-1-2-91,1 1-124,3-1 0,1-3 79,2 3 1,2 0-2001,-2-10 1955,2 9 0,2-1-1080,1-8 1,2 1 584,-2 8 1,2 0-329,6-8 1,2-3 0,0 3 686,-2 6 0,2 1 1,8-10-1,1 1 1,-6 12-1,-1-1 1</inkml:trace>
  <inkml:trace contextRef="#ctx0" brushRef="#br0" timeOffset="33899">4540 2323 13289,'-11'-6'540,"4"2"180,-5 1-181,0 7-359,-2 4-90,3 4 0,1 2-90,1 5 45,0 9 0,0 1-45,4-2 30,2-6 0,-1 3 0,3-3-30,9 4-90,-1 2 0,2-1-180,8-4-630,0 0 1,1 0-90,-1-5-650,3-1 1,1-2 935,-2-6 1,9 3-1,-13-10 1</inkml:trace>
  <inkml:trace contextRef="#ctx0" brushRef="#br0" timeOffset="34367">4652 2356 13469,'-5'-13'360,"0"3"1079,2 3-989,1 13-360,5 16 0,1 2 0,2 1-264,-1-4 1,0 1 202,0 0 1,0 1 0,-1-3-30,3 5 0,0 1 0,-1 0 90,-1-5-90,2 0 0,1 0 90,-2-4-90,2 3 0,-5-14 0,-2-14-90,4-16 90,-1 4-45,1-2 0,0 0 45,0 4-45,0 1 1,1 0 44,-2 6 0,4-3 0,-4 11 347,5 8-347,-4 3-90,8 14 0,-7-7-1549,4 2 1,-1 0-726,0-4 725,3 2 1,1 0-561,-2-6 2112,12 3 0,-11-10 1,4 0-1</inkml:trace>
  <inkml:trace contextRef="#ctx0" brushRef="#br0" timeOffset="34668">5097 2530 12210,'-15'13'900,"-3"7"-811,9-8 181,-4 10-90,12-14 0,4 7-180,-2-9 90,25 4-90,3-13 0,-13 4 0,0 0 90,5-9 0,-3-1 0,-6 7 180,3-23-180,-13 17 90,-19-15-90,5 15-90,-9 3 0,-3 1 0,1 3-129,5 0 0,0 2-141,-8 4-629,4-3-2378,1 12 3061,23-9 1,4 5 0,14-8 0</inkml:trace>
  <inkml:trace contextRef="#ctx0" brushRef="#br0" timeOffset="34901">5396 2229 13559,'-9'-6'990,"-14"0"-1,6 2-809,-5 1-90,6 13 0,3 4-90,3-1 0,0 12 0,2 1 0,5-1-1497,1 4 1,1 1 1226,9-1-120,-4-9 0,0 2 1,1-2-151,11 5-1079,-1 1 0,1-1 0,2-7 1619,1-4 0,1-2 0,3-6 0,7-1 0</inkml:trace>
  <inkml:trace contextRef="#ctx0" brushRef="#br0" timeOffset="35100">5866 2270 13379,'-2'-22'2969,"-13"12"-2879,-1 15-90,-2 6 0,-1 3-90,3 5 0,3-6 0,0 1-585,0 2 1,1-1 44,-4 6-390,4-4 1,-1 2 0,1-2-620,3-2 1,1-1 469,-3 4 1,2-2 1168,1 1 0,7-12 0,0-1 0</inkml:trace>
  <inkml:trace contextRef="#ctx0" brushRef="#br0" timeOffset="35267">5660 2386 13110,'0'-13'719,"0"3"-539,-5 2-180,4 5 0,2-1-90,20 15-1549,-2-1 1,2 0 6,-4-1 1,1 0-8,12 3 1,-2-2 1265,-6-6 1,-4-2 0,-1 0 0,1-2 0</inkml:trace>
  <inkml:trace contextRef="#ctx0" brushRef="#br0" timeOffset="35500">6054 1947 11818,'-13'-21'1529,"3"8"1297,5-3-1477,9 36-899,-2-7-120,4 7 0,4 6 0,-2-3-505,-3-4 0,-1 0 242,2 6 1,2 3-1,0 2 1,-1-5-332,-2 2 1,0-1 240,-1 3 1,0 4 0,-1 0-1,0-5-157,-1-1 1,-1-1-406,0 0 0,-1 4 1,-1 0-1,-1-4-45,-3-3 1,-2-1-191,0 0 1,-1 4 0,-1 0 0,1-5-820,-5-1 1,0-1 1241,1 1 0,-1 0 0,1-2 0,0-4 0,1-1 0,-1 0 0,1 0 0</inkml:trace>
  <inkml:trace contextRef="#ctx0" brushRef="#br0" timeOffset="35885">6154 1702 12480,'16'-16'899,"-1"15"1,2 6-421,-1 6 1,1 4 0,-1 0-1581,5 4 0,-3 5 1227,-7-3 0,-1 4 0,-1 3 0,-1-1 0,-2-3-66,-1-3 0,-1-1 0,-1 3-22,0 0 1,0 5-1,0 2 1,-1 1 0,1-1-1,-1-1 1,-1-5-451,1 6 0,0-5 0,-2 5 424,0-6 1,-1 3 0,0 2 0,0 1 0,-1 0 0,-1-1 0,0-3-247,-2 2 0,0-2 0,-1-1 0,-1 0 0,1 0 54,-1 3 0,1-1 1,-1 1-1,-2 0-476,-1-2 1,-1 2-1,-2-1 1,1-2 0,1-4-984,-2-1 1,-1-3 1636,-4 2 1,-2 2-1,1-4 1,5-6-1,-1-3 1,-5 3-1,0 0 1</inkml:trace>
  <inkml:trace contextRef="#ctx0" brushRef="#br0" timeOffset="37067">1422 2313 11131,'9'-15'719,"-1"0"630,2-14-629,-5 10 0,0 1-586,0 2 1,-1 0 135,0-4 0,0 3-180,-3 6-180,2-7-90,-2 13 450,-6 26-60,-5-3 0,-5 2 0,2 1-928,0 6 1,-2 2 824,-1-8 1,-3 3 0,-3 1 0,2-1 0,1-4-637,3-2 1,1-2 0,-3 2 573,-1 1 0,-3 3 0,-2 2 0,-1 1 0,2-2 0,3-3-654,-2 2 1,2-2 0,-3 3 641,7-6 1,-3 2 0,-1 2 0,-1 1 0,0 0-1,1-1 1,2-1 0,1-2-12,-1 2 1,2-3-1,0 0 1,-3 4-1,2-3 1,-2 2-1,-1 3 1,-2 0-1,1 0 1,0-1-1,2-2 1,2-1-1,-1 0 1,2-2-1,1 0 1,-4 4-13,4-4 0,-2 3 0,-2 1 0,0 2 0,-1 0 0,0 1 0,1-1 0,2 0 0,1-1 20,-2 5 0,1 0 0,2-1 0,1 1 0,-1-1 0,-1 1-18,2-4 1,-1-1 0,-1 1 0,1-1 0,0 1 0,1 0 0,2 1 12,0 2 1,1 1 0,0 1-1,1 0 1,2-1 0,0-3 0,2-2-26,0 0 0,2-2 0,0 2 36,1 4 0,-1 5 0,0 2 0,2-2 0,1-5-7,2-3 1,1-4 0,2 4-15,-1 0 0,1 3 0,0 2 0,2 1 0,1-1 0,1-4-179,3 0 1,1-3 0,2 0 0,1 0-1,0 1 189,0 0 1,0 0 0,2 2 0,0-1 0,0 0-1,0-1 1,0-2-75,0 0 0,0-1 1,0-1-1,2 0 1,0-1 63,3 0 0,3 1 0,1-1 0,-1-1 0,-1-1 0,-3-3 14,-1-1 1,-2-2 0,4 0-30,3 2 0,5 0 0,1 0 0,-1 0 0,-4-3 30,-3-2 0,-3-2 0,3 0-15,0 0 0,4-1 0,1 1 0,1-1 0,-2-1 0,-4-1-15,2-1 0,-3-1 0,3-2 0,1 0 0,4-1 0,2 0 0,1-1 0,-2-1 0,-2-1-106,-3-1 0,-2-2 1,-1-1-1,0 0 1,1 1 105,1 1 0,1 1 0,0-1 0,-1 0 0,0-1 112,3-4 1,0-1-1,-2-1 1,-5 4 553,-6 3 0,-2 0-396,11-7 0,-1 2-180,-9 6 450,8-3-360,-17 9 970,3 0-1150,-6 2-3277,1-1 2457,-3-3 1,4-3 0,0-5 0</inkml:trace>
  <inkml:trace contextRef="#ctx0" brushRef="#br0" timeOffset="38368">2046 4858 11580,'-11'2'810,"0"0"-360,6-2-91,0 0 1,0 0-90,0 0-180,1 0 0,1 0 0,0 0 0,1-4-90,1-1-900,22-18 271,-9 10-464,3 0 1,5-1 0,-3 1-547,-5 3 1,1 0 1603,4-3 1,2-2-1,-3 1 1,-2 2-1,-1 1 1,5-5-1,-1 1 1</inkml:trace>
  <inkml:trace contextRef="#ctx0" brushRef="#br0" timeOffset="38867">2327 4352 12570,'-13'-8'1079,"-1"-1"1,-8-1-811,1 11-269,11 7 90,13 14 0,5 6-90,3-2 0,1 1-1093,0-4 1,1 2 0,-1-2 825,-1-4 0,0-1 0,1-1 267,3 2 0,0-1-45,2-1 0,-1-3 1168,5 5-1303,0-3 0,0 0 90,-5-7 0,12 4 90,-20-11 574,5-8-574,-11-6 0,0-7 0,-1-2 0,0-4 0,-1 0 0,3 2 0,7 3 0,-1 0 0,13 11 0,-10 8 0,18 0-90,-16 1 90,5 0 0,-1 0 0,-1 0 0,3 0 0,0 0 0,-3 0 2437,9 0-2437,-7-5 0,-8-9 0,2 2-90,-25-11 90,1 14 0,-9 0 0,-1 0 0,0 2-45,-3 0 0,-1 1-45,5 2-360,0 1 1,2 3-451,8 6-414,-4 1 414,19 7-2377,11 3 2506,1-6 584,6 0 1,-7-4 0,2-2 0</inkml:trace>
  <inkml:trace contextRef="#ctx0" brushRef="#br0" timeOffset="39154">2995 4379 12120,'-10'-14'1529,"-7"2"-719,0 2-720,1 5 90,-9-1-180,15 14 90,-4 15-90,13-6 0,3 2 0,-4-2 0,1 1-924,14 9 0,3-1 924,-1 1-45,1-6 0,3 1 0,0 2 0,1 1-817,-4-5 1,0 1 0,0-1 891,-2-2 0,0-1 0,-1 1-30,3 4 0,-1 1 0,-4-4-90,-3-2-90,-4 13 0,-5-21-629,-25 1 539,14-8-180,-19-1-629,15-10 0,1-2 806,-4-3 273,7-2 0,0-5 0,3 1 0,4 4 0,2-1 0,-2-10 0,0 0 0</inkml:trace>
  <inkml:trace contextRef="#ctx0" brushRef="#br0" timeOffset="39400">3395 3956 13199,'-8'4'1799,"-5"7"-1439,3 8 0,3-2 0,-2 6 0,1-1-300,1 0 0,1 1 0,-1 0-510,1 2 0,-1 0 0,2 2 472,1 2 0,1 2 1,1 0-1,0-5-389,0-2 1,2 0 253,3 3 1,2 4 0,1-1-1,0-5-67,-1-4 0,4-2-360,2 0 1,4 3-1,1-1 1,-2-3-136,-1-2 0,2-2-418,9 3 1,4 1 0,-3-4 763,-6-6 1,0-3-1,11 3 1,0-1-1,-13-7 1,1 1 0</inkml:trace>
  <inkml:trace contextRef="#ctx0" brushRef="#br0" timeOffset="40219">3664 4037 14369,'-13'-14'1439,"2"2"-360,3-1 91,4 6-541,17 15-494,0 7 0,1 4-135,0-3 0,0 2-856,0 3 0,0 3 1,-3-3 855,-3-6 0,-2-1 0,3 8 0,1 3 0,-1-4 0,1 8 0,-3-7 0,1 2 0,-1-1-585,0 0 0,-1 0 225,1 0 1,0 1-1280,-1-2 1,0-2 1580,4-2 0,-2-2 1,1-7-1</inkml:trace>
  <inkml:trace contextRef="#ctx0" brushRef="#br0" timeOffset="40434">4134 4211 14279,'0'-30'899,"6"9"1,1 3-990,3 4-765,8-3 1,2 2-226,0 3-559,4-1 1,2 0-1639,-4 2 2878,-5 2 1,-1-1 0,-2 0-1,-1 0 1</inkml:trace>
  <inkml:trace contextRef="#ctx0" brushRef="#br0" timeOffset="40817">4594 3614 13379,'-13'14'2879,"3"14"-2699,5-11 0,3 2-136,5 10 1,2 0-259,-2-9 1,1 1 258,5 8 0,0-3 95,0-6-140,-3 3 0,-1 1 0,5 1-1722,-2 4 1722,-2-15-396,-3-9 396,0-2 171,1-9-261,0 4 180,5-27-180,-4 19 90,3-8 0,-1 0 0,0 6-90,7-9 90,-7 17 90,13-2-990,6 11 1855,-2-1-2594,-3-1 1,0 0-1639,-2 1 3076,11-4 0,-13 0 1,0 0-1</inkml:trace>
  <inkml:trace contextRef="#ctx0" brushRef="#br0" timeOffset="41750">4620 3678 12390,'-6'-22'1799,"5"9"-810,-8 3-449,8 14-180,-2 10-180,8 9-1786,2-3 0,0 0 1606,5 8 45,1-4 0,1 0-113,0-4 113,3 1 0,2-1-45,-1-5 0,7 0 0,2-2 0,-4-5 45,3-1 0,2-4-45,-6-10 0,-1-6 0,-3 1 0,0-3 0,-1-1 0,-2-3 0,-2-1 0,-1 0-626,2-8 0,-3 1 671,-7 6 0,-2 2 404,-1-7-359,0 8-90,0-7 90,-1 17 2784,0 6-2829,7 18 0,3 8-45,-1 4-268,0-7 0,1 4 0,1 2 0,-2-2 298,0 1 0,-2-1 0,0 1-30,2 2 0,1 0 0,-1 2 0,-2-2 0,0 3 0,-1 0 0,0-4 0,2 4 0,-1-2 30,-2-4 0,1 1 0,-1-2 60,0-2 0,-1-4 1721,-2-7-1721,-7 0-180,-10-24 90,2 3-90,-6-14-135,13 4 0,1-1-452,-3-8 227,4 5 1,1-5-1,2 3 90,3 7 1,1-1-721,2-8 1,2-3-1,1 3 270,1 10 1,2 1 809,3-6 0,3-3 0,-2 4 0,-3 8 0,-1 2 0,8-7 0,-1 0 0</inkml:trace>
  <inkml:trace contextRef="#ctx0" brushRef="#br0" timeOffset="42287">3598 5037 14549,'-27'10'1259,"7"-4"-315,2-1 1,1 0-405,1-2 629,-6 2-315,33-10 1,9-3-631,4 0 1,7-3 0,1 0 0,-1 0-1045,-6 2 1,-1 0 0,1 0 0,4-1 720,-5 1 1,4-1 0,2 0 0,1-1 0,1 0-1,-1 0 1,0 0 0,-3 1 0,-3 2-146,2-2 0,-4 2 0,-1 0 1,2 0-1,4-2 244,-5 2 0,3-2 0,2 0 0,2-1 0,1 0 0,1-1 0,0 1 0,-1-1 0,-1 1 0,-1 1 0,-2 0 0,-3 2-18,7-4 0,-4 2 0,-1 1 0,1-1 0,4-1 9,-6 2 1,3-1 0,2-1 0,2-1 0,0 0 0,1 0-1,-1 0 1,-1 1 0,-2 0 0,-2 1 0,-4 1-15,8-2 1,-6 2-1,-1 1 1,4-3-56,-1 1 1,3-1 0,2-1 0,0-1 0,-1 1 0,-3 1 0,-4 1-43,2 0 0,-4 1 0,2-2-204,0-1 0,3-1 1,0-1-1,-2 0 0,-5 0-1079,0-4 0,-5 0-126,1-2 0,-7 0 180,-17 1 539,-6 14 0,-5 6 810,0 4 0,-2 4 0,0 0 0,-1-3 0,-1 2 0,-2 3 0,0 0 0,0 0 0</inkml:trace>
  <inkml:trace contextRef="#ctx0" brushRef="#br0" timeOffset="42584">3322 5458 16078,'-13'14'809,"0"0"1,1-6-316,35-14 1,13-9-405,-13 3 0,3-3-559,-6 5 1,5-1 0,2 0 0,1-2 0,2 1 0,-2 1 0,-1 0 205,-1 0 1,0 1 0,0 0 0,0 0 0,-1 0-1,2 0 122,-2-1 0,2 1 0,-1-1 0,1 1 0,-1-1 0,-1 1 0,0 0 159,4-1 0,0 1 0,-2 0 0,1 0 0,-1 1-52,0 0 0,0-1 0,0 1 0,-1 1 0,-2 0 94,4-2 0,-3 2 0,4-2-110,-4 2 1,4-2 0,1 0 0,0 0 0,-2 0 0,-4 2 139,-2 1 0,-3 0 0,1 0 22,6-3 1,4-2-1,-2 1 1,-5 1-68,-6 2 0,-2 1 249,8-8 1,-2 1-385,-12 3-179,0-8-720,-16 11-2288,-7-9 0,0 10 1866,-4-6 1411,5-1 0,3 1 0,-1-5 0</inkml:trace>
  <inkml:trace contextRef="#ctx0" brushRef="#br0" timeOffset="59784">6810 5235 12210,'-9'-5'-90,"1"0"180,4 3 0,1 0 0,1 2 1349,1-1-1169,7 1 270,-5 6-271,17 0 1,-10 1 0,11 4 45,-3-5 0,-1 1-135,7 6 59,-1-3 1,5 0 0,1 0-1161,-1 0 0,0-1 1,1 0 980,-2 0 0,0 1 0,3-1 30,0 1 0,3-1 0,0 0 0,-5-1-522,0 0 0,0-2 468,-3 0 0,4 1 0,2 0 0,-1-1 0,-3 0-402,-2-1 1,-3-1-1,3 0 396,2 0 0,4 1 0,1 0 0,2-1 0,-3 1 0,-3-2-371,2 1 1,-3-1 0,4 0 352,-4 0 1,4 0 0,3 0 0,1 0 0,-2-1 0,-1 1 0,-3-1 62,-1 0 1,-4 0 0,1 0 0,3-1-54,0 1 1,3 0-1,3-1 1,1 1-1,0 0 1,-2 0-1,-1-1 1,-3 0-242,3 1 0,-4-1 0,0 0 1,4 0 218,-4 0 0,2 1 0,3-1 0,1 0 0,0 0 0,0 0 0,-1 1 0,-2-1 0,-3 0 0,6 0 0,-4 0 0,0 0 0,5 0 8,-9-1 0,3 1 0,2 0 0,2-1 0,2 1 1,-1-1-1,0 1 0,0 0 0,-3-1 0,-1 1 1,-4-1-121,6 1 1,-5-1 0,-1 0 0,1 1 0,4-1 111,-5 0 0,3 0 0,2 0 0,2-1 0,1 1 0,0 0 0,0-1 0,-2 1 0,-1-1 0,-3 0 0,-2 1-10,8-2 0,-6 0 0,1-1 0,4 0 1,-7 1 0,3 0 0,1-1 0,2 0 0,2 0 0,-1 0 0,0-1 0,0 0 0,-1 0 0,-3 0 9,5-2 0,-1-1 0,-2 1 0,0-2 0,1 1 0,0-1 0,2 0-7,-4 1 0,0 0 0,2 0 0,0-1 0,1 1 0,-1-1 0,1 0 0,-1-1 0,-1 1 1,-1-1 16,1-1 0,0 0 0,-1 0 0,1-1 0,-2 0 0,0 0 0,0 1 0,-2-1 0,-1 1-10,3-1 0,-1 0 0,-2 0 0,0 0 0,-1 0 0,1-2 0,0-1 0,1-1 0,0-1 0,-2 1 0,-1 0 0,-4 3 0,5-5 0,-1 0 0,0-2 0,3-4 0,-1 1 0,-3 2 0,-2 1 0,-1-2 0,0-1 0,2-4 0,0-1 0,-3 3 0,-2 1 0,-2-2 0,-3 1 0,2-4 0,0-2 0,-2 0 0,-2 2-26,-3 1 1,-1 2-1,-2 0 1,0-1 25,1-4 0,0-1 0,-1 1 0,-1 1 278,-2-1 1,-2 1 0,-4 1-302,-2 5 1,-3 0-1,-1 1 1,1 2 105,2 1 1,0 2 0,-1-3-66,-4-4 0,-3-3 0,-1-1 0,0 1 0,2 4 171,2 3 0,1 3 0,-2-2-204,-1 0 0,-3-2 0,-1-1 0,0 0 0,0 2 0,3 3 15,-1-1 0,2 3 0,-4-2 0,1 1 0,-5-2 0,-1-1 0,-1 0 0,2 2 0,3 2 230,-2 0 0,3 2 1,-4-2-231,4 4 0,-4-3 0,-2 0 0,0 0 0,0 0 0,1 1 0,4 1 0,-7-2 0,4 3 0,-6-3 0,9 5 0,-2-2 0,-3-1 0,-1 1 0,-2-2 0,0 1 0,0 0 0,1 1 0,0 0-133,-1 0 0,0 1 0,0 0 0,1 1 0,-1-1 0,0 1 0,0-1 0,0 1 133,1-1 0,1 0 0,-1-1 0,1 1 0,-1 0 0,0 0 0,-1 0 0,-1 1-66,3 1 0,0 0 0,-2-1 0,-1 1 1,1 0-1,-1 0 0,1 1 0,1 0 1,1 0-1,3 1 0,2 0 66,-11-2 0,6 2 0,0 0 0,-5 0 9,9 1 0,-3 0 0,-2 0 0,-2-1 0,0 1 0,-1-1 0,2 1 0,0 0 0,3 1 0,3 0 9,-4-1 0,3 2 0,2-1 0,-1 1 0,-4-1-9,3 1 0,-3 0 0,-1-1 0,-3 0 0,0 0 0,0 1 0,1-1 0,2 1 0,1 0 0,3 0-81,-2 0 0,3 1 0,1 0 0,-1-1 0,-4 1 72,2 0 0,-4-1 0,-2 1 0,-2-1 0,0 1 0,1 0 0,1-1 0,2 1 0,4 1 0,-6-1 0,5 1 0,0 0 0,-5 0 0,8 0 0,-4 0 0,-2 0 0,-1 0 0,-1 1 0,1-1 0,1 0 0,3 1 0,2-1 0,-4 1 0,3-1 0,1 1 0,-4 1 11,2 0 0,-3 0 0,-2 1 1,-1 0-1,0 0 0,1 1 0,3-1 1,3 0-99,-2 0 0,3 0 0,1 0 0,-2 1 87,-3 0 0,-2 1 0,-1 1 0,0 0 0,1 0 18,1 1 0,0 0 0,0 0 0,2 1 0,1-1 117,-4 1 1,3 0-1,-4 2-135,7-2 0,-3 2 0,-2 1 0,-1 1 0,2-1 0,1 0 0,4 0 30,-4 1 0,4 0 0,-3 3-18,6-2 1,-3 2 0,-1 1 0,0 0 0,0 1 0,2-1 0,3-2-13,-3 3 0,4-1 0,-3 3 12,3-2 1,-1 2 0,-3 2 0,0 2 0,1-1 0,1 1 0,1-1 23,0 3 0,2 1 0,1 0 0,0 0 0,-1 0-36,-1 0 0,-1-1 0,0 0 0,1 2 0,1 0 0,4 1 0,0 2 0,1 1 0,1 0 0,1-2 0,3-4 246,0-1 1,3-2 0,-1 4-232,2 0 0,-2 5 0,2 2 0,-1 1 0,1-1 0,2-3 52,0 3 1,2-2-1,1 0 1,0 1 66,0-4 0,-1 1 0,1 1 1,0 0-1,2-1-80,2 3 0,1 1 0,2-1 0,0-2 0,0-3-184,0-3 1,2-4 0,0 3 129,-1 1 0,1 1 0,1 1 0,2-1 22,1-3 1,2-1-1,2 0 1,1-1 109,1 0 1,3-1 0,0 0 0,3 0 0,1-1-122,-5-3 0,3 1 0,1-1 1,0 0-1,1 0 0,0 0 0,-1-1 1,-1-1-170,3 2 1,-2 0-1,0-2 1,0 0 0,2 0-1,3-2 23,-5-2 0,2-1 0,1 0 0,2 0 0,0-1 0,1-1 0,-2 0 1,-1 0-1,-1-1 0,-3 0-99,5 0 1,-5-2 0,0 0 0,2 0 0,4-1-41,-6 0 1,3 0 0,2-1 0,3 1 0,0-1 0,2 0 0,-1 0 0,0 0 0,0 0 0,-3-1 0,-1 1 0,-2-1-196,2 1 1,-2-1 0,-3-1 0,0 1 0,1 0 0,2-1 0,3 0 432,-5 1 1,3-1 0,2 0 0,1 0 0,1 0-1,1-1 1,0 1 0,-1 0 0,1-1 0,-2 1-1,-1-1 1,-1 1 0,-3 0 0,8-1 0,-4 1-1,-1-1 1,0 0 0,-1 1 0,1-1 0,2 0-1,-2 1 1,-1-1 0,0 0 0,0 1 0,0-1 0,0 1-1,1-1 1,-1 0 0,0 1 0,0-1 0</inkml:trace>
  <inkml:trace contextRef="#ctx0" brushRef="#br0" timeOffset="67716">7241 3858 10771,'0'-9'450,"-5"1"-271,3 6 1,-4 0-90,6 0 0,0-1 0,-4 0 90,4-1 180,-7-6-270,4 4 540,-4-12-1,-2 4-449,-4-3-90,3 6 0,-8 5 90,9 5 180,-19 7-270,13-5 44,-6 11 1,0 4 45,-1-3-314,9 0 1,-3 5-1,0 3 1,1 0 245,0 1 1,1 2-1,0 1 1,0 2-510,1-3 1,0 2 0,-1 1 0,1 1 0,0-1 0,1-2 414,1 0 0,0-1 0,0 0 0,1 0 0,1 1 27,0 1 0,0 2 0,1 0 0,1 0 0,1-2 0,1-4-396,-1 8 1,3 0 386,1-5 0,-1 3 0,1 1 0,0 0 0,0-5 9,1 6 0,1-1-9,0-5 0,-1 3 0,1 2 0,0-2 0,0-4 9,3 4 0,0-1 0,-2 0 0,0 4 0,0 0 0,2-5-45,4-3 0,1 0 67,-2 2 1,1 3-1,1 1 1,1-2-591,4 1 0,2-2 0,0 0 553,-2 1 0,-1 0 0,2 0 37,0-5 1,1 1-1,0-1 1,-2-5 133,-1-2 1,0-2-82,6 4 0,3 2 0,-3-4-31,9 1-29,-6-8 0,2-1 0,-2-1-60,10-1 30,-6-11 0,6-4 0,-2-4-30,-10 2 0,-1-1 0,0-2 0,1-2 0,2-2 0,2-2 0,-1-1 0,0-1 0,-1 2 0,-2 1 0,-1 0 0,0 1 0,-1-3 0,-1-1 0,0-3 0,0 1 0,-2 0 0,-2 4-57,0-4 0,-2-1 57,-2 4 0,0-5 0,0-1 0,0 1 0,-2 3 299,-1 3 1,-2 2 0,0-3-318,1-5 0,-1-4 0,0-2 0,0 1 0,-1 5 18,0 3 0,-1 4 0,-1-3-15,0-1 0,-1-3 0,0-2 0,-1 0 0,0 0 0,-1 3-347,-2-4 0,-1 2 0,-1 0 0,1 0 362,1-1 0,0 0 0,-1 0 0,-1 0 0,-3-1 0,-2-1 0,-1 3 0,2 4 637,1 5 1,-2 1-638,-4-5 0,-4-3 0,2 5 0,5 8 0,-1 2 30,-5-4 0,-3-1 0,2 3 60,-7-1-90,8 7 0,-3-1 0,4 2 0,-7 2 0,-3 6 0,0 3 0,2 6-68,8 3 1,-4 7 0,0 3-1,0 1-472,5-2 0,0 2 1,1 1-1,-1 1 1,1 0-1,-1-1 128,2-3 1,-1 0 0,1-1 0,0 1 0,-1 2 0,0 2 83,3-4 0,0 4 0,-1 0 1,-1 2-1,1 0 0,0 1 1,1-2-1,1 0 0,0-3 1,2-2 122,-3 9 0,3-3 0,0-2 0,-1 4 1,3-6-1,-2 3 0,0 0 0,0 1 0,1-1 1,0-1-1,2-2 0,1 2 0,-1-1 0,1 0 1,-1 1-1</inkml:trace>
  <inkml:trace contextRef="#ctx0" brushRef="#br0" timeOffset="75826">7091 5151 7623,'-10'8'449,"1"0"-269,4-3 0,2 1-90,-1 0 0,0 0 0,1 0-90,1-1 0,0 0 0,1-2 0,0 1-90,1-2-899,0-1-451,6 0 1440,2 0 0,4-7 0,1 0 0</inkml:trace>
  <inkml:trace contextRef="#ctx0" brushRef="#br0" timeOffset="-173814.73">10198 4769 11670,'-9'-3'1080,"2"0"-631,4 2-89,1 0 270,-1 0-450,1 1 1259,0 0-809,1 9-450,1-2 89,6 12-179,-5-9 180,22 12-180,0-10-90,-9-4 0,2-1 45,14-1 0,0-3-484,-2-1 439,-4-3 0,4-2 0,-3 1 0,-8 1 0,-1 0 0,10-6 0,4-4 0,-4 2-428,-6 4 0,0-1 428,1-3 0,4-3 0,0-1 0,-4 2 0,0 0 0,0-1 0,-1-2 0,4-3 0,-1 0 0,-4 1-45,-2 1 0,-1-3 22,2-4 1,1-6-1,0 0 1,-3 3-515,-3 3 1,-1-2 518,-2 2 0,0-4 0,1-2 0,-1 1 0,-2 5 18,-1-4 0,-1 0 45,-1-2 0,0-5 0,-1-1 0,-2 5 45,-4 2 0,-2-1 67,-1 0 1,0-5-1,-2 1 1,-1 5-68,-2 2 0,-4 2 157,-1-1 0,-3-3 1,-1 0-1,-1 4-342,-2 5 0,-1 2 0,-3 2 117,0-1 1,-2 1 0,0 1-1,2 2 8,0 3 0,2 2 0,-2 5-8,2 3 1,-1 3 0,0 3-1,5 0-219,1 3 1,0 4 263,-1 2 0,-4 3 1,1 1-1,3-2-226,1 3 1,1 1 230,3-3 0,-1 3 0,-1 3 0,1-1 0,2 1-269,3-2 1,2 1-1,0 0 1,1 0 0,0-1 241,-3 2 0,0 0 0,1 0 0,2 3-16,1-3 1,1 4 0,1 1 0,1-1 0,1-2 0,2-5-278,3 7 0,2-2 248,-1-1 0,-1 5 0,1-1 0,2-5 0,3-4 0,2-2 45,-1 7 0,2 0-15,0-8 0,1 0 0,0-2-30,-1 0 0,2 0 30,6 3 0,3 0 0,-1-3 15,-6-7 0,1-2-45,7 0 0,5 1 0,-4-3 0,-6-3 0,0-2 0,9-3 0,4-1 0,-4-2 0,-7 2 0,-1-2 22,2-3 1,3-2-1,0 0 1,-4 1-23,-1-1 0,-1-1 0,2-5 0,5-4 0,-2 0 0,-3 1-45,-3 2 0,-2-2 22,2-4 1,3-4-1,-1 0 1,-4 3 22,-3 3 0,-1-1-23,-1-2 1,1-3-1,0-1 1,-2 3 22,-1 2 0,-2-1-23,-1-2 1,0-4-1,0 0 1,-2 4-23,0 0 0,-3 1 45,-1-2 0,-3-5 0,0 1 0,0 4-45,0 1 0,-3 1 45,-1 3 0,-3-4 0,-2-1 0,-1 1 0,-1 3-23,-1 4 1,-1 3-1,-1 0 1,1-1-250,-2-3 1,0-1 0,0 0 0,0 3 271,-5 0 0,-1 3 0,-1 2 60,-2 2 0,-2 1 0,3 1-30,0 0 0,-1 1-12,5 2 0,-3 1 0,-2-1 0,1 2 0,4 0-18,-5 0 0,-1 3-18,6 1 0,-5 1 0,0 1 0,0 1 0,5-1 18,-7 2 0,-1 3 0,9 0 0,-5 3 0,-2 2 0,1 0 0,1 0 0,5-1 266,-1 0 1,3 1-1,-1 3-266,0 1 0,-3 4 0,-2 2 0,1 0 0,2 0 0,5-3 0,1 1 0,3-1 0,0 3 0,1 1 0,-2 3 0,0 2 0,0 1 0,2-2 0,2-3 0,0 1 0,2-3 0,0 3 15,1 0 0,-1 3 0,1 2 0,-1 0 0,2-1 0,1-5-15,1 1 0,1-3 0,0 2 18,1 4 0,-1 5 0,1 1 0,0-2 0,2-4-18,2-5 0,2-4 0,0 3 18,0 2 0,1 4 0,0 0 0,1-1 0,1-4-18,3 2 0,3-1-23,0-1 1,2 2-1,1 0 1,-2-5-113,1-2 0,1-2-675,4 0 1,4 2-1,1-1 1,0-3-284,4-5 1,0-3 0,1 1-1,-1 3 1,-1 1 0,1-4 545,-2-5 1,0-3 0,-3-1 0,6-5 0,-1-6 0</inkml:trace>
  <inkml:trace contextRef="#ctx0" brushRef="#br0" timeOffset="-163963.75">12490 4147 11311,'0'-15'89,"8"-1"-89,-2 2-949,8-4 1039,-3-3-1542,0-4 1452,2-1 0,-6 11 0,0 0-395,-1 0 0,1-1 395,0 0 0,0-1 0,-1 0 0,0-1 0,-1 0 0,1 0-614,-2-1 1,1 0 613,-1 0 0,0-1 180,0-5 0,-1-3 0,0 1-90,0 2 0,-1-2 89,0 1 1,-1-5 0,0 1 0,0 4-602,0 3 0,-1 2 511,0-11 1,0 2 180,-6 2 1047,-3 38-1272,-3 11 0,1 5-45,3-2 0,1 2-250,1-2 1,-1 4 0,2-1 0,0-4 249,2-3 0,1 0 30,1 6 0,2 3 0,-1-3 410,0-10 1,1-1-381,6 5 0,2 2 0,0-3-60,2 3 45,8-2 0,2-2-45,-2-8 0,2-2 0,0-2 0,-3-4 1501,10-1-1501,-9-21 0,-8 9-45,-1-9 0,-3-3 45,-2 5-45,-2-2 0,-1 1 135,-2 7-90,1 15 0,-1 5 0,0 11 0,0 2 0,0-4 3276,0 10-3239,11-8 53,-4-7-90,19 5 90,-13-13 0,13 0-90,-15-9 237,5-3-237,-13-7 0,-4-9-90,0 6 90,-12-4-269,-4 1-136,2 12 0,0 1 45,-8-8-1079,0 9-180,17 14-900,1 0 2519,3 8 0,7-3 0,1 1 0</inkml:trace>
  <inkml:trace contextRef="#ctx0" brushRef="#br0" timeOffset="-163714.75">13025 3776 11221,'10'-9'1439,"6"-9"-540,-5 1-719,0-1 90,-14 3-90,-9 19-180,-8 11 0,6 2 0,5 2 0,3 1 0,5-3 0,-3 11-90,4-7 90,5-3-135,1 1 0,3 3-1504,3-4 1,1 0 501,-2 0 0,0 0-502,4 0 1,-2-4-1639,-3-6 3167,5 2 1,-7-8-1,0-1 1</inkml:trace>
  <inkml:trace contextRef="#ctx0" brushRef="#br0" timeOffset="-163130.75">13821 3482 10591,'-1'-21'652,"-1"-1"0,1 0 0,0-1 0,1 0-202,-3-5 0,1 2-180,2 5 179,0 3 1,0 2-270,0 5-90,0-4 180,-3 13-180,2 8 0,-2 2 45,1 11 0,0 2-45,0 5-1009,0-4 1,0 4 0,0-3 918,2-6 0,-1 1-58,0 9 1,0 4 0,2-2 147,4-1 0,1 0-838,-3-4 0,-1 2 0,2-3 748,2-1 0,1-2 45,-1-4 0,-1-3 585,-2-4 1358,2-1-1988,0-11 420,-3 1-510,6-24 90,-3 15 0,2-8 0,0-2 0,0 4 1638,1 0 0,2 1-1612,4 7-26,-1 3 0,4 22 0,-10 0-45,2-1 0,-1 0-45,0 0-450,4 1 1,3 1-856,-2-6 1,2-2-245,4 2 1,1 0-1,-4-5 1,-2-2 1436,9-1 1,-12-3 0,0 0-1</inkml:trace>
  <inkml:trace contextRef="#ctx0" brushRef="#br0" timeOffset="-162748.75">14334 3510 13829,'-8'14'360,"-3"5"-360,7 4 0,-2-4 0,4 11 0,7-18 90,3 12-90,6-16 0,9 4 0,-8-9 0,16 1 0,-18-4 0,13-13 0,-18 10 0,-1-11 0,-4-3-90,-1 7 135,-8-9 0,-3-2-45,-1 4 45,-10-5 0,-3 1-45,6 6 0,-4 3 0,0 2 0,6 6-585,-1 15 0,2 5-1054,8-1 1,1 1-1,-2 5 1,0 0 982,4-3 1,3-2-1,9 2 1,2 0 0</inkml:trace>
  <inkml:trace contextRef="#ctx0" brushRef="#br0" timeOffset="-161449.75">13851 3584 12480,'-11'-4'1889,"4"-1"-1709,3-4 0,25-3-135,-4 4 0,2 1-1,1 0 1,2 1-1138,2-1 1,4 1 0,-4 0 799,-6 2 0,1 1 293,7-2 0,3 0 0,-3 1 401,-10 2 0,-1 1-311,15-3 0,-3 3-1,-13 7 91,-9 8-180,-18 2 30,-3-5 0,-4 2 0,0-3-316,4 0 0,-2-1 331,-3 1 0,-4 2 0,0 0 0,4-2-45,-1 0 0,1-1 22,0 1 1,-3 1-1,1 0 1,3-2 22,4-2 0,1 1-45,-12 6 0,10 1 90,31-4-90,-6 2-30,9-9 0,7-3 0,-2-1 1175,-6 0 1,0 0-1506,9-3 1,4-1-1,-4 1 90,-8 2 0,-1-1-823,6-3 1,2-4 0,-4 3-1028,2 0 2120,-4-4 0,-3 0 0,-6-1 0,1-4 0</inkml:trace>
  <inkml:trace contextRef="#ctx0" brushRef="#br0" timeOffset="-160915.75">14357 3136 13829,'-5'-10'1529,"0"1"-1169,5 6-360,0 27 0,0-13 0,0 20 90,8-11-90,6 0 0,1-2 90,13-4-90,-15-11 0,18-2 0,-18-6 0,14-9 0,-17 0 0,0-1 0,-1-1 90,-3-1 225,0-4 0,-2 0-136,-2 4 1,2-13-180,-4 24 180,2-1-90,1 29 0,0-9-60,-1 7 0,0 5 0,-1 0-30,0-3 0,0-1 0,0 1-1093,0 1 1,0 2 0,0-2 1053,-1-1 1,1-1 0,-1 1 83,1 8 0,-1-1-158,1-11 0,-1 0 113,0 5 0,1 2 0,-1-4 0,0 2 45,-3-2 0,0-2-45,1-6 0,-15 6-90,10-13-746,-12 0 386,10-5-2248,-4-15 1799,10 6-740,2-8 1,3-1 57,-1 2 1581,8-1 0,1 1 0,-1 0 0,11-3 0</inkml:trace>
  <inkml:trace contextRef="#ctx0" brushRef="#br0" timeOffset="-160530.75">14811 3409 11940,'-6'-25'2609,"5"8"-1980,-10-9-539,3 19-90,-8 13 0,5 3 45,3 9 0,2 2-45,2-3 0,1 4 0,1-1 0,2-2 0,6 0 0,0 0 0,-3-5 45,12 0 0,3-2-45,-2-4 90,10 2 90,-7-23-90,-12 6-45,-1-13 0,-2-1-45,-2 1 0,-7-6 0,0 0 0,2 6 0,-10 1 0,-1 1 0,7 7 0,-8 3 0,0 5-90,4 11-495,-2 3 1,1 1-226,3 11-829,0 0 1,2 1-1561,4-1 2975,1-4 0,0 0 0,2-1 0,0 1 0</inkml:trace>
  <inkml:trace contextRef="#ctx0" brushRef="#br0" timeOffset="-159332.75">14800 3309 10231,'-11'0'900,"-1"5"-631,0-4-89,0 9-90,0-9 0,1 7 0,2-7 0,1 8 0,2-6 0,1 6-90,3-3 90,8 5-90,5-5 90,17 6 0,-7-7-45,-1 0 0,0-1 45,-3-1 629,13 3-449,-23-4 630,-7 3-271,-27 0-629,5-1 45,-1-1 0,1-1-45,7-1-1529,-7 0 720,26-1-181,0-4-649,11 1 1,3 1-392,1-10 1783,-2 7 1,0 0 0,5-6-1,0 0 1</inkml:trace>
  <inkml:trace contextRef="#ctx0" brushRef="#br0" timeOffset="-159049.75">15149 2950 12930,'-4'-13'2428,"-2"2"-449,3-3-1439,-1 6 539,0-7-809,3 10 90,0-1-180,1 28-180,0-10-180,2 13 0,0 2-180,-1-3-733,0-4 1,1 3 0,-1-3-2185,-1 10 2184,1-7 1,1 3 0,-1-2 545,0-7 1,0 0 0,1 9 0,0 1 0,-2 3 0</inkml:trace>
  <inkml:trace contextRef="#ctx0" brushRef="#br0" timeOffset="-158364.75">14158 4386 14908,'-9'-10'1799,"-6"1"-1529,6 7-90,-5 5-90,2 12-90,5-1 0,2 1 0,1 0 0,1 0 90,7 16-90,4-19 45,3 0 0,1-1-45,5-3 0,2-2 0,1-2 0,-2-1 0,2-4 0,0-2 0,-6-4 0,0-3 0,-1-1 0,-6-5-45,0-3 0,-1 0 45,-3 4 0,0-14 0,-2 32 0,-1-2 90,-2 18 0,-1 9-30,2-6 0,-1 1 0,0-1-518,-1-1 1,-1 0 0,1 0 547,-1 8 0,2 0 0,-1-3 45,0-9 0,0-1 224,0 7 1,-1 3 0,0-4-180,1 7 45,-4 1 0,0-2-135,2-14 180,-8 8-270,7-17-540,-9 1 180,8-13-697,-8-19-582,14-2 1,3-4-1,-3 8 1,1-2 1287,5-1 1,4-3-1,-1 4 1,1 6 0,0 0-1,5-6 1,-1-1-1</inkml:trace>
  <inkml:trace contextRef="#ctx0" brushRef="#br0" timeOffset="-158199.75">14739 4318 14908,'3'-8'-719,"-1"2"-360,-2 5-900,7 1-990,8 0 1710,1 0 1177,3 0 0,-8 4 1,-2 2-1</inkml:trace>
  <inkml:trace contextRef="#ctx0" brushRef="#br0" timeOffset="-158065.75">14748 4424 12300,'-20'1'1439,"15"-4"-4716,29-3 797,1-3 1933,1 3 1,1 0 0,0-2 0,-9 3 0,-1 1 0</inkml:trace>
  <inkml:trace contextRef="#ctx0" brushRef="#br0" timeOffset="-157715.75">15235 4181 13199,'0'-10'2159,"0"3"-989,-5 3-991,-5 10-89,-1 2-90,-10 16 0,12-8 0,-1 0 0,1 1 90,3-1-135,0 4 0,3 2 45,9-5-180,1 3 1,3-1-91,12-7 0,1-4 225,-6 2 0,0-2 45,6-1 0,3-2 0,-4-5 45,-5-8 0,-1-2-45,6 7 0,-3-4 90,-11-18 0,-8-4 0,-7 9 0,-4 0-1729,1-4 1,-1 1 1580,-3 4 1,-3 3 12,2 7 0,0 2-81,-2 2 1,-1 1-685,-10 2 1,0 3 179,8 4 1,0 2-464,-1 3 1,-2 1 0,3 2 545,6 0 1,2 0 0,-10 6 0,2-1 0,0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1:45.6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4659 7273 10951,'-2'-20'989,"0"0"-449,-1 0-1188,1 3 1008,0 1-180,0 3 0,1 4 981,1 4-1071,6 18 180,1 7-225,-3-5 0,0 1-869,6 11 1,-1 0 823,-5-11 0,-1-1 60,5 7 0,2 2 0,-2-3-60,1 5-558,2-2 0,0-1 558,-1-8-74,2-4 1,2-1 73,-4-5-222,15-6 222,-17-9 806,0-2 0,-1-4-806,-4-11 0,-2-1 0,2 7 0,-1-1-207,-2-2 0,-2-3 0,0 5 207,1-4 345,-2 3 0,2 7-255,8 31-90,4 3 0,2 4 0,-5 0 0,1 3-558,0-4 0,1 3 0,0 0 0,-1-3 558,-3-1 0,-1 0 22,1 1 1,0 5-1,-1 0 1,0-4-215,-2 0 1,-1 0 191,0 0 0,-1 4 0,1 0 0,-1-4 0,-1-1 0,0-2 240,-1 8 0,-1 4 0,-1-4 985,-1-8 1,-1-3-1316,-3 3 0,-1-4 0,-5-8-450,0-21 1,1-5 89,-2-4-643,2 3 1,-2-3 0,1 2 684,4 5 0,-1 1-412,-2-3 1,-2-2 0,-1 0 0,1 2-514,-3-4 0,0 2 1333,3 3 0,1 0 0,0 2 0,0 0 0,3 1 0,1 0 0</inkml:trace>
  <inkml:trace contextRef="#ctx0" brushRef="#br0" timeOffset="397">4655 6844 10771,'2'-23'1349,"0"6"-899,-2-7 269,0 15-359,0 5-90,0 22-180,0-3-45,1 3 0,-2 1-45,-4 7 0,4 1 0,-10-7 0,6-7 90,-1-6-180,3 0 90,3-20 0,0 3 0,2-8 0,1-2 0,-2 0 0,2-3 0,1 0 0,-3 3-45,0 2 0,1 1 45,-2 7 0,5-2 90,-2 10-90,16 26 0,-10-12-270,4 11 0,-1 2-90,-2-4-629,3 4 0,0-1-138,0-2-512,4 3 1,2-1 1249,1-3 1,-5-4 0,1-2 0,4 2 0</inkml:trace>
  <inkml:trace contextRef="#ctx0" brushRef="#br0" timeOffset="596">5269 7133 14279,'-7'-11'540,"-6"5"-361,6-3-448,4 8-271,-1-5-1709,32 4 1170,-16-2-560,11 2 1,0-1 1501,-3-1 1,-4 0 0,-1 1 0,1-2 0</inkml:trace>
  <inkml:trace contextRef="#ctx0" brushRef="#br0" timeOffset="1062">5613 6959 12930,'-12'-2'1079,"-1"7"-989,8 1-90,0 4 0,11-5 0,-5 2 0,18-7 0,-10 3-135,6-2 0,3-2-225,4-7 1,0-3 359,0 2 0,-1-2 0,1-2 0,-3-2 494,-6-5 1,-4 2-135,-3 4 629,0-14-719,-10 30-90,3 16-180,-7 1 45,5 8 0,5 3 0,4-3 0,2 1-1138,-1 1 1,2 1 0,0-1 933,0-8 1,0-1 0,1 1 158,3 6 0,0 1 0,-2-5-78,3 5 123,-1-1 0,-2-2 45,-4-8 539,0 7-179,-14-19-180,-9-1-180,-1-12-45,0-1 0,0-1-45,1-11-45,-2-1 0,0-1 45,5 0-570,5 3 0,1-4 1,1 3-241,1-6-629,4-5 0,4 1 90,8 9-290,1-2 1,2-1 1227,4 4 0,-5 4 0,-2 0 0,1-2 1</inkml:trace>
  <inkml:trace contextRef="#ctx0" brushRef="#br0" timeOffset="1230">6044 6658 12570,'13'-2'899,"-2"7"-629,10 15-270,-8 0-1639,7 3 1,0 2 1226,-10-12 0,0 1 82,4 8 0,2 4 1,-3-2 59,-4-7 0,-2 2-550,-2 5 1,-1 4 0,-2 1 0,-1-4 74,-3-1 0,-2 0 745,-1 0 0,-2 3 0,-2 0 0,1-4 0,-5 0 0,0-3 0,0-1 0,1 0 0,0 0 0</inkml:trace>
  <inkml:trace contextRef="#ctx0" brushRef="#br0" timeOffset="1480">4238 6876 13919,'-11'-7'0,"3"20"0,2 9 22,4-1 1,2 3-1,0 2 1,1-2-1116,-2 5 1,1-1 0,2 3 1005,1-4 1,1 2-1,2 2 1,1 1-1,1-1 1,2-2-444,0-2 1,3-1 0,0 0 0,1 0 0,0-1 0,-1 0 421,0 2 0,-1 1 0,0-2 0,1 1 0,3 1-304,0-3 1,3 1 0,2 1 0,0-1 0,0-2 0,-1-1 0,-2-4-35,2 1 0,0-4 0,3 0 446,0-1 0,5 2 0,2 0 0,0-1 0,-1-2 0,-4-2 0,4-1 0,-3-3 0,2-1 0,-1 0 0,0 0 0,-1 0 0,1 0 0,0 0 0</inkml:trace>
  <inkml:trace contextRef="#ctx0" brushRef="#br0" timeOffset="1780">6930 6403 13469,'-6'-21'749,"0"0"1,1 0 0,-1 7-750,-7 19 0,4 0 45,-1 12 0,0 4-45,-1 5-514,1-5 0,0 3 304,1-2 0,0 0 0,1-1 30,0 1 1,0 0-226,1 1 0,-2 4 0,1 0 1,1-4 44,1-2 0,1 0-733,-1 8 1,-1 4 0,2-5 903,1-9 1,2-2-1,-2 8 1,0-3 0,0-4-1</inkml:trace>
  <inkml:trace contextRef="#ctx0" brushRef="#br0" timeOffset="1963">6624 6533 14009,'-10'-22'1304,"1"1"1,6 5-2944,12 26 1,5 8 491,-2-2 0,2 2 899,2 0 1,3 4 0,1 0 0,-2-3 50,-1-1 1,1 0-624,3 2 1,3 3 0,0 1 0,-2-5-700,-2 0 0,1-1 1519,-3-1 0,2 1 0,0 0 0,-4-2 0,1 0 0,-3-2 0,5 6 0,0-1 0</inkml:trace>
  <inkml:trace contextRef="#ctx0" brushRef="#br0" timeOffset="2397">4931 7988 12811,'-29'8'74,"1"0"1,-1 1 0,0-1 0,3 0 0,1-1 0,-1 2 82,1-1 1,-2 2-1,1-1 1,5 0-68,2-1 0,3 0 60,-3 2 0,-1 3 0,5-3-60,3 3 1035,17 5-855,10-15-90,1 1 0,2-3-1252,5-5 0,4-3 1,-2 0 1116,2 1 0,2-2 0,-5 0 0,4-2 0,3-2 0,0 0 0,-1 0 0,-4 1-45,-2 1 0,-2 1 0,0 0 0,4-3 30,-3 2 0,4-2 0,2-1 0,1-1 0,1 0 0,0 0 0,-1 1 0,-2 0 0,-3 1-295,2 0 1,-3 1 0,-1 0-1,1-1 1,5-1 264,-7 4 0,2-2 0,3-1 0,1 0 0,1-1 0,0 1 0,1-1 0,-1 0 0,0 1 0,-2 1 0,-2 0 0,-2 1-234,5-1 1,-3 1 0,-2 0 0,0 1 0,3 0 0,2-2 226,-5 2 0,2 0 0,2-1 0,1-1 0,2 0 0,0 1 0,0-1 1,0 0-1,-1 0 0,0 1 0,-2 1 0,-2 0 0,-2 1-177,7-3 0,-4 3 0,-2 0 0,0 0 0,2 0 0,3-2 116,-5 3 1,3-2-1,1 0 1,2 0-1,0-1 1,1 1 0,0-1-1,0 1 1,-2 0-1,-1 0 1,-3 1-1,-1 1 58,6-2 0,-4 2 0,-1 0 0,0-1 0,5 0-125,-5 0 0,3 0 0,2-1 0,1 0 0,1 0 0,0 0 0,-2 0 1,-1 1-1,-3 0 0,-3 2 45,4-2 0,-5 2 0,-1 0 0,3-1-45,2-1 0,5-1 0,0 0 0,-1 0 0,-3 1 0,-6 1 539,-3 1 0,-4 0-944,5-2 1,-8 2 1745,-16 3-2240,-15 8 0,-5 5 539,9-5 0,-2 2-292,-5 4 0,-6 2 0,-1 2 0,3-2 787,5-3 0,2-1 0,-2 2 0,-3 1 0,-3 1 0,-1 1 0,3-2 0,2-1 0,0 0 0,1-1 0</inkml:trace>
  <inkml:trace contextRef="#ctx0" brushRef="#br0" timeOffset="2730">5158 8197 8470,'-25'9'179,"0"0"1,0-1 0,0 1 0,0 0 0,-1-1 0,2 0 0,-3 1-164,0 1 0,-5 0 0,-1 1 0,3 0 0,6-3 119,1-1 0,3 0 1028,-10 6 0,11-4-894,33-16 1,18-8 0,5-2-192,-15 7 1,3-1 0,2-1 0,1 0-1,0-1 1,1 0 0,-1 1 0,-1 0-191,0-1 0,-1 1 0,0-1 0,0 1 1,1-1-1,2-1 0,2 0 118,-8 3 0,2 0 0,1-1 0,1 0 0,2-1 0,0 0 0,0 0 0,1 0 0,-1 0 0,0 0 0,0 1 0,-2 0 0,-1 1 0,-1 0 0,-2 2-112,7-4 0,-4 2 0,-1 1 0,-1 0 0,1 0 0,2-1 0,4 0 106,-8 2 0,3-1 0,1 1 0,2-2 0,1 1 0,1-1 0,1 0 0,0-1 0,0 1 0,-1 1 0,1-1 0,-2 1 0,0 0 0,-2 1 0,-2 0 0,-1 2-12,4-3 1,-2 2 0,-2 1 0,-1 0-1,0 0 1,1 1 0,2-2 0,4 0-19,-7 2 0,3 0 0,1-1 0,1 0 0,2 0 0,1-1 0,1 0 0,0 1 0,0-1 0,0 1 0,1-1 0,-2 1 0,0 0 0,-1 0 0,-2 0 0,-1 1 0,-2 0 0,-2 1-128,11-2 0,-5 1 0,-3 0 1,0 1-1,0 0 0,2-1 0,4 0 151,-6 1 0,2-1 0,2 0 0,2 0 0,0 0 0,1 0 1,0-1-1,-1 1 0,0 0 0,-3 0 0,-1 1 0,-2 0 1,-3 0 102,5 0 1,-4 0 0,-2 1-1,0-1 1,3-1-64,-1 0 1,3 0 0,1-1 0,0-1 0,0 1-1,-1 0 1,-2 0 0,-4 1 86,8-2 0,-4 1 0,1-2 41,-1-1 1,4-1 0,-1 0 0,-3 0 0,-6 1 1182,1-5-1254,-8 0 0,-3 0-90,-7 5 1696,-1-7-3675,-2 12 1994,-5-1-3292,-18 19 2621,5-9 1,3 5-1,1 1 1,-1-3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31:32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2832 4535 6723,'-10'0'180,"0"0"-180,3 0 90,-1 0-90,0 0 90,0 0 90,-4 0-90,3 0 180,-10 0-180,10 0 359,-13 0-269,14 0 270,-11 0-270,12 0 719,-11 3-719,11-2 270,-6 3-360,9-2 180,-1 1-180,3-1 180,1-1-180,1 0 629,5 3-449,3-1 0,3 2 90,8 0-180,-5-1-91,6 0 1,2 1 0,4 0-394,-5-2 0,2 1 364,-2-2 0,2 1 0,-2-1-612,1 0 0,1 0 574,4 0 1,6 1 0,-1-1-1,-3 1-655,1-1 0,1 0 651,-5 0 0,4 1 0,1-1 0,0 1 0,-5-1-18,-4 0 0,-2-1 0,3 1 15,1 0 0,4 1 0,3 0 0,0 0 0,0 0 0,-1-1-15,0 1 0,-1-1 0,0 1 0,0-1 0,2 0-327,-2 0 1,1 0-1,1 1 1,1-1-1,-1 0 1,-1 0-1,-2 0 327,2-1 0,-1 1 0,-2 0 0,1-1 0,0 1 0,2-1 0,1-1 0,0 1 0,-3-1 0,-4 1-9,0-1 0,-1 0 9,-1-1 0,4-1 0,0 1 0,-5-1 0,-2 2 0,-2-1 0,5-2 0,2-1 0,-4 0 0,2 3 184,-5-3 0,-2-1-364,-6 1-2018,1-5 669,-9 3 1529,-6-8 0,3 6 0,-5-6 0</inkml:trace>
  <inkml:trace contextRef="#ctx0" brushRef="#br0" timeOffset="582">4544 3934 9422,'0'15'1079,"0"-3"-719,0 9-180,0-7 719,0 16-719,0-14 270,5 13-180,0-19 359,9 6-449,-5-13 270,21-4-450,-14-10 0,0-6 0,0 2-951,5 2 1,1-2 927,-3-4 1,3-3 0,-1-1-1,-2 4 23,-2 2 0,1 0 0,1 0 0,3-2 0,0 0 0,-3 3 0,-1 2 0,0 1-90,5-4 0,2-1 0,-3 3-269,5-2-901,-4 3 1,-2 1-90,-6 6-90,3-2 1593,-7 8 0,-2 0 0,3 1 0</inkml:trace>
  <inkml:trace contextRef="#ctx0" brushRef="#br0" timeOffset="1749">5759 4649 10501,'-10'-7'1529,"-1"0"-1169,6 4 360,-2 0-720,5 2 359,-2 0 271,8 10-450,2-6 449,14 20-539,-4-16 135,4 4 0,2 0-425,1-4 230,-3-3 0,4-1 0,-2 0 15,-6-1 0,1-1-45,6 0 0,5 0 0,2-1 0,-2 0-1093,3-3 1,0-2 0,0 2 1087,-6 2 0,1 1 1,1 0-1,1-2 20,-3-2 0,3-1 0,1-1 0,-1-1 0,-2 1 0,-3 2-313,1 0 1,-4 1-1,4-1 283,1-2 0,4-1 0,1 0 0,1-1 0,-3 0 0,-3 2-282,-3 0 1,-3 1 0,4-1 296,3-2 0,4-1 0,1 0 0,-1-1 0,-4 2 0,-4 2 0,-4 0 0,3-1 0,3-2 0,3-1 0,1-1 0,-2 1 0,-4 1 0,3-3 0,-1 0-18,-4 0 0,2-1 0,2-2 0,-2 0 0,-2-1-489,3-7 1,-4-1 0,1 0 506,-3 7 0,0 0 0,-1 0 0,-1-2-23,-1-5 1,0-2 0,-3-1-1,-2 5 732,-3 2 1,-2-1-710,0-1 0,0-3 0,-1-1 0,-1 4 0,0 2 0,-2-1-30,-6-7 0,-3-4 0,0 5 154,3 9 0,-4 2-147,-3-1 1,-5-1-1,-1 0 1,2 3 195,-1 1 0,-3 2-191,-1 1 0,-5-1 0,-3-1 0,-1 2 0,2 0 0,4 4 0,1 0 0,0 1 0,-1 1 0,0-2 18,-2 0 0,0-1 0,-1 1 0,-1-1 0,-1 2 0,4 0 0,-3 1 0,0 1 0,0-1 0,0 1 0,3 0 0,3 1-178,-4 0 0,3 0 0,-2 0 178,-1 1 0,-4-1 0,-1 1 0,-1 0 0,3 0 0,5 0 0,-6 1 0,0 1-18,7 0 0,-4 1 0,-1 1 0,2 0 0,3 0 18,-2 3 0,0 2 0,0 0 0,-4 1 0,0 1 0,5 0 0,2 2 0,1 3 22,-1-1 1,-4 2-1,1 1 1,4-2-23,1 0 0,0 2 22,0 1 1,-3 5-1,0-1 1,4-1-23,2-1 0,0 2 22,1 2 1,-2 5-1,0 0 1,3-3-23,2 0 0,2 0 0,1 2 0,-1 4 0,1 0 0,3-4 45,1-2 0,2-1-45,0 0 0,0 1 0,2-1 45,7 7 0,3-3-45,-4-11 0,3 1 30,5 6 0,4 3 0,0-5-30,-4-7 0,2-1 30,8 7 0,4 1 0,-2-2-30,-5-7 0,0 0 22,3 1 1,4 1-1,0-1 1,-3-1-23,1-1 0,1-2 0,1-2 0,6 1 0,2 0 0,-1-1 0,-5-2 29,-3-1 1,-3-2 0,4 0-45,2-2 0,4 1 0,4-1 0,-1 0 0,-1-1 1,-6-1-76,1 0 0,-4-2 0,3-1-180,0 0 0,4-1 0,2-1 0,0-1 0,-2 1 1,-4 0-315,1 0 1,-4 0 0,4-2 36,-2 0 1,3-1 0,3-1 0,-1 0 0,-1 0 0,-5 2-547,0-2 1,-3 1 0,2 0 1069,2-2 0,2 0 0,0-1 0,-5 2 0,1-4 0,-2 1 0,-1 0 0,0 0 0</inkml:trace>
  <inkml:trace contextRef="#ctx0" brushRef="#br0" timeOffset="7298">9170 5780 16618,'13'4'539,"-3"-3"-359,6 6-180,-6-5 0,5 0 90,9 3-90,-9-4 45,6 2 0,0-1-45,-1-1-159,-4 0 1,0 0 158,10-1-850,-5 0 850,5 0 0,0 1 0,-6-1 90,5 0-90,0 1 0,-6 0 0,4-1 0,1 0 0,-2 0-1488,6-2 0,-1-1 1578,-7 2-90,4-7 0,0 1 129,-3 5-129,3-8 0,0-2 0,-4 6 0,2-4 0,0-1 0,-4 3 0,1 0 0,0-1 0,-2 3 0,4-3 0,-1 0 90,-4 1-90,1 0 0,-1-1 0,-6 2 0,8-10 0,-12 8-90,4-14 90,-8 12 348,-1-6 0,-4 0-348,-13-10 0,9 12 0,0-1-360,-11-3 0,-1 2 270,1 2 1604,3 3 0,-1 0-1514,-2 1 0,0 1 0,-5-4 0,-5 0 0,0 0-307,2 3 307,6 3 0,-3 0 0,3 0 0,-10-1-30,8 2 0,-3 0 0,2 1 30,7 2 0,1 1 0,-10-3 0,-1 1 0,1 1 0,-1 0 0,4 2 0,-1 0 0,-1 0 0,-4 0 0,-2 0 0,1 0 0,6 1 0,1-1 0,1 2 0,-3 1 0,1 1 0,3 1 0,-3 4 0,-2 2 0,0 0 0,3 3 0,5-2 0,-4 1 0,2 1 45,0 2 0,1-1-1224,-4 3 0,1 0 1179,6-3 0,1-1-818,3 1 1,0-2 907,-2 5-90,2-2 0,0 0-680,3 0 680,-2 4-153,2 7 153,3-9 45,1 3 0,2 0-45,0-2 742,3 4 0,3 2-697,4-6 0,3-1 0,2 7 0,1-2 1248,0-6 0,2-1-1248,11 1 0,1-4 1126,-3-2-1171,-3-3 0,3-1 0,-3 0 90,6-1-90,-6-3 0,3 1 0,-3-1 0,-6 0 0,0-1 0,9-1 0,4-1 0,-3 0 45,-8 2 0,0-1-68,4-2 1,4 0 0,1-2-1,-1 1-733,1 0 1,-2-1 0,1 1 755,1-1 0,0 1 0,0-2 0,4-1 0,0 0 0,-5 1-105,-10 2 0,-1 0 105,6-1 0,2-1 0,-2 0 0,5-1 45,1-1 0,0-1-45,-4 2-45,1-3 0,0 1 135,-3 0-90,2-1 0,-1-1 0,-4 1 0,1-3 0,-1-1 0,-4 2 0,0-7 0,0-1 0,-5 3 0,-1-7 0,-2 1-90,-4 3 90,-3-3 0,-2-1 0,-5 3-45,-4-4 0,-3 0 45,-6 3 0,0 3 0,-5-1 0,2 2-211,7 6 1,-1 2 210,-4-2 0,-4-1 0,-1 0 0,4 3-45,2 2 0,0 2 45,-2 0 0,-3-1 0,-1 0 0,3 3-180,2 0 1,-1 1 156,-1 1 1,-5-1-1,1 1 1,3 0 22,1 1 0,1 1-23,-2 1 1,-4 1 0,0-1-1,4 1 68,1-2 0,1 1-135,-2 5 0,-5 3 0,0 1 0,4 1-540,3-1 1,2 2-1,1 0 270,-5 2 1,-1 1-1,2 2-733,1 5 1,2 2 0,3-3-547,5-4 1,2 0 1569,-1 2 0,-1 0 0,3-1 0,1 0 0,1-1 0,0 1 0,0 0 0</inkml:trace>
  <inkml:trace contextRef="#ctx0" brushRef="#br0" timeOffset="11948">4674 4134 13739,'-8'-5'990,"1"1"-990,6 4 90,0 0-90,-1-8 0,0 2 0,-4-12 0,2 8 0,-6-11 0,3 11 89,-7-14 1,6 14 90,-9-9-180,9 12 90,-13-4-90,6 8 0,-2 0 0,-9 14 0,14 1 0,-4 2 0,1 2 0,3 3 0,0 0 0,1 1 0,3-1 0,1 6 0,2 3 45,3-9 0,1-1-45,-1 3 0,1 1 0,3 1 0,0-3-2467,-1-2 2467,4 8 0,3-3 0,2 4 0,2-3-1243,-2-8 1,-1-2 1242,-2-4 0,12 9 90,-3-12-90,-1 1 1650,0-3-1650,-1-3 90,-4-2-90,18 1 3276,-15-1-3218,3-2 0,-1-2-58,-3-3 0,13-4 0,-14-1 45,3 4 0,1-1-45,5-10 0,2 1 45,-10 4 0,-2 0-45,-3 2 90,5-16-90,-10 17 0,0-6 90,-2-5-90,0 7 45,-5-3 0,-1 1-45,3 1 0,-7-2 0,-2 0 0,6 3 90,-5-3 0,-1-1 0,-6-6 0,1 0-90,-5 4 0,14 15 0,-11-5 0,12 8 0,-11 0 0,11 2 0,-12 5 0,6 1 0,-2 7 45,5 1 0,2 1-45,2 4 0,-2 2 0,0 1 0,3-2 0,0 2 0,0 1 0,1-2 45,1 3 0,0 0-45,1-3 0,0 4 0,1 1 89,0 5-89,3-13 0,1 1 0,0 0 0,1-3 0,3 0 0,3 7 0,-2-2 0,1-7 0,0 0 0,0 0 90,0-2-90,5 4 0,-1-5 0,-3-3 0,14 4 0,-11-7 45,6 0 0,3-3-45,-1-8 0,1-5 0,-1 3 0,2-2 0,-2 0-219,4-5 0,-2-2 189,-4 0 0,1-2 0,-3 3 30,2-8 0,-8 5 0,0-2 0,-2 1 0,0-9-30,-6 6 0,-2-4 1,-1 4 29,1 6 0,-3 0 0,-4-4 0,-4-4 0,-1 0 0,-1 2-30,-2-1 0,-1 3 0,-1 0 30,0-3 0,-1 0 0,-2 3 0,-5 2 0,-1 2 0,2 6 0,-7 4-270,7 10 0,-4 4 0,3 1-678,6 0 0,0 3 128,-2 4 1,-4 6 0,1 0 0,3-1-820,-1 1 1,2 1 1273,3-4 1,-1 2 0,0 0 0,3-2 0,-4 6 0,1-1 0,0 1 0,0 0 0</inkml:trace>
  <inkml:trace contextRef="#ctx0" brushRef="#br0" timeOffset="16997">9916 5738 9961,'7'-9'0</inkml:trace>
  <inkml:trace contextRef="#ctx0" brushRef="#br0" timeOffset="17931">10086 5601 6993,'-8'0'0,"3"0"0</inkml:trace>
  <inkml:trace contextRef="#ctx0" brushRef="#br0" timeOffset="19048">9424 5073 13199,'-12'-12'360,"-2"-12"-360,5 9 0,-1 0 0,-3-14 0,5 4 0,2 0 0,1 2-45,2-6 0,1 0 45,2 2 0,5 6 0,3-3 0,3 1-471,6-2 1,5 2 470,-6 7 0,2-1 0,1 0 0,-1 2 30,0 1 0,-2 2 0,2 0-30,5 1 0,2 0 0,-4 4 304,4 0-304,1 2 0,-1 2-90,-5 1 90,-2 5 0,0 0 0,-7-1-630,6 15-89,-14-10-2558,-5 21 2971,-8-13 1,-4 9 0,-4-10 0</inkml:trace>
  <inkml:trace contextRef="#ctx0" brushRef="#br0" timeOffset="42698">9849 5360 10051,'-7'-1'990,"0"1"-720,6 0 629,0 0 270,-1 0-899,1 0 989,-1 0-179,1 0-361,-1 0-449,2 3 0,5 5 360,12 6-540,-3-3 90,3-2 0,0-1-91,-1-1-44,7 1 0,1 1 45,3-1-30,-4-3 0,5 2 0,-1-1-484,-2-2 1,0-1 0,1 1 445,-2-1 1,2 0-1,0 1 1,-1-1 6,0-1 1,0 1 0,0-1-30,-1-1 0,1 0 0,-1-1 0,-3 1 0,-1-1 0,0 0 0,1 0 0,5-1 0,0-1 0,-5 1 0,-2 1 0,-1-1 0,9-2 0,4-1 0,-3 0 0,-9 1 0,0 0 30,8-2 0,4-1 0,-4 0-30,-8 0 0,-1 1 0,7-2 0,4-1 0,-5 1 45,-7 2 0,-2 0-45,9-3 0,1-1 45,-3 0 0,-2 1 45,5-4 45,3-2 0,-1-1-135,-7 2 45,3-5 0,0 1-139,-5-1 94,4-3 0,0-1 90,-2 2 59,-5 3 1,3-2 0,-2 0-15,-2-1 0,-2 1-1530,4-3 0,-2 0 1440,-6 5 0,-4 0-371,-5 1 1,-2-1 415,2-5-811,-12-3 1,-3-1 720,1 3-30,-1 5 0,-5-1 0,1 1-59,6 6 0,-1 0 111,-2-1 1,-4-2-1,0-1 1,3 3-23,0 1 0,-2 0 54,1 1 0,-4-2 0,-1-1 0,-2 1 0,2 0 171,-4 1 0,0 1 1,0 0-1,-3 0-195,4 1 0,-2 0 0,0 0 0,-1 0 0,1 0 0,1 1-30,3 1 0,1 0 0,0 1 0,1 0 0,-2 1 18,-3-1 0,-1 1 0,-1 1 0,3 0 0,4 0-18,-2 0 0,0 1 22,0 0 1,-4 0-1,0-1 1,4 1-23,1 1 0,-1-1 22,0 1 1,-3 0-1,-2 0 1,0 1 207,0 0 0,-1 2 0,0-1 1,0 0-159,2 0 0,1 0 0,-2 0 0,2 1 0,-1-1-50,-2 2 1,1 0-1,-1 0 1,2 1 44,-1-1 0,0 1 1,2 0-1,5 0-22,2 1 0,2 1-45,-4 1 0,-3 0 0,2 0 0,2-1 0,1 1 30,1 3 0,-1 1 0,1 1-30,-1-2 0,2 2 0,0 3 0,0 3 0,3-2 90,-5 9-60,9-5 0,-1 3 0,3-3-30,-1 9 30,5-8 0,-1 3 0,2-2 60,1 7-45,0 4 0,2 0-45,1-4 45,6 4 0,1 0 45,-3-4-90,5-7 0,3 2 45,-1-1 0,0 0 0,0-8 0,1 1-15,5 6 0,2 3 0,-2-2-30,-3-7 0,0 1 30,7 6 0,4 4 0,-3-4-30,-6-6 0,0 0 22,3 2 1,2 3-1,2 0 1,-1-1 7,1-1 0,1-1 0,-1 1-30,1 0 0,-1 0 0,2 0 0,-3-4 0,2 0 0,-1-1 0,-2-2 29,-3-2 1,1-2 0,8 4 0,4 1 0,-3-2-30,-8-4 0,0 0 0,9 2 0,4 0 0,-4-1 45,-9-2 0,1-1-45,2 0 0,5 1 0,0 0 0,-2-1 0,-2-1 0,-2-1 0,1 1 168,3 0 1,0 0 0,1 0-139,2-1 0,0-1 0,-4 0-30,-7-1 0,0 0 0,12-1 0,6-1 0,-6 0 0,-9 1 0,-1 0 0,3-2 0,4-1 0,1-1 0,-5 1 0,-3 2 0,0-1 30,9-4 0,4-1 0,-4 1-75,-9 2 0,1 0 45,4-2 0,4-2 0,1 0 0,-1 0 0,-5 0 0,0 0 0,-1-1 0,1 1 0,0 1 0,-1-1 0,1 0 0,0-1 0,4-2 0,2-3 0,-3 1 0,-3 2 0,-5 1 0,0-1 0,1-2 0,2-2 0,0-1 0,-3 3 45,-2 0 0,-1-1-68,1-1 1,1-3-1,0 0 1,-2 2 22,-3 1 0,0 0 0,3-6 0,2-4 0,-3 2 0,-5 9 0,-2-1 0,3-7 0,-1-2 0,-1 2 0,-4 7 0,-1 0-30,1-7 0,0-3 0,-3 2 30,-3 8 0,-2-1-30,-2-8 0,0-4 0,-2 4 30,-1 7 0,-3 0 0,-3-4 0,-3-4 0,-2-1 0,3 5-54,-1 2 0,-2 1 36,2 2 0,-5-2 0,-1 0 0,1 0 0,2 5 18,-3-1 0,-1 2-18,3 2 0,-3-1 0,-2 0 0,1 1 0,4 2 18,-7-2 0,-1 2 15,7 3 0,-4-2 0,-2 0 0,-1 0 0,1 1 0,2 1 30,-4 0 0,1 1 0,1 0 0,-2 0-45,4 0 0,0-1 0,-1 1 0,0 0 0,-1 1 15,0 1 0,-1 0 0,-1 1 0,1 0 0,2 1 0,4-1-15,-1 1 0,4 0 0,-3 1 15,-1 0 0,-3 0 0,-3 1 0,0 0 0,3 1 0,4 0-15,-8 2 0,2 2-18,5-1 0,-4 1 0,-1 0 0,2 0 0,3 1 18,-3 3 0,1 2 18,6-2 0,-3 1 0,-1 1 0,2 0 0,3-1-18,-3 4 0,2 1-45,0 3 0,-3 4 0,0 1 0,5-3-135,1 0 0,1 1-476,3 0 1,-2 3-1,0 3 1,0-2 0,4-4-360,-2 3 0,2 0 195,0 2 1,-1 3 0,0 1 0,4-3 451,3 4 1,3-2 0,0 1 0,4 0 0,4-6 0,0-1 0</inkml:trace>
  <inkml:trace contextRef="#ctx0" brushRef="#br0" timeOffset="53432">4614 4593 16078,'5'-11'90,"-4"0"-90,4 8 0,-5-1-540,0 2 630,0 10-90,-10-6 0,7 6-270,-6-8 270,5-1 0,1 0-90,-2 1 90,2 5 0,-2-4 0,4 6-90,-4-5 90,5 2 0,0-2-3277,0-1 2567,-4 0 0,-2-1 0,-5 1 1</inkml:trace>
  <inkml:trace contextRef="#ctx0" brushRef="#br0" timeOffset="54398">401 5743 8612,'-13'0'1259,"4"0"181,0 0-1081,6 0 541,-4 0-630,4 0 719,-5 0 450,4 0-719,13 8-630,-1-1 90,17 2 0,4-1-742,-11-4 1,1 0 583,7 0 1,6-1-1,0-1 1,-2 1-485,-8-2 1,-2 0 0,5 0 473,-2 0 1,4-1 0,2 1 0,1 0 0,1-1 0,0 1 0,-3-1-371,0 1 0,-2-1 0,0 0 0,1 0 0,-1 0 0,2 0 358,0 0 0,1 0 0,1 1 0,0-1 0,0 0 0,-2 0 0,-1 0 0,2 0 0,-1 0 0,-2 0 0,0 0 0,-1 0 22,5 0 1,-1 0-1,-1 0 1,-5 0-23,-6 1 0,0-2 0,5 0 0,3-1 0,-6 1 0,-2 0 90,13-7-180,-21 7-623,4-7-2564,-22 1 1638,-9 1 1,-4 1 1340,5 1 1,-2 0 0,-12 1 0,1 2-1,12 0 1,-1 1 0</inkml:trace>
  <inkml:trace contextRef="#ctx0" brushRef="#br0" timeOffset="54764">401 5831 10771,'-18'0'449,"-1"0"1,-4 0 270,4-2 0,5-1-1,13 2 360,22 1-899,-1 1 0,6 0 0,2 1 0,-2-1-647,-2 1 0,-1 0 1,4 0 495,-2-1 1,4 0 0,3-1 0,-1 1 0,-2-1 0,-4 1-30,-1-1 0,-3 0 0,3 0 15,0 0 0,3 0 0,2 0 0,1 0 0,-3 0 0,-3 0-483,0 0 0,-3 0 1,3 0 467,5 0 0,3 0 0,2 0 0,-2 0 0,-4 0 30,-5 0 0,-4 0 0,4 0-30,1 0 0,4 0 0,2 0 0,-3 0 0,-4 0 0,3 0 0,0 0 0,-2 0 0,3 0 0,0 0 0,-3 0 90,2 0 0,-2 0-60,-3-2 0,2 1 0,-3-1 60,10-3 0,-11-1-90,-15 1 0,0 4 998,-2-3-4275,-2 3 0,-6-1 3163,0 1 0,-1 1 0,3 0 1</inkml:trace>
  <inkml:trace contextRef="#ctx0" brushRef="#br0" timeOffset="56448">2867 5457 9242,'0'-11'2338,"-6"-4"-898,-5 6-901,-7 1-359,2 3 315,0 11 0,1 3-316,1 1 46,-4 8 0,0 3-135,3-1-1182,-1 7 0,0 1 1182,4-1 0,5-6 0,0 3 0,1-3 0,1 9 0,3-6 0,1 4 0,3-2-769,6-4 0,3-2 0,-1 1 679,-4 0 0,0-1 0,3 1 30,8 3 0,5-1 0,-2-4-123,-7-7 0,1-2 183,8 2 0,4 1 0,-3-3-90,-5-5 0,0-1-386,3 0 0,4-1 0,1 0 0,-4-2 386,2-4 0,0-2 0,2 0 0,5 0 0,0-2 0,-5 0 230,1-4 1,-1-2-249,-2 2 0,3-2 0,1-2 0,0 0 0,-4 0 18,2-4 0,-4 0 0,2-1-23,-3 3 1,2 0-1,-1 0 1,-3 0 22,-1-1 0,-3 1 0,-2-2-30,-2-2 0,-2-1 0,-1 2-49,0-1 1,0-1 55,-3-1 1,1-5 0,-1 0-1,-2 4 23,1 0 0,-4 0 0,-2-1 0,-2-3 0,-1 0 0,-1 4 0,1 1 0,-3 2 0,-3 1 0,-3-3 0,-1 1 0,2 4 0,-1 3 0,-3 2 0,-5 1 0,-7 0 0,-1 1 0,4 3 0,1 2 0,-2 2 18,2 2 0,-5 0 0,-2 1 0,2 1 0,4 1 27,-3 4 0,0 3 9,5-2 0,-3 2 0,-1 0 0,1 1 0,4 0 559,-4 6 0,2 3-577,6-4 0,-3 3 0,0 1 0,1 0 0,3-2-36,-2 4 0,2 2 22,0 0 1,-2 5 0,1 0-1,3-4-22,2-1 0,2 0 22,0-1 1,-1 3 0,1 1-1,2-4-22,2-3 0,2 1 30,-1 6 0,0 4 0,1-5-30,4-7 0,1 0 30,0 6 0,2 3 0,1-3-30,3-7 0,0-1 0,1 8 0,2 1 0,7-3 0,3-2 0,2 4 30,-1-9 0,3 2 0,-2-4-30,-5-6 0,1-1 0,9 1 0,6 0 0,-4-4 0,-7-2 0,1-3-18,0 0 0,4-2 0,2 0 0,0-1 0,-3-1-27,-1-2 0,-1-2 0,0 0 0,0 0-300,4-1 1,1 2-1,0-2 1,-2 0 314,1-2 0,-2-2 0,-1 0 0,-2-3 0,0 0 0,-2 0 748,-2 1 0,1-1-763,-1-2 0,2-3 0,-1 0 0,-3 3 35,-3 1 0,-2-1-13,0-2 1,0-4 0,-1 0 0,-2 4 22,-1 0 0,-2-1 0,-1-1 0,0-5 0,0 1 0,-3 3 0,-3 2 0,-1 1-23,0-1 1,-1-2-1,0-1 1,-2 6 22,-2 2 0,-3 2-30,-3-3 0,-3-2 0,1 4 30,5 8 0,-3 2 0,-5 1 0,-5 0 0,-1 1 0,4 2-99,-1 0 0,0 3 99,-1 0 0,-4 0 0,-1 2 0,5 0 0,-1 4 0,1 1 30,4-2 0,-2 0 0,0 2 0,-5 6 0,0 2 0,3-1-162,-1-1 0,1 1 154,0 3 1,-2 4-1,0 0 1,5-1-23,2 0 0,1 3 17,3-3 1,-1 4 0,-1 2 0,1 0 0,2-1 4,2-1 1,1 0 0,1 0-1,-1 1-264,1-1 0,-1 1 0,0 1 0,1-1 1,1-2 241,-1 6 0,1-2 0,1-2 327,2 1 1,3-1-328,1-2 0,1-1 0,0 6 0,1 3 0,0-2 0,0-5 45,2 0 0,0-1-45,-1-7 2042,11 13-1502,-8-19 425,4 1-965,-4-8 0,-2-7 3276,2 0-3244,-2-1 220,2-4-252,-3 9 0,1-6-90,-1 7-2158,0-2-631,-1-2-179,-4 0 1259,3-4 1799,-6-1 0,6 1 0,-2-1 0</inkml:trace>
  <inkml:trace contextRef="#ctx0" brushRef="#br0" timeOffset="57514">3056 5529 10501,'-7'5'1709,"-1"1"-899,4-3-631,1 0 541,-1 1-450,2-3 449,-2 1-449,2-1 540,-1 1-630,0-1 809,-3-1-359,1 0-540,0 0 270,-1-4-360,5-3 0,12-7 0,0 5 0,4 0 0,8 0 0,2 2 0,-2 1 0,0 1 0,-3 1 0,-2 2 0,10 7 179,-12 7-89,-2 0 360,-5 13-270,-8-12 90,-6 5 0,-5 2 89,-1-3 1,-3 0 45,-4 5 0,-2-1-1699,4-5 0,1-1 1474,-9 5 359,4-3-359,8-7-319,-12 10 229,17-12-90,-6 8 359,10-8 1,6 0-360,12-7 0,4-3 0,6-4 0,-4 3 0,4 0 0,-4-2 2307,7-7-2277,-7 7 0,2 1 0,-2-1-30,6-5 0,2 1 0,0 2 0,-6 0 289,2-1 0,0 0-199,-4-1-90,4-1 0,-12 1 0,-10 7-90,2-3 0,-9 5-539,-6-1 269,3 6-966,-10-4 696,15 6-1709,-10-6 1170,11 3-181,-4-3-1927,1 1 0,0-2 2981,-2 0 1,0 0 0,0 0 0</inkml:trace>
  <inkml:trace contextRef="#ctx0" brushRef="#br0" timeOffset="59081">10747 4949 12480,'12'1'630,"-2"-3"-541,-6 1 1,-2-3 180,1 4-270,-3 0-180,3 0-89,-2 0-2340,3 0 900,-3 0 1709,1 0 0,-1 0 0</inkml:trace>
  <inkml:trace contextRef="#ctx0" brushRef="#br0" timeOffset="61770">9481 5471 17247,'10'0'0,"-1"0"0,-5 0 0,-1 0 0,1 0 0,-1 0 0,-1 0 0,3 0 0,-3 0 0,2 0 0,-2 0 0,1 0 0,-2 0 0,0 0 0,1 0 0,-1 0 0,2 0 0,-2-4 0,3 3 0,-2-2 0,1 3 0,-1 0 0,-1 0 90,1 0 180,0-2-180,-1 1 360,2-4-360,-2 4 89,3-5-179,-2 2 90,3-5-90,-3 4 90,4-8-90,-3 8 0,2-7 0,-3 8 0,2-4 0,-3 7-90,0-1 180,0 9-90,-4-3-1439,2 4 90,-8-6 449,3-2-269,-4 0-2108,-5 0 2679,6 0 1,-3 0 0,6 0-1</inkml:trace>
  <inkml:trace contextRef="#ctx0" brushRef="#br0" timeOffset="62931">9638 5455 10771,'-4'-10'1169,"0"3"-629,1 4-450,1 2 1169,-2-1-809,2 6-90,2 2-91,5 6 721,15 10-630,-1-8 0,4-1-211,-3-3 1,2 1 0,-1-2-1789,7 4 1,0-3 1670,-2-2 1,1-1 27,-6-2 0,1 0 0,-1-1-183,-1 1 1,2-1 212,4 1 0,5 0 0,1 0 0,-2 0-30,0-2 0,-2-1 0,1 1-187,-5-1 1,0 1 0,1 0 0,1-1 162,0-1 0,1 0 0,1-1 0,-2 1 0,-4-1-546,6 0 0,-2 0 532,1-1 1,4 0-1,0 0 1,-5-1-5,-2 2 1,-2-1 26,9-4 0,0 1 0,1 3 0,-2 1-778,-6-5 1,-1 0 732,7 5 0,2-1 0,-8-2 0,1-1 0,-1 1 44,-2 1 1,1 1-45,8-3 0,2-1 0,-4 1 45,-10 1 0,-1 0-45,6-2 0,3 0 0,-4-1 89,7-2-89,-8 0 0,4-2 0,-2-1 45,-1-2 0,0 0-387,3-2 1,0 0 296,-6 1 0,-3 1 90,-3 0 0,-1 1 470,7-9-515,-8 8 0,1-1 45,1-8 0,-2 0-45,-4 8 0,-1-1 0,2-6 0,-1-4 0,-2 2 66,-3 8 0,-1-1-96,-1-6 0,-1-4 0,-2 4 30,-3 6 0,-2 1-30,-2-8 0,-3-3 0,0 4 747,0 6 0,-3 0-717,-2-4 0,-5-4 0,0 0 0,2 3 322,1 2 0,-1 0-286,2 2 0,-4-3 0,-1-1 0,1 1 0,4 4 871,-4-3 0,1 2-853,3 2 0,-3-1 0,-1-2 0,0 2 0,4 2-9,-6-3 0,0 2 9,4 3 0,-3-2 0,-2 0 0,2 1 0,2 2-9,-5-1 0,0 1 0,-1 1 0,-5-2 0,0 1 0,5 2-1,1 1 1,1 1-23,0 1 1,-5-1 0,1 0-1,5 2 23,2 0 0,0 1-45,-1 1 0,-3 0 0,0 0 0,3 0 45,2 2 0,-1 0-23,-2 1 1,-5 0 0,0 1-1,4 0-22,-1-1 0,1 1 0,0 2 0,-3 1 0,0 1 30,-2 0 0,1 1 0,2 0-30,1 2 0,-1 2 22,0-1 1,-3 2-1,0 1 1,5-1 22,2 0 0,2 2-23,-1 2 1,-2 2-1,0 1 1,4-2-23,1 0 0,2 2 45,-1 0 0,-2 4 0,0 0 0,3-3 0,1-1 0,1 1 0,-1 1 0,-3 4 0,0 2 0,3-2-741,1 0 1,2-1-1,1 0 726,-3 1 0,0-1 0,2 2 0,3 1 0,1 1 0,3-4 207,2 5-102,8 2 0,4-1-135,4-3 30,3-9 0,5 3 0,-1-4-121,-2-5 1,1-2-338,5 0 1,6 1 0,1 0 0,-3-3-296,3-1 0,1-2 176,-7-2 1,4 1 0,3-1 0,-1 0 0,0 0 0,-5-1-547,5 0 1,-4 0 0,2-1 821,-2 0 0,2 1 0,1-1 0,-1 0 0,-3 0 0,1-2 1,-2-1-1,1 0 0,-1 0 0,1 0 0,0 0 0</inkml:trace>
  <inkml:trace contextRef="#ctx0" brushRef="#br0" timeOffset="68965">9721 5885 17067,'7'-5'90,"0"0"-90,-6 5-3277,0 0 2457,-1-7 1,0 5 0,0-5 0</inkml:trace>
  <inkml:trace contextRef="#ctx0" brushRef="#br0" timeOffset="71499">8898 5719 14908,'-7'3'720,"0"1"-630,7 1 899,0-1-719,4-3-180,-2-1-180,2 0 180,-1 0-90,-2 0 0,1 0 0,-2 0 0,2 0 270,-1 0-180,3-4 0,-3 3-90,1-4 90,-1 5-90,0 0 0,1-4 0,-2 3 0,2-3 0,-1 4 90,-1 0-90,5 0-3277,-4-5 2457,3-2 1,2-5 0,0 1 0</inkml:trace>
  <inkml:trace contextRef="#ctx0" brushRef="#br0" timeOffset="71900">8953 5687 10681,'0'0'0</inkml:trace>
  <inkml:trace contextRef="#ctx0" brushRef="#br0" timeOffset="72233">8966 5709 12210,'-7'-5'-1439,"1"0"1439,6 5 0,-1 0 0,0 0 0</inkml:trace>
  <inkml:trace contextRef="#ctx0" brushRef="#br0" timeOffset="73583">8928 5653 18237,'-10'4'1259,"1"-2"-1259,1-2 0,5-4 0,-2 3 90,1-2-90,0 3 0,-3-3 0,2 1 90,-6-3-90,5 2 0,-7-1 0,7 2 0,-9-3 0,7 2 0,-11-3 0,8 3 90,-17-4-90,12 3 0,-9-1 0,8 1 0,0 2 0,-6-2 0,-6-1 0,-2 1-299,1 0 269,3 0 0,-6 1 0,2-1-951,7 2 1,0 1-1,-1-1 981,-1 0 0,-2 0 0,-1 0 0,1 1 0,-4 0 0,2 0 0,4 1 45,2 0 0,0-1-45,-2 1 0,-4 0 0,0 0 0,6 0 0,4 0 0,2 0 30,-6 1 0,-3 1 0,4-1-30,-5 0 0,2 2 0,1 1 90,8-4-90,-12 6-90,21-6 90,-3 3 0,9-2-2757,1 0-520,3-4 3481,2 7 1,0-6 0,-2 7 0</inkml:trace>
  <inkml:trace contextRef="#ctx0" brushRef="#br0" timeOffset="76163">9887 5762 10231,'-4'12'-1889,"3"2"-359,-8-5 2248,8 0 0,-6 1 0,4-3 0</inkml:trace>
  <inkml:trace contextRef="#ctx0" brushRef="#br0" timeOffset="76547">9901 6235 9961,'0'0'0</inkml:trace>
  <inkml:trace contextRef="#ctx0" brushRef="#br0" timeOffset="76785">9944 6775 6543,'-7'1'-150,"0"0"0,6-1 1</inkml:trace>
  <inkml:trace contextRef="#ctx0" brushRef="#br0" timeOffset="77014">9967 7084 12030,'-11'2'0,"5"-7"0,3-3 0</inkml:trace>
  <inkml:trace contextRef="#ctx0" brushRef="#br0" timeOffset="80680">7705 6104 11940,'-4'-7'450,"0"1"0,2 3-91,2 1-89,-3-2-180,3 3 180,-2-2-180,2 2 90,-2-2-90,2 2-90,-1-2 180,0 1-90,1 0 270,-1-4-1,0 1-269,-1-1 180,0-2-90,1 5 180,-1-2-270,2 2 270,0-1 539,0 2 540,-1 0-1169,1 6 180,0-1-450,0 3 90,0-1-90,0-2 270,0 5-180,0-3-90,0 1 0,0-1 90,0 0-90,0-3 89,-3 5 1,2-4 180,-3 5-180,4-4 90,0 7-90,0-5 270,-1 14 90,-1 0-360,1 2 89,0-3 1,1-1-90,0-4 0,0 4 180,0 1-270,0-3 90,0 5 45,2-6 0,0 1-45,-1 5 0,3 5 0,-1 1-221,-2-1 176,1 4 0,1 1-45,-1-2 60,-1-9 0,0 4 0,1-4-60,1 8 60,-2-7 0,1 3 0,0 0-15,0 2 0,0-1-45,0 1 0,-1 0 45,1 5 0,0-3-45,-2-6 45,1 2 0,-1 0-45,1-4 45,-1 8 0,0-1 45,0-6-90,-2 3 0,-1 1 90,-1 3-3367,-1 0 3235,2-4-996,1-2 1038,2-8-100,-2 16 100,1-18 0,0 6 0,0-7 0,1-2 0,0 4 0,0-7 2756,0 4-2756,0-7 1831,0 1-1921,-8-7 270,3 2-180,-19-2 0,11 3 0,-8-1 0,0 2-90,-3-1-774,4 2 1,-4 2 0,3-1 863,5-2 0,-1 1-30,-8 4 0,-4 1 0,3 0 30,8-5 0,0 1 0,-4 1 0,-3 2 0,-1 0 0,2 0-573,2-1 1,2-1 0,-1 1 572,-4 0 0,0 1 0,1-1 0,-1 1 0,1 0 0,2 0 0,3-1 0,-7 2 0,1 0 0,0 1 0,6-3 0,1 1 0,0 0 0,6-2 0,-6 2 0,10-4 2009,2 0-2009,-3 0 2208,6-1-2118,-2-6-180,4-2 90,1-18 0,0 7 0,0-5 0,0-1-90,0-3-660,2 4 0,0-4 0,-1 2 750,0 5 0,-1 1-30,3-2 0,0 0 0,0-2-30,-2-1 0,-2-2 0,2 0-654,-1 1 0,1-2 0,0 0 0,0 1 714,-1-5 0,0 2 0,0-3-18,-1 6 0,0-2 0,0-1 0,0 2 0,-1 5-877,-1-4 0,-1 2 895,2 0 0,0-1 0,-1 0-178,-1 2 1,-2 0-1,2 1 148,1 0 0,0 0 0,0 0 30,-1 0 0,0 0 0,0 0 0,-2-3 0,1-1 0,0 5 782,-1-3-782,-1-1 0,1 2 2047,3 11-2047,-2-12 0,3 17 3060,1-7-3060,0 10 1001,1-4-1001,0 5 0,0-2 0,0 2 0,0-4 0,0 3-90,0-4 90,0 5 0,0-3 90,0-2-180,0 2 90,0-7 0,0 6 0,0-10-90,0 8 90,3-13 0,-2 12 0,3-14 90,-2 16-180,-1-8 180,1 11-90,-2-1 0,0 4 0,0-1 0,0 2 0,0 0 0,0-2-90,0 1 90,0 0 0,0 0 0,0-2 0,4-1 0,1 0 0,3-5 0,-3 7 0,3-10 0,-5 9 90,5-6-180,-5 5 90,0-1 0,-1 0 0,-1 2 0,1-4 0,-2 5 0,1-1 0,0 1 0,-1 1 0,0 0 0,0 1-90,0-1 90,14 1 0,-5 1 0,10-1 0,2 1 0,0 0 0,7 0 0,2 0-2410,-2 0 2410,-5 0 0,0 0 0,-3 0 0,-2 0-197,11 0 197,-4 0 0,3-1 0,-3 0 0,-6 0 0,0 1-532,3-1 0,3 0 1,1 0-1,-4 1 532,-4 0 0,0 0 0,10 0 0,3 0 0,-4 0 0,-7 0 0,-1 0 0,8 0 0,4 0 0,-5 0 0,-8 0 0,0 0-112,7 0 1,5 0 0,-4 0 111,-3 0 0,-2 0 0,5 0 0,-1 0 1613,4 0-1613,-11 0 0,-7 0 172,4-3-172,-10 2 2911,1-3-2911,-5 4 642,0 0-642,0-9-90,-5-1 180,4-3-90,-7-1 0,4 9 0,-4-5 0,1 5 0,1 0 0,0 1 0,3 2 90,-2-2-90,3 3-90,-2-2-90,3 2 270,-1 9-90,1-2 0,0 9 0,0 12 0,0-5 30,0-3 0,0 4 0,0-1-346,0-5 0,0 1 316,1 12 0,-1 4 0,-1-3 0,-1-9 0,-1 2-324,1-3 0,0 5 0,0 2 1,0 0-1,-2-2-496,0 2 1,-2-1 0,1 1 0,-1 1 163,1 0 1,0 2-1,0 1 1,0-1 0,0-2-165,0 0 1,0-1 0,0-1 0,0-1 409,-1 4 0,1-2 1,0-3-1,1-3 1,1-3-1,-1 2 0,1-1 1</inkml:trace>
  <inkml:trace contextRef="#ctx0" brushRef="#br0" timeOffset="82864">10195 6588 13919,'-13'-6'450,"-1"-1"-270,1 0-355,2 0 355,1-1 146,3 2-146,1 1 74,3 2-75,1 2 271,9 0-180,19-2-270,-1 1 0,5 1-30,-2 0 0,2 0 0,0 0-265,-7 0 1,-1 1 0,2-1-21,0 1 0,2 0 0,-1 0 0,-4 0 45,-3 0 1,-1 0-331,7 0 0,3 0 1,-5 0-121,6 0-919,2 0 1,-2 0 1241,-6 0 0,8 0 0,-20 0 0</inkml:trace>
  <inkml:trace contextRef="#ctx0" brushRef="#br0" timeOffset="83047">10335 6543 12930,'-28'8'1439,"23"2"-1439,6-5 30,15-2 0,11-2 0,-2-1-716,-6 1 0,2-1 528,5-1 1,5-3 0,1 1 0,-4 1-203,-3 1 0,1-1-296,-3-1 1,3-1-1,2-1 1,-2 1 0,-4 0 186,2 0 1,-3-1 0,4 1 0,1-1 0,-5 0 0,-2-5 0</inkml:trace>
  <inkml:trace contextRef="#ctx0" brushRef="#br0" timeOffset="83531">8115 6536 14819,'-28'0'404,"11"-3"1,1-1 135,-2-3 89,-4-2 91,8 3-540,6 3 0,0 2 719,6-2-269,20 1-540,-5 1-60,5 0 0,6-2 0,-3 1-529,-2 1 1,0-1 498,6 0 0,4 0 0,1-1 0,-4 1-590,3 0 1,-1 0 571,-3 1 0,3 0 0,2-1 0,-1 1 0,-5 0-1303,8 0 1,-3 0 1320,1 0 0,3 0 0,-3 1-150,-7-1 0,-1 1 0,-2 0-140,4 0 0,0 0-730,6 1 1,4 1-1,-5 0 525,-10-2 1,-1 1-1145,16 1 1,-5 0 995,-20 1 1,-7-3-1,-12 3 1</inkml:trace>
  <inkml:trace contextRef="#ctx0" brushRef="#br0" timeOffset="83798">8560 6377 14639,'14'0'1079,"1"3"0,1 1-629,4-1 0,0 0-2089,-1 4 1,1 1 1348,0-6 0,1 2-98,-2 7 0,0 1 657,5-3 91,0 9 0,-1 0 928,-6 0-1063,-2 3 0,-3 2-225,-5-1 45,-5 5 0,-3 2-45,-7-3-630,-4-3 0,-5 4 1,-4-3-191,4-9 1,-2-1 0,-1-2 0,-2 1 566,2 1 1,-2 0 0,-1 0 0,1 0 0,0-2 0,-2 0 0,0-1 0,1-1 0,0-1 0,-2-1 0,-1 0 0,1 0 0</inkml:trace>
  <inkml:trace contextRef="#ctx0" brushRef="#br0" timeOffset="84181">8077 6328 15088,'15'-7'180,"0"-1"0,5-3 1529,2-7-539,-16 11-901,-8-1 271,-15 13-270,-1 3 90,-4 4 0,-1 1-1999,11-3 1,-1 0 1375,-7 4 1,-1 2 442,-1 6 0,1 0 157,8-8 0,0 2-158,-4 7 1,-1 3 0,4-2-135,6-7 0,1 0 75,-1 7 0,1 3 0,3-4-30,8 8-90,2-11 0,2 3 0,1-4 45,0-6 0,4-2-630,4 1 0,5 2 1,2-2-1,0-1-235,3-4 1,2-3 0,1-1 0,0 1 584,-3 1 1,0 0 0,0 0 0,0 0 0,0-2 0,0-2 0,-1-1 0,0-1 0,-1-1 0,-1 1 0,3-3 0,0 0 0,0 1 0</inkml:trace>
  <inkml:trace contextRef="#ctx0" brushRef="#br0" timeOffset="98249">13630 1564 12660,'0'-13'809,"0"1"-269,0 5 0,0 0-1,-4 1-89,3 1-90,-4 2-180,5 1 0,0 0-90,0 1 180,-3 0-91,3 8 361,-5 20-450,5-6 0,0 2-277,-1-1 0,1 0 187,-1-1 0,1 2 0,0-2 0,0 8-990,-1-6 1,1 4 0,0-4-1338,0 7 2327,2-8 0,3 3 0,-1-4 0,3 4 0,1-5 0,1-1 0</inkml:trace>
  <inkml:trace contextRef="#ctx0" brushRef="#br0" timeOffset="98997">13810 2672 12300,'0'-13'180,"-7"-3"0,1 4 449,-6-5-539,7 11-3367,-5-1 1164,7 13 1607,-10 18 506,8-1 1,0-2 0,0 2 1,0-1-2,2-5 0,-1 1-371,0 8 1,-1 4-1,1-4 371,1-9 0,1 0 30,0 5 0,1 2 0,-1-3 303,2 4-333,2-8 0,3 0 1262,9 7-1217,4-14 0,3-2-45,-7 1 0,1-1-45,16-4 0,0-5 899,-3-11-854,1 1 0,-2-2 0,-13 2 0,-2-1-45,5-1 0,-1-2 45,0-10 0,-2-2 659,-5 10 1,-2-3-638,-2-4 1,0-5 0,-2-2-1,-4 3-22,-5 1 0,-4 1 0,-2 0-507,1 4 0,-1-1 0,-2 1 1,0 2 326,-2 0 0,-2 3 0,-3 7-640,-3 10 1,-4 8 0,0 2 0,4 0 454,1 0 1,0 2 0,3 0 0,-1 3 0,-1 0 0,4-2 0,2 5 0,-1-1 0</inkml:trace>
  <inkml:trace contextRef="#ctx0" brushRef="#br0" timeOffset="100847">13697 4967 11580,'0'-14'270,"0"2"-180,0 5 90,0 1 0,0 2-90,0 1 540,-4 2-361,2 8-269,-2 20 0,4-5-670,0-3 0,0-1 760,4 4-90,-3 1 0,1 1 0,0 0 0,-2 7-30,0-7 0,0 4 0,0-4-15,0-7 0,0 0-255,0 7 0,0 3 0,0-4-149,0 7-1190,0 1 1,0-2-122,0-10 1760,5 8 0,-3-23 0,3-2 0</inkml:trace>
  <inkml:trace contextRef="#ctx0" brushRef="#br0" timeOffset="101081">13868 5115 11400,'-29'-8'720,"9"4"-450,0 1 0,1 2-270,3 8 0,0-4 0,0 1 90,6 12-90,-7 7 0,13-6 0,0 4 0,3 1 0,10-2 0,2 0-45,-6 0 0,2-1-1048,7-3 1,4-1 0,-1-3 71,9 1-72,-5-6 1,4-1 0,-3-1 392,-5-2 0,-1-2 700,12-3 0,-2-1 0,1-5 0,-1-6 0</inkml:trace>
  <inkml:trace contextRef="#ctx0" brushRef="#br0" timeOffset="101466">14064 4794 11131,'-16'-17'239,"-1"0"1,5 5 0,-3 0 209,-6 0 1,-4 0 0,1 3-986,5 2 0,-1 3 648,-2 3 0,-4 1 1,0 1-1,4 1-22,1 2 0,0 4 0,-2 4 0,-5 5 0,0 2 0,3 1-68,7-2 1,2 1-1,0 1 1,0-1-443,-3 2 1,0-1 0,0 2-1,1 3 450,3-2 0,0 4 0,1 1 0,0 1 0,2 0 0,1 0-334,2-2 1,2 0 0,1 0 0,1 0-1,-1 1 1,0-1 318,-2-1 0,0 1 0,-1-1 0,1 0 0,1 1 0,2 1 0,3 3 0,1 2 0,2 2 0,1-3 0,0-2 0,2-4-248,2 5 0,5-2 251,1-5 0,3 4 0,3 0 0,2-1 0,0-4-41,4-4 1,1-3-1,1-2 1,2 0-265,-1-1 0,3-1 1,0 0-1,0-1 1,-1-3 286,1 0 0,-1-2 0,0-3 0,-2-2 70,-2-4 1,-1-2 0,-1-3-1,0-1-93,1-4 1,-1-2 0,-1-1-1,-2 1 324,-1 1 1,-1 1-1,0-3-319,2-3 0,3-5 0,0-2 0,-2 0 0,-4 4-12,-3 2 0,-3 1 0,0-3 30,-2-1 0,1-4 0,0-2 0,-1 0 0,-1 1 0,-1 3 0,-2-1 0,-1 2 0,-2-3 15,-2 1 0,0-3 0,-2-2 0,-1-1 0,0 3 0,-1 5-15,-1-1 0,0 4 0,-4-1 0,-4 0 0,-4-4 0,-3 1 0,1 2 0,1 4 30,1 5 0,0 4 0,-4 1-30,-4 1 0,-6 1 0,-3 1 0,-1 1 0,2 2 0,4 0-302,-1 2 1,4 1-1,-5 3 45,5-1 0,-4 2 0,-2 1 0,-1 0 0,1 0 0,3 1 0,4-1-223,-1 2 1,4 1-1,-2 1 480,-1 2 0,-4 2 0,0 0 0,3 1 0,4-2 0,-1 4 0,4 0 0,0 0 0,0 1 0,-1-1 0</inkml:trace>
  <inkml:trace contextRef="#ctx0" brushRef="#br0" timeOffset="105496">3951 4233 7982,'1'-12'360,"-1"2"-360,0 10 0,0 5 0,0 10 0</inkml:trace>
  <inkml:trace contextRef="#ctx0" brushRef="#br0" timeOffset="106247">4634 4595 10681,'4'8'90,"-3"2"0,6-9 0,-6 4-90,4-4 90,-5 3-90,3-4 0,-2 2-3277,0-2 3016,0 5 1,0-4 0,-1 4 0</inkml:trace>
  <inkml:trace contextRef="#ctx0" brushRef="#br0" timeOffset="107730">9541 5328 11131,'-9'-5'449,"1"0"-179,4 2 0,0 0 90,0 0-180,1 1 90,1 0 359,1 2 990,1-2-1349,0 8 360,6 1-360,14 15-90,-3-6-1,0-3 1,2 2 0,-1-1-598,7 4 538,-2-4 0,3 3 0,-2-4-75,-9-5 0,2 0 15,8 2 0,5 1 0,-4-1-477,-6-4 0,0-2 417,2 1 0,5 0 0,0-1 0,-4 0 45,0-2 0,2 0-45,-3-2 0,5 1 0,2-1 0,0-1 0,-1-1 0,2-1 0,-1-2 0,-1 0 0,1 1-737,1 0 0,-1 0 0,0 1 0,0-2 737,-2 0 0,-1-1 0,-1 0 0,-2 0-30,-1-2 0,-2 1 0,-1 0-259,4-2 0,0-1 289,-1 1 0,3-3 0,0 0 0,-3 1 0,2-1 0,0-1 0,-1-1 0,4-3 0,0 0 0,-4 3 45,-2 0 0,-1-1-45,0 0 0,3-3 0,1 0 0,-5 2-45,-1 2 0,-1-2 45,2-1 0,4-3 0,-1-1 0,-2 0 0,-3 0 0,-2-1 0,0-2-23,0 0 1,0-2-1,0-1 1,-3 2 22,-1 1 0,-1 2 0,-3-2 0,-4-7 0,-3-1 0,0 4 0,0 9 0,-2 0 30,-7-8 0,-4-3 0,1 3-75,5 8 0,-3 0 67,-4 0 1,-4-2-1,-1 0 1,1 3-23,1 2 0,0 1-187,-2-1 0,-1 0 0,0 1 216,1 3 1,1 2 0,-1 0 15,-2-1 0,-3-1-9,1 3 0,-4-2 0,-2-1 0,1 2 0,3 1-191,3 0 1,1 2-1,-3 0 170,-1-1 0,-5 0 0,-3-1 0,0 1 0,3 0 0,3 2 238,1 1 1,4 1 0,-5 0-242,4 1 1,-4 0 0,-2-1 0,-1 1 0,1 0 0,1 1 0,4 0-275,-8 0 1,4 0-1,-4 1 274,5 1 1,-4 1 0,-2-1 0,-1 1 0,0 0 0,3 0 0,4 0 9,0 1 1,5-1 0,-1 1-1,-3 1-22,-1 0 0,-4 1 0,-2 0 0,-1 1 0,2 0 0,1 0 0,5-1 0,-5 2 0,4 0 0,-3 1 30,3 0 0,-3 1 0,-1 2 0,-1-1 0,4 1 0,3-2-333,2 1 1,4 0 0,-1 0 302,-2 1 0,-1 0 0,1 2 0,2 0 30,2 6 0,2 1 0,2-1 288,0-1 1,2 2-319,0 8 0,0 5 0,4-4 367,3-8 0,4 0-337,3 8 0,4 4 0,0-4-30,-1-9 0,3-1-113,3 0 1,4 3-1,1 0 1,-1-4-201,1-1 1,1-2 102,1 1 0,2 1 0,0-2-480,1-3 1,0-2-1,0 0-30,3 1 1,3 0 719,-3-3 0,4 2 0,3 0 0,-1-1 0,-5-1 0,-1-1 0,-4-2 0,3 1 0,7 2 0,-1-1 0,1 1 0,-1-1 0</inkml:trace>
  <inkml:trace contextRef="#ctx0" brushRef="#br0" timeOffset="109346">10017 3726 14189,'-17'0'270,"0"0"179,2-5 1,1 3 360,-2-8-540,7 9-90,-2-8-180,9 6 0,6-3-540,24-1-540,-6 3 1,0 1 584,0 0 1,1 0-599,0 0 1,3 0 0,-5 1 436,7-2 1,-4 1-1,-2-1 1,-6 0 0</inkml:trace>
  <inkml:trace contextRef="#ctx0" brushRef="#br0" timeOffset="109863">10363 3293 13199,'-10'-14'854,"-1"0"1,-7-5-765,0 5 0,8 13-90,7 16 0,4 5 0,-1 4-261,0-5 1,0 3 305,-1 5 0,2 1-1083,4 1 1,0 0 1037,-5 1 0,2-1 0,6-4 0,1-2 0,-2-5 0,0-1 704,8 4-704,-2-1 0,0-2 0,-2-6 90,10 6-90,-14-13-90,6-1 90,-9-10 253,4-13-253,-3-10-90,1 3 90,1 2 0,-4 17 1909,8 2-1909,-4 2 0,11 9 0,-8-1 90,17 6-90,-13-2 0,7-4 0,4-2 0,-3 0 0,0-2 0,0-1 0,0-2 0,2 0 0,-5-2 0,-9-9-90,1-6 90,-9 5 0,-9-1 0,-2 0 0,0 1-45,-9-2 0,-1 0-135,3 5-315,-3 0 1,-2 5-1755,-5 20 610,9-3 1,3 2 803,4 1 0,3 0 720,0 16 0,7-20 0,0 1 1</inkml:trace>
  <inkml:trace contextRef="#ctx0" brushRef="#br0" timeOffset="110197">10770 3549 11580,'9'-15'1304,"-1"1"1,1-4-406,0-10-719,-8 19 90,-6-3-180,4 9 0,-11-1-90,5 9 0,-10 3 0,7 6 0,-3-1 0,6 10 90,3-10-90,1 3 0,2 1 0,7-1 0,1 4 0,1 0 90,7-1-90,-3-2 0,2 4 0,-2-4 0,5 8-75,-4-7 0,1 3 1,-2-1 74,-1 2 0,-2 0-1639,1 6 1,0 0 1617,-3-8 1,-2-1-115,-5 3 0,-3-4-45,-3-4-899,-8 14 539,0-18-2068,-6 7 989,7-13 1619,-5-6 0,14-5 0,-2-7 0</inkml:trace>
  <inkml:trace contextRef="#ctx0" brushRef="#br0" timeOffset="110698">11379 3165 13020,'-14'15'359,"6"-2"-359,-2 1 180,5 16-135,2-14 0,0 0-45,-1 3 0,4 0 45,8 5 0,2-2-45,-1-5 0,7 0 0,2-2 90,11-8-90,-10-13 0,0-4 0,-4 5 0,-1-2 0,3-18 0,-3-2 0,-5 3 90,-3 5 0,0-4 0,-1 3 0,-1 3 0,-2 2-90,2-6 0,0 2 180,0 2-90,-2 14 0,4 21 0,-3-6-90,3 12 0,-1 3 0,1-1-898,-1-5 1,0 4 0,0-2 897,-2-7 0,1 1 30,0 7 0,1 3 0,-1-4 15,-1-7 0,-1 0-221,3 14 0,-1-1 266,-2-8 90,-1 0 0,0-2-180,0-8 0,-6 9 0,4-16-1080,-9 1 361,4-4 290,-9-7-1011,5 4 1746,-3-15 0,9 14 0,-1-8 0</inkml:trace>
  <inkml:trace contextRef="#ctx0" brushRef="#br0" timeOffset="111031">11813 3484 13199,'7'-14'2249,"6"1"-1889,4 7-270,-4 1 270,2 20-225,-20 1 0,-6 3-1774,-1 6 1,-2 2 1330,0-5 1,-1 0 442,-4 2 0,1-2 1174,6 0-949,3 3-360,16-10 0,7-11 0,3-2 0,8-1-180,5-7 0,0-1-354,0 4-36,-8-5 1,2-3-1,-2 2-240,5 0-283,-8-1 1,0-3 0,-3 0 854,-2-9 1,-3-3-1,-22 9 1</inkml:trace>
  <inkml:trace contextRef="#ctx0" brushRef="#br0" timeOffset="111665">9814 4071 14729,'-20'12'90,"8"3"89,13-1 136,13 2 0,5-1-225,-4-5 0,4-1-746,1 1 1,6 1-1,1 2 1,0-1 0,-4-2 130,-1-1 1,-3-1-1,5 0 576,-2-1 0,3 2 1,3 0-1,1 0 1,0-1-1,-3 0 1,-2-1-115,3 0 1,-2-2 0,3 1 74,-4-1 1,4 0 0,3 0 0,0 0 0,-1-1 0,-1 1 0,-4-2-73,7 1 0,-3-2 1,3 0 59,-5 0 0,4-2 0,3 1 0,0 0 0,0-1 0,-3 0 0,-3-1 22,-2 1 1,-3-2-1,0 1 1,3-2-23,-2 1 0,3-2 0,3 0 0,0 0 0,1-1 0,-2 1 0,-1-1 0,-4 1-279,2-1 1,-3 0 0,-1 0 0,4-1 278,-2-1 0,4 0 0,1-1 0,1-1 0,1 0 0,-2 0 0,-2 1 0,-3 1 0,2-2 0,-3 2 0,-1-1 0,4-3 10,-2 2 0,3-3 0,3 0 0,1-2 0,0 0 0,0 0 0,-1 1 0,-3 0 0,-3 2-10,4-3 0,-4 2 0,0-1 0,4-2-9,-7 4 0,2-2 0,2-1 0,2-1 0,0 0 0,0-1 0,-1 0 0,-1 1 0,-1 1 0,-3 0-9,5-3 0,-2 1 0,-2 0 0,0-1 0,2-1 18,-2 1 0,2-1 0,1-2 0,0 1 0,-1-1 0,-1 1 0,-2 1-16,0 0 1,-1 1 0,-2 1-1,0-2 1,0-2 0,1-3 0,1-2 0,-1-2 0,0 0 0,-2 2 0,-2 1 15,3-3 0,-4 2 0,1-4-26,-4 5 0,1-2 1,-1-3-1,1-1 1,-1 1-1,-2 2 0,-1 3 26,0-5 0,-3 4 0,-1-5 30,-1 2 0,-1-4 0,-1-2 0,0 0 0,-1 2 0,-2 5-138,-1-2 0,-1 4 0,-2-1 108,1-4 0,-1-1 0,-3-1 0,-2 3 45,-6 4 0,-3 0 0,-1 2 0,1 3 55,1 1 1,1 2 0,-4-1-89,2 5 1,-4-2 0,-3 1 0,-1-1 0,0 1 0,2 2 0,2 2 20,-1 1 1,3 2 0,-1 2 0,-4-1-44,3 1 0,-3 0 0,-3 0 0,-1 1 0,-1-1 0,0 0 0,1 1 0,3 1 0,2 0-61,-3 0 0,4 1 0,1 0 0,-1 1 1,-5 1 70,5-1 0,-2 2 0,-3-1 0,-1 0 0,-1 1 0,0 0 0,-1 0 0,2 0 0,1 0 0,2 1 0,2-1 18,-7 1 0,4 0 0,1 0 0,-2 1 0,-3 1-3,8-1 0,-3 1 0,-1 0 0,-3 1 0,0 0 0,0 0 0,-1 0 0,1 1 0,1-1 0,2 1 0,1-1 0,4 0-77,-5 1 1,4-1 0,2 1 0,-1 0 0,-1 1 0,-3 1 67,5 0 0,-1-1 1,-2 2-1,-2 0 1,0 1-1,-2 1 1,1-1-1,-1 2 1,0-1-1,1 1 1,0 0-1,1 1 1,2-1-1,1 1 11,-4 3 0,1 0 0,2 2 0,0-1 1,1 1-1,0 0 0,0 1 0,0-1 1,0 0-1,-1-1-9,2-1 0,-1-1 0,0-1 0,0 1 1,0 0-1,0-1 0,0 2 0,0-1 0,1 1 1,1 2-1,0 0 8,-1 2 0,0 2 1,0 1-1,0 1 0,1 0 1,0 0-1,1 1 1,2-2-1,1-1 0,1-1 1,3-2 5,-5 7 1,4-4-1,2 1 1,-2 4-12,3-4 0,-1 3 0,0 3 1,-1 0-1,1 0 0,1 0 0,2-3 1,1-3-12,-1 7 0,3-3 0,1 3 15,1-3 0,1 3 0,1 3 0,0-1 0,1-2 0,2-4 15,1-2 0,1-3 0,3 3 70,2 0 0,1 3 0,1 2 0,3-1 0,1-1 1,2-3-65,3-3 0,2-3 0,2-2 0,2-1 0,2 1-70,-3-3 0,2 1 0,2-1 1,1 0-1,0-1 0,1 0 0,-2-2 1,0-1 2,1 1 0,-2-2 0,0-1 0,1-1 0,2-2 0,2-1-267,-4-1 0,3-2 0,1-2 0,1 0 0,1-1 0,1 0 0,-1-1 0,1 0 1,-2-1-1,0 1 0,-3-1 245,4 0 1,-2-1-1,0-1 1,-2 0 0,1 0-1,0 0 1,0 0-1,1 0 1,0 1 0,0-1-1,1 1 1,1 0-1,-1-1 1,0 1 0,-1-1-1,0 1 1,-1-1 0,0-1-1,1 1 1,-1-1-1,1 0 1,-1 1 0,0-1-1,1 0 1</inkml:trace>
  <inkml:trace contextRef="#ctx0" brushRef="#br0" timeOffset="112715">9951 4048 11311,'9'0'1259,"-2"-4"-719,0 3-361,-5-6 811,6 5-181,-6-1-629,1 0 90,-2 0-180,-1-1 270,-15-11-270,7 6 135,-9-4 0,-1-1-46,0 1 91,-8-1 0,-2 0-487,13 8 0,-2 1 329,-6-1 0,-5 0 1,-4 0-1,1 2-482,5 1 0,-1 1 0,-1 1 1,0 1-1,-3 0 426,5 0 0,-2 0 0,-1 1 1,0 0-1,-1 1 0,0-1 0,2 0 1,0 1-404,-1-1 0,1 0 0,0 0 0,1 0 0,-1 1 0,-2 2 369,2 0 1,-2 1-1,-1 1 1,0 0-1,1 0 1,0 1 0,3-1-1,4 0 8,-9 2 0,6 0 0,-4 3 8,5-3 1,-3 2-1,-1 2 1,-1-1 0,0 1-1,3 0 1,4-2-9,-5 3 0,5-1 0,-4 2-15,3 0 0,-4 2 0,-1 1 0,0 1 0,2-2 0,4-1 15,0 0 0,5-2 0,-4 2-12,-1 2 0,-4 3 0,0 1 0,1-1 0,4-3-18,-3 3 0,1-1 0,3 0 0,-3 2 0,0 1 0,5-4 0,3-3 0,2 0 30,-3 8 0,-1 2 0,4-3-30,0 4 0,3 4 0,2-2 0,5-10 0,1-2 0,1 0 0,0-7-3277,2 4 2457,4-3 1,3-6 0,4 2 0</inkml:trace>
  <inkml:trace contextRef="#ctx0" brushRef="#br0" timeOffset="136912">4478 4536 9961,'-12'0'1170,"2"0"-721,2 0-89,0 0 0,-1 0-90,-1 0 90,0 0-91,-2 0 91,1 0-90,0 0 0,-1 0 0,0 0-90,2 0-90,-1 0 0,3 0 179,-2 4 271,3 1 180,9 5-181,22-2-449,0-2-910,-4-4 1,3-1 0,-2 0 819,-5-1 0,1 0 0,9-2 0,4 0 0,-3 0 0,-7 1 0,-1 0 0,9-2 0,4-2 0,-5 1 0,-9 1 0,0 0-330,8 0 0,3 0 1,-3 0-1156,-5 1 1,-2 0 1484,6 0 0,-2 2 0,-1 0 0,-17 0 0</inkml:trace>
  <inkml:trace contextRef="#ctx0" brushRef="#br0" timeOffset="137162">4282 4720 12570,'-28'12'90,"9"-4"809,-8 1 91,28-5-720,-2-1 44,21 0 1,10-4-816,-1-5 621,-1 4 0,5 0 0,-3-1-120,-10-3 0,2-1 0,0 3 0,4 0 0,0 1 0,-3-1 0,-2-2 0,-1 1-570,8-1 0,2 0 1,-3 0-151,-11 3 1,-1 0-920,15-5 1,-2 1 1040,-9 1 1,6-4-1,-17 4 1</inkml:trace>
  <inkml:trace contextRef="#ctx0" brushRef="#br0" timeOffset="173233">4602 4507 9602,'-11'14'0</inkml:trace>
  <inkml:trace contextRef="#ctx0" brushRef="#br0" timeOffset="174179">10732 5516 12210,'-11'0'3058,"1"0"-2878,6 0 0,2-4-180,1 1 0,7-5 0,4 2 0,17-7 0,-7 6-90,6-3 0,0 1 0,-3 1 0,0 0 0,0 0-359,-8 1 269,0 0-180,-14 4 360,-24 2 0,4 5 0,-8-1 0,-1 1 0,2 8 239,3-6 1,-4 0 0,2 0-302,2 2 0,1-1 197,-5 1 0,3-2-45,6 1-2249,48-11 855,-14 0 0,1-1 964,8 0 1,5-1 0,-2-1 0,0-2 0,0 1-1,-1 1 1,0 0 0,0 0 0</inkml:trace>
  <inkml:trace contextRef="#ctx0" brushRef="#br0" timeOffset="198295">7526 4869 9242,'0'-7'989,"0"1"-809,0 4 90,0 0-180,0 1 719,0 0 900,0-1-1529,0 17-90,0-9 90,0 13-90,0-12 0,0 1 0,0-1 0,0-1 0,0 1 0,3-1 90,-2 0 0,2-1 0,-1 0-1,-1-1 91,5 1-90,-4-3 540,7 2-540,-5-4 179,14-6-314,-2-9 0,2-3 0,-4 7 0,2-2-865,-1-3 1,2-3 0,0 0 0,-2 2 761,-1 0 1,1 0 57,1-2 0,3-5 0,0 1 0,-2 3-316,-2-1 1,1 1 315,-1 0 0,3-4 0,-1 1 0,-2 3-45,-2 3 0,-1 0-165,2-3 0,2-3 0,-2 5-150,-1-3-720,-2 3 1,-3 0 1079,-4 6 0,-6 5 0,-5 10 0</inkml:trace>
  <inkml:trace contextRef="#ctx0" brushRef="#br0" timeOffset="198646">7689 4869 10321,'-13'8'1259,"-1"0"1,-7 7 629,6-5-1530,14-11 1,19-19-360,-2 1-1093,-2 2 1,2-3 0,-2 2 1025,-3 4 0,1-1 67,1-3 0,3-4 0,1 0 0,-3 2 0,1 0 0,0 0 0,1-1 0,2-4 0,1 0 0,-3 4 0,-1 1 0,1 1-135,0-1 0,4-3 0,-1 0 0,-3 4 0,-2 4 1,-1 0-196,4-5 0,3-1 0,-4 3 534,-2 2-1194,-2 1 1,-2 2 89,-5 5-2377,1-2 3219,-12 8 0,5 1 1,-5 1-1</inkml:trace>
  <inkml:trace contextRef="#ctx0" brushRef="#br0" timeOffset="198846">7525 5100 12480,'-24'-1'450,"10"-2"-360,20-12 0,6-5-90,8-4-820,-4 9 1,6-4 0,0 0 0,-2 3-643,2-3 0,1-1 806,-2 2 1,4-3-1,1-1 1,0 0 0,-4 4-291,0 0 0,-4 2 1,3-1 945,2-2 0,2-2 0,0 0 0,-2 3 0,-4 2 0,-2 3 0,0-1 0,0 0 0,1 0 0,-1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2:03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4728 3950 8522,'-5'-8'450,"-1"2"-360,6 5 2878,-3 0-2608,3 4 180,0 5-91,0 4 1080,0-2-1259,17-21 0,5-7-180,-1 3-910,-3 2 1,4-4 0,1 0 0,-3 3 806,-1 3 1,-1 1 12,3-1 0,4-1 0,0 0 0,-4 2-125,0 0 0,-1 1 125,1 0 0,4-1 0,1-1 0,-4 2 0,5-3 0,-2 1 0,-3 1 0,0 0 0,-2 1 0,-2 0 0,-4 2-360,3-4-2917,-14 9 2457,-5 0 1,1 9 0,-4 3 0</inkml:trace>
  <inkml:trace contextRef="#ctx0" brushRef="#br0" timeOffset="6066">6729 6415 7892,'-1'17'30,"0"-1"0,-1 1 0,1 0-30,0 0 0,0 0-1407,-1-1 0,1 1 1407,0-1 0,0 1 45,0-1 0,-1 0 0,1 0 0,0 0-45,-1 15 90,0-2 0,0-1 189,1-10 0,1 1-234,-1 5 0,1 0-1,0-4 1,-1 0-15,1 3 0,0 2 0,0-1 60,0 5 0,0 0-90,0 0 0,0 1-534,1-5 0,1 1 0,-1-4 534,1 7 30,1-7 0,1 3 0,-1-4-30,-1 8-125,2-7 0,3 4 1,-1-2 169,0-2 0,0-1-45,1 3 0,2 1 0,4 1 0,0-3 0,-2-6 552,1 2 1,3 0-283,8 0-180,-3-2 45,-3-7 0,-1-3-135,-2-2 90,3 0 0,1 0 0,-2-2 90,3 2 0,-1-1-90,-1-1 240,10 1-60,-1-2-135,-8-1 0,1-1-135,-3 0 0,0 1 45,9-1 0,-2 0-45,-5 0 0,3-2 0,1 0 0,-4 1 45,3-5 0,-1 1 45,-3 4 44,1-5 1,0-1-135,-3 3 2629,7-4-2539,0-1-90,-9 3 0,2-1 0,-1 0 0,-1-1 0,1-2 0,1 0 0,-2 0 0,2-3 0,1 0 0,-2 0 0,2-3 0,0 0 0,-3 0-1297,3-6 0,0-1 1387,-5 4 0,2-5 0,0 0 0,-5 5-90,0-2 0,0-1 0,-1 2 0,1-2 0,0-1 0,-1 4 0,1-3 0,0 0 0,-2 4 0,1-2 0,0-1 90,-1 3-45,-1-2 0,0 0-45,-1 1-1090,-1-6 1,0 0 999,-1 2 90,0-6 0,-1 0 90,0 5-60,0 3 0,0-3 0,1 2-30,-1-1 0,1 1 1045,0-4 0,0 0-1000,2-3 0,-1 4-45,-1 1 0,1 4 0,-1-4 0,0 4 0,0-6 0,0 5 0,-1-3 0,0 4 0,-1-6-45,1-5 0,-1 0 2971,0 2-2896,0 7 0,0-3 0,0 3-30,-2 6 0,0 0 30,1-7 0,2-4 0,-2 4-30,-3 8 0,0-2 30,1-8 0,2-5 0,-2 2-30,-1 4 0,0 2 0,-1 0-209,2 0 1,0-1 0,0 0 178,-2-3 0,0-1 0,-1 1 30,2 4 0,0 1 0,0 0 0,-1-6 0,0-1-30,0 0 0,0-2 0,1 5 30,1 9 0,1 1 0,-2-8 0,0-2 0,0 3 0,-1-8 30,-1 7 0,0-4 0,0 1-30,-3-5 0,1 2 0,0-1 0,-1 0 0,2 7 0,0 0 0,1 4 0,-1-2 0,-1-1 0,1 0 0,0 5 0,1-1 0,0 1 90,1 3 0,-6-12-90,6 16 180,-8-10-180,8 13 240,-6-7-240,7 9 90,-1-1 0,-2 0-90,2 2 362,-5-4-362,5 4 667,-6-2-667,5 4 0,-9-3 0,7 2 0,-12 0 0,9 1 0,-20-1 0,18 1 0,-17 0 0,20 2 0,-12-1 0,12 1 0,-10 0 0,10 0 0,-10 5 0,11 0 0,-14 7 0,11-3 45,-6 1 0,0 1-45,2 0 45,-6 4 0,0 1-45,4-2 0,-3 5 0,0 0-249,2 0 249,5-3 0,-1 3 0,1-1-263,5-5 1,1 1 292,-4 8 0,-2 6 0,3-4-348,3-5 0,1 0 340,0 2 1,-1 4-1,0 0 1,2-4-23,0 1 0,1-1 45,0 2 0,-1 4 0,1-1 0,1-3-1278,0 0 1,1-1 1232,-1-1 0,1 2 0,0 1 60,0 3 0,0 0 0,1-2-15,-1 1 0,0 1-27,1-4 0,0 5 0,-1 1 0,1 0 0,0-5-18,0-2 0,1-2 0,-1 2 18,0 5 0,0 3 0,0 2 0,0-1 0,0-5-18,1-4 0,-1-2 0,1 2 18,0 4 0,0 3 0,0 2 0,0-2 0,0-3-18,0 4 0,0 0 0,1-5 0,0 4 0,0 1 0,-1-1 0,1-4-940,0 5 0,0-1 880,0 1 0,0 2 0,0-1-240,2-2 0,0-1 1,-1-3-16,0 1 1,-1 0-339,3-1 1,0 3 0,1 0 0,1-2 652,1-3 0,0-1 0,1 0 0,0 1 0,0 0 0,1-1 0,4 5 0,1 0 0</inkml:trace>
  <inkml:trace contextRef="#ctx0" brushRef="#br0" timeOffset="9415">6102 4839 9242,'0'-9'899,"0"1"-719,0 2 90,0 1 0,0 0-90,0 2 0,0 0-180,0 1 90,0 1-90,0-1 0,-4 2 0,0 4 0,-6 4 0,3 4 0,-2 0 0,-2 3 0,-3 6 0,-1 1-237,2-4 1,1 1 146,-2 1 0,-1 2 0,3-4-90,-2 5-270,0 1 1,1-1 89,5-4-720,0-1 1,2 0 269,3-6 810,-1 6 0,2-12 0,0 0 0</inkml:trace>
  <inkml:trace contextRef="#ctx0" brushRef="#br0" timeOffset="9581">5907 4905 10231,'4'-14'0,"4"14"-225,4 8 0,0 5-404,8 10-464,-2-4 1,4 3 0,-2-3 682,-5-4 0,1 0 1,1 1-1,2 1 1,-2-1-1,-1-2 0,1 0 1</inkml:trace>
  <inkml:trace contextRef="#ctx0" brushRef="#br0" timeOffset="11219">7633 5267 8342,'0'-10'0</inkml:trace>
  <inkml:trace contextRef="#ctx0" brushRef="#br0" timeOffset="23050">7602 5491 9242,'6'-16'-900,"7"-3"181,-4-1-920,0 8 1,2-1 902,-1-2 1,0-1 539,3-2 1,0 0 0,2-2 0,0 0-1,2 0 1,-1-1 0</inkml:trace>
  <inkml:trace contextRef="#ctx0" brushRef="#br0" timeOffset="23747">7585 5504 7263,'0'0'0</inkml:trace>
  <inkml:trace contextRef="#ctx0" brushRef="#br0" timeOffset="26214">7784 5327 7623,'-5'-7'0,"0"1"0,5 4 0,0 0 0,-1-1 0,0 2 90,-1 0-90,1 0 0,1 0-180,-3-1 90,1 1-810,-3 0 540,1 1 360,-3 0 0,1 0 0,-1 0 0</inkml:trace>
  <inkml:trace contextRef="#ctx0" brushRef="#br0" timeOffset="36139">7741 5447 8072,'-7'-5'-90,"0"3"0,7-2 1</inkml:trace>
  <inkml:trace contextRef="#ctx0" brushRef="#br0" timeOffset="36731">9036 5956 10861,'20'-7'1169,"-6"-2"-1124,4 7 0,1 1-45,1-4 45,6 4 0,0 0-547,-1 1 472,-5 0 0,4 0 0,-3 0-1160,-5 0 1,0 0 1054,9 0 0,2 0-854,3 2-1,2 0 784,-4 0 1,1-1-1,-1 0 1,-3 1 0,0 0-1,-1-1 1,2 0-1,0 0 1,0 0 0</inkml:trace>
  <inkml:trace contextRef="#ctx0" brushRef="#br0" timeOffset="37099">9034 5795 11940,'-30'-5'539,"0"0"1,14 4 0,1 0-405,-5-5 0,9 2 135,40 8-225,-12-3 0,2 0-865,3 0 1,5 2 0,0-1 0,-3 0 376,4-2 1,2 0 442,-3 1 0,5 1 0,1-1 0,0 1 0,-5-1-470,-2 0 1,-2 0-1,1 0 492,3 0 1,2-1 0,1 1-1,-2 0-558,2 0 1,-1 1 0,-1-1 535,-8 0 0,0 0 0,2-1-203,2 1 0,3 0 0,1 0 0,-1 0 0,-4-1 248,5 2 0,-2-1-45,0 0 0,2 0 0,0-1 0,-6 1 0,5-1 321,-5 0 0,-2 0-321,-10 0-3277,4 0 2653,-18-4 0,4 3 0,-7-3 0</inkml:trace>
  <inkml:trace contextRef="#ctx0" brushRef="#br0" timeOffset="38231">819 6869 12390,'-14'-10'899,"1"0"-449,3 5 180,0 0-180,0 0-91,0 2 1,1 0-180,1 2 0,2 0-180,1 0 0,1 0 0,2 0 360,0 1 269,20-3-449,-7 0 45,13-4 0,3 0-135,-1-2-1003,-3 1 1,4-1 0,-4 0 912,-5 2 0,-1 0 30,8-3 0,4-2 0,-5 2-35,-7 3 0,-2 0 34,5-2 1,3-1 0,-5 1 60,4-2-180,3-2-539,-19 6 179,-6 6-2698,-5-5-129,-6-1 2544,1 0 1,-3 2 0,6 2-1</inkml:trace>
  <inkml:trace contextRef="#ctx0" brushRef="#br0" timeOffset="38832">1262 6270 11850,'-10'-27'809,"-1"0"1,3 8 0,2 1-450,-3-6-1,12 25-269,4 9 0,-1 6-45,6 4 0,-1 0 45,-1 5-1183,-1-4 1,4 4 0,-3-2 931,-3-6 1,-1 0 160,3 8 0,0 5 0,0-5 45,-3-8 0,-1 1 52,4 8 1,1 4-1,0-3-97,-2-6 0,0-2 45,2 7 0,-1-2-45,2-1 90,-4-14 0,-3-5-180,1-8 90,-4-25 0,0 5 1107,-1 4 0,0-1-1107,1 3 0,1 2 547,0-9-547,2 1 0,2 0 0,7 5 0,1-7 0,9 28 0,-12-1 0,11 17 0,-6-6 0,0 6 45,-4-6 0,0-1-45,1 0 45,1-2 0,1-1-45,-3-4 0,14 0 0,-16-12 0,9-9 0,-14 0 0,-1-2 0,-2 1 0,-7-1 545,4-12-590,-10 14 0,0 1 45,2-3 0,-7 0 0,0 1-90,3 8 0,-14-4 0,16 18-989,-12 12 539,13 1-809,0 3 0,1 2 89,3 0 1260,1 5 0,2 1 0,1-4 0,2-5 0,0-1 0</inkml:trace>
  <inkml:trace contextRef="#ctx0" brushRef="#br0" timeOffset="39348">1908 6355 12570,'2'-18'1799,"-1"6"-720,-8-7-989,0 13 0,-7-2-90,1 8 180,-8 16-180,6-7 45,-1 9 0,0 2-45,0 0-1064,6-7 0,1 0 1064,3 0 577,6-8-577,0-2 0,7-1 90,7-1-90,2-1 180,13-7-180,-16 0 90,16-4-1,-17 4 1,4 3 180,-2 4 180,3 7-360,0 2 0,-1 5 90,-3 11-2334,-4-5 2154,-2-6 0,-1 1 45,2 12 0,-1 1-45,-3-10 0,0 1-324,0 3 1,1 4 0,-1 0-1,-1-3 369,0-1 0,0 1-45,-1 1 0,-1 3 0,1 1 0,-1-5-559,0-1 0,0-1 559,-1-1 0,0 2 0,0-1-2,-2 3 0,-1-2 316,0-2 1,0-2-180,-2 2 0,-1-2 1404,-1 3-1089,-8-13-360,10-4-90,-17-1 0,13-10 2579,-6 0-2579,3-14 0,3 5-45,1-6 0,1-1 1824,1-5-2019,3 7 0,0-5 0,1 4 60,1 6 0,1 0-480,1-7 1,1-4-1,1 3 165,0 8 1,2 0-599,3-11 1,2-4 0,0 5-547,-2 8 1,1 1 1484,2-7 0,1-2 0,-1 3 0,-3 8 0,0 1 1,3-5-1,0 0 0</inkml:trace>
  <inkml:trace contextRef="#ctx0" brushRef="#br0" timeOffset="39597">2232 5909 13199,'-7'-18'1260,"-5"7"-541,7-4-449,-5 11 720,1 22-721,5 4 1,0 7 0,0 1-225,1-1 0,1 1 0,1 2 0,-1 0-592,0-6 1,0 1 0,1 1 0,-1-1 0,1 1 0,0-1 523,0 2 0,1 0 0,0-1 0,1 1 0,1-1-139,1 0 0,1 1 0,1 0 0,0-2 1,0-3-273,1 4 0,-1-4 0,3 2-151,4 0 0,3 3 1,0-2-1,-1-4-45,0-3 1,2-3-191,1 0 1,5 1 0,0-1 0,-2-4 409,0-3 0,0-2 1,2 1-1,1-1 1,-2-1-1,-3-5 0,1 0 1</inkml:trace>
  <inkml:trace contextRef="#ctx0" brushRef="#br0" timeOffset="40830">2614 6197 11311,'5'-18'989,"-3"1"-539,7 0-753,-8 2 573,5 1 179,-5-2-359,1 7 515,-2-3-425,0 15-91,0 12-89,0-1 107,1 4 1,3 1-108,11 6 0,-3 0 45,2-13 0,0-4-45,-2-4 0,17 0 90,-16-10-90,2 0 0,0-2 0,-3-6-45,-1-2 0,-2 1 45,-2-2 45,-2-3 0,-1 0 45,-3 3 45,1-2 0,-1 2 314,1 6-269,0 4 180,5 29-270,-2 1-764,0-4 0,0 5 0,0-3 674,-2-3 0,1 0 22,-1 3 1,2 4-1,-1 1 1,-1-4-23,0 0 0,0 0 0,0 0 0,0 5 0,-1-1 0,1-3 45,-1-3 0,0 0 15,0 7 0,0 4 0,0-4-80,-1-8 1,0-2 109,1 5 0,-2-1 90,-6-7-270,0-18 0,-12-13 0,7-2-180,0-5 0,0-1-89,3 0-541,0-5 1,2 1 89,3 6-829,3-1 1,4 2 1040,5 8 1,5-5 0,-1 16-1</inkml:trace>
  <inkml:trace contextRef="#ctx0" brushRef="#br0" timeOffset="41184">3108 6365 14009,'4'-30'2609,"-1"12"-2520,3 3 1,1 1-90,1 6 0,13-7 0,-12 12 540,12 3-270,-13 8-270,1 8 90,-7-2-45,-4 1 0,-3 1 45,-5 3-45,-1 3 0,-1 0-45,-5-1 90,2 0 0,2-1-90,3-6 180,-5 11-1,13-19 181,4 2-270,21-21-90,-4 4-1093,1-2 1,3-4 0,-2 2 675,-6 5 0,0-1-123,8-4 0,3-3 1,-3 3-341,3-2-759,-2-1 1,-2 1-931,-8 3 2569,-6-10 0,-15 14 0,-9-3 0</inkml:trace>
  <inkml:trace contextRef="#ctx0" brushRef="#br0" timeOffset="41567">2676 5774 14009,'0'-29'899,"0"13"-899,0 0 0,-4 20 0,0 8 0,-4-5 0,-3 14 0,5-15 90,-4 5-180,8-12 90,4-4 0,-1-6 0,16 2 0,-11 5 0,18 1 0,-13 9 45,8 1 0,1 1-135,0 6-450,5-1 1,2 2-1100,-4-1 1,-2-1-1,-1-1 1,0 0 1144,0 2 0,-2-2 1,-4-1-1,-1-1 0</inkml:trace>
  <inkml:trace contextRef="#ctx0" brushRef="#br0" timeOffset="41815">3105 5530 14369,'-6'-24'2698,"1"9"-2338,12 3-180,2 18 135,8 4 0,2 2-226,-7-2 1,0 2-825,6 4 0,2 3 0,2 2 1,-2 1 752,-6-2 0,-1 2 0,-1 1 0,1 0 0,-1 0-364,5 2 1,1-1 0,-1 2 0,-2 2 225,-3-1 0,-1 4 0,-1 1 0,0 1 0,-2-3 1,-2-4-31,0 0 0,-2-3 0,-1 3-285,-1-1 0,0 4 0,0 2 1,-1 0-1,0-2 0,-1-4-105,-1 0 1,0-3-1,-3 3-7,-1-2 1,-1 4 0,-1 1 0,-1 0 0,-1-2 0,2-3 218,-3 0 0,0-3 0,-1 1 1,-2 4-1,-1 1 0,-1 0 1,1-4-1,-5 3 0,0 0 1</inkml:trace>
  <inkml:trace contextRef="#ctx0" brushRef="#br0" timeOffset="42213">872 7497 13559,'-21'1'90,"0"0"0,-11 0 494,3-1 1,0 0 405,2 0-181,9 0-449,22 0 0,24 0 179,1-7 1,3-1-1575,-10 3 0,2-1 1142,1-1 1,4-2 0,4-2 0,-2 1 0,-3 0-744,0 1 1,-3 1 0,5-2 680,-6 1 0,5-1 0,1-1 0,2 0 0,1-1 0,-2 0 0,-1 2 0,-3 0-424,-1 0 0,-2 2 0,-2-1 0,2 1 0,4-3 379,-4 3 0,2-2 0,3 0 0,1-1 0,2 0 0,0-1 0,-1 1 0,0 0 0,-1 1 0,-2 0 0,-3 1-222,4 0 1,-4 0 0,-2 1 0,1 1-1,2-2 1,4 0 227,-7 2 0,1 0 0,3-1 0,1 0 0,1 0 0,1-1 0,0 1 0,2-1 0,-1 0 0,1 0 0,-1 1 0,0 0 0,-1 0 0,-1 0 0,0 1-57,1-1 0,0 1 0,-1 0 0,0 0 0,0 1 0,0-1 0,-1 1 1,1 0-1,-1-1 0,1 1 0,0-1 0,-1 1 43,2-1 1,-1 0-1,1 0 1,0 0-1,-1 0 1,1 0-1,0 0 1,-1 0-1,0 1 1,1-1 0,-1 0-1,-1 1-19,2-1 1,1 0-1,1 1 1,-1-1 0,1 0-1,-2 1 1,0-1-1,-2 1 1,-1 1 0,-3-1-1,-1 2-18,5-3 0,-3 2 0,-2-1 0,1 1 162,5-2 1,1 0 0,0 0-1,-1-1-297,-3 1 0,-1 0 0,-2 0 1,-1 0-46,4-1 0,-1 0-435,-1-2 1,0 0-1,-9 0 1053,-13 0-1878,-17 3 1,-7 1 809,5 3 1,-4 3-146,-5 3 1,-6 1 0,-1 1 0,4 0 708,5-1 0,1 0 0,0 1 0,-5 2 0,-3 1 0,0 0 0,3-1 0,3 0 0,0-1 1,0 1-1</inkml:trace>
  <inkml:trace contextRef="#ctx0" brushRef="#br0" timeOffset="42530">1130 7629 15122,'-25'10'210,"-1"0"0,-1-2 0,1 0 1679,-2 5-1620,12-7-59,30-9 0,14-4 0,-1 0-75,-2 1 0,4-2-545,-8 2 0,4-2 1,3-1-1,2-2 1,2 1-1,-1-1 0,0 0 1,-1 1 215,-2 0 0,1 0 0,-1 0 1,0 0-1,0 0 0,1 0 0,0 0 1,0 0 85,-1 0 0,0 0 0,0 1 0,0-1 0,1 0 0,0 0 0,1-1 0,0 1 0,1-1 115,-3 1 1,1 0-1,1-1 1,1 0-1,1 0 1,-1 0-1,0 0 1,0 0-1,-2 1 1,-1 0 0,-1 1-1,-2 0-80,5-1 1,-4 1 0,-2 0 0,0 1 0,3-1-1,4-1 73,-8 2 0,3 0 0,2-1 0,1 0 0,1 0 0,1-1 0,1 0 0,0 0 0,0 1 0,0-1 0,-1 1 0,-1-1 0,-1 2 0,-1 0-101,2-1 1,-1 0 0,-1 1-1,0 1 1,-1-1 0,0 0 0,0 1-1,1-1 1,-1 1 0,1-1 100,1 0 0,1-1 0,-1 1 0,1 0 0,0-1 0,-1 1 0,1 0 0,-1 0 0,0-1 0,-1 1-20,2 0 0,1-1 0,0 0 0,0 0 0,-1 0 0,-1 1 0,-2 0 0,-3 0 0,-2 1-40,5-1 0,-5 0 0,2-1-120,1 0 0,3-2 0,1-1 0,-2 1 1,-5 2-91,0-2 0,-2 1-548,2-4 0,1-1 0,-4 2-621,-4-3-1838,-5-9 2874,-16 18 0,-10 0 1,-2 7-1</inkml:trace>
  <inkml:trace contextRef="#ctx0" brushRef="#br0" timeOffset="52981">11015 4995 10231,'-10'1'360,"3"0"180,4-6-450,2-1-90,6-3 0,5 5 0,4-3 0,2 1 0,8 1-941,-3 0 1,3-1 0,-1 0 850,-5 2 0,1 0-225,4 1 0,5-2 1,0 1-1,-3 1-45,0-1 1,1 1-226,1-1 0,4 0 1,1 0-1,-6 1 315,-1 0 0,-2 0 270,0-1 0,2 1 0,-4 0 0,6-3 0,-3 0 0</inkml:trace>
  <inkml:trace contextRef="#ctx0" brushRef="#br0" timeOffset="53198">11117 4956 8612,'-22'6'479,"0"-1"1,-2-1 0,0 1 240,-4 1-630,8-3-90,34-4 0,9-2 0,6-3-820,-7 2 1,6 0 0,0 0 0,-3 0-418,5-2 0,0 1 1202,-6 1 1,1 0-1,2 0 1,0 0-290,-2 0 0,0 1 0,0-1 1,2 1-1,-1-1 324,0 1 0,1-1 0,0 1 0,0-1 0,0 0 0,-1 1 0,3-1 0,-1 0 0,0 0 0,0 0 0,0 1 0,-1-1 0,0 1 0,-1-1 0,1 0 0,0 1 0</inkml:trace>
  <inkml:trace contextRef="#ctx0" brushRef="#br0" timeOffset="53348">11254 5006 10051,'-20'6'22,"0"1"1,-1-1 0,-2 0-1,8 1-561,19 2-361,19-7 647,-1-1 1,7 0 0,2-1 0,-4 0 0,-2-2 0,-1-1 0,1 0 0,0 1 0,1 0 0,-1 0 0,1-1 0,-1 1 0</inkml:trace>
  <inkml:trace contextRef="#ctx0" brushRef="#br0" timeOffset="62049">9219 6702 9062,'-4'-8'809,"0"2"-179,2 4-540,0 2 630,0-1-271,2 6 451,13 7-720,6-4 0,2 0-135,-3 0 0,3-2-865,1-2 1,5-2 0,0 0 0,-2-1 806,2 0 0,1-1 13,-4 0 0,5-1 0,1-1 0,1 1 0,-1-1-436,0 0 1,1 0-1,-1 0 1,1-1-1,-2 1 436,-3-1 0,0 0 0,-1 1 0,1-1 0,1 1-253,4-1 0,2 1 0,0-1 1,0 1-1,-2 0 0,-5-1 253,-3 1 0,-3-1 0,2 0-51,4 1 1,3 0-1,2-1 1,-1 1 0,-5-2 80,0-2 0,-4 0 0,2-1-60,5-1 0,0-1 0,-3-1 272,-5-1 0,-5-2-242,-2-10 442,-10 6 0,-2 0-442,0-6-45,-2-5 1,-4-1-46,-7 2 90,1 8 0,-1-3 0,-1 2-45,0 6 0,-3 0 22,-3-3 1,-5-2-1,-3 0 1,2 1 22,2 5 0,-1 1 0,0 1 0,0-1-23,-2-2 1,1 0-1,-2-1 1,-1 2 22,1 2 0,-2 1 0,-1 0 0,0 0 0,3 1 0,2 2 0,1-1 0,3 2 0,-4-1 0,1 1 0,-4-1 0,-1-1 0,-1 1 0,0 1 0,3 1 22,-6 1 1,1 2-1,2 0 1,0 1-23,2 0 0,2-1 0,0 2 0,-2 1 18,1 1 0,-3 0 0,1 2 0,1 1 0,6 0 95,0 4 1,1 2-47,-1 1 1,-2 3-1,-1 1 1,4 1 52,1 3 0,4 2 0,-1 3-211,4-5 0,0 3 0,0 1 0,1-1 1,1-1 120,-2 5 0,2 0 0,2 1-8,5 1 0,2 3 1,1 0-1,2-6 145,0-1 1,4-1-146,1 0 1,2 4-1,1 0 1,0-5 22,1-2 0,3-1-23,2-2 1,4 3-1,0-1 1,-1-4 615,2-2 1,2-2-617,3-1 1,6 1 0,0-1-1,-3-3-312,2-1 1,1-2 289,-4-1 0,6-1 0,0 1 0,0-2 0,-4-1 284,-4-1 0,-3-1 1,3-1-285,0 0 0,5 0 0,1-1 0,0-1 0,-2 1 0,-4-1-469,2-2 1,-4 0-1,3 0 469,1 0 0,3-1 0,0-1 0,0 0 0,-1-3 0,1-1 0,-1-1 0,-3 1-119,-1 1 0,-3 1 1,3-3 133,-2 0 0,3-2 0,2-2 0,-1 0 0,-2 1 0,-4 1-45,0 0 0,-4 1 0,2-2 30,2-3 0,2-4 0,0-1 0,-1 1 0,-4 4 0,0-4 0,-2-1-23,-2-1 1,1-4-1,-2-1 1,-6 2-238,-7-1 0,-6 1 0,0 0 230,5 0 0,1 0 0,-5 0 7,-8 2 1,-5-1-1,-2 2 1,2 5 108,-2 1 0,-3 2-86,1 3 0,-4-2 0,-2 0 0,0 2 0,3 2 215,2 2 1,1 2 0,-4 0-204,3 2 1,-3 0 0,-2 0 0,-2 0 0,1 1 0,2 0 0,3 1-88,-7 0 0,3 1 0,-4 2 87,5 2 1,-4 0 0,-2 1 0,-1 1 0,1 0 0,2 1 0,4-1 9,0 0 1,5 0-1,0 2 1,-4 1-23,0 1 0,-4 2 0,-3 1 0,1 1 0,0 0 0,3 0 0,3-1 0,-4 2 0,5 0 0,-2 3 15,2 0 0,-2 2 0,-1 2 0,1 0 0,1-1 0,5-1-45,2 0 0,3-1 0,0 2-15,-1 1 0,-2 1 0,2 1 0,3 2-518,5 0 1,3 3 0,1-1 0,1-2 41,-1-1 1,1-2-1,1 3 521,2 0 0,2 4 0,1 2 0,0 0 0,0-2 0,1-4 0,1 2 0,0-3 0,2 1 0,2 5 0,0-1 0,-1 1 0,1-1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35:15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10537 4362 9242,'0'-14'719,"0"0"-359,0 0 90,0 1-90,0 1-1,0 0 1,-5 2 0,4 1-90,-4 1 0,5 1 0,0 0-91,-3 2-89,2 0-90,-2 1 630,3 1-360,0 10 360,5 17-271,-4 2-1370,2-1 1,0 5-1,0-2 1101,-2-3 0,-1 3 15,1-6 0,1 5 0,-1 2 0,1 1 0,-1-2 0,0-3-612,0 4 0,-1-2 1,0 4 583,0-4 0,1 4 0,-1 2 0,1 2 0,-1-1 0,1-3 1,-1-3-56,0 0 1,0-5-1,0 1 1,0 4 6,0-3 1,0 3 0,0 2 0,0 2 0,0 1 0,0 0 0,0-1 0,0 0 0,0-3 8,0 3 1,0-2 0,0-1-1,0 1 1,0-1 0,0 2-1,0 1-209,0-4 1,0 2-1,0 0 1,0 2-1,0-1 1,0 1-1,0-1 1,0-1-1,0-1 1,0-2 170,0 3 0,0-2 0,0-1 0,0 0 0,0-1 0,0 1 0,0 0 0,1 5 0,-1 2 0,1 0 0,0-2 0,1-3 0,-1-4-179,3 7 0,0-3 21,0-2 1,1 4-1,0 0 1,0-6-113,2-3 0,0-1-480,0 4 1,1 2 0,-1-4-241,3 1-649,0-4 1,2-6 923,-5-18 1,7-1 0,-9-14 0</inkml:trace>
  <inkml:trace contextRef="#ctx0" brushRef="#br0" timeOffset="504">9743 6094 11760,'-18'0'450,"6"0"90,-4 0 359,11 0 360,15 0-989,10 4 135,10-4 0,2 1-1092,-9 1 0,1-1 799,2-1 0,6-1 1,0-1-1,-3 0-563,-7 0 0,-1 0 0,3 0 481,1 0 0,6 0 0,1 0 0,1 0 0,-1 0 0,-5-1-640,5-1 0,-4-1 0,4 1 610,-7 1 0,3 1 0,3-1 0,0 1 0,1-1 0,-1 1 0,-2 0 0,-3-1 22,4 0 1,-5 0-1,1-1 1,5 1-15,-7 1 0,2-1 0,3 1 0,2-1 1,1 1-1,1-1 0,-1 1 0,-1 0 1,-1-1-1,-2 1 0,-3 0-341,5 0 1,-4 0 0,-2 0-1,3 0 1,3 0 332,-4 1 0,2-1 0,3 0 0,2 0 0,0 0 0,1-1 0,-1 1 0,0 0 0,-3 0 0,-2 1 0,-3-1 0,9 0 0,-5 1 0,0-1 0,3 0 10,-6 1 0,2 0 0,3-1 0,1 0 0,0 1 0,-1-1 0,-1 1 0,-2-1 0,-4 1-10,5 0 0,-5 0 0,0 0 0,4-1 0,-2 1 0,3 0 0,2-1 0,1 0 0,-2 1 0,-2-1 0,-4 1-30,1 0 0,-4-1 0,3 1-83,4-1 1,4 0 0,-1 0-1,-6 0-67,-8 0 1,-1 1-968,7-2 0,-3 0-382,-12-1-630,-1-2-243,-7-5 2402,-10 0 0,2-7 0,-9 4 0</inkml:trace>
  <inkml:trace contextRef="#ctx0" brushRef="#br0" timeOffset="1917">12229 4226 10411,'7'-15'720,"-2"2"-361,-3 6 91,0 0-180,-2 2 540,2-2 359,-2 4-629,4 27-361,-3-11 46,3 12 0,-1 2-45,-2-7-45,2 6 0,0 1-376,-2 0 391,1-7 0,0 4 0,0-2-105,-1-6 0,-1 0 22,2 5 1,-1 4-1,0 2 1,1-2 51,-1 6 1,-1-1 0,1 0-463,0 0 0,0 0 0,0 0 410,-1-2 1,0 1 0,1-2-1,-1-4-22,0-4 0,0 0 15,0 6 0,0 4 0,0-4-15,0-9 0,0 0 45,-2 9 0,-2 4 0,-1-1-211,1-5 1,0 0 0,-2 1 165,0 1 0,-1 1 0,-1 1 0,-1 0 0,1 0 0,-1-1 0,-1 0 0,1-1-45,1-1 0,-1-1 0,-1 0 90,-3 3 0,-2 1 0,2-6-90,-5 5 60,5-9 0,-3 3 0,2-3-60,-6 5 60,6-7 0,-3 1 0,2-1-60,-7 3 119,6-5 1,-2 2 0,2-2 60,-7 4-30,6-5 0,-3 1 0,2-2-60,-5 5 30,1-4 0,-3 1 0,2-2-75,8-3 0,0-1 15,-10 4 0,-5 2 0,4-3-15,8-3 0,0-1-15,-9 2 0,-4 2 0,2-3-30,9-1 0,-1-2 89,-4 0 1,-5 1 0,-1 0 0,1-2-90,6-1 0,1-1 0,-1 0 0,0 0-609,-7-1 1,-2 1 0,1-1 0,2 0 638,0 0 0,2 1 0,-1-3 90,-4-2 0,1-1 0,4 0-56,11 2 1,0 1-5,-6-3 0,-3 1 0,5 0-60,2 0 0,-12 0 0,22 3 70,-2-1-2229,10 1 1648,-1-1-2766,2 0 2664,5 0-1815,-4-3 2493,13-4 0,-7 0 0,8-5 0</inkml:trace>
  <inkml:trace contextRef="#ctx0" brushRef="#br0" timeOffset="6820">12554 1584 8882,'0'-9'630,"0"0"-361,0 4 91,0-1-90,0 0 0,0 1 0,0 0 0,0 0 179,0-1-269,0 1 360,-3-2-360,2 4 360,-2-2-361,1 3 181,2 0-270,-3 2 0,3 3 180,-1 8-270,6-2 270,-4 11-180,9-2 0,1 1-90,-3 6 60,0-7 0,3 4 0,-2-4-1923,2 6 1908,-3-7 0,1 2 180,1 2 0,1-1-46,3 7-89,-2-6 0,1 3 0,0-3-45,-4-5 0,0 0 15,6 9 0,2 4 0,-2-4-15,-4-6 0,0 0-23,1 2 1,2 4-1,0 0 1,-2-4 22,0-1 0,-1 1-45,2 0 0,1 3 0,0 0 0,-1-4 45,-2-1 0,1-1-23,2 2 1,2 4-1,1 0 1,-2-4-23,-2-2 0,0-1 22,1 1 1,4 4-1,-1-1 1,-1-3 22,-3-4 0,0 0-15,8 7 0,3 2 0,-3-2-30,-6-7 0,1 1 45,1 0 0,3 3 0,-1 0 0,-1-3-45,-2 0 0,1 0 0,0-1 0,3 3 0,-1 0 0,-2-3 45,-1-1 0,0-1-15,7 5 0,2 1 0,-2-3-30,-8-5 0,1-2 59,8 5 1,4 1 0,-1-2-637,-1-2 1,0-2 576,-6-1 0,1 0 0,-1-1 45,2 0 0,-1-3 0,2-1 0,-2-2-45,8 1 30,-8-1 0,3-2 0,-3-1-30,8-4 0,-8 2 0,3-2 0,-4 0 0,9-7 0,-8 5 0,1-1 0,-5 1 0,-2 1-167,9-7 212,1-2 0,-1 0-45,0-2 45,-6 5 0,1-2 0,-1-2 0,-2 1-45,6-5 0,-6 5 0,2-2 0,-2 2 0,-5 5 0,1 1 0,5-5 0,3-3 0,-2 3-161,-5 5 0,0 0 191,6-6 0,3-1 0,-2 2-30,-7 5 0,0-1 60,7-7 0,3-4 0,-2-1 0,-5 4 0,-3-1 0,1-2-315,1-1 1,1-4 0,-1 1-1,-1 1 255,-2 1 0,0 1 0,-1-2 0,-2 0 0,-1-2 0,0 0 0,-2 5 326,0 2 0,-1 1-296,1-10 0,2-2 0,-2 3 15,-2 10 0,0 0 15,1-8 0,0-4 0,0 5-15,-2 8 0,-1 0-23,1-3 1,0-4-1,0-1 1,0 1 36,-1 1 1,0 1 0,0-1-651,0-3 1,0-1-1,0 2 621,0 4 0,-1 1 0,0 0 15,0-10 0,0 2-39,-1 10 0,1 0 24,-1-6 0,0-3 0,0 4 60,0-6 45,-2-2 0,-1 1-135,1 5 89,-2 0 1,-2-1 0,1 6-90,2-1 0,-2 0 90,-1 5 1926,3-9-1926,-2 10-90,4 4 453,-2-2-453,1 1 0,1 5 3239,-1-4-3239,1 9 14,0-2-194,0 4-990,-1 0 541,0 6-2520,-3 1 1710,2 6 1439,-12 11 0,7-7 0,-7 7 0</inkml:trace>
  <inkml:trace contextRef="#ctx0" brushRef="#br0" timeOffset="7567">12105 1469 8702,'3'-14'1619,"-1"-9"-809,3 3-630,-3 2-180,1 5 89,-2 10 91,-1 5 900,4 25-810,-1-4-1067,0 0 1,1 4-1,0-2 932,-1-4 0,0 0 22,1 5 1,0 5-1,1 1 1,-1-3-68,-1-8 0,0-1 0,0 3 14,0 2 1,1 4 0,1 3 0,-1 0 0,0-1 0,0-4-45,1 5 0,-1-4 0,1 5 30,-2-11 0,0 3 0,1 3 0,0 1 0,1 1 0,-1 1 0,1 0 0,0 0 0,-1-1 0,0-2-280,1 0 1,0 0 0,-1 0 0,1-1 0,-1 0-1,1 0 1,0 1 0,0 2 0,0 0 216,-1-3 1,1 1 0,0 1-1,0 1 1,-1 0 0,1 0-1,0 1 1,0 0 0,0-1 0,0 0-1,0-1 1,-1-1 0,1-2-202,0 4 1,0-1 0,0-1-1,-1-1 1,1 0 0,0 0 0,-1 0-1,1 1 1,-1 0 182,1 0 0,0 2 0,0 0 0,0 1 0,0-1 0,0 0 0,-1-1 0,1-1 0,-1-3 0,-1-3-178,2 6 1,-2-5 0,1-1 0,0 5 180,0 0 1,1 4 0,0 3 0,0 0 0,0-1 0,0-3 0,-1-3-13,1 4 0,0-3 0,0 3 0,-2-7 0,2 4 0,-1 2 0,1 0 0,0-1 0,-1-2 0,0-3 0,0 4 0,0-4 0,0 2 18,1 3 0,0 4 0,0 1 0,0-1 0,-1-6-18,0 2 0,-1 0-68,1-1 1,0 5-1,0-1 1,-1-6-23,-1-6 0,0-1-240,0 6 0,0 2 1,0-5 963,-1-5-3911,0 4 0,-1-42 2788,1 5 1,-1-3 0,0-2 0,0-6 0</inkml:trace>
  <inkml:trace contextRef="#ctx0" brushRef="#br0" timeOffset="8184">11503 3129 11760,'-27'0'180,"10"0"180,-8 0-360,17 0 720,-2 5 89,16 7-539,5-1 224,9 0 1,5-1-180,4-5 0,2-2-1408,-10 0 1,0 1 0,0-1 887,1-1 0,-1-2 0,2 0 317,0-1 1,1-1-1,1 0 1,-2 1-232,-1 0 1,-2 1-1,4-1 164,2-2 0,3 0 0,3-2 0,1 1 0,-2 0 0,-4 0-495,3 1 0,-2 1 0,3-1 472,-7 0 0,4-1 1,1-1-1,2 1 1,0-1-1,-1 0 1,-1 1-1,-4 0-336,4 0 1,-4 0 0,0 1 0,5-2 323,-5 2 0,4-1 0,1-1 0,3 0 0,-1 1 0,1-1 0,-2 0 0,-2 1 0,-3 0-10,2 0 0,-4 1 0,-1-1 0,1 1 0,5-1 0,-6 0 0,3 1 0,1-1 0,2 0 0,1-1 0,2 1 0,-1-1 0,0 1 0,0 0 0,0 0 0,-2 0 0,-2 0-12,6 0 1,-1 0 0,-1 1 0,0-1-1,-1 1 1,1-1 0,-1 1 0,2-1 20,-5 1 0,1-1 0,0 1 0,-1-1 0,1 0 0,1 1 0,-1-1 0,1 1 0,0 0 0,1-1-58,-2 2 0,2-1 0,0 0 1,1 1-1,0-1 0,1 1 0,-2-1 1,0 1-1,-1 0 0,-1 0 0,-2 0 1,-3 1 48,8-2 0,-5 1 0,-1 1 0,1-1 0,5 0-21,-6 1 0,2 0 1,3-1-1,2 0 0,0 1 1,1-1-1,-1 1 1,-1-1-1,-1 1 0,-3 0 1,-4 0 20,9 0 0,-5 0 0,0 1 0,4-1-10,-4 0 0,4 1 0,2-1 0,1 0 1,0 1-1,-1-1 0,-2 1 0,-5-1 10,3 1 0,-5 0 0,0 0 0,3-1 0,1 1 0,3 0 0,2 0 0,1 0 0,-1-1 0,-3 1 0,-3 0 0,3 0 0,-4 0 0,2-1 0,-2 1 0,2 0 0,2-1 0,0 1 0,-2 0 0,-5-1 45,8 1 0,-2-1 67,-1-1 1,4 1-1,-1-1 1,-5 0-23,-7 0 0,-1 0 30,4-1 0,3 0 0,-6 0-30,-4 0 1003,5-4-1093,-16 4 702,0-4-1421,-10 2-920,-7-5 1,-4-1 1399,-1 2 0,-2 0 0,-1-1 0,1 0 0,1 0 0,-1 0 0,-4-1 0,1 0 0,-1 0 0</inkml:trace>
  <inkml:trace contextRef="#ctx0" brushRef="#br0" timeOffset="22233">5055 5882 7173,'0'-10'-60,"-7"4"0,-1 2 0</inkml:trace>
  <inkml:trace contextRef="#ctx0" brushRef="#br0" timeOffset="22501">8472 5061 6633,'-14'0'0,"0"0"0</inkml:trace>
  <inkml:trace contextRef="#ctx0" brushRef="#br0" timeOffset="22882">8052 4688 11580,'1'-20'-90,"0"-8"90,-1 7 0,0-8 90,0 25-90,0 6 90,0 12 0,0 6-90,-3 0 0,0 1-1082,1 8 0,-1 1 1082,0-8 0,0 2 30,-2 4 0,0 3 0,2-3-30,2-7 0,0 0-23,-1 1 1,-2 4-1,1 0 1,1-5-113,2-4 0,0-1-465,-1 5 1,-1 3-1,3-3-210,3 3 514,2 0 0,2-2 0,3-10 0,6 5 0</inkml:trace>
  <inkml:trace contextRef="#ctx0" brushRef="#br0" timeOffset="23134">8246 4804 10231,'-17'-13'90,"4"4"360,-3 2-270,6 5 180,0 16-271,2-5-44,4 8 0,1 2-45,0-1 45,4 6 0,1 0-45,-1-1 0,12 2 0,2 0 90,-3-4-330,6-6 0,5 0 1,-3-2-530,7 0 439,-8-6 0,3 0 0,-3-2-2520,6-3 2580,-9 0 0,1-3-1369,1-8 1,0-2 506,4-1 1132,-3-7 0,-2-1 0,-5-2 0,-5 7 0,0 0 0</inkml:trace>
  <inkml:trace contextRef="#ctx0" brushRef="#br0" timeOffset="23500">8418 4528 8612,'-26'-16'472,"-1"0"0,1 0 1,3 3-1,-1 1-346,2 4 0,-4-1 0,-2 1 0,2 1 0,3 2-858,-1 1 0,-1 2 844,1 4 0,-3 1 1,-1 1-1,5 0-67,2 1 0,2 3 45,-2 5 0,-2 4 0,0 1 0,4-1-544,0 2 1,1 4 483,3-3 0,-2 5 0,-1 2 0,0 2 0,1-1 0,2-1-419,1 0 0,2 0 0,1-1 1,0 1-1,-1 1 389,0-3 0,0 2 0,-1-1 0,1 1 0,0-1 0,2-1-181,1 1 0,0-1 0,2 0 0,0-1 0,3 1 181,1 6 0,2 0 0,2 1 0,3 0-206,3-4 0,3 1 0,1 0 0,1-1 0,-2 1 206,-2-3 0,-2-1 0,0 1 0,2-1 0,4 0 0,4-2 0,3 2 0,3-1 0,1-1 0,-2-3 0,-2-4-43,1-2 0,-2-5 1,3 1 42,5 0 0,5 1 0,1-1 0,-1-2 0,-3-1 0,-4-2 0,-3-1 0,3-3-15,0-2 0,3-1 0,2-1 0,0-1 0,-2 0 0,-4-1 15,1 0 0,-3-1 0,2-3-15,-2-2 0,4-3 0,0-3 0,0 0 0,-2 0 0,-3 2 194,0-3 1,-4 1 0,1-4-193,-3 2 0,1-4 0,1-2 0,0-1 1,-1 1-1,-1 0 0,-3 4 13,3-8 0,-3 2 0,0-4 0,-3 8 0,-1-3 0,1-2 0,1-2 0,-1-1 0,-1 0 0,0 2 0,-1 2 0,0 3-48,-1-4 0,0 4 0,-2 0 1,0-4 80,-2 2 1,1-3 0,-1-3 0,0-1-1,-1 0 1,0 3 0,-2 2 0,0 4-5,-2-3 1,-1 4 0,-4-1-12,-4 0 0,-3-2 0,-2 0 0,-1 2 0,2 6-18,-8 0 0,-3 7 18,1 5 0,-5 3 0,-3 1 0,2 2 0,3 2-78,2 2 0,3 3 0,-3 3-409,4 0 1,-5 3 0,-1 1 0,-1 2 0,1 0 0,2 0 0,4-2 28,0 2 0,4-1 0,1 1 0,-3 2 440,2 0 0,-2 2 0,-2 2 0,1 1 0,1-1 0,1-1 0,3-1 0,1 1 0,3-1 0,1-1 0,-1 2 0,0 1 0,-1 0 0,1 0 0,0-1 0,0 1 0</inkml:trace>
  <inkml:trace contextRef="#ctx0" brushRef="#br0" timeOffset="24084">8061 6950 6543,'-6'-8'-449,"2"-2"449,9 6 0,-3 0 0,4 2 0</inkml:trace>
  <inkml:trace contextRef="#ctx0" brushRef="#br0" timeOffset="24753">10446 6732 10051,'8'-18'3276,"-2"-3"-2324,-2 6-412,-1-1-540,-2 13 0,-1-2 89,0 12-89,0 3 90,-4 18-90,3-7 0,-2 9 0,0-5-1643,0-4 1553,1 5-540,-1-10 1,1-1-1,1 4-1009,0 1 1,0-2-117,1-3 1670,0 12 1,5-18-1,1 4 1</inkml:trace>
  <inkml:trace contextRef="#ctx0" brushRef="#br0" timeOffset="24935">10471 6873 10591,'-7'-6'1889,"-3"0"-990,5 1-719,-3 2-180,3-2 0,2 4 0,10-1-90,3 1-2338,19-4 629,-7 2 1799,4-1 0,-1 0 0,1-1 0,-5 1 0,-1 0 0</inkml:trace>
  <inkml:trace contextRef="#ctx0" brushRef="#br0" timeOffset="25183">11379 6729 9579,'-23'-6'-12,"-1"0"1,0 0 0,0 0 0,-5-1-1,3 2 1,-2-2 0,1 0 0</inkml:trace>
  <inkml:trace contextRef="#ctx0" brushRef="#br0" timeOffset="26350">11079 6578 8972,'0'-22'2249,"0"7"-1440,0-12-629,0 16 360,0-7-540,-3 13 0,2 3 0,-3 19 0,4-2 0,0 16 0,0-10 45,2-4 0,1 0-45,-2 5 0,4-6 0,1-1 0,-1-3 90,13 9-90,-1-15 0,0-4 0,5-17 0,-13-1 0,2-3 0,-1-1 0,0-1 0,0-5 0,0 0 0,-2 3 134,0-2 1,0 1-45,-3 7-90,1 1 0,-5 24 45,-1 9 0,0 3-45,0 12-1022,0-8 0,0 3 0,0-2 1022,0-5 0,0 0 29,0 9 1,0 5 0,0-5-30,0-10 0,0 0 0,0 7 0,0 2 0,0-4-1900,0 5 1945,0-8 0,0 0-45,3 7 180,-2-3-90,2-3 90,-9-8-180,0-13 0,-12-6 0,6 3 0,-9-20 0,13 12-180,1-7 0,3-1 0,1 2-810,4-6 1,2 0 179,8 5-809,2-3 0,3 2 720,8 7 1159,-8 2 0,0 1 0,4 2 0,0 0 0</inkml:trace>
  <inkml:trace contextRef="#ctx0" brushRef="#br0" timeOffset="26784">11577 6860 10591,'-14'-12'899,"5"-5"-719,20 1-90,-4 4-45,9 6 0,0 2-45,-4 4 180,14 12 0,-21 6-180,3 6 90,-16-3 270,-6 3-1,2-12 1,0 0-180,-7 12-45,5-11 0,2-2-45,3-3 0,-6 4-90,19-11-630,11-4-89,2 2-920,4-6 1,0-2-842,2 4 2180,-4-3 0,0 1 0,2 0 0,0 0 0</inkml:trace>
  <inkml:trace contextRef="#ctx0" brushRef="#br0" timeOffset="29733">11604 6936 10861,'19'-7'360,"6"3"-270,1 1-90,-5 3 179,-1 9-179,-14-6 90,1 18-90,-6-14 0,-8 8 0,-5 1-180,-10 6-45,7-9 1,0 0-406,-9 6-2428,6-6 2158,9-5 900,-3 1 0,11-7 0,1-1 0</inkml:trace>
  <inkml:trace contextRef="#ctx0" brushRef="#br0" timeOffset="30333">12107 6346 11041,'1'-21'270,"0"9"449,-7-3-449,4 31-180,-4-5-90,5 11 0,2 4 90,-1 0-90,0-1 0,0 6 0,0-2-995,2-8 1,1 0 0,-1 0 1024,-1 3 0,0 0 0,1 1-30,4 0 0,1 1 0,0-5 652,2 3-652,1-1 0,2-3 90,-4-11-90,7 4 0,-10-11 0,5-6 0,-6-5 0,7-13-90,-6 6 90,8-9 0,-8 19 0,2-7 0,-1 12 0,-1-2 2331,6 3-2241,-5 0-90,9 6 0,10 0 0,-7 1 0,1-3 0,-1-3 0,4-11 0,0 7 90,-5-14-180,-11 4 90,-11-13 0,-2 6-45,-4 8 0,-1 1 45,-4 6-180,-9-2-1529,15 24-1080,15 4 2160,2 4-174,8-12 0,3-3 803,-1-2 0,8 1 0,-7-4 0</inkml:trace>
  <inkml:trace contextRef="#ctx0" brushRef="#br0" timeOffset="30583">12665 6689 9602,'9'-11'2788,"-5"-2"-2788,-10 8 0,-1-2 90,-10 23 0,7-7-90,4 9 0,2 1 0,-1-2 45,3 5 0,2 1-45,0-2-153,2-5 1,1 1 152,2 9 76,1-7-76,1 0 0,-1 0 0,-3-1 45,4 2 0,-1 0-45,-4-7-90,3 13-90,-12-19-990,-5 5 451,-1-8-2558,-13 2 2326,14-5 951,-7 0 0,10-8 0,1-1 0</inkml:trace>
  <inkml:trace contextRef="#ctx0" brushRef="#br0" timeOffset="31168">13035 6394 10681,'-2'-18'450,"-1"-1"-360,0 5 0,1 3-1,7 9-89,2 17 90,6-6-90,-6 6 0,1 4 0,4 0 0,1 0 0,-5-3 0,2 0-690,9 10 0,0-2 690,-2-7 45,3-1 0,0-1 45,-4-7 359,11 3-449,-18-9 90,2-7 270,-4-12-270,-3 1-45,1-3 0,-1-1 45,-1 0 90,0-1 0,0 0-90,-2 4-90,1 0 0,0 1 0,0 6 1470,2-4-1380,3 19 0,-3 6-45,4 14 0,0 3-477,-5-11 0,1 2 432,-1 3 0,2 5 0,-1 1 0,0-5 45,-1 1 0,-1-1-45,0 1 0,0 4 0,0 1 0,0-5 0,0-3 0,0 0 0,0 6 0,0 2 0,-1-4 90,1 3 19,1-1 0,-3-1 161,-11-4-270,9 3 90,-27-16-180,21-7-2159,-18-7-1028,20-10 1427,5 0 1728,8-4 0,7 7 0,-1 0 0</inkml:trace>
  <inkml:trace contextRef="#ctx0" brushRef="#br0" timeOffset="31533">13726 6824 12480,'-13'-6'2069,"-2"-6"-2069,7-2 0,7-1 0,16 8 0,0 5-90,15 2 90,-16 0 0,15 12 0,-19-9 0,7 21 0,-12-18 0,1 14 0,-4-13 0,-1 9 0,-1-4 0,0-1 0,5 2 0,-3-9 0,11 7 0,-11-7-180,8 7-810,-17-2 361,3 1-181,-13-1-829,1-3 1,-3-1-1639,-6 1 2848,3-1 0,0 0 0,-7-2 0,-1 0 0</inkml:trace>
  <inkml:trace contextRef="#ctx0" brushRef="#br0" timeOffset="31850">12795 6257 11580,'-12'17'270,"9"-5"0,-6 7 0,-1 3-225,8 2 0,3 0-963,-3 2 1,2 3 947,2 1 0,3 3 0,-1-4-1608,2-5 1,1-1 1577,-2 1 0,0 2 0,2 0-150,2-2 0,1 1 0,-1-3 170,0 0 0,2 0-650,1-2 1,3 3-1,0-1 1,-1-5-288,0-2 0,1-2 917,4 3 0,4-1 0,-3-2 0,-3-5 0,0-2 0,6 2 0,-1-1 0</inkml:trace>
  <inkml:trace contextRef="#ctx0" brushRef="#br0" timeOffset="32083">13858 6293 11221,'3'-9'764,"-2"23"1,-1 7-1544,0-1 779,-1 5 0,-2 8 0,1-5-367,2-9 1,-1 0 51,-3 3 0,-3 4 1,1 0-1,0-3-90,2-2 1,-2 1-416,-2 0 1,-4 4 0,0-1 0,1-4 442,2-5 0,-1-2 1,-8 11-1,0-3 1,0-11-1</inkml:trace>
  <inkml:trace contextRef="#ctx0" brushRef="#br0" timeOffset="32399">13044 5792 10591,'-16'-4'45,"0"0"0,-7 0 0,1 1 0,1 1-45,2 1 0,-12 7 0,24-5 90,-2 18-90,8-13 0,7 14 0,0-15 0,6 5 0,1-9 0,-2 2 90,6-8-90,-8 4 0,8-10 0,-11 5 90,4 6-90,-6 3-675,3 15 0,3 9 675,0-7 0,1 2 0,0 0 0,-1-1 0,-1 0 0,2-1 0,2 2 0,1 0 0,-1 0 0</inkml:trace>
  <inkml:trace contextRef="#ctx0" brushRef="#br0" timeOffset="32683">14564 6591 10681,'-13'0'90,"1"1"-2519,7-1 2429,22-1 0,10-2 0,-5-3 0,-1 2 0,0 0 0,0 1 0</inkml:trace>
  <inkml:trace contextRef="#ctx0" brushRef="#br0" timeOffset="32866">15208 6573 11400,'-13'-6'1170,"1"0"-4447,3-4 617,17 5 2660,-2 2 0,17 3 0,-8 0 0</inkml:trace>
  <inkml:trace contextRef="#ctx0" brushRef="#br0" timeOffset="33000">15619 6637 12840,'0'-11'-3277,"-5"5"2904,-1-4 0,-4 9 1,0-3-1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36:36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2635 1133 7443,'1'-7'989,"0"2"-809,-4 4 0,2 0-180,-2 0-90,3 0 90,10 5 0,-1-3 90,17 14-90,-11-10 45,2 6 0,-1 0 45,1-1 45,6 6 0,4 4-45,-8-5 0,1 1 0,2 1-715,-2-2 1,3 3-1,1-1 1,0 1-1,-1-2 647,-2 1 1,-1-2 0,1 0-1,2 2 8,-2-2 0,4 2 0,0 0 0,0 0 0,-2-1 0,-3-3-336,0 0 1,-3-2 0,3 1 377,4 3 0,3 1 0,2 0 0,-1 0 0,-4-3-345,-4-2 1,-2-2 0,3 1 317,1-1 0,3 1 0,3 0 0,-1 0 0,0-1 0,-4-1-45,2 0 0,-3-2 0,5 0 38,-2 0 1,4 0-1,2 0 1,2 1 0,1-1-1,-1-1 1,-2 0-14,-2-2 1,-1 0 0,0-1 0,0 0-1,0-1 1,1 1 0,1-1-195,-2 1 1,2 0 0,0-1-1,1 1 1,0-1 0,0 0-1,0 0 1,0 0 0,-1 0 156,1-1 1,0 0 0,-1 0 0,0-1 0,1 0-1,-1 0 1,0 0 0,1-1 11,0 0 0,1-1 0,0 0 0,0-1 0,0 0 0,-1 0 0,-2 1 0,-1-1-18,3 0 0,-3 1 0,-1-1 0,1 0 0,3-2-70,-4 1 0,1-1 0,3 0 1,0-1-1,1-1 0,-1 1 1,0-1-1,-2 0 0,-2-1 88,3-1 0,-2 0 0,-1-1 0,-1-1 0,1 1 0,1 0-18,-1 1 1,0 1-1,1-1 1,0 1 0,0-1-1,0-2 1,-1 0 5,-1-1 1,0-2 0,0 0 0,0-1 0,0 0-1,-2 0 1,-2 2 0,-3 1-19,6-4 0,-4 2 0,2-2 15,-1 1 0,3-2 0,1-2 0,0 1 0,-3 1 0,-4 3 15,2-2 0,-2 1-23,-1 1 1,3-2 0,-1 1-1,-2 2 23,-3 2 0,-1 1 0,6-3 0,2-2 0,-4 2 0,5-2 0,-1 1 0,-2 1 1198,-5 3-1243,-1 2 0,-1 0 45,-4 3 1791,7-4-1791,-11 7 2679,1 0-2679,-3 2 2154,-2 0-1794,1 0-180,-6 1-91,0-5-89,-5 0 0,3-1-89,-3 3 89,5 3 0,-16 6 0,8-5-1639,-9 9 1,-2 1 1612,0-2 26,5 0 0,-3 2 0,2 0-624,1-3 0,2 1 624,-4 1 0,0 0-452,-4 4 452,9-5 0,-6 4 0,8-4 0,-12 7 90,15-9-90,-1 0 3179,8-4-3269,7-13 1806,1 3-1761,6-9 0,1-3 451,2 2-406,1-4 0,-1 1 0,0 2-45,1 0 0,0 0 45,1 1 0,-4 5 0,0 0 0,12-3-90,-9 6 90,2 2 0,0 0 0,-2 3 0,3 1 0,0 2 0,-2 6 0,6 2 0,2 4 0,-7 2 0,-1 1-1217,3-1 1,-1 1 1216,-3-2 0,-1 1-1179,-1 1 1,0-1 1268,3 5-837,2 2 0,1 0 387,-4-2-1279,4 4 1,0 0 149,-4 1 1489,-2 1 0,-2 2 0,-5 5 0,-4-10 0,1 0 0</inkml:trace>
  <inkml:trace contextRef="#ctx0" brushRef="#br0" timeOffset="26183">9270 1808 11041,'2'-11'1079,"0"-1"-539,0 0-90,0-1 89,-1 0-89,0 0 0,-1 0-1,0 2-89,1 0 0,-1 2 0,0 0-90,0 2 0,0 1-91,0 0-89,0 2 0,0 1 0,0 0-90,0 2 90,0 0-90,0 6 90,0 7-90,0 1 90,5 16-180,-4-14 135,5 2 0,0 1-45,-4-3-45,4 4 0,2-1-45,-5-3-270,2 2 1,1 0-1,-2-6-989,3 13 809,-4-15-1349,3 8 1169,-4-11 720,2 4 0,-3-8 0,0 0 0</inkml:trace>
  <inkml:trace contextRef="#ctx0" brushRef="#br0" timeOffset="26433">9317 1656 11940,'-13'-23'1349,"3"7"-629,3 8-675,17 20 0,4 6 45,-5-5-90,5 1 0,3 5 0,-3-4 0,3-2 0,3 3 0,0-1 0,-1-3-225,3 2 0,-1 0-45,-2-3-854,5 1 0,0-1 224,-6-3-739,3-1 1,-2-2 1580,-7-3 0,4-1 1,-10-1-1</inkml:trace>
  <inkml:trace contextRef="#ctx0" brushRef="#br0" timeOffset="26599">9566 1587 11490,'-11'-18'810,"3"5"-360,-6-2-450,8 11 90,-5 5-90,8 0 90,-1 30-90,3-16-45,3 13 0,1 1-662,5-1-13,-3-7 1,2 3-1,-1-2-433,1-6 1,-1-1 1152,1 5 0,1 2 0,-2-2 0,-1-4 0,0-1 0,1 5 0,1 1 0</inkml:trace>
  <inkml:trace contextRef="#ctx0" brushRef="#br0" timeOffset="27335">9428 2237 12480,'1'-9'899,"0"2"-629,-1 5 90,-5 0-270,0 2 90,-1 6 360,-8 18-451,8-2-957,-2-3 0,-2 2 0,0-1 868,3-5 0,0 2 22,-2 2 0,-1 5 1,-1-1-1,2-2 23,-1 1 0,0 2-45,0 2 0,-3 4 0,1 1 0,1-4 0,0 0 0,1 0 0,2-5 0,-2 5 0,1 0 0,0-1 0,1-4 0,-1 3 0,0 1-225,1-1 0,-1 5 1,0-1-1,1-3-1414,1 2 1,1-3-1,-2 6 1,1-3 1534,2-1 1,10-23 0,2-3 0</inkml:trace>
  <inkml:trace contextRef="#ctx0" brushRef="#br0" timeOffset="27699">9490 2306 14639,'0'-11'0,"-5"2"90,4 4 179,-9 0-269,9 12 90,-4 23-45,5-3 0,0 2-389,0-3 1,0 4 365,0-5 0,0 4 1,-1 0-1,2-4-22,1-1 0,1 0 0,-1 3 0,0 5 0,0-1 0,1-4 0,2-6 0,0 0-120,2 7 0,0 2 1,-1-4 29,-1-10 0,0-1-315,5 14 0,1-2-44,-3-8-496,0-3 1,0-2-46,-3-6-2287,2 1 3126,-6-15 0,0-1 1,-1-7-1</inkml:trace>
  <inkml:trace contextRef="#ctx0" brushRef="#br0" timeOffset="27950">9449 2312 14279,'-14'-16'270,"-2"3"-180,2 2 0,2 5 359,9 6-179,1 7 180,20 11-360,-5 1-1030,3-5 0,4 3 1,-1-2 984,-4-3 0,0 1-23,4 1 1,3 3-1,0-1 1,-3-1-23,1-1 0,0 0 0,0 0 0,1 2 0,1-2-204,-3 0 0,1 0 0,0 0-186,3 2 0,0 1 1,0-1 239,-2-1 0,-1-1 0,1 1-360,4 4 0,1 0 1,-5-4-121,2 1-764,-2-1 0,-1-2 45,-6-6 1344,6 0 0,-16-6 1,1-1-1</inkml:trace>
  <inkml:trace contextRef="#ctx0" brushRef="#br0" timeOffset="28236">9599 2303 14009,'-25'-2'90,"1"-1"0,2 1 0,0 0 135,1-1 0,2 2-46,-5 6 1,30-3 0,4 12 0,3 3-90,9-2-1183,-1 1 1,3 3 0,-2-1 784,-4-6 1,1 0 307,4 2 0,4 1 0,0 1 0,-3-3 64,0 0 1,0-1-65,2 1 0,4 2 0,1 0 0,-5-3 0,-2 0 0,1-1-144,-3-1 0,4 2 0,1 0 0,-2-1 0,-4-2-36,3 2 0,-2-1-23,-1-1 1,3 2 0,-1-1 0,-4-1-1325,8 3 1257,-11-5 0,-1 0-2815,8 3 1735,-11-4 1870,2-1 1,-13-12 0,0-4-1</inkml:trace>
  <inkml:trace contextRef="#ctx0" brushRef="#br0" timeOffset="28582">9372 2367 14189,'-25'0'404,"1"0"1,-8 0-135,23 0 135,30 0 0,13 0-1348,-13 2 1,3 0 1050,1-1 0,4-1 0,3 0 0,-1 0 0,-4 0-524,-1 1 0,-3 1 1,4-1 427,-4 0 1,5-1 0,2 0 0,1 0 0,-1-1 0,-2 1 0,-3 0 17,7 0 0,-4 0 0,5 0-30,-7 0 0,5 0 0,1 0 0,2 0 0,-2 0 0,-2 0 0,-3 0 0,4 0 0,-3 0 0,3 0 12,-5 0 1,3 0 0,3-1 0,0 1 0,1-1 0,-3 1 0,-2-1-152,5 0 1,-2 1 0,-1-1 0,1 0 192,-1 0 0,1 0 0,1 0 0,-2 0 0,-3 0-24,2 0 0,-2 0 0,-4 0-210,-2 0 0,-9 1-2714,-30-1 1365,9 7-110,-12-3 1,-2 0 1052,4 8 0,2-7 0,1-2 0,-4 2 1</inkml:trace>
  <inkml:trace contextRef="#ctx0" brushRef="#br0" timeOffset="31465">8388 3593 11490,'-5'-12'540,"3"3"-90,-3 3-90,0 1-90,4 0-91,-8 2-89,8 0-90,-4 1 90,2 1 90,1 8-90,0 5 0,7 12 0,-1 2 0,0 1-90,1-10 0,1 1 30,-1 10 0,1 4 0,-1-4-253,0-11 1,-1-1 222,1 9 0,0 4 0,-1-2-180,1 3 1,-2-1 44,0-4 0,0 1-255,-1-4 0,0 0 0,-1-3-2578,0 12 1619,-1-4 1349,-6-10 0,1-14 0,-6-3 0</inkml:trace>
  <inkml:trace contextRef="#ctx0" brushRef="#br0" timeOffset="31916">8359 3749 12210,'4'-21'360,"-3"6"809,2-9-899,-3 13 90,8-10 179,5 12-359,13 5-90,-7 2-45,-5 10 0,-2 3-45,-5-3 0,-1 8 0,-3 2 0,-1-2 0,-8 4 0,-2 1 0,-1-1 0,-7 3 0,-3 2-45,7-11 0,1 0 45,-1 2 0,0-1-180,-3 4 180,13-16 0,7 1 0,17-8 0,-4 2 0,3-2 0,1 0 0,-3 3 0,4-1 0,1 0 0,-3 2-1639,4 8 1,-1 1 1613,-7 1-939,-1 7 1,-3 3 963,-8-3-394,-9 5 0,-3 0 394,-3-1-135,-8 3 0,-2 0-45,1-3-90,4-7 0,-3 2 1,3-2-91,-7 3-360,1-1 1,-1-1-91,7-6 810,-10 5 0,19-19 0,-1-3 0</inkml:trace>
  <inkml:trace contextRef="#ctx0" brushRef="#br0" timeOffset="32499">8723 3956 11850,'0'-15'1529,"0"2"-1349,-5 6-90,0 9-90,-6 10 90,4 1-90,0 2 0,0 0 0,1 1 0,-1 3 0,1 0 0,1-3 0,2 2 0,0-1 0,2-4 0,7 11 90,-5-17-90,16 5 90,-8-10-90,14-7 0,-10-5-45,0-2 0,-2-2 135,-1-6-90,-1-1 0,0 0 0,-3 2 45,-1-3 0,0 2-45,-1 4 0,2-8 90,-3 19-90,2 0 0,1 11 90,-1-4-180,8 22 90,-7-15 45,2 8 0,1 0-135,0-3-180,2 2 0,0-1 0,2-3-405,1-1 1,2-2-135,-1-4-830,4-4 1,-1-4 1242,-3-4 1,9-10 0,-15 4 0</inkml:trace>
  <inkml:trace contextRef="#ctx0" brushRef="#br0" timeOffset="32686">9009 3676 12660,'-14'-26'1349,"2"4"-1169,1 4-180,6 17 90,9 19-90,4 2-399,0 6 399,0-11 0,-1-1-180,-1 8-225,4 4 1,0 1 44,0 3-240,-2-8 0,1 4 1,-1-4 104,-3-6 0,2 0 495,3 8 0,3 4 0,-1-4 0,2 2 0,-1-3 0,1 0 0</inkml:trace>
  <inkml:trace contextRef="#ctx0" brushRef="#br0" timeOffset="33050">9161 3926 12570,'-14'-11'809,"4"0"-899,11-5 90,3 5 0,11 0 0,3 1 0,3-1 0,5-2 0,0 0 0,0 2 0,0-2 0,0 1 90,-5 3 90,-3 0 0,-2 0 90,-6 3 719,1-4-719,-16 8-90,-7-1-180,-2 3 45,0 7 0,0 1-45,0 0 0,-8 12 0,7-4 0,5-3 45,2 2 0,1 0-45,1 1 0,2 3 0,2 0 0,1-2-180,9 4 0,4 1-90,-1-6-1369,10 1 1,2-2-365,-2-8 383,6-1 1,0-4-318,-1-11 1937,-2 3 0,0-3 0,-2-12 0,-9 10 0,1-1 0</inkml:trace>
  <inkml:trace contextRef="#ctx0" brushRef="#br0" timeOffset="33450">9544 3473 13020,'-5'-20'539,"0"0"1,-1-1-136,-1 3 1,0 6 45,2 23-270,3-2 45,5 20 0,4 4-180,-4-18 0,1 1-1138,2 11 1,1 4 0,0-4 874,-2-10 1,1 0 277,0 7 0,1 3 0,-1-4 644,4 6-704,-2-9 0,0 2 0,0-3 0,2 3 45,1 0 0,-1-1-45,-2-7 0,3 8-180,-8-17 90,0-8 90,-8-13 3225,3-1-3225,-1 1 0,1 0 233,9 4-233,9 2 0,-1 8 45,2 10 0,0 1-45,0-7 0,7 5 0,0-1 89,0-6-269,-1-1 0,5 0 1,-4-1-112,-7 2 1,-1-2-190,10-4 0,3-3 1,-5 1-331,2 0-829,-5-5 1,-2-2-931,-10 5 2569,-16-8 0,-6 14 0,-14-1 0</inkml:trace>
  <inkml:trace contextRef="#ctx0" brushRef="#br0" timeOffset="33718">8296 4598 16707,'-21'12'810,"39"-26"-720,4 2 0,4-1 0,1 0-1183,-2-1 1,-1 0 0,5-1 956,-6 5 1,3-1 0,1-1-1,2 0 1,0 1 0,-1 0-1,-2 1-227,1 0 0,-2 2 0,0-1 0,1 1 0,1-1 350,0 0 0,1-1 0,2 0 1,0 0-1,0 1 0,-1-1 0,-2 2-62,1-1 0,-1 1 1,-2 0-1,2 0 1,3-1-116,-6 2 0,2 0 0,1-1 0,1 0 0,0 0 0,1 0 1,-1 1-1,0-1 0,-2 1-279,4-1 1,-2 1 0,0 0 0,0 0 0,0 0 0,0-1 0,2 1 275,-1-1 0,1 0 0,1 0 1,0-1-1,0 1 0,-1 0 0,-1 0 1,-2 1-1,6-1 0,-2 0 0,-2 1 1,-1 0-1,-3 0 0,-2 1 0,-1-1 1,1 1-1</inkml:trace>
  <inkml:trace contextRef="#ctx0" brushRef="#br0" timeOffset="34083">8494 4717 14483,'-20'10'-23,"0"-1"1,-1 1-1,0 0 1,-1-1 261,1 0 1,-2 1 0,5-2 946,-4 3-647,28-8-359,17-2-1000,-1-6 1,6-5 0,2-1 0,-3 1 733,-5 4 1,-1 1-1,3-2 86,-2-1 0,5-1 0,2-2 0,1 0 0,0 0 0,-2 0 0,-4 2-236,2 1 1,-3 0 0,0 1 0,4-2 235,-4 2 0,3-1 0,2-1 0,1 0 0,1 0 0,0 0 0,-2 1 0,-2 0 0,-2 1 0,6-1 0,-5 1 0,1 0 0,4-1 10,-6 2 0,3 0 0,2-1 0,1 0 0,0-1 0,0 1 0,-1 1 0,-3 0 0,-2 1-10,4-2 0,-4 2 0,0 1 0,4-2 0,-2 1 0,3 0 0,1-1 0,2 0 0,0 1 0,0-1 0,-3 1 0,-2 0-103,2 0 0,-3 0 0,-1 1 0,0 0 0,1-1 121,4-1 0,2 0 0,0 0 0,-1 0 0,-4 1-48,1 0 0,-3 1 0,-6-2-330,-3-6 2175,-18 9-3344,-28-2 720,15 3-830,-13 4 1,-1 1 925,1-2 713,0 3 0,0 1 0,0 1 0,9-1 0,1 1 0</inkml:trace>
  <inkml:trace contextRef="#ctx0" brushRef="#br0" timeOffset="37634">9565 1519 12480,'5'-10'360,"1"-6"-180,-6-5-180,2 3 134,-1-2 1,-2 1 45,-4 3-45,0-5 0,0 0-135,-7 3 90,-1-1 0,0 0 0,-1 4-45,-5 0 0,-2 1 45,1 3-90,3 5 0,-5-1 0,1 3 0,-10 4 0,0 2-820,2-6 0,-2 3 820,1 9 0,-1 3 0,4 0-352,7-4 0,2 2 374,-4 4 1,-3 5-1,1 2 1,2-3-332,0 1 1,1 1 326,2 0 0,-2 3 0,-1 1 0,1 0 0,4-3-18,1-2 0,3-2 0,-2 3 18,-2 3 0,-2 4 0,-1 1 0,2-1 0,2-3 27,-1 3 0,2 1 22,2-1 1,-1 5-1,1-1 1,4-4-23,1-2 0,5 0 22,4 4 1,4 5-1,1 0 1,1-4-23,0-4 0,5 0 9,-1-3 0,4 2 0,1 2 0,1-1 0,-1-5-25,2-1 1,1-3 0,1 0-603,1 1 0,1 2 1,1-2-1,-1-1 603,-1-3 0,-1-2 0,2-1 60,2 0 0,3-1 0,-1 0 0,-2-2-53,2 0 1,2-1 16,-2-2 0,6 0 0,1 0 0,-1-2 0,-5 0-245,-5-3 0,-3-1 0,3-1 191,2 1 0,4 1 0,1-2 0,-2 0 0,-3 0-457,2-6 1,-1-1 456,-4 3 0,2 0 0,-1-2-30,5-5 0,0-3 0,-2 1 545,0 0 0,0-3-515,-6 3 0,3-4 0,2-1 0,-3 0 0,-2 3-120,-4 1 0,-2 1 0,1-2 84,3-4 0,2-4 0,1-1 0,-1 0 0,-3 4 6,-3 3 0,-2 3 0,1-4 15,1-2 0,0-4 0,2-2 0,-1-1 0,-1 2 0,-2 5-17,-1-1 1,-3 4 0,2-3 31,-1-3 0,1-3 0,0-2 0,-1 2 0,-2 4 0,-2-2 0,-3 1 0,2 5 0,-1-1 0,-3 0-30,-6 0 0,-3 1 0,-1 2 138,3 0 1,-3 2-132,-6 2 1,-4-1-1,-1 1 1,2 4 125,-1 2 0,-2 3-126,-5 1 1,-5 0-1,0 1 1,3 3 81,9 2 1,2 2 0,-4 1-240,0 0 0,-5 0 0,-1 1 0,-1 0 0,2 1 1,4 0 285,-3 3 1,4 1-1,-4 1-479,6-1 0,-4 1 1,-2 1-1,0 1 1,1-1-1,1 0 1,4-1-108,-4 4 0,3-1 1,-1 3 479,1-1 0,-2 4 0,-1 2 0,1 0 0,1-1 0,4-3 0,1 2 0,4-3 0,-2 3 0,-1 2 0,0 1 0,0 0 0,0-1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37:46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9394 1411 7982,'-8'0'180,"-1"0"0,3 0-180,1 0 90,-2 0-90,5 0 90,-2 0 0,3 0-90,-1 0 0,0 0 90,0 0-90,-1 0 0,2 0 0,-1 0 0,1 0 0,-1 0-90,0 0 90,0 0 0,1 0 0,-1 0 450,1 0-450,0 3-90,0-1 90,0 2 0,1-2 0,0 0 0,0-1 0,0 0 0,0 1 90,0 0 0,0 1-90,0 0 180,0 2-90,5-1 0,6 6 0,0-4-1,7 4 91,4-2-90,-2-1 30,0-2 0,4 1 0,2 0-1101,3 0 0,0-1 1,1 1 980,-2-1 0,0 1 0,2 0 22,-1-1 1,3 1-1,-1-1 1,-4 0-310,-4-1 0,0-1 309,2 1 1,3 0 0,1-1-1,-4 1-22,-1-2 0,1 1 22,2-1 1,4 0 0,0 0-1,-4 0-22,-1-1 0,0 0 22,1 0 1,4-1 0,-1 1-1,-3-1-22,-4 1 0,1-1 0,1 0 0,4 0 0,1 0 0,-2 0-683,0 0 0,-2 0 1,0 0 712,0 0 0,1 0 0,-1 0-30,0-1 0,0 1 0,-5 1-650,4 3 560,6-3 1377,-4 5-1287,-12-5 278,11 1-188,-20 0 2412,4-2-2502,-7 1 1856,0-1-1856,-10 0 1015,4 0-1015,-11 0 265,8 0-265,-5-3 0,6 2-90,-9-2 90,7 3 0,-19 12 0,11-3 0,0 1 45,-1 2 0,0 0-397,0 1 0,-1 0 397,1 1 0,1 0-1443,3-3 0,-1 1 1398,-3 2 0,-2 3 30,3-2 0,-2 2 0,2-1-30,0-1 0,-1 1 22,0 2 1,-3 3-1,0 0 1,2-1-244,3-2 0,1-1 0,-1 1 221,-2 3 0,-2 3 0,0 1 0,2-4-250,3-2 1,2-3 0,-2 2 249,-2 4 0,-2 1 0,3-3 0,4-6 0,0-1 45,-8 10 0,0-1-45,1-1 0,-2-1 0,1 0 90,4-5-784,-4 2 1,1 0 693,5-6 579,-3 2 1,1-1-580,5-5 459,-10 7-459,12-9 0,-3 1 831,6-3-741,1-1 2898,-1 1-2898,2-2 1188,0 0-1278,10-1 90,5 0-90,2 0 45,4 2 0,2 0 0,4 2 0,3 0-1045,1 0 0,2 1 0,-1-1 1030,-7 0 0,-1 0 0,1-1-8,2 0 1,2 1 0,-1-1-1,-3 0-315,-3 0 1,1-1 292,2 0 0,4 1 0,0-1 0,-3 0-339,0 0 0,1 0 361,1 0 1,5 0-1,1 0 1,-5-1-23,0 1 0,0-1 0,1 0 0,4 0 0,1 0 0,-6 0 0,-1 0 0,-1-1 22,-1 0 1,5 1-1,-2-1 1,-3 0-23,-3 0 0,0 0 0,1-1 0,3 0 0,1 0 0,-5 0 0,-2 0 0,-1 1 0,7-3 0,4 0 0,-6 1 0,3 1 0,0-1 0,-1 0 0,-7 2-222,0 0 1,-1 0 221,-6-1 2547,10 0-2547,-15 0 90,7 1-90,-9 0 718,2 0-718,-4 0 1021,0 0-1021,-1 0 722,0 0-722,0 4 0,-7 2 90,0 8-90,-2 0 0,-2 3 0,-1 1 0,1 6-348,-2-4-1,-1 2 379,2-2 0,1 1 0,0-2-479,0 1 0,-1 1 449,-1 1 0,-2 4 0,0-1 0,2-3-1090,1 0 0,-1-1 1090,1-1 0,-2 2 0,0 0 0,2-2 0,0-1 0,-1 1-109,-2 3 1,0 0 0,-1 3 130,2-3 1,-1 2-1,1 0 1,0-1-23,0 0 0,0-2 0,1 1 0,-1 4 0,1 1 0,1-2 45,0 2 0,2-1 0,-1-3 0,1 0 0,-1 5 0,2-4-45,2-9 187,-3 13-187,6-19 719,-2 8-629,3-12 2651,-1 1-2651,12 3 689,-3-8-689,14 14-90,-9-12 90,13 12-90,-11-9 45,6 2 0,3 0-45,-5-3 0,1 0 0,2 0 0,1 1 30,1-2 0,2 0 0,-3-1-35,9 0 5,-6-1 0,4 1 0,-4-1 0,5-1 0,3 1 0,-1-1 0,-7-1 0,0 0 0,-1 0 0,-7-1 0,14 1 90,-16-1-90,1 0 0,-2 0 0,7 0 0,-7-4 0,7 3 0,-14-3 90,5 2-90,-6 1 488,5-3-128,-7 3-270,-4 3 0,-10 11-90,-2 2 45,-6 6 0,-1 2-375,9-10 1,-2 0 351,-1 4 1,-3 4-1,-1 0 1,2-2-1065,0 0 1,-1 0 1041,0 2 0,-1 1 0,1-1-609,3-3 1,0-2 0,1 0 608,-2 3 0,0 1 45,0 0 0,-3 4 0,1-1 0,2-3 0,2 0 0,-1 0-23,1 0 1,-2 2-1,0 1 1,4-5-23,-3 7-526,1 0 1,1-2 525,5-7 336,-5 7-336,6-9 0,1-5-521,-4 9 521,5-12 1414,-1 5-1324,3-9 1356,1-1-3695,0 0-809,-4-4-219,-2 2 4909,-3-5-1632,1 5 0,2-4 0,2 3 0</inkml:trace>
  <inkml:trace contextRef="#ctx0" brushRef="#br0" timeOffset="9168">14031 1796 8342,'13'4'0,"-1"1"0,14 11 0,-8-6 0,6 2 0,0 1-391,0-1 391,-7-1 0,3 1 0,-4 0 90,6 4-90,1 5 0,-2 1 0,-4-1 90,-2 5 0,-2 0-90,-3-2 60,-4-3 0,0 4 0,-2-3-60,1 7 60,-3-6 0,1 4 0,-1-4-60,-1 7 60,-3-8 0,0 4 0,0-3-342,2-7 1,-1 0 371,-6 10 0,-2 3 0,1-3-370,3-7 0,-1 0 325,-3 3 0,-3 5 0,0-1 0,2-2-45,0-1 0,0 2 36,0-2 0,-1 4 0,-1 2 0,0 0 0,1-4 84,-2 3 0,1-1 0,-1 0-304,3-3 0,-1 0 1,0 1-1,-1-1 334,-3 4 0,-1-1 0,2-4-1233,4-7 0,0-2 1128,-4 7 0,-2 1 90,-2-2 0,1-1-105,5-7 0,0 0 89,-8 6 1,-3 2 0,2-3-75,6-4 0,-1-1-349,-2 2 1,-4 2-1,-1 0 1,4-2 348,-1 0 0,-1 0 22,-3 1 1,-5 1-1,0 0 1,3-2 17,0-1 1,-2-1-27,7-5 1,-5 2 0,-2-1 0,0 0 0,1 0 0,4-3 280,0 1 0,3-2 1,-2 0-305,-6 0 0,-4 1 0,-2-1 0,2 0 0,5-2 9,0 0 0,1-1-23,0 0 1,-4-1-1,0 1 1,5-1-23,2 0 0,1 0 30,-8 0 0,-4 0 0,5 0-30,10 0 0,1 0 0,-6 0 0,-3 0 0,4 0-128,-5 0 128,10 0 0,1 0 2934,7 0-2934,11 0 889,1-4-889,2-1 0,3-11 0,-5 6 0,9-17-90,-5 12 90,1-5 0,1-1 0,1-1 0,2-5 0,0-1 1094,0 3-1124,-3 6 0,3-2 0,-2 3 30,4-7-45,2-2 0,1 1 45,-3 5 0,0 1 0,0 1 0,-4 6-90,6-9 0,-12 17 1023,1 4-933,-9 9 90,-4 18-90,-3-6-477,-2 4 1,0 2 521,6-12 0,0 0-45,-6 8 0,-1 5 0,2-3 45,3-6 0,0 0-45,-1 4 0,-2 4 0,1 1 0,2-5 45,1-3 0,1 0-15,-2 8 0,-2 3 0,4-5 60,1 0-90,3-1 0,0 0 90,3-6-90,4-1 0,1 0 0,-2-3 45,9-1 0,2 0-45,-2-3 0,13 1 0,6 0 0,-4-5 0,0 0-89,2 1 1,2 0 88,0-2 0,3-1 0,-5 0 0,-9-2 0,0 1-30,9 1 0,4 0 0,-5-1 30,3 1 0,0 1 0,0-1 0,-8 0 0,-1 0 0,-1 0 0,-7-1 90,10 4-90,-17-6-2249,2 2-1028,-7-7 2449,-1 0 828,5-1 0,-3-4 0,3 4 0</inkml:trace>
  <inkml:trace contextRef="#ctx0" brushRef="#br0" timeOffset="27182">7590 5122 16887,'12'-14'0,"1"0"0,-2 1 0,2-1 0,0-1 0,3-2 0,-1 1-792,3-4 1,1-2 791,-3 5 0,1-1 0,0-1 0,-1 1 0,1 0 0,0 2 0,-1-1 236,5-5 0,1 0-236,-5 5 0,0 2 0,-3 3-90,0 3 425,2-1 25,-8 27-270,-3-6-1613,0 11 1,1 1 1522,-1 1 45,1 5 0,0 2 386,0-3-386,0 2 0,1 0-45,0-5 0,1 1 0,1-2 0,0-4 90,3 2 0,1-1 180,5-2-180,1 3 360,-5-12-270,-10-9-90,2 1-90,-2-9 0,7-11 0,-4-2-45,3-3 0,1 0-181,0-2 226,-2 6 0,2-4 0,-1 4-45,-2 5 0,1 0 45,4-4 0,3-3 0,-2 4 3192,9-5-3192,-5 10 0,3-1 0,-2 3 167,4 2-122,3 4 0,-2 4-45,-8 10 0,0 3 0,0 2 0,-4 6 0,1 2 0,0-1 0,-2-1 45,1 3 0,-1 0-45,-1-4 0,1 0 0,1 0 0,-3-3 0,3 0 0,0-1 0,-3-5 90,10 8-90,-12-16 90,9 1-90,-8-4 0,16-7 0,-10-4 0,4-4 0,1-1-45,0-7 45,-4 6 0,2-3 0,-1 3-359,-5 4 1,0 0 358,6-6 0,4-3 0,-3 3 0,-6 6 0,2 0 0,8-4 0,4-2 0,-3 3-45,-8 7 0,-1 2 45,6-2 0,3 0 0,-4 3 0,0 4 45,-2 7 0,-1 2-45,-3 1 0,0 8 0,0 1 0,-2-2 0,5 8 0,-1 1 0,-2-4 45,0 2 0,0 0-45,-2-6 45,3 4 0,2 1-45,0-3 90,5 2 0,1-1 0,-3-7-17,5-2 1,1-2 61,-8-6 0,0-1-90,2 2 0,0-2-45,6-8 0,-2-2 0,-3-2 0,-3-1 0,2-4 0,-2 2-111,6-7 81,-4 4 0,2-3 0,-2 3 30,-5 4 0,1 1 0,2-2 0,3-1 0,1 0 0,-1 3-45,7 0 0,-1 3 75,-6-1 0,0 0 0,1 3-30,12 5 0,-3 3-2066,-2 1 2066,-7 4 0,1 1 0,-5-1 0,-1 1-144,10 9 144,0 0 0,1 0 0,-12-7 0,-2 0 0,8 5 0,1 1 44,-2 0 1,-1-1 45,6 4 0,0 1 0,-1-1 0,-5-3-45,-2-2 0,0-1-45,-6-3 90,7 2 0,-13-8-270,2 0-180,-5-3-1348,2-7 628,-2 6-2197,0-25 0,-1 15 3385,0-17 1,-7 12 0,-2-1-1</inkml:trace>
  <inkml:trace contextRef="#ctx0" brushRef="#br0" timeOffset="29715">8045 6171 12300,'-14'6'2698,"2"-2"-2608,8-8 0,2-2 0,8-2 90,3-8-90,3 4 0,1-5 0,1-2-90,2-2-999,-3 2 1,3-2 0,-3 2 998,-3 4 0,0-1 30,4-8 0,1-4 0,-1 3 15,-5 7 0,-1-1 67,2-3 1,0-3-1,1-1 1,-3 4-68,0 4 0,-2 0 14,3-6 1,1-3 0,-1 5-421,0-2 810,0 1-269,-5 20 0,1 31-180,-4-8 135,7 7 0,1 0 45,-1-2-90,0-6 0,3 3 0,-1-3-230,-3-5 1,0 0 229,4 8 0,1 3 0,-1-3-46,-3-6 1,-1-1 15,4 7 0,1 2 0,-2-2 30,3 6-60,-5-9 0,2 2 0,-2-3 60,2 6-90,-3-8 0,0 2 45,-1-3 0,0-1 135,5 16-180,0-1 2821,-3-6-2821,-2-6 0,-3-6 180,2 9-90,-3-13 653,1 6-743,-2-9 359,2 1-179,-2-4-180,4-5 0,-1-4 0,9-17 0,-5 6 0,3-4 0,-1-1-7,0-2-23,-1 5 0,2-3 0,-2 2-301,-2 6 0,0-1 301,5-9 0,2-4 0,-1 3-15,-4 8 0,1 1 45,5-8 0,1-4 0,-1 5-1379,-5 9 0,0 1 1379,5-8 0,1 0-45,-4 8 1,0 1 44,3-4-361,0 1 1,-1 2 360,-3 4-152,11-11 152,-14 15 274,11-8-274,-12 11 2487,7-4-2487,-9 7 1069,4-1-1069,-5 2 90,5 9-90,-5-7 0,8 25 0,-7-17 45,1 9 0,0 1-45,-1-1 45,1 6 0,0 1 431,0 0-476,-2-5 0,1 3 0,0-3 0,1 9 30,0-8 0,0 2 0,-1-2-2048,3 7 2018,-2-8 0,0 0 0,3 9-1185,-2-8 1185,1 6 45,-4-11 0,0-1-45,1 4-442,1 2 1,-1-1 441,-2-4-156,1 0 1,1 0 155,-2-5 1394,3 12-1394,-4-16 1205,2 5-1205,-2-10 1317,0 2-1227,-1-4 831,1 0-921,0-1 345,0-5-255,7 0-90,-4-6-90,12-6 90,-7 4-45,1-1 0,1-1-45,1 0-1003,-1-1 1,4-4 0,-2 2 585,-4 5 0,0-1 439,3-3 1,3-4-1,0-1 1,-2 4-336,-1 0 1,1 0 357,1-1 0,4-4 0,-1 1 0,-1 3 0,-1 0 0,1 2 0,1-1 0,3-1 0,0-1 0,-3 4 45,-1 3 0,-1 1 0,6-3 0,3-1 0,-4 3-90,5-1 135,-1 4 0,-1 1-135,-6 4 90,7 0 0,-9 5 90,-5 17-90,0-7 45,-7 11 0,-3 3 45,-7 0-523,4-5 0,0 4 0,-1-3 433,-4-4 0,0 0 60,0 7 0,0 3 0,1-3-60,-1-6 0,-1-1 30,0 7 0,-1 3 0,2-3 1024,1-8 1,1 1-965,-2 5 0,-1 3 0,2-3-90,-2 6 44,1-7 1,1 1 0,0-1 0,0-2 45,-3 7 45,0 4 0,0-1-45,1-3-90,1 3 0,0-2 0,2-4 0,2-3 0,0-1 0,1-5 670,1 5-3818,1-14 360,0-6-489,0-11 2457,0-1 1,0-5 0,0 7 0</inkml:trace>
  <inkml:trace contextRef="#ctx0" brushRef="#br0" timeOffset="41986">11463 4910 14998,'-7'-4'0,"-1"0"0,7-5 0,-5 1 0,5 2 90,-5-6 0,5 6-90,-3-4 90,3 7 90,0-4-90,0 4-90,0-3 0,1 6 90,-1-1-90,0 8 180,-2 7-180,2 1 45,-1 3 0,0 0-45,-1 1 45,1 5 0,-1 0-45,1-2 0,0 2 0,1 0 0,0-4 0,0 11 0,1-10 0,0-7 90,5 14-180,-4-17 90,8 13 0,-6-18 90,3 5-180,-1-15 0,-2-2 90,1-7-180,0-17 90,-2 6 0,0 0 90,0 4 0,0 0 0,-1-3 0,-1-1 0,1 3 0,-1-4-45,0 0 0,1 1 45,0 8 0,0-8 0,0 18 0,3 1 0,-1 5 0,5 7 0,-2 1 90,9 13-90,-7-7 0,6 3 0,0 2 0,-4-8 0,0 1 0,1 0 0,-2-2 0,11 12 90,-12-14-90,13 9 90,-3-11-90,0 2 0,1-7 0,-13-8 0,2 6-90,-2-22 90,-3 14 0,0-9 0,-2-2 0,0 2 45,0-4 0,-2-1-45,-4 2 90,5 0 0,-2 1 0,-7 5-180,8-6 90,-5 17 90,5 6-90,-2 18 0,3-3-45,-1 3 0,0 1-135,1-2-315,-1 2 1,1 0 44,-1-3-675,1 2 1,0-1-45,5-3 1169,-2 1 0,0 0 0,3-6 0,-2 6 0</inkml:trace>
  <inkml:trace contextRef="#ctx0" brushRef="#br0" timeOffset="42502">11648 4632 11580,'-14'-24'450,"2"7"179,-4 3 1,-1 0-360,-4 4 0,-7 2 0,-1 3-774,1 13 624,3 2 0,-5 2 0,2 5-425,10 0 1,1 3 0,1 2-1,-1 1 320,2-3 0,-1 1 0,0 2 0,-1 0 0,2-1 0,1 0 7,-3 4 1,2-1 0,0 0-1,2 2 50,2 0 0,0 2 0,1 1 0,1 0 0,4-2 18,2 2 0,4-2 0,1 0 0,-1-1-68,-2-3 1,-1 0-1,1 0 1,3 1-5,3 0 0,2 2 0,1 0 0,1-2 0,-1-4-18,3 0 0,2-2 45,2-1 0,4 3 0,0-2 0,-1-3-45,-1-3 0,3-1 44,3-1 1,4 1 0,2-1 0,-1-3-796,4-5 1,-2-4 0,1 0 750,0 4 0,0 1 0,1-5-23,-3-6 1,1-4-1,-1-2 1,-5 0-426,-1 0 1,-2-4 447,-3 0 0,3-4 0,1-1 0,-2 0 0,-2 2 0,-3 1 0,-3 2 0,2-5-26,-2 1 0,2-3 1,0-3-1,0-2 1,0 0-1,-2 1 1,-3 2-276,0-3 0,-4 1 1,0 1-1,-1-1 1,2 0 300,0 2 0,3-1 0,-1 0 0,0 0 0,-2-1 0,-3 0 15,-5-1 0,-2-3 0,-3 1 0,-1 0 0,0 3 0,1 4 22,0 2 0,0 3 1,-4 0-3,-5-3 1,-4-3 0,-3 1 0,0 3 0,3 5 449,-5 3 1,-2 4-468,3 3 0,-5 0 0,-1 1 0,1 1 0,3 2-45,3 2 0,2 3 0,-3 0 27,0 0 0,-3 1 0,-2 0 0,0 0 0,3 1 0,2 0 0,0 2 0,3 2 0,-2 1 0,-2 1 0,-4 2 0,0 1 0,1 0 0,6-2 0,-3 5 0,4 1-90,3 2 0,-1 4 0,1 0 1,4-3-91,4-1 0,5 1-585,3 3 1,3 5-1,2-1 1,1-4-46,2-4 1,5-1 809,5 2 0,5 1 0,2 0 0,-2-5 0,4-4 0,2-4 0,2 1 0,0 1 0,0-1 0</inkml:trace>
  <inkml:trace contextRef="#ctx0" brushRef="#br0" timeOffset="43884">13862 4811 17247,'4'-12'0,"-2"3"0,-2 4 0,0 0 0,0-2 0,0-6 0,0 5 0,0-3 0,2 5 0,0 1 0,0 0 0,-1 8 0,0 6 0,0 3 0,0 3 90,0 2-90,0-2 0,-1 5 0,1-3 0,-2-1 0,1 4-1639,0 5 1,0-1 1613,0-3-449,0 2 0,0-1 474,0-3-394,0 0 0,0-1 124,0-5-1183,0 12 823,0-18-190,0 3 1,-4-17 0,-2-1 0</inkml:trace>
  <inkml:trace contextRef="#ctx0" brushRef="#br0" timeOffset="45132">14163 4709 9781,'5'-11'1080,"-1"3"-810,-1 4-90,-2 1 899,1 1-899,-2 8 180,0 15-270,0-5-1,0 4 1,0 0-90,0-3 135,0 4 0,0-1-45,0-1 0,0 2 0,0 0 0,0-4-45,2 1 0,-1-1 45,0-4 90,2 12 0,-3-17 1169,0 4-1349,0-17-90,6-1 90,-1-17 0,8 7-45,-3-2 0,2-1 45,12-1 0,-13 7 0,1 1 0,5 5 0,-2 2 0,-2 3 0,18 7 0,-21 2 0,9 8 0,-14-1 90,0 6-90,-10-6 0,-1 8 0,-6-13 0,-6 11-270,4-11 180,6-5 0,9-2 90,23-21-90,2 6 90,-13 4 0,1-1 45,1 2 0,-2 1-45,-4 2 0,6-3 0,-12 6 0,-1 1 0,-1 15 0,-1-7 90,0 18-90,0-13 0,4 5 0,1 2 0,-3-1 0,5 6 0,-1-1 90,-5-4-90,2 1 0,0-1 0,-3-2 0,2-1 0,-1 0 0,-1-3 0,-5 11-1079,-4-15-1710,-5-4 1620,3-5-2108,4-24 3151,13 13 1,-4-15 0,7 10 0</inkml:trace>
  <inkml:trace contextRef="#ctx0" brushRef="#br0" timeOffset="45366">14807 4636 10771,'6'-18'809,"-2"7"810,0-2-1349,-3 16-180,0-3 180,0 27-180,0-16-45,-1 11 0,0 2-45,0-3 0,-2 7 0,0 4 0,1-6 0,1 0-180,-3-1 0,1 1-450,2 4 1,0-3-181,0-8-829,0 0 1,0-2-482,0-4 2120,0 6 0,0-13 0,0-1 0</inkml:trace>
  <inkml:trace contextRef="#ctx0" brushRef="#br0" timeOffset="46232">11768 5576 13379,'9'0'1619,"1"12"-359,3 15-1080,-2-2-1273,-1-7 1,2 2 0,-1-2 854,-2-4 1,1 0 297,7 10 0,3 4 0,-3-4-15,-3-5 0,0 0-23,2 2 1,4 4-1,-1-1 1,-2-3-23,-1 0 0,1-1 36,-2-3 0,3 2 0,2 2 0,-1-1 0,-1-2 132,4 2 1,-1-1-1,0 1-168,0-2 0,0 2 0,1 0 0,-2-2 30,-1-1 0,-1 0 0,-2-3-30,-1-1 0,-4-1-2677,-1 0 428,-9-14-1028,6-5 1787,0-1 1490,6-4 0,0 5 0,1-2 0</inkml:trace>
  <inkml:trace contextRef="#ctx0" brushRef="#br0" timeOffset="46632">13738 5504 14009,'2'-12'1709,"-1"-7"-1349,-5 12 0,2-6 539,-7 10-539,-10 9-180,2 0 0,-7 10 0,-1 3-744,12-7 1,-1 0 630,-2 4 1,-4 4 0,0 0-1,3-2-589,-1 1 0,-1 1 558,3-2 0,-2 3 0,-2 2 0,2-2 0,1-2 9,-3 5 0,0 0 27,4-4 0,-2 3 0,-1 1 0,2-1 0,2-3-1349,-3 4 1,1-2 1276,1 0 0,-2 2 0,2-1 60,3-4 0,2-1 0,0-1-74,1-1 0,0 0 14,-2 3 0,-1 2 0,3-3 0,1 1 0,1-2 0,1-1 90,3-6 429,-2 4-3796,5-11 2457,-1-5 1,2 1 0,0-4 0</inkml:trace>
  <inkml:trace contextRef="#ctx0" brushRef="#br0" timeOffset="48599">12380 6536 12480,'-19'-19'2159,"11"7"-1260,-16 4-629,18 7 629,-22 7-629,18 3-1909,-3 3 1,0 2 64,3 4 1877,0 4 1,0 0-214,4 1 305,1-3 0,1 5 0,0-2-215,2 3 0,2-1-90,-1 4 0,3 1 59,1-8 1,1 0 0,1-4 30,7 9-135,-4-7 0,1 1 180,5-2 0,1-1-45,5 5-60,-2-6 0,4 1 0,-2-2-75,-5-5 0,2-1-1,2 2 1,5 1 0,0 0 0,-4-2-341,2 1 1,1-2 317,2 2 1,5 1-1,1 0 1,-5-2-23,0 0 0,1-1 0,-5-3 0,4 2 0,2-1 0,-2 0 0,-3-1 0,5 0 0,0-2 15,-6-1 0,3-1 0,3 1 0,0-1 0,0 0 0,-2-1-15,1-2 0,0 0 0,-1-1 0,0 0 0,1 0 200,-1 0 1,1 0 0,-1 1-1,1-2 1,0-1-201,4-2 0,2-1 0,0-1 0,-3-1 0,-5 1 0,2-5 0,-1-1 0,-1-1 0,5-3 0,-1-1 0,-5 3 0,-2-1 0,-2-1-23,-1-2 1,3-3-1,0-1 1,-5 3-331,-2 0 0,-2 0 353,0 0 0,1-2 0,-2 1 0,-4-6 0,-2 0-100,-2 7 1,-1-3 76,-3 1 1,-2-3-1,0-1 1,0 4 22,-2-5 0,-2 1 0,1-1 0,-2-1 0,-2 0 0,-3 0 0,-3 0 0,2 2-60,-1 1 1,-1-1 59,1 6 0,-2-2 0,-2-1 0,0 1 0,2 4-45,-4-4 0,-3 3 45,4 3 0,-5-1 0,-2-1 0,1 2 0,3 2-30,2 2 0,2 3 0,-4-1 75,0 0 0,-4 0 0,-1-1 0,-2 0 0,3 1 0,2 2-41,-2-1 0,4 3 1,-5-1 40,1 1 0,-5-1 0,-2 0 0,0 1 0,2 0 0,4 1-15,-1 1 0,3 1 0,-4 0 21,4 2 0,-5-1 1,-2 1-1,-1 0 1,0 0-1,1 2 0,3 0-69,1 1 0,1 2 0,1 0 0,0 0 0,-1 0 18,-4 0 0,-1 0 0,0-1 0,0 1 0,3 2-5,2-1 1,2 2 0,1 1 0,0 1 94,-2 4 0,0 2 0,1 1 0,1 1-45,1-1 0,1 1 0,0 0 0,-1 1-32,3-3 0,-1-1 1,0 1-1,1 2 1,0 1 31,2 1 0,-1 2 0,1 2 0,1 0 0,1 0 0,2-1-171,1 4 0,2 0 1,1 0-1,-1 1 126,0-4 0,-1 1 0,0-1 0,2 1 0,1 1 54,2 2 0,2 2 0,1-1 0,2-1 0,1-4-9,4 6 0,1-2 15,-2 1 0,1 1 0,2-1-199,4-7 0,3-2 0,0-1 184,0 4 0,2 1-56,1-5 0,3 3 0,2 2 1,2-1-1,-1-2 11,1-1 0,0 0 0,2-1 0,-1 0 0,0 0 89,-1 0 1,0 1-1,0-1 1,1 1-1,1-2-74,1 0 0,3-1 0,0 0 0,0 0 0,-2-3 0,-3-2-45,-1-1 0,-2-2 0,2 0 12,5-1 0,5 2 0,2-2 0,-2 0 1,-3-1 17,-5-3 0,-2 0 0,3-2 0,-1-1 0,3-1 0,3-1 0,-1 0 0,-1 0 0,-4-1 0,1 0 0,-2 0 0,0-2-23,3 0 1,2-1-1,0-1 1,0-1-23,-2-1 0,-1-1 0,1-2 0,0-2-36,-1-1 1,1-2-1,0-2 1,-1 1 0,1 1 62,-4 2 0,0 2 0,0-1 0,0 0 0,1-3-111,-3 0 1,1-3 0,0-1 0,1 0 0,-2 0 0,-2 1 0,-3 3 98,1-2 0,-3 1 0,1-2-70,-1 0 0,1-2 0,2-3 0,-2 1 1,0 0-1,-3 4 100,0-1 0,-2 2 0,0-2-18,1-5 0,0-4 0,1-2 0,-2 1 0,-1 5-12,-2 4 0,-2 2 0,0-3 92,0-1 1,0-3 0,-1-2 0,1-1 0,-3 0 0,-1 3-86,-4-5 1,-4 2 0,0 1-1,1-1 177,4-1 0,1-1 0,-1 1 0,-4 0-154,-4 5 0,-4-1 0,-1 1 0,0 2 0,1 5 0,-3-3 0,-2 4 0,0 4 0,-5-2 0,-1 0 0,0 1 0,2 4 196,2 1 0,1 2 0,-4 1-196,3 1 0,-4 0 0,-2 0 0,-2 0 0,1 1 0,2 0 0,3 2 93,-1-1 0,3 2 1,0 0-1,-4 1-93,1 0 0,-4 1 0,-2 0 0,-1 0 0,0 0 0,1 0 0,2 1 0,3 0-23,-3 0 1,4 1-1,-1 0 1,-3 1 10,3 0 1,-5 1 0,-1 1 0,-1 0 0,-1 1-1,2-1 1,2 0 0,4 0-213,-2 1 1,4 0-1,1-1 1,-2 2 223,-4 0 0,-2 1 0,0 0 0,0 1 0,1 1 0,5 0 0,0 1 0,1 0 0,1 1 0,2-2 19,-3 2 1,2-1-1,-2 2-19,-1 2 0,-3 2 0,-1 2 0,2-1 0,5-3 0,0 3 0,1 1 0,4-1 0,-3 3 0,2 0 0,3-2 0,3-3 0,2 0 0,-1 7 0,-1 2 0,3-3 0,0 7 0,1 2 0,2-1 0,3-5 216,1-1 1,1-1-217,1-6 683,-1 0 1,2 0-684,3-2 0,-3 1 2729,3-9-2729,-4-1 1449,0 0-1359,0 6-90,0-5 0,0 2 1006,-3-3-916,2-1-180,-3 4 180,4-5-90,-2 5-90,1-6 90,0 3 90,0-4-90,-1 2 0,2-3-90,-3 5 90,2-1 0,-1 0 0,2-2 0,0-2-990,0 0-359,4-1 0,2 0-1619,8 0 1529,-7-5-1838,8 0 2477,-11-9 0,4 3 0,-4-3 0</inkml:trace>
  <inkml:trace contextRef="#ctx0" brushRef="#br0" timeOffset="48900">11597 5565 7353,'5'12'-270,"-2"1"0,-2-4 0</inkml:trace>
  <inkml:trace contextRef="#ctx0" brushRef="#br0" timeOffset="49732">12487 6429 13199,'1'-9'2699,"0"2"-2654,-2 19 0,-1 7-45,1-4 0,-1 15 0,1 0 0,1-8 0,2 3 0,0 0-90,0-4-270,4 2 0,-1-1 1,-3-4-811,5 1 1,1 0-2108,-3-2 2769,5 2 1,-6-12-1,-3-7 1</inkml:trace>
  <inkml:trace contextRef="#ctx0" brushRef="#br0" timeOffset="50183">12526 6434 13829,'-22'-21'900,"9"7"-1,-8-8-719,16 15-90,-1-2 90,6 6 0,13 7-180,-5 3 90,7 2 0,0 0-90,-3 3 45,1 0 0,-2 0 45,-5-2-90,2 14 0,-13-16 0,-3 14 0,-6-13-90,-1 9 90,2-12 0,3 3 0,5-6-90,3-1 90,7 1 0,-4-1 0,17 4 0,-10-2 0,20 6 0,-15-3 0,12 9 0,-16-8 90,4 11-90,-10-11 0,-16 15 0,-1-13 0,-4-1-90,-5 4 0,-2 0 0,5-4 0,0-1-405,-1 1 0,3-1 46,7-3-2828,-5 2 1786,20-5 52,-6-7 1439,16-2 0,3 0 0,-3-9 0,3 7 0,0 0 0</inkml:trace>
  <inkml:trace contextRef="#ctx0" brushRef="#br0" timeOffset="50466">12747 6588 14459,'-9'12'1169,"-6"3"-1079,2-9-90,-3 9 0,8-11-90,4 6 90,2-5 0,9 1-450,17-4 180,4-1 181,2-5-136,-13 4 0,-2-1 135,-4-3-450,11 4 270,-16 0-989,4 5 719,-7-4-2068,3 3 1349,-4-4 1259,3 0 0,-3 0 0,0 0 0</inkml:trace>
  <inkml:trace contextRef="#ctx0" brushRef="#br0" timeOffset="50701">12938 6287 13020,'0'-12'539,"-5"3"181,3 4-540,-6 4-90,8 18-90,-3-2 0,0 1 0,3 15-360,-2-4 0,1-2 0,6-4-495,-5 5 1,1-1-45,8-3-740,-7 7 1,1 0 1411,5-7 1,-5-3 0,-1-1 0,1-6 0</inkml:trace>
  <inkml:trace contextRef="#ctx0" brushRef="#br0" timeOffset="51351">12941 6545 11400,'-10'-6'90,"1"0"-90,8 2 0,-1 1 0,8-5 0,-5 4 0,18-8 0,-11 6 0,8-2 0,0 0 90,-3 2 540,13-7-270,-20 10 269,3-1 91,-8 3-540,-6 9-90,0-6-90,-2 12 90,-4-3-90,7 10 0,-6 2 90,7-3-90,2-7 0,7 0 0,0-5 0,7 7 0,-2-10-180,4 2 90,-4-6 0,8-7 90,-11 5-90,8-20 90,-10 13 45,1-11 0,-1-1-45,-2 2 45,0-5 0,-2-2 180,-1 7 0,0 2-225,-1-15 90,1 6 359,-1 20-179,0 8-180,0 5 0,-5 15-90,4-6 0,-4 0 0,1 0 90,3-2-90,-2 9 0,8-4 90,2-7 0,11 11 0,-5-16 90,12 4-180,-13-8 90,16 0-90,-18-4 0,11-10 0,-14 8-90,3-15 0,-8 15-3187,1-7 0,-1 14 296,-1-6 2981,1 7 0,-1-2 0,1 1 0</inkml:trace>
  <inkml:trace contextRef="#ctx0" brushRef="#br0" timeOffset="51501">13358 6611 14009,'-11'-5'-820,"0"-1"1,6 6 0,-1-2 0</inkml:trace>
  <inkml:trace contextRef="#ctx0" brushRef="#br0" timeOffset="55716">14159 5238 10321,'-7'-7'270,"1"0"-90,5 6 360,0 0 179,0 0-179,0 8 0,0 1-271,1 7 1,0-3 0,6 0 0,-4-4 90,14 4-180,-9-4 44,9 1 1,1-2-135,4-1-60,-2-3 0,4 0 0,-2-1-470,-3 0 0,0-2 440,5-3 0,5-1 0,0-1 0,-4 1-693,3-1 1,0-1 692,-3 0 0,4-3 0,1 0 0,-1 0 0,-4 1 0,-2 1 0,-4 1 0,3-2-15,1-1 0,3-1 0,1-2 0,1-1 0,-1-1 0,-3 0-3,-2-1 0,-2 0 0,0-2 0,-1 0 0,1-2-377,-1 0 1,0-1-1,1-1 1,0-1 0,-1 1-1,0-1 1,-3 2 412,2-2 0,-2 2 0,-1-1 0,-1 0 0,0-2 12,-3-2 0,1-1 0,-2-2 0,-1 1 0,-1 1 0,-1 4-266,1-8 1,-2 1 302,-1 1 1,1-3-1,-1-1 1,-3 6-68,-3 4 0,-3 0 30,-1-6 0,-3-2 0,-1 4-30,-2 10 0,-2 2 30,-7-6 0,-3-2 0,2 3 15,4 7 0,-1 1-23,-7 0 1,-6-1-1,0 1 1,4 2-158,1 2 0,-1 3 153,3 1 0,-5 0 0,-2 1 0,2 1 0,4 1-18,-3 1 0,0 4 18,5 0 0,-4 1 0,-1 1 0,1 0 0,4 0-18,-4 3 0,0 2 18,6-2 0,-3 3 0,0 1 0,1 0 0,4-2-18,-3 4 0,3 2-23,0 1 1,-1 5-1,0 0 1,5-3-497,3 0 1,3 1 428,-2 0 0,1 1 0,4 2-480,5 0 0,3 1 1,1-2 119,0 0 0,2 0-370,3 0 1,2 4 0,2 0 0,-1-6-736,2-1 1,2-2 1554,0 1 0,2 1 0,-1-3 0,1-5 0,0-2 0,0 1 0,0 0 0</inkml:trace>
  <inkml:trace contextRef="#ctx0" brushRef="#br0" timeOffset="56167">14625 5487 11490,'2'-9'450,"-1"1"1529,0 3-1979,-10 30 0,2-17-720,-3 11 1,-3-1-720,-2-9-787,-7 6 2226,-7-2 0,5-2 0,7-4 0,0 0 0</inkml:trace>
  <inkml:trace contextRef="#ctx0" brushRef="#br0" timeOffset="56833">13904 5785 12840,'12'-23'3276,"-4"8"-2325,-6 8-591,-18 27-360,0 1-1359,-1 4 0,-1-1 1449,3-1-90,0 3 0,0 1 0,4-6-1024,2 6 1,4-1 1023,8-7-673,2 2 1,3-1 762,8-8-550,2-1 0,1-1 460,1-4 37,5-2 0,0-2-37,-2-1 614,5-8 0,1-4-659,-13 2 0,-2-1 45,4-2 0,-1-2 0,-6-2 0,-5 1 0,-3 4 1643,-15-6-1643,2 14 45,-13 1 0,-2 3-45,2 5 0,-4-2 0,1-1 1753,9 5-1663,-7 1 1594,32-2-1684,12 3 0,7-3 0,1-1 0,2 1 45,-6 2 0,-2 0 156,3-1 1,-2 1-67,1 9 0,-5 2-45,-8-2 134,-2 5 1,-2 1-135,-3-1-90,-2-5 0,-1 1 0,-8 11 0,5-8-135,-8 1 1,-1 0-136,4 1-1369,-5 5 1,-1 0-1639,4-6 1638,3 3 1,2-1-1639,0-9 2882,4 8 0,8-15 0,1-1 0</inkml:trace>
  <inkml:trace contextRef="#ctx0" brushRef="#br0" timeOffset="57566">14469 6328 12930,'3'-11'2248,"0"3"-1528,-3 4-540,-5 3-180,-7 19 0,1-8 0,-2 10 0,0 1-180,4-6-270,-3 5 0,1 0 1,4-5-316,1 2 1,1-1 134,2-2-2647,0 11 1427,2-16 1850,7 1 0,-5-9 0,4-1 0</inkml:trace>
  <inkml:trace contextRef="#ctx0" brushRef="#br0" timeOffset="58118">14844 5836 12210,'7'-20'1889,"0"-5"-180,-4 7-1439,-1 3 180,-12 8-360,3 7 44,-6 5 1,-3 3-45,1-1-45,-6 7 0,1 1-45,1-2 0,0 5 0,1 2 0,7-4-1639,3 4 1,1-1-745,6-3 2423,9 1 1,1 0-41,1-2 54,9 1 0,2 0-54,-3-3 0,4 1 0,0 0 0,-3-3-327,1 2 1,-1 0 326,-5-3 768,-1 3 0,-2 0-768,-4-1 1129,2 16-1129,-8-16 45,-11 3 0,-2-1-45,0-3 0,-11 1 0,-2-2 0,4-3 0,-6-1 0,1-1 0,1-1 90,-3 0 0,1-1 0,5-2-45,1 1 0,0-2-45,7 1 1271,-6-1-1271,24-4 1263,-7-1-1263,30-3 0,-15 3 0,7 3 0,1 2 0,-4 6 90,0 0 0,0 1 0,-5 7-45,1 6 0,-1 0-45,-4-1-93,-1 2 1,0 1-88,-3-5-1349,1 4 0,-1-1-180,0-2 1709,0 4 0,1-1 0,-1-5 0,2 8 0</inkml:trace>
  <inkml:trace contextRef="#ctx0" brushRef="#br0" timeOffset="59966">10784 6014 13110,'0'-10'0,"-7"-1"89,5 2 361,-21-1 180,0 4-450,-3 1-90,2 8 0,-1 6-90,7 4 0,1 2 0,-2-2 0,1 1 0,3 11 0,4-1 0,7-5 0,8 3 0,3-1-90,3-4 45,10 2 0,4-2-336,1-3 381,-6-4 0,5 1 0,-4-2 0,8 3 0,-8-4 0,2 2 0,-5 1 0,3 10 0,-5-11 0,-4 1 0,-29 12 0,6-14 45,-14 1 0,-4 0 0,10-5 0,2-1-45,-5 2 0,1 0-45,3-2 0,5-4-674,12-17 449,4 6-270,11-10 0,5-1 360,-7 12 1,2-1-914,3-7 1,3-3 0,-3 2 932,-4 5 1,0-1 204,2-4 0,2-3 0,-1-2 0,-1 1-466,-2-1 1,-2 0 0,0 1 510,3-1 0,-1 0 0,-1 0 179,-3 0 1,-2 1 0,-1 5 242,-3-3-152,-1 2 90,-5 11-91,3 28-269,-3-8-45,5 17 0,4 5 0,-3-8 0,1 0-201,3 5 0,-1-1 156,-2-4 0,-1-2 0,4-5 0,0 0 189,-3 9-234,1-10 0,1 1-482,-1 3 1,-1 0 166,1 4-135,1 2 0,-1-1-44,0-7-1048,0 0 1,0-2 57,-1-5 1971,3 6 1,-4-14 0,1 1 0</inkml:trace>
  <inkml:trace contextRef="#ctx0" brushRef="#br0" timeOffset="60584">10975 6335 11760,'-4'-8'450,"1"-2"-360,10 2-90,4 0 0,5-2-1639,-1 3 1,1 1 663,3-3 821,4-2 0,0-1 154,-3 1-228,0-1 1,-2 0 407,-5 1 899,3-11-629,-13 12-360,-1-2 2544,-13 8-2634,-4 9 90,-7 8-90,7-1 0,3 11 0,11-14 0,-2 12 0,8-12 1434,3 11-1434,6-13 1217,-3 4-1667,13-5 270,-11-3-45,5-1 0,1-1 135,0-1 45,4-6 0,0-1 45,-2 3 0,-1-9 0,0 0 90,-7 10 630,8-16-720,-17 16 0,-6-4 0,1 10 0,-10-2 0,6 9 0,-3-5 0,0 5 0,4-2 0,1 0 0,3-4 0,13 0 0,-6-2 0,9-2 0,1 0 0,-3 0 0,2 0 0,0 0 0,-5 0 0,9 0-90,-15 0-360,4 6-179,-8 1 629,1 3 0,-2-4 0,0-3 0</inkml:trace>
  <inkml:trace contextRef="#ctx0" brushRef="#br0" timeOffset="60766">11380 5721 11131,'4'28'-675,"2"-7"0,0 1 90,-1-3 1,2 1 219,2 5 1,3 5 0,-2-4 0,-1-4 0,0-1 0,1 2 0,-1 0 0,1 0 0</inkml:trace>
  <inkml:trace contextRef="#ctx0" brushRef="#br0" timeOffset="65466">14667 6676 13020,'0'-10'1079,"-4"2"-629,2 4-1,-3 0-89,-1 0-90,4 1 90,-8 1-90,9 0 0,-10 2-1,4-1 91,-6 1-90,1 0-310,-3 6 309,-3-5-1185,-2 14 1186,-4-8-1156,-1 9 1066,-3-1-855,14-7 0,0 1 720,-1 0 0,-1 1 90,-8 5 0,-1 1-90,7-3 0,-2 0 22,0 1 0,-3 2 1,0-1-1,2-1-67,-2 2 0,-1 0 36,5-3 0,-4 2 0,-1 1 0,1-1 0,3-2-36,-4 2 0,0 0 22,0 0 1,-5 2 0,1 0-1,4-3-22,2-1 0,0-1 45,-1 1 0,-4 2 0,-1 1 0,4-2 15,2-1 0,2-1 0,1 0-60,-3 0 0,0 1 0,1-1 0,-6 6 0,5-4 246,11-6-246,-7 4 90,14-9 701,-1 0-701,1-2 990,-3-1-1170,-1 0 2155,0 0-2065,5 3 0,-1-3 0,2 4 0,-1-3 0,2 1 90,0-2-90,-4 0 0,2 0-270,-4 0 90,1 0 180,2 0 0,-2 0 0,3 0 0,0 0 0,1 0 0,0 0 0,0 0 0,0 0 0,1 0 0,-1 0-3277,1 0 0,-1-7 2457,-3 0 1,-2-9 0,-2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39:05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2338 2289 7173,'-9'-10'450,"1"-1"-360,5 10 89,0-4 91,-1 2-180,2 0 270,-3-2-270,3 3 270,0-3-180,1 3-90,0 0-90,1 1 0,-1 0 180,0 5-90,0 1 719,11 12-719,2-6 0,3 0 0,9 8 90,4-5 0,1-2-617,-2-3 497,-4-3 0,5 1 0,-3-1-15,-6-3 0,1 1 0,4-1 0,6 2 0,0-1 0,0 0-827,-5-1 0,-1-1 0,1 1 0,-1-1 782,1 1 0,-1 0 0,1-1 0,1 1 22,5 0 1,2 0 0,-1 0-1,-5 0-334,-3-1 0,0 1 312,2-1 0,3 0 0,1 1 0,-5-1 45,-1 0 0,-1 0-23,1 0 1,2 0-1,1 0 1,-4 0 21,-3 0 1,0-1 45,8 0 0,4 1 0,-5-1-45,-8 0 0,-1-1-15,10-2 0,3 0 0,-3-1-30,-8 3 0,0-1 0,0-3 0,2 0 0,0-1 30,2 1 0,0-1 0,-1 0-30,-1-1 0,1-2 0,1 1 0,2-2 0,1 1 0,-4 0 0,-2 0 0,-1-1 0,0-2 0,3-1 0,-1-1 0,-3 2 45,-2-1 0,-2-1 15,7-7 0,2-4 0,-4 1-60,-7 6 0,-1-1 0,1-4 0,2-5 0,0-1 0,-3 1 60,0-2 0,-1 1 0,-1-2-60,-3 7 0,1-2 0,-1-1 0,0 1 0,-1 2 0,2-4 0,-1 1 0,-2 1 0,-3-4 0,-3 0 0,-1 5-90,-8-6 60,4 8 0,-3-4 0,1 4 30,-1 6 0,0 0-30,-5-8 0,-2-3 0,1 4 30,3 6 0,-1 2-23,-3-2 1,-4-1-1,-1 0 1,3 3-341,-2 1 1,-2 2 339,-3 0 1,-5-1 0,-2 1-1,5 2-736,-2 1 0,0 2 759,7 2 0,-2 0 0,-1-1 0,1 2-23,-2 1 1,0 1 0,0 0-1,-2 0 23,-1 1 0,-1 0 0,-1 0 0,0 0 0,1 1 0,3 0 0,1 0 0,1 1 0,-2-1 0,-1 1-148,1-1 0,-3 1 1,-2 0-1,1 0 1,1 0-1,2 0 1,3 2 117,-2 1 0,3 1 0,-3 0-77,1-1 1,-3 0 0,-2-1 0,0 1 0,2 0 0,4-1 106,0 3 0,4-1 0,-3 1 0,-4 1 0,-4 0 0,-1 1 0,1 0 0,5-1 0,4 0 0,4-1 0,-4 2 0,-3 1 0,-4 1 0,-1 2 0,1-1 0,5-2 0,4 0 0,3-2 0,-3 3 121,-2 1 0,-5 2 0,0 1 0,0 1 1,3-1-122,3-1 0,2 1 0,0-1 0,0 1 0,-1-1 0,0 1 0,-1-1 0,1 1 22,-1 2 0,-1 1 1,1 0-1,4-3-22,2-2 0,0 0 0,-6 5 0,-3 4 0,3-3 45,7-6 0,1 1-15,-6 6 0,-1 3 0,3-2-30,7-6 0,0 1 30,-2 10 0,-2 5 0,5 0 30,7-3 0,3-1 0,-1 1-30,-3-2 0,-2 1 0,5 1-8,5-3 1,3 1-1,2-1 1,-1-4 22,-3-4 0,3 0 30,8 5 0,4 3 0,-2-4-30,-5-6 0,1-2-15,8 5 0,4 3 0,-3-4 15,-6-6 0,1 0-23,2 0 1,3 2-1,0-1 1,-2-1 22,-2-2 0,2 0-9,0 0 0,5 0 0,2 0 0,-2 0 0,-3-1-36,5 0 0,1-1 18,-6 0 0,4-1 0,1 1 0,-1 0 0,-4-2-18,7 1 0,-2-1 30,-4-1 0,2 1 0,1-1-30,-3-1 0,1 0 0,0 0 0,-2-1 0,7 1 0,1 0 18,-6-1 0,4 0 0,1 0 0,-1 0 0,-4 0-18,4 0 0,1-2 18,-5 0 0,5-1 0,0-1 0,0 0 0,-5 1-18,-3 2 0,-3-1 0,3-1 0,4-2 0,3-2 0,2-1 0,-2 0 0,-4 2 0,5 0 0,0 0 0,-6-1 0,3-2 0,1 0 0,-1-1 0,-4 3 0,4-2 0,1 0-18,-2 1 0,5-3 0,1 1 0,-1-1 0,-4 3 18,-6 0 0,-2 2 0,3-2 0,4-1 0,4-1 0,2-1 0,-1 0 0,-6 2 0,1-1 0,-1 0 0,-1 0 0,4-3 0,-1 1 0,-4 0 0,-3 2 0,-1-2-30,7-5 0,3-2 0,-5 1 30,-8 5 0,0-1 0,0-2 0,4-2 0,-1 0 0,-3 1 0,1 0 0,-1-1 22,2-1 1,2-2-1,0-1 1,-3 2-23,0 2 0,0-2 0,2-1 0,3-4 0,0 0 0,-4 4 0,-2 3 0,-1-1 0,1-1 0,2-2 0,0-1 0,-4 4 0,-3 3 0,-2 0 30,3-5 0,0-4 0,-1 3 1232,-1-8-1262,-6 8 0,0-3 0,-1 3 0,-1-10-30,-6 8 0,-3-3 0,0 3-149,2 6 0,-1 0 179,-6-8 0,-4-1 0,3 9 0,-2 1 0,1 1-45,0 0 0,-2 1 15,-5-3 0,-4-1 0,3 3 30,2 4 0,0 2-23,-5 0 1,-6-1 0,0 1-1,4 1 23,-1 0 0,-1 1-18,4 1 0,-6 0 0,0-1 0,0 2 0,5 0 18,-3 1 0,-1 0-18,4 1 0,-4 0 0,-2 0 0,1 1 0,4-1 18,3 2 0,4-1 0,-5 1-15,-1 0 0,-4 0 0,-3-1 0,0 1 0,1 0 0,2 1-8,-2-1 1,1 1 0,1 0 0,-2 0 111,4-1 1,-1 1 0,0-1-1,0 1 1,-1 0-105,3 1 0,-1 1 0,0 0 0,0 0 0,1 0 0,2 0 15,-1-1 0,2 1 0,0 0 0,-2 0 0,0 1 0,-3 1 0,-1 0 0,1 0 0,0 0 0,4 0 0,-7 0 0,3-1 0,-3 2-18,4 0 0,-3 0 0,0 1 0,1 0 0,4-1 18,4 0 0,3-1 0,-3 2 0,-3 1 0,-5 1 0,-1 1 0,2-1 0,4 0 0,4-1 0,2 0 0,-1 1 0,-3 2 0,-3 2 0,-1 1 0,2 0 0,3-1 0,-2 3 0,1 1 18,4-1 0,-3 2 0,-1 2 0,0 0 0,3-2-18,-4 3 0,2-1 0,-1 1 0,4-3 0,1 0 0,-2 1 0,0-1 22,-4 4 1,-2 1-1,1-2 1,4-2-23,1-3 0,1 1 45,-1 2 0,-4 4 0,1-1 0,4-2-45,4-4 0,2 2 22,0 1 1,-1 4-1,1 0 1,2-2-23,2 0 0,1 0 45,1 5 0,0 4 0,1 1 0,2-1-82,2-1 0,3-1 0,0 1 67,0 1 0,-1 1 0,5-2 0,3 1 0,3-1 0,6-4-292,1-10 0,4-3 0,1-2 0,-1 1 292,0 3 0,-1 0 0,4-2-205,-2-3 1,5-2 0,2-1 0,0 0-1,-2-1 1,-2 0-36,3-1 0,-3-2 0,5-1-155,-8 0 1,3-2 0,3 0 0,1 0 0,1-1 0,0 0 0,-1 0 0,-2 0 0,-3 1-32,6-1 0,-4 0 0,-1 0 0,1-1 1,4-1 395,-4 1 0,2-1 0,2 0 0,1-1 0,1 0 0,0-1 0,0 1 0,-1 0 0,-2 0 0,-2 0 0,3 0 0,-2 0 0,-2 0 0,0 1 0,1-1 0,2-1 0,-1 1 0,0-1 0,0 1 0,0-1 0,0 1 0,0 0 0,0-1 0,0 1 0</inkml:trace>
  <inkml:trace contextRef="#ctx0" brushRef="#br0" timeOffset="6538">2555 2324 6723,'-17'-5'90,"2"1"-90,3 1 90,0 2 0,-1-2-633,-1 1 633,0 1 90,-1-3-90,0 4 0,-1-3 90,0 2 296,-7-2-116,-6 1-180,5 0-90,-6 1-90,19 1 105,-7 0-15,13 0 0,-2 4 0,7 1 269,6 10-89,5-5 45,7 1 0,3-1-270,-5-5 0,1-1-701,4 1 1,5 0 0,1 1 0,-3-2 655,3 0 0,2 0 45,-4-2 0,6 2 0,2-1 0,1 0 0,-3 0 0,-3 0-597,1-1 0,-4 0 0,5 0 563,-6 0 0,3 0 1,3 0-1,1 0 0,0 1 1,-1-1-1,-2 0 0,-3 0 11,0-1 1,-3 1 0,0-1-1,4 1-11,-2-1 0,4 1 0,2 0 1,1 1-1,1-1 0,-2 0 1,-2 0-1,-3 0-355,3 0 1,-4-1 0,1 1 0,3 0 354,-2 0 0,3 0 0,3 0 1,1 0-1,0 0 0,-2 1 0,-1-1 1,-4-1-12,2 1 0,-3 0 0,-1 0 0,4-1 0,-3 1 0,4-1 0,2 1 0,0 0 0,1 0 0,-2-1 0,-1 1 0,-5-1 0,3 0 0,-5 0 0,0 0 0,3 0 12,1 0 1,3 0 0,1 0 0,2-1 0,-2 1 0,-2 0 0,-4-1-13,4 1 0,-5-1 0,4 0-15,-2-1 0,3 0 0,2 0 0,-1 0 0,-2 0 0,-4 0 60,4 1 0,-1-1-165,6-2 0,3-1 0,-8 1-330,-8 2-1799,6-11 1350,-21 9 899,-13-14 0,-1 10 0,-11-6 0</inkml:trace>
  <inkml:trace contextRef="#ctx0" brushRef="#br0" timeOffset="6903">2612 2356 9691,'-24'0'-30,"0"0"0,7 0 1,-1 0-16,-11-3 0,1 0-45,1 1 359,19-5-179,16 12 60,12-3 0,9-3 0,-3 1-1263,-3 3 0,2-1 1149,0-2 0,6-2 0,1 0 0,-1 0 0,-3 1-442,0 0 1,-4 1 0,6-1 415,-8-1 0,4 0 0,1-1 0,3-1 0,1 1 0,0-1 0,1 1 0,-2-1 0,0 1-244,-1 0 0,0 1 1,-1-1-1,1 1 1,0-1-1,0 1 1,-1-1-1,1 0 1,0 0 233,-1 0 0,-1 0 0,1 0 0,-1 0 0,0-1 0,1 1 0,0-1 0,1 1 0,0 0-134,-1 0 1,2 0 0,1-1 0,0 1-1,1 0 1,-1 0 0,0 0 0,-2 0-1,-1 0 1,-2 1 0,-3-1 133,9 0 0,-5 0 0,-1 0 0,5 0-71,-4 1 1,3-2 0,2 1 0,1-1 0,0 1 0,-1 0 0,-3-1 0,-3 2 70,0-1 0,-3 0 0,-1 1 0,3-1-59,4 0 1,3-1-1,3-1 1,-2 1-1,-1 0 1,-6 1 58,-2 0 0,-4 0 0,3 0 71,5-1 0,3-1 0,-1 1 0,-5 0-206,-8 1 0,-1 0-90,6-1 0,-2 1-1918,-2 0 2143,-9 2 15,3 0 0,-10 1 0,0 0 0</inkml:trace>
  <inkml:trace contextRef="#ctx0" brushRef="#br0" timeOffset="28823">2531 3543 8342,'0'7'720,"0"0"-450,0-6 449,0 2-539,0-2 2159,0 1-2339,11-26 0,-4 7 0,1-4 0,1 1-655,2-7 1,1-2 654,-2 3 0,2-3 0,0-1 0,-1 0-792,-1 0 0,0 0 0,-1 1 0,0 0 769,0 3 1,0 2-1,-1-2 1,0-1 22,0 0 0,-1-3 0,1-1 0,-1 1 0,-1 1 0,-1 4-321,0 1 1,-1 2 0,0-2 290,-1 0 0,1-4 0,0-1 0,0-1 0,0 3 0,-1 4 60,-1-1 0,0 4 0,0-3-30,0-1 0,0-5 0,0 0 0,0 2 0,-1 5 0,0 0 0,-1 3 0,0-5 0,-2-1 0,0 5 0,1 6-90,-8-5 0,4 16 90,-7 26 90,4-5-328,3 3 0,-1 8 0,1 2 0,0-4 238,0 2 0,1 2 15,0-7 0,0 4 0,0 4 0,0 0 0,0 0 0,0-1 15,1-1 0,0 0 0,1-1 0,-1 1 0,1-1 0,-1 0-12,1 2 0,-1-1 0,0 0 0,0 0 0,0 2-131,1-2 1,0 2-1,-1 2 1,1-1-1,0-2 1,0-2-1,1-4 113,-1 2 0,1-5 0,0 3-69,0-1 1,0 3-1,0 3 1,1-1-1,-1-2 1,1-3 98,-1 1 0,1-3 0,0 1-30,1 6 0,1 1 0,0-3 134,0-2 1,2-6 135,2-7 1628,0 3-1898,-2-31-90,0 2 99,-2-6 0,1-6 1,-1 1-10,-1 3 0,1-3-18,-1 2 0,1-6 0,0-1 0,-1 0 0,0 4-12,1 1 0,-2 2 0,1-4-9,0 2 1,-1-4-1,1-3 1,0-2-1,-1 2 1,0 2-1,1 3 39,-1-4 0,0 4 0,1-4-15,-1 3 0,0-5 0,0-1 0,0 0 0,0 3 0,0 4 15,0 0 0,0 4 0,0-2 0,0 3 0,0-2 0,0 0 0,0 0-23,0-2 1,0 0 0,0 1-1,0 2 216,0-6 1,0 0-194,0-2 0,0-2 0,0 6-179,-4-1 179,3 7 89,-1 35 1,0 12-90,2 1 0,0 3 0,0 1-134,0 0 0,0 0 1,0 1 43,0-5 0,0 0 0,0 1 0,0 1-198,0-1 0,0 1 0,0 0 0,0 0 1,0-2 176,0-3 0,0-2 0,0 1 0,0 3-299,0-2 0,0 4 1,0 1-1,0 2 1,0 0-1,0-1 0,0-3 1,0-2 303,0 2 0,0-3 1,0-1-1,0 2 1,0 5-1,0 2 1,0 1-1,0-2 1,0-3-1,0-2 1,0 1-1,0-1 1</inkml:trace>
  <inkml:trace contextRef="#ctx0" brushRef="#br0" timeOffset="37323">2668 5032 8522,'-6'-10'180,"1"2"-90,3 3-180,-2-2 90,1 2 0,0-1-1439,2 3 1439,10 3 0,-7 0 0,7 0 0</inkml:trace>
  <inkml:trace contextRef="#ctx0" brushRef="#br0" timeOffset="38342">2742 5068 6453,'0'0'0</inkml:trace>
  <inkml:trace contextRef="#ctx0" brushRef="#br0" timeOffset="40092">8466 5245 9602,'-8'-8'0,"2"1"0,3 5 89,0 0-89,0 0 270,1 1 1799,1 0-1799,1 6-180,4-5 450,-3 10-360,15-1-1,-9 0-332,10 3 243,-5-7 0,2 1-90,2 0-678,2 0 678,2-1-855,2 0 945,3 0-90,3-2 0,2 0 45,-11-2 0,1 1-23,6 0 1,4-1-1,3 1 1,-3-1 37,2 1 0,-2-1 0,2 1-372,-6-1 0,0 0 1,1 0-1,1 0 327,-3 1 0,2-1 0,1 1 0,0-1 0,0 1 0,0 0-291,-2-1 1,0 1-1,1 0 1,-1-1-1,2 1 1,1 0 275,-3 0 0,2 0 0,0 0 0,2 1 0,-1-1 0,1 0 0,-1 0 0,-1 0 0,-1 0 0,5 1 0,-3-1 0,1 0 0,-1 0 0,1 1 0,2-1 10,-5 0 0,2 1 0,1-1 0,1 1 0,0 0 0,-1 0 0,0-1 0,-1 1 0,-1-1-10,3 1 0,-1 0 0,-1 0 0,0-1 0,0 1 0,3 0 0,-3 0 0,2 0 0,2 0 0,-1 0 0,1 0 0,-1 0 0,-2 0 0,-1 0 0,4 0 0,-1 0 0,-1 0 0,-1 0 0,0 0 0,0 0 0,1 0 0,0 0 0,-4 0 0,-4-1 0,-1 1 0,-1-1 0,6 0 0,2 0 0,-5 0 530,3 1-485,-2-2 0,-2 1 45,-8-1 654,9 0-744,-18-1-1656,1 0-233,-19 0 1889,-12 0 0,-5 5 0,12-2 0,0 0 0</inkml:trace>
  <inkml:trace contextRef="#ctx0" brushRef="#br0" timeOffset="45707">12403 2389 14009,'1'-12'720,"-1"0"-181,0 1 181,0-1-90,0 2-91,0 1-179,0 1-180,-4 1-90,3 2-90,-4 1 0,5 1 0,0 1 0,-3 0 90,3 20-90,-4-8 0,2 12 0,1 3 0,-1-2-30,-1-3 0,0 4 0,1-1-375,0 3 0,1-1 225,-1 1 1,-1 0-586,2-1 0,2-2-2293,4-2 1079,1-2-1298,9-16 3196,-5-4 1,3-17 0,-6 5 0</inkml:trace>
  <inkml:trace contextRef="#ctx0" brushRef="#br0" timeOffset="45944">12458 2401 11400,'-3'-16'1619,"0"-1"1,-4-9-1620,-3 6 269,4 9-89,4 15 0,17 12-180,-7-1 45,8 2 0,1-1-45,-1-1 0,3 2 0,2 0 0,-1-2 0,-3-3 0,4 2 0,-1-2-405,1 0 1,0-2 179,2 4 0,2-2-1304,4-1 0,-2-3 179,-6-3 1350,1-4 0,-2-2 0,-8-1 0,5-5 0</inkml:trace>
  <inkml:trace contextRef="#ctx0" brushRef="#br0" timeOffset="46159">12817 2228 11580,'-7'-16'944,"0"0"1,-3-4-360,-1 1 0,0 2-405,2 5-1,-9-6-89,12 14 90,-3 1-90,6 11 0,-1 13 0,3 2-90,0-4 0,1 4 0,-1 1-180,1 0 0,0 1 0,0-1-325,0 0 1,0-1 0,0 2-589,0 7 1,0 2 0,0-6-103,0-10 0,0-1 1195,2 15 0,2-2 0,2-3 0,0-9 0,-1-1 0</inkml:trace>
  <inkml:trace contextRef="#ctx0" brushRef="#br0" timeOffset="47458">12049 3368 11670,'7'-21'720,"1"1"-270,-1 0-1421,1 2 1421,-2 0 719,1-1 1,0-1-990,-1 3-124,0-2 0,0 4 124,-5 10 280,0 15-460,-1-1 45,2 13 0,1 5-45,1 1 0,1 2-1093,-1-2 1,1 2 0,-1-2 857,-1-6 0,1-1 1,0-1-246,-1 3 0,1 0 0,0-3-1159,3-2 1,-1-3 259,-1 1 0,1-2 144,7 7 1235,-7-18 0,1-1 0,0-2 0</inkml:trace>
  <inkml:trace contextRef="#ctx0" brushRef="#br0" timeOffset="47824">12352 3189 13020,'0'-7'899,"-5"10"-899,-1 12 0,0 2 45,1 3 0,2 3-45,5 0 0,1 0 0,-5-1 0,2 0 0,7-2 0,4 1 0,2-5 0,0-6 0,2-2 0,4 6 0,1-5 0,10-12 0,-2-6 0,-5-3 60,-6-1 0,1-4 0,-5 1-60,-2-8 180,-5-6 0,-5-1-372,-8 3 312,-2 9 0,-2-2 0,1 3-30,-8-5-90,-5 3 0,-1 3-90,-4 14-270,10 3 0,2 3 1,-2 12-676,12 5 1,4 2 224,7-2-829,1 6 1,1 0-1018,8-6 2656,-6-4 0,1-2 0,4 0 0,0-2 0</inkml:trace>
  <inkml:trace contextRef="#ctx0" brushRef="#br0" timeOffset="48158">12835 3165 13020,'-5'-28'1619,"-2"8"-1350,-5 11-269,-1 8 90,-4 17-90,3 4 0,2 6 0,6-2 0,4-7 0,2 1 0,5-3 0,1 0 0,-6 4 0,2-2 45,13 0 0,2-5-45,-5-2 0,10-3 0,2-4 0,-2-11 135,3-1 0,0-2-45,-3-10 90,-2-1 0,-2-1-3244,-6 0 3154,-5 5 0,-1 0 45,-7-2 0,-2 1-135,2-4-565,-10-1 0,-2 2 475,2 7-517,-8 5 0,-2 2 157,2 4-675,-3 11 1,1 3-225,3 2 1349,-1 10 0,3 2 0,5-1 0,4-3 0,0-1 0</inkml:trace>
  <inkml:trace contextRef="#ctx0" brushRef="#br0" timeOffset="48574">13411 2919 13649,'-27'0'540,"9"-2"-540,4 19 0,3 5 0,2-2 45,0 6 0,1 0-3322,2-2 2085,3-5 0,0 0 1332,2-1 0,1-2-140,8 5 0,-1 1 0,2-2 90,8-5-90,2-2 0,1-2 0,2-6-45,6-3 0,2-4 45,-3-10 0,-4 0 0,3-4 0,-5 0 0,-8 2 0,-1-2 30,4-8 0,1-3 0,-5 3 15,-7 8 0,-2-1 15,0-6 0,-2-3 0,-2 3-60,-11-5 0,-4 3 0,-2 4-90,-10 10-810,-1 7 1,-4 7 820,12 6 0,0 5 1,0 1-1,2-1 0,-3-2 1,2-1-1,-1 3 0,2 2 1,-1 0-1,0 1 0,1-1 1</inkml:trace>
  <inkml:trace contextRef="#ctx0" brushRef="#br0" timeOffset="49258">11893 3909 12840,'-19'-6'809,"-8"-1"-269,6 2 224,0 1 1,0 1-495,1-1 45,0 1 0,1 1-136,5 0 631,-6 0-270,22 0-360,-6 0 359,35-4-359,-12 1-1191,5 0 0,8-2 1,-3 1 1055,-4 1 0,3-1-7,-6 1 1,4-1-1,4 0 1,1-1 0,0 0-1,-1 1 1,-5 0-607,1 0 1,-3 1 0,0 0 0,4 0 567,-2-1 0,2 0 0,3 0 0,1-1 0,0 1 0,-1-1 0,-2 1 0,-3 1-380,4-1 1,-3 0 0,-1 1 0,2 0 379,0-1 0,0 0 0,1 0 0,2 0 0,0 0-145,-3 0 0,1 1 0,0-1 0,1 0 1,1 0-1,0-1 0,1 1 145,-2 0 0,1 0 0,0 0 0,1 0 0,1-1 0,-1 1 0,0 0 0,0-1 0,-1 1 0,0 0 0,0 0 0,-1 0 0,0 0 0,0 1 0,1-2 0,0 1 0,3 0 30,-5 0 0,1 0 0,1 0 0,1 0 0,1-1 0,0 1 0,0 0 0,-1-1 0,0 1 0,-1 0 0,-2 0 0,-1 0 121,5-1 0,-1 1 0,-2-1 0,-1 1 0,0 0 0,1-1 0,1 0-22,-1 1 1,0-1 0,2 0 0,0 0 0,-1 0 0,1 0 0,-1-1 0,-1 1 0,-2 0 50,6-1 0,-1-1 0,-1 1 0,-1-1 0,-2 1 0,-2 0-158,0 0 0,-2 1 1,-2 0-1,-2-1-22,8-4 0,-7 0 1183,-12 4-1453,4-5 1454,-9 9-4461,0-3 555,-17 6 563,4 0 2159,-10 7 0,-3 1 0,-2-4 0,4 4 0,0-1 0</inkml:trace>
  <inkml:trace contextRef="#ctx0" brushRef="#br0" timeOffset="49809">12865 3891 14908,'1'-10'900,"-5"3"-810,3 4-90,-5 17 0,6 11-90,5 4-225,-3-1 0,1-1-44,7-1-301,-4-6 0,0 4 1,1-2-980,3 0 1,1-3 1139,0 5 0,0-2 0,6 3 0,-9-17 1</inkml:trace>
  <inkml:trace contextRef="#ctx0" brushRef="#br0" timeOffset="50141">13088 3936 12210,'1'-18'854,"-1"1"1,1-4-405,0-10-90,-1 24-270,0 8-90,0 16 0,0 2 0,2 2 0,0 1 0,-1 1 44,7 4 1,1 1-45,-1-5 0,10 3 0,3-3 0,-2-8 0,7-2 0,1-4 0,-5-12 135,2-5 0,-2-3 135,-5-8 0,-3-6 0,-3-1-514,-5-1 334,-8 6 0,-2-3 0,-1 3-45,0 6 0,-2 0-15,-6-5 0,-3-2 0,0 4-30,5 5 0,-1 3-180,-8-4 0,-2 1 0,2 2-270,-4 2-494,1 1 0,1 5-1665,11 10-668,-2 6 3219,18 1 0,2 3 1,6-8-1</inkml:trace>
  <inkml:trace contextRef="#ctx0" brushRef="#br0" timeOffset="50959">14134 2788 12174,'-5'-30'90,"1"0"0,0 8 0,0 0 299,-6-6 1,-3-2 0,1 4-925,2 6 0,-1 0 782,-2 1 1,-3-2-1,0 0 1,2 3-158,-1 2 0,0 2 44,-2-1 1,-4-1 0,0 0 0,3 2-45,0 1 0,-1 1 45,-2 1 0,-4-2 0,0 0 0,3 3-545,0 0 0,-1 2 500,-4 0 0,-5-1 0,0 1 0,4 2-90,-2 1 0,-1 2 51,9 2 0,-4 0 1,-3 1-1,-1 0 1,0 0-1,2 1 1,4-1-498,-6 2 0,3 0 0,-4 2 468,6-1 0,-4 1 1,-3 0-1,-1 1 1,0 0-1,1 0 1,3 0-1,3 0-467,-2 0 0,5 0 0,0 1 0,-5 0 464,4 0 1,-2 1 0,-3 1 0,-2 0 0,0 0 0,1 0 0,0 0 0,3 0 0,3-1-20,-8 2 0,5-1 0,0 0 0,-5 4 16,9-4 0,-3 2 1,-2 1-1,-1 1 1,-2 0-1,0 1 1,0 1-1,0-1 0,2 1 1,1 0-1,2-1-148,-2 2 1,2 0-1,2 0 1,0 1-1,0 0 1,0 0-1,0 0 1,-2 0 141,1-1-1,-2 1 1,1-1 0,-1 1 0,0 0 0,0 0 0,1 0 0,1 0 0,2 0-111,-1 2 0,1 0 0,1 0 0,1 0 1,0 0-1,2 0 0,0-1 137,-2 4 0,2 0 0,1 0 0,1 0 0,0-1-47,0 0 1,1 0 0,0 0 0,0 1 28,0-1 0,0 1 0,0 0 0,0 2 0,1 0 12,1 1 0,1 1 1,0 1-1,0 0 1,1 0-1,1-3-30,-1 2 0,1-2 0,1 0 0,-1 5 22,2-4 1,0 4-1,-1 2 1,0 1-1,1 0 1,0-1 0,2-2-1,1-3 0,0 2 1,1-3-1,1-1 1,1 4-12,2-2 0,-1 3 0,1 2 1,0 2-1,1-1 0,0-1 1,0-2-1,1-3 11,1 1 1,0-3-1,1 0 1,3 3-12,-1-2 0,2 3 0,1 3 1,1 0-1,0 0 0,1-1 1,-1-3-1,0-2-11,1 1 0,0-3 0,1 0 0,3 2 0,0-1 0,2 3 0,1 1 0,2 1 0,0 0 0,-1-1 0,0-2 0,-2-4 0,3 3 0,-2-3 0,1-2 0,4 3-10,-5-4 0,4 1 0,1 2 0,2 0 0,0 1 0,0-1 0,-1-1 0,-1-2 0,-2-3-13,5 5 1,-3-4-1,1-1 1,4 1 4,-5-3 0,4 0 0,2 1 0,2 0 0,0 0 0,1 1 0,0-2 0,-2-1 0,-3 0 0,-2-3-5,8 3 1,-5-2 0,1-2-1,5 1 5,-9-3 0,4 0 0,3 1 0,1 0 0,0-1 0,1 1 0,-1-1 0,-2-1 0,-2-1 0,-4 0 50,7 0 1,-5-2-1,0-1 1,4-1-43,-5 0 0,2-1 0,3-1 0,1 0 0,1-1 0,-1 0 0,-1 0 0,-2 0 0,-4 0-13,6 0 1,-4-1-1,0 0 1,4-2 2,-5 0 0,3-1 0,1-1 0,2 0 0,1-1 0,-1 0 0,-2 0 0,-1 0 0,-4 2 36,7-3 1,-5 1 0,0-1 0,4-2-27,-6 2 0,3-2 0,2-1 0,1-1 0,1 0 0,-1-1 0,-1 1 0,-3 1 0,-2 1 10,6-4 0,-5 1 0,0 1 0,2-3 0,-5 4 0,2-1 0,0 0 0,0-2 0,0 1 0,-1 0 0,-1 0-18,3-3 0,-2-1 0,-1 0 0,0 1 0,-1 1-5,1-2 1,-1 2 0,-1-1-1,2 0 68,-2 0 1,1-1-1,0 0 1,0 0-1,1-2-60,-2 1 0,2-1 0,-1-1 0,0 0 0,-1 1 0,-1 1 38,0-1 0,-1 2 1,0 0-1,3-4-23,-4 3 0,3-3 0,1-2 0,1-1 0,0 0 0,-2 2 0,-1 0 0,-2 4 0,0-2 0,-2 2 0,-1 1 0,2-4 11,-2 3 0,2-3 0,1-1 1,1-2-1,-1 1 0,-1 0 1,0 2-1,-3 3-11,4-8 0,-2 4 0,2-5 25,-5 6 1,2-3 0,1-2 0,0 0-1,-1-1 1,-1 3 0,-2 3 4,2-5 0,-2 4 0,0-5 8,-3 6 1,1-3-1,0-3 1,0 0-1,0 0 1,-2 2 0,0 4-9,-1-6 0,-1 4 0,-1-4-1,-1 2 1,0-5 0,-1-2 0,0 1 0,-1 1 0,-1 4 0,-1 0 0,-2 3 0,-2-3-15,0 1 0,-2-4 0,-1-1 0,-1-1 0,-1 2 0,2 5-15,-3-1 0,1 3 0,-5-2 0,3 6 0,-4-3 0,-2-1 0,-1 0 0,-1-1 0,0 2 0,2 1 0,2 4 0,-2-1 0,3 3 0,-2 1 0,-3-1 33,0-1 1,-4-1 0,-2-1 0,-1-1 0,0 1 0,0 1-1,2 1 1,4 3-12,-2 0 1,3 3 0,0 1-1,-3-2-11,0 1 0,-2-1 0,-3-1 1,-1 0-1,0-1 0,1 2 1,2 0-1,3 2-11,-3-1 0,3 1 0,0 1 0,-4-1 20,2 2 0,-3-1 0,-3-1 0,-1 1 0,-1-1 0,0 1 0,1 0 0,3 2 0,4 0-20,-6 0 0,5 2 0,-1 0 0,-3 0 11,4 1 0,-4-1 0,-2 0 1,0 0-1,-1 0 0,2 1 1,2 2-1,3 1 113,-1 1 0,5 2 1,-1 1-1,-4 2-114,3-1 0,-3 2 0,-3 0 0,-2 1 0,0 0 0,0 1 0,2 0 0,1-1 0,4 1-100,-3 0 1,4 1 0,1 0 0,-2 1 0,-3 1 56,4-1 0,-3 1 0,-2 1 1,-2 2-1,0-1 0,-1 1 1,1 0-1,0 0 0,3 0 0,1-1 1,4-2-74,-4 4 0,4-2 0,2 0 0,-1 1 0,-3 3-92,3-2 0,-2 3 0,-2 1 0,-1 1 0,-1 1 1,1 0-1,0 0 0,2-1 0,2-1 0,2-2-18,-2 3 0,3-3 0,2 1 1,-1 0-1,-1 4-112,2-4 0,-1 4 0,-1 0 1,-1 3-1,0-1 0,0 1 1,1 0-1,2-2 0,1-1 1,2-3-493,-4 8 1,3-4 0,2 0 0,-2 4 761,3-3 1,-2 2 0,0 2 0,0 1-1,1-1 1,2-2 0,2-3 0,0 6-1,3-3 1,0 1 0,1-1 0,1 0-1,-1 0 1,0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0:12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11246 621 13469,'10'-18'720,"-1"0"-180,1 1-91,-3 0 721,4-4-631,-3 6-459,1-3 190,-4 9 181,2 0-361,-3 4 449,2 6-359,-3 0-45,2 14 0,-1 3-45,2 0-60,0 6 0,0 6 0,0 2-850,-2-9 1,0 1 0,-1 0 0,1 0 721,1 6 1,0 0 0,1 1-128,-1 0 0,0 2 0,0-2 0,0-5-140,0-4 1,-1-2-446,4 6 1,0 3-1,0-5-359,3 3-470,2-2 1,-1-2-1639,-1-9 3184,4 6 0,-8-14 0,0-1 0</inkml:trace>
  <inkml:trace contextRef="#ctx0" brushRef="#br0" timeOffset="252">11170 1162 15988,'-25'4'819,"0"1"0,1 0 0,-2 0 0,1 0-658,1 0 0,5 0-71,12-1-30,18-5 0,15-5 0,1 1-60,1 0 0,3 0 0,1 0 0,-2-1-682,-5 1 1,-2 0-1,1 0 1,3 0 642,0 0 1,3 0-1,2-1 1,1 1-1,-2 0 1,-2 1-1,-4 0-51,1 0 0,-4 0 0,3 0-180,4 0 0,5-2 0,0 1 1,-1 0-1,-7 1-135,-3 0 1,-2 1-689,3-1 1,2 0 0,-6 1-2185,-3 0 3095,-12 0 1,-15 10 0,-13 2 0</inkml:trace>
  <inkml:trace contextRef="#ctx0" brushRef="#br0" timeOffset="501">11437 1335 15358,'-9'11'1979,"3"16"-3618,7-5 1,1 1 446,-2-3 1,1 1 1191,1 1 0,0 2 0,-1-3 1225,-1 6-1585,0 3 0,0 0-89,0-5-181,0 1 0,0-1 91,0-4-991,0-2 1,0-1-359,0-5 2106,0 6 0,0-15 0,0 1 0</inkml:trace>
  <inkml:trace contextRef="#ctx0" brushRef="#br0" timeOffset="733">11460 1365 14819,'-10'-18'629,"8"8"1350,-10 6-1799,11 11 90,4 23-270,7-10-1639,2 8 1,2 1 1622,-4-15 0,0 0 16,4 6 0,2 3 0,-2-4-45,-3-6 0,1 0-79,6 5 1,3 2 0,0-2-1516,2-3 1,-1-1 1028,2 3 0,-1-2-1029,3-5 1,-3-3-1382,-7-5 3020,9-1 0,-13-9 0,-2-3 0</inkml:trace>
  <inkml:trace contextRef="#ctx0" brushRef="#br0" timeOffset="917">11785 1311 14279,'-15'-14'1439,"5"6"180,-7 9-1259,12 5-90,1 9 0,0 3-270,2 3 0,1 9 0,1 2-423,-1-16 1,1 1 122,0 9 0,0 3 0,0-2-150,0-9 1,0 2-371,-1 3 1,0 4 0,-1 1 0,1-5 409,0-2 0,0-1 1,-2 5-1,-1 1 1,-1-3-1,2-7 0,-1 1 1</inkml:trace>
  <inkml:trace contextRef="#ctx0" brushRef="#br0" timeOffset="2066">8478 1144 12570,'-25'-7'239,"1"-1"1,6 3 0,-1-1 150,-7-2 0,-3-1 0,3 2-770,5 1 0,0 0 770,-6-1 0,-4-1 0,5 1-300,9 4 0,2 0-45,-12-3 0,2 2 44,10 2 1287,4 17-926,24 1 0,8 2-405,-8-1 0,3-1-725,5-1 1,6 2 0,1-1 0,-3-3 724,3 0 0,2-2-60,-7-2 0,4 0 0,2 0 0,1 0 0,-1 0 0,-4-2-520,4 1 0,-3-2 0,5 0 535,-5-1 0,5 1 0,2 0 0,1 0 0,-1-1 0,-2 0 0,-3-1 0,-2 0 0,-2-2 0,-1 1 0,5-1 30,-3 0 0,3 0 0,3 1 0,1-1 0,2 0 0,-1 0 0,0-1 0,-1 0 0,-1-1-30,-2-1 0,-1-1 0,0-1 0,0 0 0,-1 0 0,0 0 0,1 1 0,0-1-167,0 2 0,0 0 1,0 0-1,0 0 0,0 0 1,0 0-1,1-2 1,-1 0 143,3-2 1,1-1-1,1-2 1,0 0-1,-2 0 1,-1 0-1,-3 0 1,-3 1 22,5-2 0,-5-1 0,2-2-15,-1 0 0,2-3 0,2-2 0,-1 0 0,-2 1 0,-4 1 15,0-1 0,-5 1 0,2-4-15,-2 1 0,2-5 0,1-1 0,-1-1 0,-2 1 0,-3 4 15,0-3 0,-3 2 0,-1-3-15,-1 1 0,0-5 0,1-1 0,-1-1 0,-2 2 0,-1 4-15,0-2 0,-3 4 0,-1-4 30,-3 2 0,0-4 0,-2-2 0,0 0 0,-1 2 0,0 4-416,-2-2 1,0 4-1,-3-2 416,0-2 0,-1-2 0,-3 0 0,-1 2 18,-1 5 0,-2 0 0,-1 1 0,-3 1 0,-1 1 7,0 3 1,-4 1 0,-1 0 0,-1 1-1,0 0 1,0 0 0,2 0-26,0-2 0,0-1 0,1 1 0,0 0 0,-1 1 0,-1 2-24,-1 1 1,8 3 6</inkml:trace>
  <inkml:trace contextRef="#ctx0" brushRef="#br0" timeOffset="2066">8744-1 10800,'-22'5'9,"-7"1"2,1 1 1,0 0-1,2 0 0,2-1-11,-6 3 0,3 0 0,1 0 0,0 0 48,1 1 0,0 0 0,-1 0 0,-1 3-48,5-2 0,-3 2 0,0 2 0,0-1 0,0 1 0,2 0 0,1-2 0,-4 3 0,2-2 0,1 2 0,-2 3 10,5-3 0,-1 1 0,-2 2 0,0 2 0,0 0 0,1 1 0,1 0 0,3 1 0,3-1 5,0 7 0,5 0 0,2 1 0,1 1 0,1 0 0,-1 0-3,0-3 1,-1 1 0,0 0 0,1 1 0,1-1 0,2 0 0,1-1-13,1 0 0,1 1 0,2-1 0,2-1 0,2 0 0,2-3-18,6 3 0,5-2 0,2-1 0,0-2 0,-2-4-12,-1-2 0,-1-3 0,5 0-394,0-2 0,3 2 0,4 0 0,1-1 0,1 0 0,-1-1 0,-1-3-123,1-1 1,0-2 0,-1-2 0,1 0 0,0 0 0,0 1 77,-1 1 1,0 0 0,0 1 0,1 0 0,-1-1 0,0-1 0,-1-1 352,3-2 1,-1-1 0,0-1-1,0-1 1,-2 0 0,-2 1 0,8-2-1,-3 0 1,0-1 0,-6-1-1,-1 1 1,1-1 0,-1 0 0</inkml:trace>
  <inkml:trace contextRef="#ctx0" brushRef="#br0" timeOffset="3950">7477 4453 11131,'-6'-9'180,"0"1"899,-7-2 540,-1 0-1349,2 0 90,0 1-270,10 8 899,-2-1-719,3 8 90,7 1-180,2 8 179,4-4 1,5-1-135,3 1 0,2-2-180,-4 0 0,2-1-700,0-3 0,3-2 0,-4 0 745,8-2-60,-7-4 0,3-3 0,-2 1-30,9-4 0,-8-1 0,3-3 0,-2 2 45,-8 2 0,1 0-45,2-3 0,3-3 0,1-2 0,-3 0-663,-3 0 0,-1-2 0,-1 0 0,0 0 663,6-4 0,1 0 0,-3-3 0,-5 4 0,0-4 0,-2 0 0,-1 1 0,-1 3-335,-1-4 0,-1-1 317,-2 4 0,0-4 0,0-1 0,0 1 0,-2 4 18,1-6 0,-3 0-18,0 6 0,-1-4 0,-1-2 0,0 2 0,1 3 18,0-4 0,-2 1 0,-2 4 0,-1-3 0,-2-2 0,1 2 0,1 3 0,0-4 0,-1 0 18,-1 4 0,-3-3 0,0-1 0,-1 0 0,0 4 12,-1-3 0,-1 4 1,-1-2 14,-1 2 0,0-3 0,-1 2 0,1 3-45,-4-5 0,-2 6 0,-4 4 0,1 6 0,4 5 532,-7 7 0,-3 5-442,10 2 0,1 3 0,-1 2-23,1 0 1,-2 1-1,1 2 1,1-1-38,-3 4 0,2 0 0,1 0 0,1 1 0,2 0 0,2 1 30,1-2 0,1 0 0,1 0-616,-2 3 1,0 1 585,2-4 0,0 1 0,0 1-316,-1 5 1,1 2-1,0-2 331,1-2 0,0 2-140,3-5 0,-2 3 1,1 1-1,1 0 0,0-5 140,0 5 0,2 1 0,0 0 0,-1 5 0,1 0 0,2-4 0,0-3 0,1 0 0,2 0 0,0 4 0,1 0 0,-1-5-45,0-2 0,2-1 45,3 1 0,4 5 0,1-1 0,-2-5 0,-2-3 0,3-2 0,3 2 0,4 3 0,0-1 0,-1-4 0,-2-4 0,2-1 53,8 4 1,5 1 0,-3-3-54,-6-5 0,0-2 0,1 0 0,5 1 0,-1-1 0,-3-2 0,0-2 0,-1 0 15,9 0 0,3 0 0,-3-2-15,-10 0 0,1-1-15,7-4 0,4-3 0,-4 1-30,-9 1 0,1-1 94,7-7 0,4-4 1,-4 2-50,-8 3 0,-2-1-68,2-3 1,2-3-1,0-1 1,-3 2 22,-2-1 0,-1-1 0,0 1 0,1-3 0,-1-1-30,-3-4 0,-2-1 0,-1 2 30,0 0 0,0-2-18,-3 5 0,0-5 0,0 0 0,-1 0 0,-1 4 18,1-5 0,-3-1-36,0 6 0,-1-3 0,0-2 0,-1 1 0,0 4 36,-3-5 0,-3 0-36,2 4 0,-1-5 0,-2-2 0,0 0 0,-1 4 13,-1 2 1,-1 3-1,-1-1 1,0 0 22,1-3 0,-1-2 0,1 1 0,-1 1 328,-2 0 0,0 2 0,-1 2-328,0 3 0,-2 1 0,2 2-45,1 0 0,-2 0 45,-6-3 0,-3-2 0,2 4 0,8 7 0,0 2 0,-7-3 0,-3-1 0,4 3 0,-9-1 0,8 4 0,0 1-45,6 4 0,0 1 45,-7 0-45,-2 7 0,0 2 45,-1 2 30,6 3 0,-4 5 0,4-1-30,5-3 0,1 2 331,-1 0 0,-1 2 1,1 2-310,2 0 1,2 3-1,-1-1 1,2-1 115,1-1 1,0-1 0,0 2-110,0 1 1,-1 4 0,0 1 0,0 1 0,1-2 0,1-4 30,0 2 0,2-2 0,-1 2-30,1 0 0,-1 4 0,-1 2 0,1-1 0,1-1 0,0-4-30,1 1 0,1-3 0,0 3 15,0-1 0,-1 4 0,1 2 0,0 0 0,1-2 0,0-4-15,0 1 0,2-4 0,-1 4 36,0 2 0,0 5 0,0 1 0,1-2 0,1-5-36,3 4 0,2-1 22,-1-1 1,0 3-1,1 0 1,1-5-23,3-2 0,1-3 30,-2 0 0,0 1 0,2 0-30,0-3 0,2-1 0,2 1 60,4 3 0,3 0 0,-1-1-60,-4-2 0,0 0 0,2-1 22,4 0 1,3 1-1,0-2 1,-3-4-121,-5-4 1,1-2 97,5 2 0,4 1 0,-5-3 90,7-4-90,0-3 0,1-4 0,-14-2 0,0 0 0,8-2 0,0-1 0,-4-6 0,-2-2 0,-4 6 0,1-3 0,3-3 0,1-4 0,2-1 0,-4 3-124,1-2 0,-1-1 106,-2 2 0,3-5 0,1 0 0,-1 0 0,-4 3 18,2-3 0,-1-1-36,-3 3 0,2-4 0,0-1 0,-1 0 0,-2 3-275,-2 2 1,-1 3-1,0-2 311,1-3 0,1-1 0,-1-1 0,-1 0-23,-1-2 1,-1 0 0,-2 0-1,1-2-22,-3 6 0,1-1 0,-1-1 0,0 0 0,-1-1 0,0 1 32,-1 0 0,-1-1 0,1 0 1,-2 0-1,1 0 0,-1 0 0,1 1 13,-1-5 0,1-1 0,-1 1 0,-1 2 0,-1 1 0,-2-1 0,-1 2 0,-1 1 0,-2 2-51,0 2 0,-2 1 0,0 2 1,-2 0-18,-4 1 1,-2 2-1,0 0 1,0 0 37,-2-6 0,1 0 0,-3 4-218,-2 6 1,-3 2 0,0 4-1,4 3-22,3 6 1,1 5-474,-3 0 1,-4 2 0,1 2 0,3 0-122,0 7 0,1 3 317,7-5 1,-3 3 0,-1 1 0,0 1 0,2-1 0,2-2 272,-2 4 1,3-1 0,-1 2 0,2-2 0,-2 1 0,1 2 0,0-1 0,2-2 0,0 1 0,1 0 0,0 0 0</inkml:trace>
  <inkml:trace contextRef="#ctx0" brushRef="#br0" timeOffset="6934">8751 4481 11760,'-14'0'-90,"-1"0"90,-1 0-462,2 0 552,0 3 180,3-3-90,1 4 270,2-3-180,3 3 2,2-4 447,2 3-449,9-3 0,2 1 134,13-1 1,4 0-315,-9 0 0,3 0-492,-1-1 0,5-1 1,3 0-1,1 0 1,1 0-1,-2 0 432,-1 0 0,0-1 0,0 1 0,1-1 0,-1 1 0,1-1-397,2 0 0,0 0 0,0 1 0,1-1 0,1 0 0,1 0 377,-6 1 0,1-1 0,2 1 0,1 0 0,-1-1 0,-1 1 0,0 0 0,-2 1 0,-3-1-394,9 1 1,-4 0 0,-1 0 0,3 0 383,-3-1 0,3 1 0,1-1 0,0 0 0,1 1 0,-2 0-156,1 0 0,0 0 0,0 1 0,0-1 0,-2 1 1,-2-1 155,3 0 0,-4 0 0,1 0 0,4 0 19,-5 1 1,3-1 0,3 0 0,1 1-1,0-1 1,-2 1 0,-2 0 0,-4-1-20,1 1 0,-4-1 0,-1 1 0,4 0 38,-1-1 1,3 1-1,3-1 1,-1 0-1,0 1 1,-3-1 0,-3 1-9,2-1 0,-4 0 0,3 0 6,1 0 0,3 0 0,1 0 0,-1-1 0,-6 1 8,2 0 1,-2-1 432,6 0 0,3-1 1,-5-1-298,-7 1 0,-3-1-135,4 0 0,-2 0 135,3-4-90,-17 6 1500,2-3-1590,-6 4 2244,2-2-2333,-3 3 3365,-3-1-4186,-10 1 479,3 0-1997,-8 3 1438,13-2-2287,-5 2 0,6-3 3251,-3 0 1,2 0-1,-1 0 1</inkml:trace>
  <inkml:trace contextRef="#ctx0" brushRef="#br0" timeOffset="8417">9029 3444 10231,'-5'-7'1709,"0"-8"-1439,-4 3-270,2-1 270,2-5-180,1 10 0,1-12-90,1 10 180,0-16-180,0 13 135,0-3 0,-2-2-1,-3 4 1,0 0-135,-6-15 0,0 11 0,-5 2 0,-5 3 0,-2 1-409,6 1 0,-2 0 409,-5 1 0,-4 0 0,4 2 45,7 3 0,0 1-23,-4-1 1,-5 0-1,-2 0 1,1 2-1,1 0 1,1 2-1,-2-1 1,-2 1-499,4 0 0,-3-1 0,0 1 1,-1-1-1,1 1 0,2 0 498,-5 0 1,2 0 0,0 1-1,0 0-4,1 0 0,-2 1 0,0 0 0,3 0 0,4 1-256,1 1 1,1 1 259,0-1 1,-2 1-1,-1 0 1,5 0-23,2 1 0,1 1 89,-7 1 1,-4 1 0,3-1-45,9-1 0,0 1 0,-3 1 0,-4 4 0,0 0 0,2 0 15,0 3 0,3 0 0,-2 0-60,-2 1 0,0 0 0,-1 2 45,4 2 0,-1 2 0,2 1 0,1 0-45,1 1 0,1 0 0,0 0 0,-1 1 0,0 0 0,0 0 0,3 1 0,0 1 0,3-4 0,1 1 0,1 1 0,1 1 0,2-1 427,1 3-337,3-10 3139,1-13-1790,1 2-676,0-17-763,0 6 0,0-12 0,0 12 0,0-3 0,0 5 0,0-2 0,0 2 0,0-1 0,0 1 0,0 0 0,0 1 0,0-1 0,0-1 0,0 1 0,0-1 0,0 2 0,0-3 0,0 3 0,3-2 0,-2 2-90,3-1 0,-4 1-270,2-2-720,0-1 631,1 1-1080,1 0 899,-2 2-2518,4 0 1709,-2 1 1439,6 0 0,-2 0 0,2 0 0</inkml:trace>
  <inkml:trace contextRef="#ctx0" brushRef="#br0" timeOffset="8716">7709 4091 12660,'6'-23'-990,"-2"9"990,-6-3 0,1 13 0,-3 2 0</inkml:trace>
  <inkml:trace contextRef="#ctx0" brushRef="#br0" timeOffset="9300">7268 4561 11041,'-17'0'2158,"-4"0"-1618,8-4-540,2-1 90,16-3-90,-3-2 45,13 3 0,2 1-45,-1-4-963,3 2 0,6 0 0,-2 0 963,-6 2 0,2 0 0,3 0 0,5-2 0,1 0 0,-4 2 0,0-1 0,2 1-108,-3 0 0,5-1 0,2 0 0,-3 0 0,-3 1-72,2 0 1,0-1-181,-1 1 0,5-2 0,-1 0 0,-6 2 45,-7 2 1,-2-1-1260,13-4 0,-3 0 258,-9 2 1316,1-3 0,-13 4 0,-2 1 0</inkml:trace>
  <inkml:trace contextRef="#ctx0" brushRef="#br0" timeOffset="9567">7086 4711 11940,'1'-12'270,"7"5"-225,6-2 0,3 0-45,9 1-1093,-6-1 1,3-1 0,-2 0 175,-5 4 0,2 0 97,6-2 1,6-1 0,0 0 0,-4 1 409,-1 1 0,-1 0 1,5-1-1,3-1 1,-4 1-1,-10 3 0,0 0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0:35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2821 2284 6993,'-9'6'180,"0"1"-90,7-4 90,-1 1 90,0 1-1,1 0-89,-1 0 0,1-1-90,0 0 0,1 0 0,0-1 90,0 0 90,0-1-180,0 1 270,-1 2-91,1-2 181,-2 4-270,2-4 1619,-1 3-1799,19-10-450,6-4 0,6-2 1,0 1-644,-7 2 1,0 0 0,4-2 682,-4 2 0,3-1 1,2-1-1,2-1 1,0 0-1,0 0 0,-2 2 1,-3 0 226,7-2 1,-3 1-1,-1 1 1,3-2-1,-4 2 1,1-1-1,2 0 1,0 0 0,-1 0-1,0 0 1,-3 1-1,4-2 1,0 1-1,0 0 1,1-1 0</inkml:trace>
  <inkml:trace contextRef="#ctx0" brushRef="#br0" timeOffset="1335">6942 2755 14279,'19'-17'0,"2"1"-90,2 0-1549,-8 8 1,1-1 856,3-1 0,1 0-501,4-1 0,1 0 518,2-1 1,4 0-56,-7 3 1,4 0 0,0 0 0,0 0 741,-5 2 0,-1 0 1,0 0-1,2 0 1,1-1-1,2 0 1,0 0-1,0 1 1,-1 0-1,-1 0 1,0 0-1,0 0 1,0 0-1</inkml:trace>
  <inkml:trace contextRef="#ctx0" brushRef="#br0" timeOffset="2634">7901 2438 7173,'-12'-9'0</inkml:trace>
  <inkml:trace contextRef="#ctx0" brushRef="#br0" timeOffset="5135">2625 3432 13919,'28'-5'494,"0"4"1,2 2-495,-9 1 0,2 1-820,1-2 1,6 0 0,0 1 0,-4-1-238,1 1 1,1-1 1074,-2 0 0,5-1 0,3-1 0,-2 1 0,-4 0 21,-1 0 1,-4 0 0,5 0-40,-5 0 0,3 0 0,3 0 0,1 0 0,1 0 0,1 0 0,-2 0 0,0 0 12,1 1 1,0-1 0,0 1 0,0 0 0,0 0 0,-1 0 0,1 0-134,0 0 0,-1-1 0,0 1 0,0 0 1,0 0-1,1 0 0,1 0 121,-3 0 0,2 0 0,1 0 0,1 0 0,-1 0 0,-1 0 0,-1 0 0,-3 0 0,-3 1-227,4 0 1,-5 0-1,0 0 1,4 0 226,-3-1 0,4 0 0,1 0 0,2 0 0,-1 0 0,-1-1 0,-2 1 0,-3 0-30,8 1 0,-3 0 0,3 0 30,-7-2 0,4 1 0,2-1 0,0 1 0,0-1 0,-3 0 0,-4 1 0,5-1 0,-5 1 0,4-1 0,-3 0 0,3 0 0,2 0 0,0 0 0,-3 0 0,-3 0 0,-1 0 0,-4 0 0,3 0 0,2 0 0,5 0 0,0 0 0,-2 0 0,-5 0 0,1 0 0,-2 0 0,5 0 0,1 0 0,-5 0 958,-2 0-958,3 0 481,-3 0-481,-7 0 2061,8 0-1971,-13 0 1958,5 0-2048,-8 0 1284,4-3-1194,-6 2 907,4-2-997,-6 3 184,2 0-544,-2 0-899,-1-5 719,1-1-2338,-10-4 1798,3 3-1528,-8 0 1618,6 4 990,-1-1 0,0 4 0,0-1 0</inkml:trace>
  <inkml:trace contextRef="#ctx0" brushRef="#br0" timeOffset="5402">5902 3433 8342,'-21'0'-270,"4"0"0,1 0 1</inkml:trace>
  <inkml:trace contextRef="#ctx0" brushRef="#br0" timeOffset="10184">7436 2528 12840,'-14'0'0,"6"-6"180,-3 4 1259,6-8-1169,5 9 719,6 2-764,10 5 0,4 3 45,4 2-61,0-2 1,5 1 0,0-1-521,-2-3 0,0-1 0,2 0 364,-6 0 1,2 0 0,1 0 0,1 0 0,-1-1-617,1 1 0,2-1 1,0 0-1,-2 0 1,0 0 584,-3-1 1,-2 0-1,1 0 1,2 0-5,2-1 0,4 1 0,0-1 0,-1 0 0,-2 0-496,-2-1 0,-2 0 0,0-1 0,1 0 478,2 0 0,2-1 0,-1 0 0,2 0-250,-1-1 0,2 0 1,0 0-1,-2-1 0,-4 1 250,4-3 0,1 1-14,-6 0 0,4 0 1,1 0-1,1 0 1,-3 0 35,-1 0 1,-1 0-1,0 0 1,-1 0-23,5-1 0,0-1 0,0 0 0,0 0 0,2-1 0,-2 1 0,-4 1 0,-6 0 0,0 0 30,7-1 0,4-1 0,-5 1-30,-8 1 0,-1 1 30,6-2 0,3-1 0,-4 1-30,7-3 30,-6 1 0,2-1 0,0-1 15,4-3 0,-1-1-45,0 2 0,0-2 30,-7 3 0,0-1 0,-2-1 283,-1-5 0,-2 1-313,-1 2 0,0 0 493,2-10 1,-3 1-405,-6 4-44,-1-3 0,0 0 45,-4 2 62,0-3 0,-1-1-62,0 3-90,-4 5 0,-1-1 45,-2-1 0,-2 2-45,-7-7 0,-1-2 0,-2 1 774,-2 2-774,3 6 0,-4-2 0,2 3-45,4 5 0,0 0-227,-9-6 1,-5-1 0,4 2 271,7 5 0,-1 1-23,-1-1 1,-3-1-1,-1-1 1,3 3-3,1 0 0,0 0 25,-2 1 0,-4-2 0,0 0 0,4 1-45,0 1 0,-1 1 63,0 0 0,-4 0 0,-3-1 0,2 1 0,4 1 514,-5-1 1,0 1-551,2 0 0,-5 0 0,-2 0 0,1 1 0,6 0 18,-4 1 0,0 1-18,4 0 0,-4 0 0,-1 1 0,1-1 0,4 2-198,3 0 0,3 0 0,-3 1 231,1-1 0,-5 1 0,-1 0 0,0 0 0,2 0 0,3 0-15,-1 1 0,3-1 0,-3 1 0,-3 1 0,-6 0 0,0 0 0,1 0 0,5 0 0,5-1 0,3 0 0,-2 1 0,-5 1 0,-5 2 0,-2 0 0,2-1 0,6 0 0,-2-2 0,0 0 0,5 3 0,-3 1 0,-2 1 0,2-1 0,4 0 0,1-2 0,0 1 0,-7 5 0,-4 2 0,5-1 0,10-3 0,0 0 30,-5 3 0,-2 2 0,3-1-30,-4 6 45,7-4 0,0 0 543,6-1 0,1-1-588,-5 8 90,-1 1 0,1 2-90,1 0 45,0 5 0,0 1-45,4-4 0,4-4 0,0 0 0,4-4 0,1 0 592,-1 10-562,2-4 0,-1 4 0,2-4-30,3-5 0,-1 0 60,0 9 0,-1 4 0,3-4 378,2-11 0,1 0-408,-1 7 0,1 2 0,0-3 60,1-7 0,0 0 29,4 5 1,1 3 0,-1-2-75,-3-7 0,1-1 394,5 8 1,2 0-305,-1-5 0,0-1-91,-3-3 1,2 1 67,4 1 1,4 1 0,1 0-1,-3-2-10,2 1 1,1-1-49,-3-1 0,5 1 0,1 0 0,-2 0 0,-3-2-54,3-1 0,0 0 45,0 0 0,5 2 0,0-1 0,-5-2 0,-1 0 0,0-1-23,1-1 1,4 1-1,0 0 1,-4-2 22,-1 0 0,1-2-27,-2 0 0,4-1 0,3 1 0,-1-2 0,0 0 4,1-2 1,0-1-1,0-1 1,3 0-435,-4 0 0,2 1 0,1-1 0,0 1 0,0-1 1,-3 0 429,-2-1 0,-2 1 0,-1-1 0,1 1 0,0-1-18,6-1 0,2-1 0,0 0 0,-3 1 0,-4 0-224,4 1 1,-2-1 223,-5 1 0,3 0 0,2 0 0,-2 0 0,-3 1 0,3-1 0,-1 0 0,0 1 0,3-1 0,0 0 0,-4 0 0,-4 1 0,1-1 30,5-2 0,4 0 0,-5-1-30,-8 3 0,-1-1 30,9-4 0,3-1 0,-1-1-75,1-2 0,-1-1 45,-7 4 0,1 0 0,-1 0 0,3-3 0,-1-1 0,-1-2 0,-2 0 0,-7 6 0,0-2 0,4-4 0,1-4 0,-3 2 0,3-8 0,-7 6 0,1-4 0,-3 2-45,-3 7 0,-2-2 45,1-7 0,0-5 0,-2 4-45,-4 7 0,-1 0 15,-1-9 0,-2-4 0,-1 4-15,-1 8 1,-2 0-1,-3-3 0,-4-4 0,0 1 0,1 3 0,-1 3 0,-1 0 9,2 2 0,-4-2 0,-2 0 0,2 0 0,2 4 36,-4-2 0,-1 1-36,4 2 0,-3-2 0,-2 0 0,1 1 0,4 1-147,-7-2 1,0 0 146,4 3 0,-4-2 0,-2-1 0,2 1 0,3 2-40,3 2 1,2 2-1,-2-1 40,-6-2 0,-4-2 0,-1 0 0,1 1 0,3 1 349,5 3 1,2 1 0,-3 0-329,1 0 0,-4-1 0,-2 0 0,0 1 0,2 0 0,4 1-429,-2 0 1,3 2 0,-2-1 443,-1 0 0,-3 0 0,0 0 0,1 1-23,-2 2 1,-1 0 0,2 1-1,1 0-20,2 0 1,2 0-1,-3 1 43,1 0 0,-4 0 0,-2 0 0,0 0 0,2 0 0,3 1-30,0-1 0,3 1 0,-2 0 30,0 2 0,-3 1 0,-2 0 0,1 0 0,1 1 0,4-1-30,-1 0 0,4-1 0,-4 3 30,-3 1 0,-5 3 0,-1 0 0,2 1 0,4-2 0,5-1 0,2-1 0,-2 1 18,-3 3 0,-5 1 0,0 2 0,1-1 0,4-1-18,-3 2 0,0 2 0,7-3 0,-3 2 0,0 1 0,1 0 0,3-2 0,-2 3 0,2 1 22,-1 3 1,-4 3-1,1 1 1,5-3-68,3-3 0,1 0 67,0 2 1,-1 4-1,0-1 1,4-3-23,3-4 0,2 0 30,-1 8 0,-1 3 0,3-3 15,3-7 0,1 0-45,-1 9 0,0 4 0,3-4 45,3-7 0,1-1-45,0 9 0,1 3 0,1-4 45,2-8 0,1 0 0,1 2 0,2 3 0,2 0 0,0-1-210,5 1 1,3-1-1,-1-1 165,-2 2 0,0 0 0,2-1 45,-1-5 0,1 0 0,0-1 0,0-2 33,-1-2 1,-1-1-1,2 0-33,3 1 0,3 1 0,0-1 0,-1 0-45,-1 0 0,-1-2 0,3 2 30,-4-3 0,2 0 0,2 2 0,0-1 0,0-1 0,-2-1-30,3 1 0,-2-1 0,0-1 0,1 0 0,-3 1 0,0-1 0,0 1 0,2-1 0,0 0 30,0-2 0,3-1 0,0 0 0,-1-1 0,-1 0 0,-4-1-30,1 0 0,-3 0 0,4-1 0,0-1 0,4 1 0,3-1 0,0-1 0,-3 1 0,-4-1 0,-2-2 0,-3 0 0,3 0 18,4-1 0,3 1 0,2-1 0,0-1 0,-1 0 0,-4-1 0,0 0 0,-1 0 0,0-1 0,0 1-18,3 1 0,-1-1 0,0 1 0,2-2-15,-3 1 0,1-1 0,1 0 0,0-1 0,-1 1 0,-3-1 74,1-1 1,-3 1-1,-1-2 1,3 0-60,1 0 0,1-1 0,1-1 0,0 0 0,-1-1 0,-3 0 0,1-1 0,-2 0 0,0-1 0,-2 2 0,4-3 0,-2 1 0,0-3 0,-4 2 0,1-3 0,-2 1 0,-3 2-45,-4 2 0,-1-1 45,4-7 0,0-3 0,-3 2-45,-4 6 0,-2 0 15,1-8 0,0-5 0,-1 4 30,-3 7 0,-1 0-68,-3-3 1,-1-5-1,-2-1 1,-1 3 7,-4 1 0,-1 0 0,0 1 30,0-4 0,-1-1 0,-3 0-24,-1 6 0,-3-2 0,-1 1 0,1 0 0,1 4 286,3 2 0,1 2 0,-2-2-262,-2 0 0,-3-4 0,-2-2 0,0 1 0,1 1 1,3 4 29,1 0 0,1 4 0,-2-3-30,-1 1 0,-2-2 0,-3-1 0,0 1 0,2 1 0,2 2 0,-1 0 0,3 3 0,-4-1 15,0 2 0,-3-2 0,-2-1 0,0 1 0,1 1 0,4 2 15,-2 0 0,4 2 0,-5 0-26,3 2 0,-4-1 1,-2 0-1,-1 0 0,-1 0 1,2 2-1,1 0 8,-3 0 0,2 2 0,0 1 0,0 0 0,0-1 18,2 0 0,0-1 0,0 0 0,-1 0 0,-1 1 0,0 2-12,2 1 1,-1 2 0,-2 0 0,0 1 0,1 1-1,1-1 1,2 1 0,3-2-124,-8 2 0,4 0 0,-4 2 135,8 0 0,-3 1 0,-2 1 0,-1 0 0,0 2 0,1-1 0,3-1 0,3 0 0,-4 3 0,3-1 0,-1 3 0,0-1 0,-2 4 0,-2 1 0,0 0 0,3-1 0,3-1 0,1 0 0,3-1 0,-1 3-36,-2 2 0,-2 3 0,-1 2 0,2-1 0,4-4-99,-1 4 1,2 1-316,4-4 0,-2 3 0,0 2 1,2 0-1,2-2-420,2 5 1,3-3-1,0 2 577,-1-6 1,-2 1 0,2 1 0,3 0-364,3 1 1,3 2-1,2 0 1,0-2 0,-1-2 290,2 4 1,1-2 0,0-2 0,1 2 0,0 0 0,0-5 0,1 0 0,1-1 0</inkml:trace>
  <inkml:trace contextRef="#ctx0" brushRef="#br0" timeOffset="43017">8322 5589 8882,'-7'-5'989,"0"0"-719,6 2-90,-1 2 90,1-3-90,0 4 90,0-3 0,0 3-91,0-5 91,0 5 0,0-3-90,0 2 1349,0 0-809,1 10-450,0 6-180,-1 2 359,1 5-269,0-16 180,0 6-180,0-9 719,4 1-359,0-3-270,6 0-180,-2-7-90,6-2 0,0-2 0,8-9-820,-4 4 1,4-3 0,1-1 0,-2 1 570,-3 3 1,-1 1 0,3-3 45,-3 2 1,4-1 0,1-2-1,1-1 1,1 0 0,0 0-1,-2 1 1,-3 3-545,6-5 0,-3 2 0,1 1 0,4-4 504,-7 6 0,3-2 0,3-2 0,0 0 1,2-1-1,-1 0 0,0 1 0,-1 0 0,-1 2 1,-4 1-226,5-2 0,-4 3 1,-1 0-1,2-1 1,3-2 193,-5 4 1,2-2 0,2-2 0,2 0 0,0-1 0,1-1 0,0 1 0,0 0 0,-2 0 0,-1 2 0,-2 1 0,-2 1 207,5-3 0,-3 2 1,-2 2-1,1-2 1,2-1-1,-2 1 0,3-1 1,2-2-1,-1 0 1,1 0-1,-2 1 0,-3 1 1,-2 3-1,3-3 1,0-1-1,-1 1 1</inkml:trace>
  <inkml:trace contextRef="#ctx0" brushRef="#br0" timeOffset="44518">9196 6076 9871,'-11'0'3276,"5"-5"-165,7-11-3111,10-1-820,-1 1 1,5-4 0,1-1 0,2 0 163,0 2 1,2 1-1,2 0 1,-1-1 0,0 0-1,0-1 1,0-1-1,0-1 1,0 1 0,1 0 108,-2 3 1,1 0 0,0 1 0,0-1 0,1 1 0,-1 0 489,0-1 1,1 1 0,-1 0 0,0 0 0,0 0 0,0 0 0,0 1 0,-1-1-1,0 1 1,0 0 0,2-1 0,1-2 0,0 0 0,0 0 0,0 1 0,0-1 0,1 0-1</inkml:trace>
  <inkml:trace contextRef="#ctx0" brushRef="#br0" timeOffset="45702">10523 6550 17067,'10'-13'405,"6"-2"0,2-1-360,-5 5 0,2-1-701,4-2 1,5-4-1,3-1 1,0-1 0,0 1 108,-4 3 1,-1-1 0,1 1 0,0 0 0,0-1 0,1 0 77,-3 2 1,0 0 0,1 0 0,0-1 0,0 0 0,1 0 0,1-1 356,-2 0 1,1 0 0,1-2 0,1 1-1,0-2 1,0 1 0,0 0 0,-2 1 0,-1 1-1,-2 1 1,5-3 0,-3 1 0,-1 0-1,0 1 1,3-3 0,-2 2 0,1-1 0,-1 1-1,1-1 1,-1 1 0,0-1 0,1 1 0,-1-1-1</inkml:trace>
  <inkml:trace contextRef="#ctx0" brushRef="#br0" timeOffset="46817">8953 7441 15268,'12'0'0,"-1"-6"0,-2 5 90,-1-13 180,-2 6-90,3-8 180,10-8-1180,-3 9 1,3-2 0,3-2 0,3-1 722,-5 5 1,2-1 0,2-1 0,1 0 0,0-1 0,0 0 0,0 1-1,-1 0 1,0 0 0,-1-1 0,0 2 0,-1-1 0,1 0 0,1 0-1,1-1 1,-1 2 0,1 0 0,-1 0 0,1 0 0,-1-1 0,1 1 0,-1 0-1,1 0 1,-1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1:39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870 2231 6183,'0'-18'630,"0"8"-540,0-1-90,-3 9 0,-1 10 90,-6 6-90,2 5-811,0-2 0,0 1 811,-4 7 45,3-8 0,-1 2-406,-1 2 1,-2 2 420,0-1 0,-1 3 0,-1 1-24,1-1 0,-2 3 0,1 1 0,-1 0 0,1-2-676,0-1 1,1-1 0,0 0 0,0 1 657,0-1 0,0 2 0,0-1 0,0 0 0,1-3-18,-2 4 0,2-2 0,-1-2-763,-1 4 0,-1 0 793,4-6 0,-1 1 0,0-1-208,-3 5 1,0-2 222,5-7 0,0 1 68,-2 2 0,0 2-68,0 1 0,0 0-45,5-9 0,1 2 30,-4 3 0,0 3 0,2-3-30,-2 6 134,0-1 1,1-1 45,3-8 1736,-2 6-1646,5-14 2021,2-4-2201,-1 0 2462,2-3-2372,0 0 246,-1 0-426,0-6 90,0 5-90,0-10-90,0 5 90,-1-3 0,3 1 0,-1 2 0,1 2 0,0 1 0,5 2 0,1 1 90,6 0-90,-2 6 89,6 0-178,-5 5 178,13 3-766,-8-2 767,8 3-90,-4-1 45,3 1 0,2 1 0,-8-6 0,0 1-23,2 1 1,4 2-1,0 0 1,-3-2-1218,-1 0 0,0 0 1195,1 1 0,1 0 0,-1 0 45,0 3 0,-1-1-476,1 2 1,-1 2 490,-4-4 0,1 1 0,-2 0-60,2 4 0,-1-1 45,-1 0 0,-2 1-15,-2 1 0,-1 3 0,-1-2-1012,1 1 0,-1 1 982,0 2 0,0 1 0,-1 0 0,-1-2 0,-1 0-560,0 2 1,-1 0 559,0 0 0,0 2 22,-1-5 1,0 4 0,0-1-1,0-1 140,-1-4 0,-1 0 0,1 2-147,-1 0 0,1 3 0,-1 1 0,1 1 0,-1-2 0,-1-3-260,1 2 1,-1-3 0,0 1 266,1 4 1,-1 2-1,0 0 1,0 0-1,-1-4 1,0-1-1,-1-1 1,1 0 17,1 3 0,0-2 0,-1 1-18,-1-1 1,-1 1-1,0 0 1,0 0 38,1 0 1,1 1 0,-1-1-1,0 1-39,-1 1 1,0-1-1,0 2 1,-1 1-84,1-2 0,0 1 0,0 2 0,0 0 0,0-1 0,0-2 83,-1 3 1,1-3 0,0 1-1,0 2 8,-1-1 0,0 2 0,0 2 0,-1-1 0,1-2 0,1-4 150,-1 1 1,0-4 0,0 4-166,1-2 0,-2 5 0,1 2 0,-1 0 0,1-3 0,0-3 203,0 1 1,1-4-1,-1 4-188,0-2 0,0 4 0,0 2 0,-1 0 0,1-2 0,0-4-30,1 0 0,-1-3 0,1 3 30,-1-2 0,0 4 0,0 2 0,0 1 0,-1-2 0,2-2 62,-1 0 1,0-3 0,1 1-1,-1 2-62,0 1 0,0 3 0,0 1 0,-1 0 0,1-1 0,0-3 100,0 0 1,0-3 0,1 0 0,-1 2-95,0 1 0,0 1 0,0 2 0,0-3 0,0-3-302,1-2 0,1-3 1,-1 1 265,0 5 0,-1 1 0,1 0 30,1 1 0,-1 0 0,1-1-214,1-6 0,0 0 1,-1 0 183,1 6 0,-1 2 0,1-1-12,1-1 1,0 1-1,0-2 12,-1 4 0,1 0-30,2-5 1,0 1 0,0-3 74,-2 1 0,2-1-45,3-2 0,2 0 0,-1 1 239,-1 0 0,-1 0 0,2 1-209,2 6 0,2 0 0,0 0-8,-3-6 0,0-1 0,0 0-22,0-2 0,0 1 0,1 0 45,3 8 0,0-1 84,-3-8 1,0-1 0,1 1-100,1 3 0,2 1 0,-2-1 57,4 3 1,-1-1-43,0-2 0,-1-2 0,2 0 0,0-1-45,-3-5 0,0 0 0,2 4 0,3 0 30,-3-4 0,2 0 0,1 0-281,6 3 0,1 0 0,0 0 251,-3-2 0,-1-1 0,1 0 389,3 1 1,0-2-1,-1-1-389,9-3 0,-2-2 135,-9-3 0,-1-1-135,5 1 0,2 0 0,-1-4 301,2-5 1,-1-3-302,-3 1 0,1-1 0,-2-1 0,-3 0 0,-1-1 0,2-2-18,3-4 0,3-3 0,1-2 0,-2 1 0,-2 1 239,-1 1 0,-2 2 1,3-4-571,-6 4 0,4-3 1,1-2-1,1 0 1,0-1-1,-1 1 1,-1 2-1,-4 1-744,7-6 1,-3 3 0,0-3 717,-1 4 0,1-3 0,1 0 0,-1 1 0,-3 2 271,0 0 1,-2 1 0,-1 2-1,1-1 1,-1 1 0,0 1-1,0-1 1,0 1 0,-1 0-1</inkml:trace>
  <inkml:trace contextRef="#ctx0" brushRef="#br0" timeOffset="5888">2139 2650 7263,'-14'-6'90,"2"5"0,0-5-90,4 6 0,-2 0 90,6 0-90,0 0 0,2 0 270,0 0-91,1 5 91,1-1 0,5 6-180,3-4 0,4-2 0,2-1-756,1-3 666,5 0-1212,7-6 1257,-10 6 0,1-1-45,4-6 0,3-2-144,-4 4 0,4-1 0,2 1 0,0 0 1,-2-1-950,4-2 1,-1-1 0,3 1 929,-4 1 1,3 0-1,1 0 1,0 0-1,-2 0 40,-2 2 1,-1-1 0,1 1 0,-2 0 0,0 0 0,0 0 0,-1 0 0,0 0-1,1 1 1,1-1 0,-1 0 0,1 0 0,-1 0 0,1 0 0</inkml:trace>
  <inkml:trace contextRef="#ctx0" brushRef="#br0" timeOffset="6299">2262 4965 8612,'-7'13'270,"-5"2"-90,-2-4 179,1 0 1,1 0-90,0 1 0,-5 6 0,8-5-90,5-5-90,-2 1 270,6-6-270,4-1-90,21-6-158,-3-4 1,5-4-1,2-2 1,-2 2-812,0 2 1,-2 0-1,5-2 679,-9 2 0,2 0 0,3-2 1,1-1-1,0 0 0,1-1 0,0 1 1,-2 0-1,-2 2 165,5-3 1,-2 1 0,-1 0 0,1 0 0,-1 1-1,2-2 1,-4 3 0,1-1 0,0 0 0,1 0-1,0-1 1,-1 1 0,0 1 0,-1-1 0,2 0 0,-1-1-1,1 1 1,0-1 0,0 1 0,0-1 0</inkml:trace>
  <inkml:trace contextRef="#ctx0" brushRef="#br0" timeOffset="6973">2152 7840 12930,'12'-11'30,"1"0"0,2 0 0,1-2-150,3-2 0,3-2 0,0-1-973,-1 2 1,0 0 0,1-1 436,-3 2 1,1-1-1,1 0 1,0-1 0,0 1-165,4-3 1,0 0 0,-1 0 0,2-1 726,-3 3 0,0 0 0,0-1 0,1 0 0,0 0 0,-2 1 0,0 1 0,1-1 0,0 0 0,0 0 0,0 0 0,1 0 0,0-1 0,0 1 0,0-1 0,0 0 0,0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2:03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2885 3504 12750,'1'-7'1709,"0"1"-1529,-1 5-90,0-1 269,0 0-179,0 1-90,0-1 90,0-1-90,0 2 90,0 0 0,0-1 360,0 1-540,0 7 0,-5 9 0,3 0 0,-3 6 45,3-3 0,0 1-45,-1 3-719,0 0 0,1-1 719,0 0 0,1 1 0,0-1 90,-1 8-30,1-5 0,-1 5 0,1-3-60,-1-9 0,1 0 90,0 11 0,0 4 0,-1-5-45,1-9 0,1 0 14,-1 8 1,0 5 0,0-5-60,0-8 0,0 0 30,1 8 0,-1 3 0,0-4 15,0-8 0,1-1-15,-1 7 0,0 2 0,0-2 60,1 6-1002,-1-6 0,0 4 0,0-4 912,0 7 45,0 1 0,0-1-1530,0-6 1485,0-8 0,1 0-307,-1 6 1,0 0 306,0 7 30,0-8-1,-1 3 1,1-2-30,0 7 30,0-9 0,0 4 0,0-4-30,-1 7 165,1-7 1,0 4-1,0-2-165,1-2 0,-1-1 0,0 4 0,0 0 0,1-1 0,-1-3 0,1-3 45,0 3 0,0 1-135,0-6 514,0 2 0,0 0-424,0-5 973,0 10-973,0-13 263,0 7-263,0-7 3066,0-1-3066,0-3 1124,0-3-945,0 0-3456,0-4 0,0-3 2457,0-7 1,0 0 0,0-3 0</inkml:trace>
  <inkml:trace contextRef="#ctx0" brushRef="#br0" timeOffset="633">2288 3642 9512,'-16'0'1978,"-6"6"-1708,8-5 270,-9 8-360,15-6 0,-4 2 90,7 0-180,3-2 359,-1 7-179,3-4 270,15 7-450,-5-7 0,5-1 0,3 0-2037,1-1 1947,12 0 0,-1-3 0,1-1 0,-11 1 0,2-1-315,2-1 0,6-1 1,0 0-1,-5 1-90,1 0 1,-1 0-416,1-1 1,4-2 0,-1 1 0,-4 1-820,-3 1 1,-1 1 1521,11-3 0,-3 1 0,-6 2 0,-2 0 0</inkml:trace>
  <inkml:trace contextRef="#ctx0" brushRef="#br0" timeOffset="917">2121 4245 11940,'-14'4'0,"2"0"990,6-3-181,9-1-2448,14-4 1,6-2 844,6 0 794,-8 2 0,5-3 0,0 1 0,-3 0 107,0 1 1,1 0-198,3-2 0,5 0 0,1-1 1,-4 2-539,0-1 1,0 1 159,-6 1 0,4-1 0,1 1 1,-2-1-1,-3 2-117,3-1 1,-1 1 584,-2 0 0,4 1 0,-2 0 0,-4 1 0,-4 1 0,-1 0 0,6 0 0,0 1 0</inkml:trace>
  <inkml:trace contextRef="#ctx0" brushRef="#br0" timeOffset="1182">2133 4600 12300,'-17'11'-45,"-1"1"0,-2 2 45,4-4 0,4 0 90,6-3 180,14 6-270,2-7 45,11-1 0,3-2-45,4-2-576,-4-3 0,3-2 546,-3 0 0,3-1 1,1-1-791,-3 0 1,1-1 0,0 0 0,0 0 560,0 1 0,0 0 0,0 1 0,-1-1-148,0 0 1,1 0-1,-2 0 1,1 0-687,6 0 1,-1 0 0,-2 1 864,-1 0 1,0 0 0,-1 1 0,1-1 0,-3 2-1,-7 2 1,0 0 0</inkml:trace>
  <inkml:trace contextRef="#ctx0" brushRef="#br0" timeOffset="1465">2310 5178 14009,'-23'15'60,"0"0"0,7-3 0,1 0 30,-5 1 0,8-1 719,20 3-629,8-11-90,9-6 0,9-2 0,-4 0-729,-6 0 0,1-1 657,-1-1 0,6 0 0,1-2 0,-2 1 0,-4 0-453,5-1 0,-1 0 435,-5 1 0,3-1 0,2 0 0,-2 0 0,-4 2 0,3-2 0,0 0-23,-2 1 1,4-2 0,-1 1-1,-5 1-67,-4 1 1,0 0-631,12-3 0,-2 0-269,-12 4 989,-4-2 0,-10 7 0,-8-1 0</inkml:trace>
  <inkml:trace contextRef="#ctx0" brushRef="#br0" timeOffset="3214">5808 3448 9691,'0'0'0</inkml:trace>
  <inkml:trace contextRef="#ctx0" brushRef="#br0" timeOffset="3498">5703 4542 6363,'-11'11'0,"3"2"0</inkml:trace>
  <inkml:trace contextRef="#ctx0" brushRef="#br0" timeOffset="3800">5663 5360 13289,'-7'-4'-3277,"1"-4"2477,3 3 0,3-13 1,-3 6-1</inkml:trace>
  <inkml:trace contextRef="#ctx0" brushRef="#br0" timeOffset="4284">5379 3337 11670,'1'22'0</inkml:trace>
  <inkml:trace contextRef="#ctx0" brushRef="#br0" timeOffset="4832">5385 5004 8162,'-14'0'0,"-1"0"0</inkml:trace>
  <inkml:trace contextRef="#ctx0" brushRef="#br0" timeOffset="6964">5959 5216 11580,'6'-7'90,"-2"1"-90,-3 5-180,0 1-989,1-2-2108,0 0 3196,1 0 1,-2-1 0,0 1 0</inkml:trace>
  <inkml:trace contextRef="#ctx0" brushRef="#br0" timeOffset="12833">2845 2879 15358,'-11'-5'630,"-1"-2"-540,4-3 0,-11-11-90,8 9 0,-1 0-45,1 0 0,-1-1-135,-9-10 0,0 0-1124,5 5 0,1 0 719,-2 0 0,2 0-1054,1 1 1,4 3-392,6 7 2030,0-2 0,11 7 0,1 0 0</inkml:trace>
  <inkml:trace contextRef="#ctx0" brushRef="#br0" timeOffset="13283">3570 2906 14549,'-5'-12'1709,"0"-1"-1529,5 3-90,0-3-90,0-11 0,6 7-225,1-7 0,0 0-1027,9-1 262,-6 6 1,1-3 0,0 3-2288,4-8 1638,-3 7 1,0 0 1545,3-6 0,-5 9 1,3-4-1</inkml:trace>
  <inkml:trace contextRef="#ctx0" brushRef="#br0" timeOffset="14106">8318 3062 12840,'-12'-7'180,"-1"-1"-90,2-1 89,0-4-89,3 7 0,1-6-90,0 2 0,-1 0 0,1 0 0,-1-2-600,0 1 420,0-1-89,1 0-271,-1 0-270,0 2-269,1 0-360,0 1 257,1 0 12,0 2 1170,1 1 0,-1 1 0,1 0 0</inkml:trace>
  <inkml:trace contextRef="#ctx0" brushRef="#br0" timeOffset="14566">8017 4136 13559,'-15'-11'360,"0"0"0,-2-4-90,-2 6 0,-1 1-2801,6 1 2531,-9-1-1132,4 5 322,7 1-2467,-17 9 708,17 4 2569,-6 4 0,10 2 0,0-2 0</inkml:trace>
  <inkml:trace contextRef="#ctx0" brushRef="#br0" timeOffset="15782">7484 2861 10951,'-3'-14'1169,"0"1"-719,1 2 90,0 1 359,0-5-359,0 4 989,-1-9-1169,2 10 449,-2-6-719,1 12 90,-1-2-90,1 5 809,-1 12-584,1 6 0,0 1-135,-1 13-877,1-10 0,0 3 0,1-2 787,0 6 90,0 2 0,1-1-90,6-6-1,-4-1 1,1-2 0,8-4 0,-2 9 0,0-16 360,0 2-1529,-4-19-1080,-1-4 990,-8-2-2108,-1-1 2457,-5 20 1,5-7 0,1 8 0</inkml:trace>
  <inkml:trace contextRef="#ctx0" brushRef="#br0" timeOffset="16565">7197 3790 14009,'-5'-14'1529,"2"3"0,-2 2-1349,3 4 90,-2 0-270,3 5 0,0 11 90,0 12-90,1-3 0,-1-2 0,1-2 0,5-5-90,1 12 0,-1-15-450,6 5 271,-9-9-271,10 2 540,-9-6-180,6 2 180,-4-6 0,-1 3-90,2-7 90,-3 7 0,2-2 0,-2 3 90,9 4-90,3 1 0,5 6 0,0-6 0,0 1 0,-7-6-3277,8-7 3252,-11 0-538,12-13 563,-13 6-14,0-4 0,-1-1 14,-5 3 0,-1 0 0,-1-2 0,-3 0 0,-3-5 0,-3 4-989,-10 1-91,0-3 271,4 23-91,8 0-2377,-3 27 1087,5-18 2190,-3 18 0,6-14 0,-1-1 0</inkml:trace>
  <inkml:trace contextRef="#ctx0" brushRef="#br0" timeOffset="16799">7604 3779 15358,'-5'-7'810,"0"9"-1890,-2 24-559,3-1 1,2 3 1091,1-6 1,-1 1 0,1 4 0,1-1 0,0-1 0</inkml:trace>
  <inkml:trace contextRef="#ctx0" brushRef="#br0" timeOffset="17502">7025 4746 13919,'0'-25'1619,"-6"9"-450,5 8-719,-4 22-450,5-6 45,-1 11 0,2 2-45,4-4-45,-3 4 0,1-1 45,7-6 0,2 13 0,-3-18-90,9 7-90,-10-11-269,11 1 269,-11-4-360,8-7 450,-9-1-90,8-12 90,-4 7 90,-1-1 0,3 14 0,-8 0 0,11 15 0,-7-14 0,10 22 90,-10-23 0,9 15 90,-11-15 630,6-3-271,-6-16-539,-1 1 45,-3-2 0,-2 0-45,-1 1 0,-5-4 0,0 0 0,3 2-315,-8-1 1,1 1-316,6 5-2647,-12-5 0,14 24 2621,-5 4 1,11 9 0,2 0 0</inkml:trace>
  <inkml:trace contextRef="#ctx0" brushRef="#br0" timeOffset="17918">7443 4883 14908,'-14'-7'2069,"0"-6"-1889,1 11 0,4-8-90,12 10-90,15-2 0,9 13 0,-1-8 0,-4 14 0,-10-5 0,-4 10 90,-2-5-180,-10 5 90,3-14 0,-9 6-90,9-9 0,-2 4 90,3-6 0,12 4 0,-5-4 0,20 4 90,-15-5-90,8 2 0,-2 0 0,-7-1 180,9 3 0,-14-2 90,1 6-270,-6-4 0,-19 13 0,7-7-450,-13 4 0,-3-1-971,1 1 328,4-4 1,-3 1 0,3-1-547,6-4 1,0 0 1493,-3 1 0,-1 2 0,2-3 0,-4 4 1,-5 1-1</inkml:trace>
  <inkml:trace contextRef="#ctx0" brushRef="#br0" timeOffset="18599">7471 5042 14369,'-17'0'2069,"-2"-5"-1710,4-1-179,2 0 90,9-7-270,2 8 90,19-13-90,-6 10 45,10-1 0,0 1 45,0 2-45,2 1 0,-1 1 45,-3 2 90,0 6 0,-4 4 269,-12 20-269,7 0 0,-22-1 0,-6-2-296,4-3 356,0-6 0,-4 1 0,3-2 29,-4 4 1,0-1 0,2-1-180,4-3 180,-3 7 90,18-15-270,7 1-90,8-12 0,1-3-74,10 5-46,-7-5 0,3-4 0,-3 2-150,-4 5 1,-1 1-511,8-6 0,3-2 1,-4 2 284,-8 3 0,1 1-598,5-4 1,4-2 0,-4 1-547,-6 1 1,-2 0 982,5-2 1,-2 0-1,-5-3 1,-10 7 0</inkml:trace>
  <inkml:trace contextRef="#ctx0" brushRef="#br0" timeOffset="18984">7512 4995 14009,'-16'0'1979,"-5"0"-720,8-5-719,19 0-450,2 0 224,14 1 1,2 1-135,-2 2 0,4-1 0,1 1 45,-7 6 0,-1 2-1651,-1 5 0,-3 1 1605,5 10 91,-24-2 0,-7 0 0,-5-3 257,-2 1 1,-3 1 57,4-4 0,-1-1-496,3-2 1,-1 0 45,0 2 0,2 0 135,9-6-180,6 2-90,26-14 2711,-4 2-2711,3-7 0,0-2 0,1 2-840,-2-3 1,3-3 0,-3 1 209,-6 4 0,0 0-190,2-2 1,4-2 0,0-1 0,-5 2-241,-3 2 1,-1-2-34,4-4 1,2-4 0,-4 1-547,-7 6 1,-2-1 1079,5-8 0,-2-1 0,-6-4 0,-2-1 0</inkml:trace>
  <inkml:trace contextRef="#ctx0" brushRef="#br0" timeOffset="19898">7641 3018 11580,'-13'-24'839,"0"0"1,4 8 0,-1 0-256,-6-7 1,0 1-405,3 8-90,-1 4 0,0 1 0,5 7 90,-12 20-180,12-7 90,0 9 0,0 3 0,2-4 0,2 4 0,2 0 0,1-4-90,6 4 0,5 0 0,1-9 0,3-1 0,1 4 0,2-1-1189,-3-6 0,0-2 1189,3 0-1672,-2-6 1672,-5-1-94,9-7 94,-11-1 0,9-11 0,-10 5-90,6-4 90,-8 10 0,5 1 0,-5 3 0,8 9 0,-6-5 90,13 14-90,-9-13 0,17 13 0,-13-13 45,2 1 0,0 0-45,-2-3 0,2-3 0,0-1 0,-4-4 45,2-5 0,-1-1-135,-5-3 90,-1-2 0,-2-1-90,-9 0 0,-2 1 0,6 3 1,-2 0-361,-9-4 0,0 2 0,8 9 649,-18-1-1009,16 15-2467,-10 12 1697,10-1 1580,0 12 0,4-13 0,1 5 0</inkml:trace>
  <inkml:trace contextRef="#ctx0" brushRef="#br0" timeOffset="20181">8044 3126 11131,'-5'18'1079,"4"-3"-449,-4-3-450,5-5 269,6 8-359,2-10 270,13 4-90,-6-7 360,16 1-361,-18-11 1,3-1 0,-2-1-180,-7-8-1729,1 1 1,-3-1 664,-13 2 134,-1-2 1,-2 0 569,-8 3-1213,-3 2 0,0 2 314,-1 6-470,-4 3 1,-1 4 1357,2 10 1,5-4 0,1 0 0,-2 12 0</inkml:trace>
  <inkml:trace contextRef="#ctx0" brushRef="#br0" timeOffset="49048">5082 3466 11940,'-12'-4'1439,"2"1"-899,4 0-90,0 1 0,0 1-91,1-1 1,0 1 0,1-1 629,-2 0-809,3 1 900,-2 0-990,11 1 89,25 0-89,-5 0-1034,-3 0 0,4 0 0,-2 0 944,-7 0 0,1 0 0,10 0 0,5 0 0,-4 0 0,-8 0 0,-1 0 22,2 0 1,3 0 0,0 0-1,-4 0-22,-2 0 0,1 0 135,1 0 0,3 0 0,1 0 0,-3 0-1092,4 0 0,-1 0 1047,4 0 0,-2 0-172,-9-2 0,-4 0 82,-8 1-2698,2-3-579,-7 2 0,1 1 2950,-2 0 0,1 1 0,-1 0 0</inkml:trace>
  <inkml:trace contextRef="#ctx0" brushRef="#br0" timeOffset="50298">5816 3330 8702,'-5'-7'1079,"1"-3"-269,4 6-450,-1-1 899,0-2 90,0 1 90,0-4-1079,0 4 810,1-3-901,0 6 631,-1-3-360,1 5-1,0-2 1,0 2-360,0 0-90,-1 5-90,1 9 0,3-1 0,-2 7 0,7 4-495,-6-6 0,-1 0-674,2 4 0,0 1-280,-1-4 1,0-1 99,1 8-1928,1-1 0,-1-10 3116,1 8 1,-2-13-1,1 0 1</inkml:trace>
  <inkml:trace contextRef="#ctx0" brushRef="#br0" timeOffset="50868">6088 3317 11850,'0'-8'1979,"1"-4"-1259,-6 6-720,4-1 0,-6 4 0,1 10 90,1 2-90,-1 4 0,1 4 0,-1 12 0,2-13 0,1-1 0,1 5 0,1-3 0,1-3 0,10 14 0,-8-19 0,19 5 0,-19-10 90,21 1-90,-16-5-45,7-8 0,3-5 135,3-10-135,-8 8 0,0-3 90,-2-7 0,-4 1-45,-2 2 0,-4-3 0,-2 0 0,-6 8 0,-7-10 0,0 19-180,-3-2 0,6 9-810,-5 5 451,11 4-1,-2 4-2737,3 5 3208,4 1 1,0 0-1,-1 4 1,2-5-1,0 1 1</inkml:trace>
  <inkml:trace contextRef="#ctx0" brushRef="#br0" timeOffset="51266">6427 3274 13649,'-11'7'0,"2"3"90,9 7-90,0-2 0,0-2 0,0-3 0,6 2 0,-2 1 0,7-5 0,2 6 0,-4-10 0,11 1 0,-11-4 0,16-12 270,-12-3-90,2-5 180,-9-8-270,-5 14 0,-8-7 89,-2 3-179,-8 6 0,-4-4 0,6 12-359,-8-1-1,15 4-2917,-4 0 168,8 20 2029,1-11 1080,8 15 0,-3-16 0,5 0 0</inkml:trace>
  <inkml:trace contextRef="#ctx0" brushRef="#br0" timeOffset="51632">6816 3201 12660,'-6'-8'719,"4"0"-269,-9 5-450,7 2 0,-4 11 0,2-7 0,2 25 0,1-20 0,2 21 0,6-19-90,1 11 180,18-11-180,-10 1 135,3-7 0,1-3-45,-2-10 360,1 6 0,0-3-1,-3-12 136,-2 7 0,-1-1-225,-4-5-90,0-4 359,-15-3-449,6 9-45,-12-3 0,-2 2-45,2 4-225,-9 2 1,-2 2-226,3 4-990,-3 7 1,0 4-270,4 2 1709,-2 10 0,2 1 0,3 2 0,6-5 0,-1 1 0</inkml:trace>
  <inkml:trace contextRef="#ctx0" brushRef="#br0" timeOffset="52715">5300 3970 11041,'-11'-3'989,"1"2"-449,4-2-90,2 0-91,-1 2 1,1-4-180,0 5 0,1-3-90,1 3 0,1-2 90,0 1 629,1 0-449,12 1-360,-5-1 90,8 1 0,2 0-90,-1 0 45,10 1 0,5-2-45,-3-1 0,1-1-253,-2 1 1,1-2 282,-3 2 0,0-1 0,-4-1-30,3-5 45,1 5 0,-2 0-45,-8-2 0,9 0-2159,-19 4-1118,-4 0 2904,-5 2 1,-1 4-1,2 3 1</inkml:trace>
  <inkml:trace contextRef="#ctx0" brushRef="#br0" timeOffset="53448">5905 3809 11940,'1'-9'1170,"-1"1"-91,0 3-719,-4 1-360,-1 0 90,-3 3 0,1 7 0,-1 6-1,2 1-89,0 3 0,1 2 0,0 10 0,1-12 0,1 1 0,2 1 0,0-2 0,1-3 0,7 7 90,-1-7-90,7-6 0,4 3 0,-6-9 0,13-5 0,-13-5 0,2-2 0,1-1 0,-2-5 0,1-3 0,0-2 0,-4-7 45,-2 13 0,-2-1-45,-10-3 0,-2 2 0,4 3 0,-17-7 0,10 14 0,-3 4-180,-5 0-89,8 4-1260,-9 14 719,11-7-829,1 7 1,2 1-212,1-2 1795,0 6 0,4-9 0,0 0 0</inkml:trace>
  <inkml:trace contextRef="#ctx0" brushRef="#br0" timeOffset="53765">6151 3754 13199,'-7'-14'2069,"3"5"-1889,-1 3-270,5 10-360,8 17 1,-6-5-901,4 7 1,-1 2-290,-4-9 1,0 1-1,0 2 1,1 0 1607,0 10 1,-2-15 0,2-1 0</inkml:trace>
  <inkml:trace contextRef="#ctx0" brushRef="#br0" timeOffset="54197">6460 3737 13649,'-3'10'0,"2"11"90,-3-1-90,4 3 0,0 6 0,0-18 0,12 8 0,-9-12 0,26 3-90,-13-8 90,8-5 0,-1-12 0,-16 2 45,0-1 0,-1-1 45,-4 2 0,0-3 0,-2-1 0,-6 3 0,3-3 0,-1 1 0,-10 4-90,-2-13-360,0 19 90,3-3-2158,-4 20 1438,12 0-2287,-6 16 3151,9-11 1,-1 2 0,3-9 0</inkml:trace>
  <inkml:trace contextRef="#ctx0" brushRef="#br0" timeOffset="54581">6787 3684 13559,'-7'-5'1260,"-6"9"-1260,6 10 0,-5-1 0,5 13 0,4-15 0,2 13 0,0-14-90,7 9 90,-4-12-180,23 5 90,-15-9 45,9 0 0,0-2 45,-3-9 0,2 5 0,-1-2 90,-4-12 270,8-5-181,-16 6 1,-5-15-90,-1 18 0,-10-2 0,-3 1-180,3 4-675,-11 0 1,-3 5-875,9 9 1,1 2-1,-4-3 1,1 1 1011,4 6 0,1 1 0,0 4 0,0-1 0</inkml:trace>
  <inkml:trace contextRef="#ctx0" brushRef="#br0" timeOffset="56565">6770 3307 11670,'-7'-23'1170,"1"2"-721,2 2-1155,2 1 976,-2 3-90,4 2 342,0 3-522,-3 2 176,2 2-176,-2 2 90,3 1 0,0 8 548,6 1-638,-5 7 90,11 1-1011,-7 5 1011,6 4-1647,-3 6 1602,-3-13 0,-1 1-45,2 11 0,-1 1 45,-1-6 0,0 1-23,0 0 1,0 4-1,0-1 1,-1-2 22,0 2 0,1 0 22,0 0 0,0 4 1,1-1-1,-1-4 23,-1-3 0,1-1 60,2 6 0,2 3 0,-2-4-105,-2-10 0,1-1 180,4 14 0,0-2-45,-2-8 404,-1-1 1,0-7-585,-4-17 0,-10-25 0,6 15 0,0-3-238,-5-6 0,-2-3 1,0-1 214,4 5 1,2-1-1,-1 0 1,0 1-156,-2-3 1,-1 1-1,1-4 178,1 2 0,1-3 0,-1-1 0,1 1 0,1 5 0,0-4 0,0 0 0,1 5 0,0-4 0,0-1 0,1 1 0,-1 5-691,1-6 0,1 2 691,-1 4 0,0-1 0,2 5-90,3-2 70,5 41 20,-1-6 30,-2 5 0,0 5 0,-2-2-55,0-3 0,-1 0 25,0 5 0,1 4 0,0 1 0,-1-3 157,-1 1 0,0 0-157,0-4 0,1 3 0,-1 2 0,0-1 0,0-4 0,0 4 0,0 1 36,0-5 0,1 3 0,0 2 0,0 0 0,-1-3-6,2 5 0,0-2 0,0 0 0,-1 1 0,1 1 0,-1-1 0,1-2 0,0-1 0,0-5 150,-1-2 3096,2 7-3080,-3-21-29,0-6-167,-2-12 0,1-9 0,-1-7-30,0 2 0,0-3 0,0 1-6,0 4 0,0 1 0,0-3 18,-1 3 0,1-3 0,-1-1 0,0 2 0,0 4-41,1-5 1,-1 1 58,1 3 0,-1-4 0,0-1 0,0 1 0,0 5 0,1-6 0,0 1 0,0 1 0,0-4 0,0 1 0,0 5 0,0 5 0,0 2-45,0-13 0,0 4-45,0 14 273,0 10-138,3 16 0,-1 10-302,-1-8 0,0 1 257,1 10 0,1 6 0,0-4 57,-3-8 1,0 1-36,1 2 1,0 3-1,0 1 1,0-4-68,-1-1 0,0-1-45,0 1 0,0 4 0,0-1 0,0-4-45,0-2 0,0 0-405,0 6 1,0 4-1,0-4 90,0-9 1,0-1-644,0 9 1,0 3 0,0-3 545,0-6 1,0-1 0,0 8 0,0-2 0,0-1 0</inkml:trace>
  <inkml:trace contextRef="#ctx0" brushRef="#br0" timeOffset="62748">5144 4461 14279,'-10'-5'1529,"0"2"-1259,6 3 629,-2 0-629,3 0-180,19-4-90,-5 3 45,13-2 0,2-1 45,0-1-90,-2 2 0,5-1 0,-2 0-1387,0 0 1,-1 0 1386,-5 1 0,1 0 0,-1 0-795,5 0 1,-3 0 884,-10 1-450,7 0-2069,-24 2-848,-9-1 2457,2 1 1,-2 0 0,10 0 0</inkml:trace>
  <inkml:trace contextRef="#ctx0" brushRef="#br0" timeOffset="63183">5679 4339 12390,'1'-11'1529,"1"2"-899,-2 5-1,0 1-629,0 20 0,0 6-90,0 7-270,0-8 1,0-1-1,-5-1-315,5 4 1,-1-1 44,-8-3-449,8 10-2198,-3-4 1966,4-10 1234,0 7 1,5-13-1,2-2 1</inkml:trace>
  <inkml:trace contextRef="#ctx0" brushRef="#br0" timeOffset="63566">5869 4375 11760,'0'14'0,"0"2"90,5 1-90,1 6 0,5-7 90,5 3-90,-5-14 0,14 3 0,-13-7 0,18-5 0,-16 3 90,2-7 0,-1-2 90,-3 2 0,5-10 270,-11-1-270,-3 6 269,-6-17-359,-5 18 0,-2-3 0,-1 2-90,-4 3 0,0 1 0,1 1 0,1 4-989,-15 8 539,18-1-2827,-9 21 1787,16-15 1490,-2 17 0,4-14 0,1 3 0</inkml:trace>
  <inkml:trace contextRef="#ctx0" brushRef="#br0" timeOffset="63966">6340 4304 12120,'-11'-7'810,"5"3"-541,-7 1-269,5 8 0,-3 2 90,2 7-180,7-3 90,-1 10 0,2-10 90,5 11-180,-3-14 180,17 6-90,-11-10 0,23 2 0,-16-5 0,7-2 0,0-4 135,-5-6 0,-2 0-45,3 3 0,-3-1 90,-1-9 0,-5-1-90,-6 6 45,-3-4 0,-3 1-135,-6 3 0,-1-2 0,-2 2 0,-4 4-270,-1 2 0,0 2-180,1 3-1189,-3 7 1,0 3-302,2 1 1677,1 5 1,-1 1 0,2 1 0,5-4-1,0-1 1</inkml:trace>
  <inkml:trace contextRef="#ctx0" brushRef="#br0" timeOffset="64517">5219 5030 12930,'-20'5'1619,"-3"2"-1439,5-6 89,1 3-179,18-4 0,15 2-90,2-2 45,7 0 0,1 0-415,3-6 370,-6 4 0,4 1 0,-3-1-156,-7-4 0,1 1 156,8 2 0,3 1 0,-3-1 0,-9-1 0,0 0 0,5 1 0,3 1 0,-4-1 0,3-2 0,-6 2 0,-2 0 0,-3 1-2428,-6 1-91,-6 0 720,-2 5 1865,-10-3 0,6 7 1,-5-4-1</inkml:trace>
  <inkml:trace contextRef="#ctx0" brushRef="#br0" timeOffset="65417">5841 4927 11580,'0'-13'2699,"-14"-2"-2609,3 15 0,-11 11-90,11 7 0,5 0 0,2 0-90,1-2 135,2 2 0,0 0-45,0-4 0,13 14-90,-9-19 45,10 0 0,2-2-45,-7-2-90,9-1 0,1-3 90,-5-8 45,3-1 0,-1-1 45,-6-8 0,0-2 0,-1 1 0,-4-2 0,0-2 0,-3-1 0,-9 3 45,0-4 0,-3 2-45,-14 4 0,14 5 0,-1 2-719,-12 11-1980,15 17 1260,-2-2 1439,8 16 0,9-18 0,1 6 0</inkml:trace>
  <inkml:trace contextRef="#ctx0" brushRef="#br0" timeOffset="65799">6119 4871 11940,'-7'-4'720,"-2"0"-450,1 14-270,3 7 0,-1 1 0,6 7 0,0-16 0,11 8 90,-8-11-90,24 2 0,-18-6 0,10-4 0,2-1 90,-4 1-1,0-3 1,-1-2 270,-1-5-180,-2-1 90,-3-7-180,-7 9 450,-7-15-450,-14 7-90,3-3-45,-1 13 0,0 3-45,3 2-90,-7 0-720,6 4-1528,3 11 988,1-8 1440,5 15 0,5-8 0,0 8 0</inkml:trace>
  <inkml:trace contextRef="#ctx0" brushRef="#br0" timeOffset="66032">6545 4687 13469,'0'-26'3276,"0"0"-2324,-5 1-952,4 25 0,-3 8-135,5 16 0,2 4-90,0-12 0,-1 0-868,1 11 1,0 5 0,0-3-547,-1-8 1,0 1 1356,0 1 1,-1 3-1,1 0 1,-1-4-1,-1-1 1,0-1-1,1 10 1,0 1-1</inkml:trace>
  <inkml:trace contextRef="#ctx0" brushRef="#br0" timeOffset="67814">6801 3234 10051,'0'-17'2699,"-5"-3"-2429,-2 5-180,0 0-1,-2 11 91,8 18-180,-3-4 45,6 15 0,2 2-45,-3 4-1093,3-3 1,1 5 0,0-4 605,-3-6 0,1 0 554,1 2 1,2 4-1,0 1 1,-1-5-728,1-1 1,0-1 689,-1 1 0,2 0 0,1 0-476,0-3 0,2-2 1,-1-1 445,-1 0 0,2 0-164,3 4 0,2 2 0,-2-3 254,4 3 690,-1-2 0,-1-3-420,-4-7 1602,5 2-2052,-12-19 90,0-18 0,-3 0 978,0 6 0,-2-2-1023,-4-8 0,-2-2-172,2 6 0,0-2 1,0 0-1,-1 0 217,0-2 0,-1 1 0,-1-3 0,2 2 0,0-3 0,0 0 0,0 1 0,1 5 294,-1-3 1,1 1-273,1 2 1,-2-3-1,2 0 1,-1 5-23,2 5 0,0 2 0,-2-14 0,0 7 0,3 21 90,4 14-90,-1 13-548,1-4 0,2 5 0,-1-3 548,0-5 0,-1 3 22,1 5 0,1 6 1,0 0-1,0-5-22,0-2 0,1 0 22,-1 0 1,0 5 0,1 1-1,0-4 82,1-3 1,0-3 0,0-1-105,1 10 0,0-1 60,0-8 0,0 1 0,-2-6 30,-1-2 179,3 5 126,-12-24-485,-1-16 45,-4-1 0,0-2-93,3 4 1,0-2 114,-1-2 1,-1-3 0,0-2-1,0 2-77,1-3 0,0 0 1,-1-1 99,2 6 0,0-1 0,-1 0 0,1 0 22,0-1 1,1-1-1,0 1 1,1 4 911,1 4 0,0 1-934,-3-10 0,2 3 0,2 14 0,0 8 45,4 18 0,2 8-45,-2-8 0,-1 1-579,3 11 0,0 5 0,0-4 579,-1-7 0,0 0 22,0 1 1,-1 4-1,1 0 1,0-4-23,2-2 0,0 1 0,-2 1 0,0 3 0,0 1 0,1-3 537,2 5 0,0-1-537,-2-7 0,0 2 0,1-2 0,4 8 0,0-4 0,-2-8-5,7 9 95,-9-22-90,1-14-90,-3 0 90,-2-11 0,1-3 0,-1-2-27,-1 2 1,-1-4 0,-1 3 26,0 5 0,-1 0-23,-1-7 1,0-5-1,-1-1 1,0 6 22,0 1 0,0 1 0,1 1 0,0-4 0,0 0 0,1 6 0,1 4 0,0 2 0,1-5 0,-1 2 626,-1-9-626,3 13 170,-2-1-170,2 22 90,1 20-90,0 1-586,2-5 1,-1 5-1,1-2 586,-2-6 0,1 2 22,0 2 1,0 4 0,0 0-1,0-4-22,-1 0 0,0 0 22,1 3 1,0 5 0,1 1-1,-1-6-22,0-3 0,1-1 22,0 2 1,1 4 0,0-1-1,-1-5 23,0-4 0,1-2-15,0 5 0,1 3 0,0-5 2142,1 3-1768,0-4 1,-1-3-135,-1-7 343,0-9-613,-3-8-45,1-10 0,-2-3 45,-6-6-178,4 8 1,0-5-1,0-2 1,-2 1 154,0 0 1,-2 0-1,0 0 1,0-1 321,2 2 1,0-1 0,0 0 0,0 0-318,0-2 0,-1-1 0,0 0 0,1 1 0,1 5 18,0-2 0,1 0 0,-1-5 0,-1-4 0,2 7-1688,0-1 1643,1 8 1,1 3 44,0 9 89,0 29-925,1 5 1,-1 2 835,1-3 0,0 3 22,0-5 1,0 4-1,0-1 1,0-3 231,0-2 0,0-1-254,2 9 0,0 3 0,-1-4 0,0-9 0,0 0 30,3 5 0,3 4 0,-3-4-30,-1 6 0,3-10 0,3 2 0,-3-3 0,0 5 45,4-2 0,0 0-45,-3-8 270,5 6-270,-8-22 0,-1-16 0,-2-2 0,-3-9 0,-1-1-45,0 14 0,0-1 15,-2-9 0,-1-5 0,0 3 449,1 8 1,-1-1-420,0-1 0,0-4 0,0-1 0,0 5 0,1 1 0,1 0-30,-3-6 0,1-4 0,1 6 30,0-3-45,1 6 0,1 6 135,3 15-90,-2 19 0,8 4 199,-4-2 1,0 3-1,0-1-199,2-5 0,-1 0-180,0 10 0,0 4 0,-1-3 45,-2-9 0,0 1-607,2 2 0,0 5 0,0 1 0,1-2-351,0 1 1,1 0 0,1-1 682,-2 1 0,1 0 1,0-1-1,1-3 1,0-1-1,-1-4 0,3 5 1</inkml:trace>
  <inkml:trace contextRef="#ctx0" brushRef="#br0" timeOffset="68931">6515 3091 11131,'-15'-8'1619,"3"2"-1170,4 1-359,4 3-90,0-1 0,3 2 0,1 0 90,6-1-90,-4 1 90,18-3-90,-12 1 90,23-2-90,-17 2 90,14-2-90,-16 4 270,7-2-180,-12 2 90,2 0 450,-7 1-361,0 4-89,-1 2-90,-1 9-90,0-4 270,3 13-180,-2-11 0,2 5 0,0 0-90,0 0 0,0 6 0,1 1 90,1 0 0,-1-1 0,0 5 0,0-3-388,0-8 0,-1 0 343,1 4 0,1 4 0,0-1 0,0-3-45,-1-3 0,0 0 60,2 8 0,1 4 0,-1-4-60,-2-9 0,0 0 60,1 8 0,1 3 0,-1-4-15,-1-8 0,0 1 45,1 7 0,1 4 0,-1-4-90,-2-7 0,1 0 44,0 5 1,0 3 0,1 2 0,-2-1 15,1 4 0,-1 0 0,0 0-341,1-1 1,-1 1 0,0 0 347,0-3 1,-1 1-1,1-1 1,-2-5-23,1-4 0,-1-1 15,1 9 0,0 3 0,-1-4-15,0-9 0,0 1 0,0 4 0,0 4 0,0 0 0,-1-4-569,1-2 1,0 0 553,0 8 0,-1 3 0,1-4-30,-1-8 0,1-1 30,0 5 0,-1 4 0,1-3-30,0-4 0,0-2 45,1 11 0,-1 1-45,1-4 0,-1-1 0,1 6 59,-1-9 1,1 2 0,-1-3-60,0 5 0,1 2 0,0 0 0,-1-6 45,1 1 0,0-1-45,0-5-339,1 0 0,0 0 339,0-5 585,4 13 1844,-4-17-1631,-4 2-798,-5-8-675,-9 3 1,-6 2-541,-3-1 1,-2 1 811,1 2 0,-3 0-417,3-5 1,-3 0 0,0-1 0,3 0 409,0 0 0,1-2 1,-5 1-1,-3-1 1,4 0-1,7-1 0,0 0 1</inkml:trace>
  <inkml:trace contextRef="#ctx0" brushRef="#br0" timeOffset="70000">5753 3179 10231,'12'-8'1979,"-2"2"-1079,2-1-631,-6 4 541,8-4-540,-8 5 359,3-2-179,-6 3-450,-6-1 0,-16 7 0,2 1 0,-2 2 0,4-4 0,-2 2 0,-8 4 0,1 1 0,5-5 0,-2 1 0,1 0 0,4-2 0,-12 4 0,20-6 0,-5 5 0,10-1 90,0 2 0,3 6 0,0-7 90,0 19-180,0-12 135,0 10 0,0 2-45,0-1-248,0-4 1,0 3 0,0 1 247,0 5 0,0 0-1604,0 0 1,0 1 1558,0-1 0,0 1 45,0-9 0,0 2 0,0-3-283,0 2 0,0 0 283,-1 2 0,0 5 0,0 0 0,0-4-340,1 0 1,-1 1 316,1 0 1,-1 6-1,0-1 1,0-4-68,0-1 0,1-1 67,-1 0 1,1 4-1,0 0 1,-1-5 22,0-2 0,0-1-23,-1 2 1,0 5-1,0 0 1,-1-3-38,0-1 0,-1-1 0,0 0 0,0 2 0,0 1 0,0 1 59,-1 0 1,0 2 0,0-1 0,0-4-90,1-2 0,-1 0 45,1 3 0,-1 5 0,0-1 0,0-4 0,2-6 0,0 0-15,-2 8 0,1 4 0,-1-5-30,3-9 0,-1 0 60,0 7 0,-1 3 0,1-3-15,1-9 0,0 1 15,0 6 0,-1 3 0,1-3-15,1-8 0,0 0 15,-1 8 0,1 2 0,-1-3 30,1 7-30,0-9 0,0 2 0,0-3 30,0 6 89,-1 2 1,1 0-90,0-8 0,0 2 0,1-2 0,0-8 428,0 10-428,0-14 3072,0 7-2802,0-8 490,0 1 50,5 1 449,-4-6-899,8 6-148,-3-6-212,16 6-90,-3-7-1537,10 1 0,3-2 1177,-13-5 1,1-1-461,6 1 1,6-2 0,1 0 0,-4 0-274,-7-1 1,-1-1 0,2-1 855,3 1 1,3-2 0,2 0 0,0 0 0,-4 1-1,0-2 1,-2 1 0,2 0 0,0-1 0,-1 0-1,1 1 1,0-1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4:23.6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5417 3019 12300,'4'-11'450,"-2"3"-360,1 4 90,-1-2 89,5 0-179,-4-1 90,7-4-90,-5 7-90,15-9 0,-7 7 0,10-2 0,3 1-386,-11 3 0,1 0 386,12-2 0,5-1 0,-3 1-476,-6 2 0,0 0 476,2 1 0,4-1 0,1 0 0,-5 1-1278,0 1 0,-2 0 1278,0 0 0,2 0 0,-1 1 0,5 0 0,-1 2-987,0 4 0,-1 2 987,-2-4 0,-1 1 0,1 4 0,-4 1 415,-10 1-415,11 1 0,-16-4 482,7 4-482,-10-7 2055,5 4-1965,-5-5 3186,0 2-3160,-2-4 514,-2 0-630,0-6 0,-4 4 0,-3-17 0,-5 10-90,-4-17 90,4 13 0,-2-6 0,3 4 0,2 0 0,-5-6-45,1-2 0,-1-2 45,3 4-215,1 0 1,1 1 214,1 3 0,-2-4 90,0 0-90,5 9 0,-3-9-90,6 15 180,10 20-90,-2-1 0,1 0 0,0 1 45,5 5 0,0-1-45,-1-2-296,1 1 1,0 0 295,-1-8 0,13 7 0,-8-6 0,4-1 0,-1 0 0,-2-2-1527,0-1 0,0 0 1527,-4-2-904,11 3 904,-17-6 0,3 0 0,-7-1 752,-1-1-33,0 0-629,-16 11-180,4-3-346,-5 3 1,-5 4-1,2-1-149,3-2 1,-2 1 584,-3 3 0,-5 4 0,-2 2 0,1-1 0,3-3 0,3-1 0,2-2 0,-2 2 0,-1 1 0,-1 0 0,1 0 0,-1 0 0,1 0 0</inkml:trace>
  <inkml:trace contextRef="#ctx0" brushRef="#br0" timeOffset="3134">5512 3692 8342,'-10'-4'1260,"1"2"-1081,4-2 1,1 4-90,1 0 90,0 0-90,0 0 90,0-3 180,0 3 269,1-4-539,0 4 270,0-2-180,1 1 270,1 0-360,4-2 180,14-1-225,-1 1 0,2-1-45,-3 1 0,1 1 0,13-3 0,-2 1-211,-2 1 211,4-1 0,0 1 0,-4 0 0,3 0 0,0 0 90,-3 1-90,3-1 0,1 0 0,-3 0 30,-6 0 0,3 0 0,-3 1-464,9-2 434,-6 0 0,3 1 0,-2-1 0,-8 2 0,1-1 0,5 0 0,5-1 0,0 0 0,-5 0-352,-1 1 1,0 0 351,1 0 0,5-1 0,0-1 0,-5 2 0,-5 0 0,0 0 0,6-1 0,3 0 0,-4 0 0,6-1 0,1 0 0,-1-1 0,-6 2 0,1-1 0,0 1 0,-5 0 0,1 0 0,-1 1 0,-5 0 0,16-2 0,-21 4 0,7-2-180,-12 2-1792,2 1 1972,-4 0 0,1 0 0</inkml:trace>
  <inkml:trace contextRef="#ctx0" brushRef="#br0" timeOffset="17850">8698 3236 8972,'-11'-1'0</inkml:trace>
  <inkml:trace contextRef="#ctx0" brushRef="#br0" timeOffset="18232">8847 4016 11760,'-10'12'0</inkml:trace>
  <inkml:trace contextRef="#ctx0" brushRef="#br0" timeOffset="19393">8823 4990 13559,'-5'-7'0,"0"2"0</inkml:trace>
  <inkml:trace contextRef="#ctx0" brushRef="#br0" timeOffset="19769">8784 5112 8162,'0'-8'0</inkml:trace>
  <inkml:trace contextRef="#ctx0" brushRef="#br0" timeOffset="21199">8644 3215 10861,'0'-12'-1093,"0"10"1,0 5 0</inkml:trace>
  <inkml:trace contextRef="#ctx0" brushRef="#br0" timeOffset="21516">8551 4215 10951,'6'-6'-820,"-2"1"1,14 10 0,-7 2 0</inkml:trace>
  <inkml:trace contextRef="#ctx0" brushRef="#br0" timeOffset="21866">8928 5206 13110,'2'-14'359,"-1"3"-179,-1 7-270,0 1-1979,0 2-1208,0-3 2972,0 0 0,0-4 0,0-1 0</inkml:trace>
  <inkml:trace contextRef="#ctx0" brushRef="#br0" timeOffset="29951">10780 3683 10501,'13'3'-3277,"-6"3"3151,3-5 1,-9 8 0,3-5 0</inkml:trace>
  <inkml:trace contextRef="#ctx0" brushRef="#br0" timeOffset="30116">10788 4311 15088,'-13'6'-3277,"2"-1"3241,5-15 1,9 3 0,6-8 0</inkml:trace>
  <inkml:trace contextRef="#ctx0" brushRef="#br0" timeOffset="31532">9424 2989 10861,'5'-15'1349,"-2"0"-1259,-2 6 270,-1-3-270,0 7 180,0-7-180,0 9 269,-4-5-269,1 7 90,-3 5-90,2 4 135,-1 10 0,-1 2-45,1 5-1191,-1-2 0,-1 4 1,1-3 1099,2-6 1,0 0-23,0 5 1,-1 4 0,1 1-1,0-4-483,0 2 0,1 1 524,0-3 0,0 4 0,1 1 0,-1-1 0,1-3-48,0-3 0,1-2 0,-1 3 44,1 1 1,-1 4 0,0 2 0,1 1 0,-1-1 0,1-2 30,0 3 0,0-1 0,0-1 0,0 1-380,0-3 0,0 0 0,0 0 1,0 1-1,0 0 299,0 3 0,1 1 0,0 1 0,0-3 0,-1-3-54,1-3 0,0-3 0,0 3 54,0 3 0,1 4 0,0 1 0,0-1 0,0-4-9,2 4 0,0-1-45,-1-1 0,-1 3 0,2-1 60,4-2 0,1 0 0,-1-3-60,-2 1 0,0 0 35,1-4 1,2 2 0,1 2 0,0-1 0,-2-4 9,1 4 0,0 0-23,2 0 1,1 4 0,0-1-1,-1-4-22,-1-2 0,0-1 22,0-1 1,2 3 0,0-1-1,-2-3-22,0-3 0,0 0 30,3 5 0,1 3 0,-2-4-30,5 4 0,-5-6 0,1 0-719,-1-3 1,0-1 718,3 5 380,1 1 1,-1-1-381,-2-4 113,1-1 0,1-1-113,-4-5 954,15 2-954,-14-8 0,7-2 90,4-16-90,-7 5 0,4-9 0,1-3 0,-1-1 0,-6 4 0,3-5 0,-4 3 919,-3 5 1,0-1-920,0-3 0,1-3 0,0-1 0,-2 2 157,0 0 1,-1-1-158,0-4 0,1-5 0,-1 0 0,0 4-164,-2-1 0,-1-1 164,0 4 0,-1-4 0,0-1 0,0 1 0,-1 4 0,0 3 0,-1 3 0,0-3-18,-1-4 0,0-5 0,-1-1 0,1 1 0,-1 5-12,1 3 0,0 4 0,-1-5 30,-1 2 0,-2-4 0,0-2 0,0-2 0,-1 2 0,1 1 0,0 4-314,1-5 1,-1 5 0,0-5 313,-1 4 0,0-4 0,-1-2 0,-1-2 0,1 2 0,0 3 0,0 3-30,1-2 0,0 5 0,-1-4 15,1 1 0,-1-4 0,-1-2 0,1 0 0,0 2 0,1 4 15,-1 0 0,2 3 0,-1-3 0,-1 1 0,1-3 0,-1-3 0,-1 1 0,2 2 0,0 4 0,0-1 0,1 4 0,0-3-36,-2-4 0,-1-4 0,-1-2 0,1 2 0,0 2 36,0-1 0,1 3 0,-1-1-23,1 4 1,0-1 0,0 0-1,-1 1 23,1-1 0,-1-1 0,1 1 0,0 4-45,0 0 0,1-1 67,-3-2 1,0-5 0,-1 0-1,1 5-22,1 4 0,0 1-30,-4-8 0,-2-2 0,1 6 30,-2 4-96,-1 3 0,0 3 96,4 7 374,-14-1-374,15 12 90,-8 12 0,-1 7-90,5-1 0,2 4 0,-1-1 10,-1-1 0,-1 1 0,0 3 2,5-7 1,-1 3 0,0 2 0,0 0 0,0 0 0,1-1 0,1-4-212,-2 6 1,2-4 0,-1 5-85,1-3 0,0 3 1,-1 3-1,0 1 0,0-1 1,2-3-1,1-3-227,0 3 1,1-4-1,1 3-37,1-1 1,0 5 0,-1 2 0,1-1 0,1-2 0,0-3 218,0-1 0,2-3 0,0 2 1,2 2-1,0 3 0,1-1 1,1-4-1,3 1 0,0 0 1</inkml:trace>
  <inkml:trace contextRef="#ctx0" brushRef="#br0" timeOffset="51833">8833 3996 13559,'-4'-6'3276,"3"-4"0,1 8-2542,5-8-644,3 9 0,5-14-90,-3 9 90,4-8 90,12-4-180,-8 6 90,4-3 0,2 0-453,-2 0 363,-4 3 0,3-3 0,-3 3-280,-4 2 1,0 0 279,8-5 0,3-2 0,-2 2-399,-6 4 1,1 0 398,1-1 0,4-3 0,1 0 0,-4 3 0,0-1 0,1 0 0,-1 0 0,4-1 0,1-2 0,1 0 0,-2 2 0,1-2 0,-1 1 0,0 0 0,1 0-250,-1 0 1,1 0 0,0 0 0,0-1 249,3-1 0,1-1 0,-2 1 0,-4 3 0,-4 3 0,-1 0 0,6-4 0,2-1 0,-3 2 0,-8 5 0,0 1 0,5-3 0,2-1 0,-2 2 0,5-2 0,2 1 0,1 1 0,-7 1-148,1 1 0,-2 1 148,-6 1 0,10-4-90,-18 7 248,1 0-1957,-6 2 348,-7 1 102,-2-1-1928,-20 8 0,6 1 2869,4-2 0,1 1 1,-9 6-1,-2-3 0</inkml:trace>
  <inkml:trace contextRef="#ctx0" brushRef="#br0" timeOffset="52585">8918 4051 10681,'0'-10'1709,"0"2"-810,0 2-539,0 3 90,0 0 2826,0 2-525,-3 0-1852,23 0-719,-10 1 45,15 0 0,4 0-45,-1 0-1221,1-3 0,5-1 0,-3 1 1086,-9 2 0,1-1-45,3-2 0,5-1 0,2-1 0,-1 1-567,-2 2 0,-1 1 0,1 1 0,-1-2 567,-4 1 0,0-2 0,-1 1 0,3 1-286,3 0 1,3 0 0,0 0-1,-1 1 1,-6 1 285,3-1 0,-2 1-254,1 0 1,3-1-1,1 1 1,-6 0 297,-3 3 1,-1-1-17,7-1 0,3-1 0,-5 0-28,-11 3 0,-1-1 235,13-2 1,0 0-2484,-10 0 1348,4 0-872,-15 0-1505,-5 0 2867,-8 0 1,4 0-1,-5 0 1</inkml:trace>
  <inkml:trace contextRef="#ctx0" brushRef="#br0" timeOffset="53268">8976 4121 11400,'0'-9'1170,"-6"0"269,-2-3-899,0 5 629,-6-7-809,12 8 539,-12-3-629,13 5-90,-6 0 540,7 3 179,14 6-719,-3 1 135,11 4 0,2 0-135,2 4-994,-4-3 1,5 1 0,-3-1 858,-5-2 0,0 0 116,1 0 1,2 3 0,3 0 0,0 0 0,-2-1-606,1 1 0,-2 0 1,0-1-1,1 1 511,3 1 1,-1 0-1,1 1 1,2 0 171,-4-1 1,2 1 0,0 0 0,0 0 0,-2-1 0,-2-1-437,-1-1 0,-2-1 1,2 2 285,1 1 1,3 1 0,1 1 0,1 1 0,-3-2 0,-4-2 0,6 4 0,-2 0 0,1 0 0,3 2 0,-1 1 0,-3-3-45,-4-1 0,1 0 22,1 1 1,3 2-1,1 1 1,-3-3-17,-2-1 1,-1-1 0,1 1 15,0-2 1,1 2 0,-1-1-1,-1-1-22,6 3 0,-3-2-45,-1-2 0,-3-3 0,-7-5 1593,6 1-1593,-13-4-3277,1 0 0,-11-8 2730,-7-3 1,-2-1 0,-10-7 0,4 5 0,0 0 0</inkml:trace>
  <inkml:trace contextRef="#ctx0" brushRef="#br0" timeOffset="54049">8765 4692 16438,'9'-6'1259,"7"-1"-989,-11 1 179,17-5-269,-11 2 135,7-5 0,3-3-90,-4 3 0,1-1-650,2-1 0,1-1 574,-4 3 1,2-1 0,-3 3-3316,8-8 3211,-5 5 0,-1-1 45,-3 3 0,0-1-768,-4 3 0,1 0 678,2-3 0,2-1 0,-2 0 0,1-2 0,-1 2-221,0 0 1,1-1 220,2-3 0,3-3 0,0-1 0,-2 4-179,0-2 1,1 1 178,-3 2 0,3-4 0,1 0 0,-1 0 0,-2 4 0,-2 2 0,-2 2 0,2-2 0,2-3 0,4-3 0,0 0 0,0 0 0,-3 4 45,3-3 0,0 0-45,-2 5 0,2-4 0,2 0 0,-1 1 0,-4 3 0,3-1 0,-1 1 0,1 0 0,4-3 0,0 1 0,-4 3 0,-4 3 0,-1 1 0,9-4 0,3-3 0,-3 3 0,-7 5 0,0 0 0,2-1 0,3-1 0,0 0 0,-3 2 0,-1 0 0,0 1 0,7-4 0,4-1 0,-4 2 0,-9 4 0,0 1 0,6-4 0,3-1 0,-4 2 1725,3-1-1725,0-1 0,-2 0 2648,-9 6-2738,8-7 0,-16 9-2282,2-1 214,-13 4-1119,-21 15 0,2-4 3022,6-1 0,-2 2 0,1-1 0,1-1 0,1-1 0,-8 4 0,0 0 0</inkml:trace>
  <inkml:trace contextRef="#ctx0" brushRef="#br0" timeOffset="54664">8823 4831 12660,'-8'0'3276,"0"0"-2055,19-9-951,-5 4 45,12-7 0,1 0-225,4-1-1055,-3 1 1,4-2-1,-2 1 1010,-4 2 0,0 1-15,1-1 0,1-1 0,1 0 30,4-3 0,0 1 0,-2 0-60,1 0 0,2 0 18,-5 2 0,5-2 0,1-1 0,-1 1 0,-3 3-18,-3 0 0,-3 3 0,4-2-18,4-2 0,4-1 0,1-1 0,-1 1 0,-3 1 18,-5 3 0,-2 1 0,3-1 15,0 0 0,4-1 0,2 0 0,1-1 0,-2 1 0,-2 1-467,2 0 1,-2 1 0,-1 0-1,1 0 452,3-1 0,2-1 0,-1 0 0,0 1 0,-1 1 0,2 0 0,-3 0 0,-3 2-41,-3 0 1,0 0 40,9-2 0,3-2 0,-6 2 0,3-2 0,-1-1 0,-2 1 1292,-12 3-1292,5-3 3121,-12 5-3211,-2 3-3085,-1-2 747,-8 3 898,-5 0 1530,-21 13 0,5-5 0,6 1 0,0 1 0</inkml:trace>
  <inkml:trace contextRef="#ctx0" brushRef="#br0" timeOffset="55285">9021 4796 12840,'-7'-9'1889,"-1"3"-450,5 3-720,-2 3 810,2-1-719,17 1-630,-4 0-90,16 0-1606,-5 0 0,1 0 1696,8 0-91,-3-1 1,4-1 0,-2 0-440,-8 2 0,2-1 372,2 0 1,5-2-1,0 1 1,-3 1-23,0 0 0,0 1 18,-1 1 0,6 1 0,1 0 0,-1 0 0,-5-1-281,-4 0 0,-4-1 0,3 2 281,6 2 0,5 2 0,2 0 0,-3 0 0,-5-1 72,3-1 0,-1 0 35,-7 1 1,3 0 0,2 1 0,0 1 0,-2-2-358,7 1 0,-2 0 1,0-1 351,-2 1 0,-1-1 0,-1 0 149,3 0 1,-1 0 0,-7-1 1685,-4-1-3214,5 0 700,-23-3-2718,-6-13 887,-6 5 2191,-5-13 1,-2-3-1,10 12 1,0 0-1,-10-10 1,0-1 0</inkml:trace>
  <inkml:trace contextRef="#ctx0" brushRef="#br0" timeOffset="57234">8727 2971 10771,'7'-4'629,"-1"1"1260,-6 3-1169,1 3-90,3 0-181,-1 2-89,5-3-270,-3-1 90,-1-1-180,1 0 270,4-6-180,-2 0 0,11-13-90,-10 6 45,3-1 0,-1-1-45,0-1 45,0-6 0,1-2-45,-4 8 0,-2 1-854,3-4 0,-2 0 854,2-5-497,-4 6 497,-2 7 0,2-5 0,-4 11 0,1-1 0,-1 5-30,0-1-2398,-4 11 989,-1-7-450,-3 11 1889,-4-8 0,4 3 0,-5-2 0</inkml:trace>
  <inkml:trace contextRef="#ctx0" brushRef="#br0" timeOffset="58099">8866 2617 10051,'5'-14'1619,"-2"3"-1169,-1 2 540,1-2-901,-1 5-89,0-3 90,-1 13-90,-1 7 0,0 4 0,0 14 0,0-16 90,5 18-90,-4-20 90,12 10-90,-11-16 0,13 2 0,-7-17 0,4 7 0,-3-10 0,-1-2 0,0 8 0,6-15 0,-4 11 0,-3 3 0,5-3-90,-6 7 90,2-1 0,-4 4 0,-1 1 90,6 4-90,-3-2 0,11 12 0,-8-11 0,15 14 0,-13-15 0,18 8 0,-18-10 90,11 2-90,-15-9 0,1 5 90,-1-17-90,-4-1 0,2-2 0,-10 5 0,0 1 0,2 2 0,-6 0 0,-1 0-90,8 3-2518,-10-7-669,17 26 2146,-6-2 1131,6 12 0,-2-5 0,1-3 0</inkml:trace>
  <inkml:trace contextRef="#ctx0" brushRef="#br0" timeOffset="58431">9279 2530 10231,'6'10'270,"-1"1"180,5-11-270,-3 4 809,15-4-449,-8-10-450,3 8-90,-16-20 0,-1 16-180,-23-12-1709,3 12 989,-4 0 900,-4 10 0,18 4 0,-6 7 0</inkml:trace>
  <inkml:trace contextRef="#ctx0" brushRef="#br0" timeOffset="59381">8634 2729 9871,'-5'-11'990,"4"2"-540,-4 3 719,3-3-1079,-1 5-90,-2-2 0,-3 19 0,3-5 45,-3 8 0,1 2-45,-1 0 0,-1 4 0,1 2 0,-1-3-225,0 4 0,0-1-135,2-4-270,-1 0 1,1-1-1,1-5-2647,-7 13 3241,8-19 1,-3 2 0,6-9 0</inkml:trace>
  <inkml:trace contextRef="#ctx0" brushRef="#br0" timeOffset="59565">8490 2821 9871,'2'-18'1709,"1"-4"-1619,2 4-90,-1 3 0,2 11 0,-2 4 0,6 14 0,-4-6-270,2 7 1,0 1-271,1-3-360,1 4 1,1 1 89,-1-3-89,5 10 899,-4-10 0,-2-3 0,1 1 0</inkml:trace>
  <inkml:trace contextRef="#ctx0" brushRef="#br0" timeOffset="59882">8709 2831 10951,'-8'-14'0,"4"5"90,1 3-90,3 16 0,12 10 0,-2 1 0,3-4 0,3 0 45,-1-8 0,1-1 0,4 1 0,0 0 134,8-1 631,-4-20-360,-28-6-360,7-1-90,-16 4 0,-2 3 0,6 3-135,-7 1 0,0 3-225,5 2-2917,-9 17 2904,13-3 1,-2 14-1,6-9 1</inkml:trace>
  <inkml:trace contextRef="#ctx0" brushRef="#br0" timeOffset="62134">9024 3158 17247,'16'0'180,"-3"-5"-180,17 1 0,-12-6 0,2 5 0,5 1 0,-3 0-686,-5-1 0,0 1 708,4 0 1,3-1-1,2 1 1,0 0-843,-1 0 1,1 1 0,-1 0 0,0 1 769,3-2 0,0 0 0,2 1 50,-5 0 0,3 1 0,1 0 0,-2 0 0,-5 1 239,2-1 1,-1 1-218,0 1 1,4-1-1,-1 0 1,-4 1-23,-2 0 0,-1-1-30,6 1 0,4 0 0,-4 0 120,6 0-45,1-1 0,-2 1-45,-6 0 135,-3-1 0,0 0-45,-7 1 90,10-2-180,-16 1 90,0 1 261,-5-1 189,-3 1-3817,1-3 2995,-6 2 0,1-2 0,-4 3 0</inkml:trace>
  <inkml:trace contextRef="#ctx0" brushRef="#br0" timeOffset="62800">9185 3274 11490,'10'-4'900,"0"0"-180,10 9-451,-4-3-89,8 7 0,3 2-1547,3-1 1487,-5 2 0,6 2 0,-4 0-480,-7-4 1,1 1 449,2 3 0,4 2 0,0 0 0,-4-1-46,-1 1 1,1 1 45,-2-1 0,3 3 0,2 2 0,0 0 0,-2-2 0,0-1 0,-2 0 0,0-1 0,1 1-505,-3-2 0,1 1 0,0 0 0,0 0 0,-1-2 437,1 1 0,0-1 1,-1-1-1,1 1 23,1 0 0,1 0 0,-1-1 0,-1 0-268,-3-2 1,0-1-1,1 2 259,3 2 0,3 2 0,1 1 0,-2-1 0,-4-2 9,4 2 0,-2 0 22,-1 0 1,2 2-1,0-1 1,-4-2-23,-4-3 0,0 0-45,2 2 0,1 2 0,-3-4 388,1 2-388,-4-4 0,-1-1-90,-5-4-3187,1 0 0,-12-22 207,-4 6 3087,-5-15 1,-3 9 0,2-2 0</inkml:trace>
  <inkml:trace contextRef="#ctx0" brushRef="#br0" timeOffset="63384">8915 3349 10591,'-5'-10'450,"1"0"269,3 4-629,0 2 180,1 0 450,11 9-540,-5-4 269,10 11 1,4 7-150,-4-4 0,0 0 0,0 0-563,-1 0 1,-1 1 0,3 1 397,2 2 0,1 1 0,2 2 0,0-1-618,-4-3 1,1 1-1,0-1 1,-1 1-1,0-1 550,2 1 1,-2 0 0,2 1-1,1 1 10,-3-2 0,2 2 0,2 2 0,-1 0 1,0-1-1,-2-1 0,-2-2-507,3 4 0,-2-3 1,2 3 506,-3-3 0,3 3 0,1 2 0,1 1 0,0-1 0,-2-2 0,-3-2-55,1-1 1,-4-3 0,1 0-1,3 3 0,-2-2 1,3 3-1,1 0 1,0 2-1,1-1 1,-1 0 0,-1-2-1,-2-2-22,1 1 0,-3-3 0,1 0 0,2 2 0,1 1 0,3 3 0,1 2 0,0 0 0,0-1 0,-2-1 0,-3-3 30,4 3 0,-3-2 0,2 3-30,-4-4 0,3 3 0,1 2 0,1 0 0,-1 0 0,-2-2 0,-3-3 0,1 1 0,-2-3 0,1 3 0,3 3 0,2 3 0,1 1 0,-2-3 0,-4-3 0,-1-2 0,-1-2 30,3 6 0,2 2 0,-3-4 60,2 3 90,-2-1 0,-1-1-180,-6-6-58,1-3 0,-1 0 58,-3-5-116,6 2 116,-8-8 0,0 0 0,-3-2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2:40.2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9014 1971 11760,'0'-10'990,"0"2"-630,0 4-181,0 2 1,0 0 180,-4 0-360,3 8 0,-3 8 0,4-1 0,0 5 90,0-2-90,0-6 90,4 14 0,-3-15-90,5 11 0,-3-14 0,4 6 0,-3-9 0,3 1 0,-5-3 0,4 0 0,-4-6 90,1-6-90,-1-1-90,-2-6 90,0 10 0,0 0 0,4 11-90,2 0 90,3 3 90,0 1-90,-3-5 90,1 2-90,-3-2 180,1-2-90,-1-12-90,-1 2 0,-2-15 0,0 4-90,-1 5-3187,-5 2 0,0 12 3274,0 6 0,0 3 0,3 6 0</inkml:trace>
  <inkml:trace contextRef="#ctx0" brushRef="#br0" timeOffset="1082">9086 1934 11041,'0'-9'2428,"0"-4"-899,0 7-1529,-6 3 90,1 11 90,-7 10-180,5-5 180,-1 4-90,5-13-90,-3 4 90,4-7 0,-1 2 0,2-3 180,0 0-180,-2 0 0,1 0-90,-3-5 0,3 3 180,-6-13-90,5 12 179,-4-14-179,5 13 180,-1-7-180,1 8-90,0-3-90,1 5 180,6 28 0,-4-11-1183,3 2 1,3 5 0,-2-3 977,-3 7 115,4-5 0,2 2 0,-2-2-137,-1 8 167,0-10 0,1 3 0,-1-3-30,0 4 0,0 2 0,-1-2 0,-1-7 0,1 10 0,-3-21 90,0 0 539,-1-3-629,-5-17 3276,4 6-3297,-3-9 1,0-1 20,4 2 0,-2-4 0,1-1 0,1 3 205,0-10-295,5 6 0,10 2 90,9 0 0,-3 9 0,3 15 0,-17-3 0,5 19 0,-9-13 0,0 21 0,-3-17 0,-5 16-90,-1-16 90,-5 10-90,2-13-90,-2 6 90,6-11-899,-1 3 899,5-13 90,6-5 0,1-2 0,3-2 0,2 0-45,0 2 0,-1 1 45,3-4 0,-1 1 0,5-3 0,-6 9 0,-8 8 0,2 0 0,-3 2 0,2 5 0,-3-4 0,4 10-90,-2-6-90,0 2-450,0 1 180,-2-4 1,1 0 449,-1 2 0,0-13 0,0 1 0</inkml:trace>
  <inkml:trace contextRef="#ctx0" brushRef="#br0" timeOffset="1200">9180 1819 10861,'-7'-11'-1889,"3"5"1889,7 18 0,3-4 0,7 12 0</inkml:trace>
  <inkml:trace contextRef="#ctx0" brushRef="#br0" timeOffset="1733">9412 1959 12480,'-11'0'1079,"0"0"-1079,0 11 0,3-9 0,0 19 0,5-15 0,0 12 0,3-12-90,0 3 0,0-7 90,4 0-90,4-13 90,1 8 0,4-19 0,-7 20 0,3-15 0,-5 16 0,2-4 0,-4 5 0,4 0 0,-3 0 0,2 0 0,-2 0 0,1 4 90,-2-3 90,4 3 0,0-4-180,0 0 90,4-9 0,-6 6 90,5-18-90,-6 15 0,3-13-90,-5 12 0,0-2 0,0 5-90,-1 1-270,4 16 180,-3-6-90,3 12-809,3-5-2198,2 6 1517,3-4 1760,0 7 0,-6-14 0,1 3 0</inkml:trace>
  <inkml:trace contextRef="#ctx0" brushRef="#br0" timeOffset="2149">9887 1832 11670,'0'-14'990,"0"2"449,-4-1-1079,3 6 539,-12-4-809,6 15-90,-4-5 0,5 16 90,4-7-90,-1 8 90,0 7-90,1-3 45,1 3 0,0 1-327,1 3 282,1-7 0,1 4 0,0-3-90,-1 9-90,3-8 0,3 2 0,-3-3-89,-1 6-496,7 1 0,0-1 136,-8-8-856,5 0 1,0-2-45,-4-5 1529,4 6 0,-6-12 0,0-1 0</inkml:trace>
  <inkml:trace contextRef="#ctx0" brushRef="#br0" timeOffset="2351">9792 2199 12030,'-15'-9'1619,"-6"-1"-1349,11 6 90,-7-4-360,12 6 0,-1-2 0,4 3 0,2-4 0,6 2-450,14-12-225,-5 6 1,1 0 314,-1-1 0,0-1-1214,8-6 0,-1 0-652,-2 1 2226,-1-1 0,-1 1 0,-2 0 0,5-5 0</inkml:trace>
  <inkml:trace contextRef="#ctx0" brushRef="#br0" timeOffset="2500">9990 1821 11760,'0'-10'990,"-6"-1"-990,1 9 90,-1 5-90,3 14 0,3 1-405,5 1 0,1 1-404,-3 1-830,8 4 1,2 0 1130,-7-2 0,2-5 0,0-1 1,-1 1-1</inkml:trace>
  <inkml:trace contextRef="#ctx0" brushRef="#br0" timeOffset="2850">10500 1761 13110,'-20'-18'1888,"11"8"-1708,-18-2-90,13 18-90,-4 6 45,6 5 0,3 5 45,4 3 0,3 1-230,-4-3 0,2 0 140,4-1 0,2 2 0,-1-4 0,1 6 0,6 3 0,0 1 0,-5-4-1590,7 2 1,0 0 1589,-8-6-180,6 1 0,0-1-90,-7-5-1034,4 0 0,0 0 134,-5-6-2068,4 9 2226,-4-15 1012,-7 0 0,6-4 0,-6-1 0</inkml:trace>
  <inkml:trace contextRef="#ctx0" brushRef="#br0" timeOffset="2984">10365 2098 13199,'-14'-21'1260,"-2"-1"-1530,1-2 0,5 6-180,14 8-2248,15-1 1169,0 2 1529,7-1 0,1-1 0,2 0 0,-6 2 0,1 0 0</inkml:trace>
  <inkml:trace contextRef="#ctx0" brushRef="#br0" timeOffset="3366">10725 1820 13289,'-13'-16'2429,"2"3"-2519,4 3 90,9 2 0,0 5 0,11-2 0,4 3 0,-2 0-3277,15 6 2572,-17-2 1797,8 17-912,-15-10 45,-2 7 0,-2 1-45,-11-1 237,0 7 0,-2 1-282,-2-9 0,0-2-135,0 4 0,1-1 90,-4 5 0,12-15 180,6 0-180,9-5-45,4-4 0,3-2-45,9-6 153,-7 2 1,2-1-1,-2 0-153,-4 0 0,0 0 30,7-2 0,3-2 0,-3 2-30,-7 4 0,0 1 0,6-4 0,3-1 0,-3 3 315,5-3-405,-3 2 0,-1 1-270,-10 4-2917,-4-1 0,-13 5 2822,-18 0 1,5 8 0,-8 1 0</inkml:trace>
  <inkml:trace contextRef="#ctx0" brushRef="#br0" timeOffset="4133">11063 2474 13469,'-13'-13'1260,"-1"2"179,7 12-720,4 12-449,4 1 45,4 2 0,1-2-45,1-2 359,11 13-449,-7-16 180,2 1 0,0-2 0,0-3-136,5-3 1,2-3-135,2-5-1183,0-3 1,5-3 0,-2 0 605,-3 1 0,3-2 461,-7 2 0,5-2 1,2-2-1,1 0 0,1-2 1,-1 1-1,-1 0-317,-2 1 0,0-1 1,0 0-1,0 0 1,-1 0-1,1 0 1,1 0 252,1-2 0,0 2 0,0-1 0,1 0 0,0-1 0,1 0 0,1-2-184,-5 4 1,0-1 0,2 0 0,1-2 0,0 0 0,0 0 0,0 0 0,-1 1 0,0 0 0,-2 1 0,-1 1 0,-1 1-383,6-5 1,-2 3-1,-2 1 1,0-1 0,4-1 472,-5 2 1,3-2 0,0 0 0,2-1 0,0-1 0,-1 2 0,-1 0 0,-2 1 0,-2 2 0,4-3 0,-3 3 0,-1 0 0,1-1 0,0 0 0,-1 0 0,1 0 0,0 0 0</inkml:trace>
  <inkml:trace contextRef="#ctx0" brushRef="#br0" timeOffset="38300">2768 8216 12570,'-10'1'180,"1"2"90,3-3 89,0 1 91,1-1-90,1 1-90,1-1 0,1 1 2158,1-1-2068,5-5-270,13-11-910,1 0 1,4-5 0,3-2 0,2-1 692,-9 8 1,3 0 0,0-2 0,1 1 0,0-1 0,1 0 0,0 0 0,-1 0 0,-1 0 0,1 0 0,0 0 0,0 0 0,-1-1 0,2 1 0,-1 0 0,1-1 0,0 2 0,1-1 0,-1 0 0,0 0 0,1 0 0,-1 0 0,0 0 0,1 0 0,-1 1 0</inkml:trace>
  <inkml:trace contextRef="#ctx0" brushRef="#br0" timeOffset="40013">12764 6889 10951,'0'-13'1079,"5"5"-809,-4-3-90,8 6-90,-8-6-3367,11 2 2482,-3-2 705,11-2-617,3-2 122,-8 7 1,1-1-271,4 0 1,2-1-785,5-1 1,3 0 1610,-7 3 0,1 0 1,1 0-1,-3 1 1,1 0-1,0 0 1,0 0-1,2 0 1,0 0-1,0 0 1,0 0-1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4:31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11113 2376 8702,'0'11'1349,"1"-2"-1259,-1-4 90,0-1 0,0 0 90,0 0 90,0-1 89,0 1 1,0-2 0,0 0 1169,0 0-1079,17-6-2179,6-7 1,1-3 1625,-3 4 1,3 0-33,0-2 0,4-4 0,1 1 0,-4 1-750,2 1 1,1 0 247,-7 2 1,4-1 0,1-1 0,1-1 0,-1 1 0,-4 2-547,4-2 1,-3 1 0,2-1 1049,-2 2 0,3-3 0,1 0 0,0 0 0,-1 1 0,-3 1 0,4-2 0,-2 1 0,1 0 0,0 0 1,0 0-1,0 0 0,0 0 0</inkml:trace>
  <inkml:trace contextRef="#ctx0" brushRef="#br0" timeOffset="748">8644 2614 10501,'11'0'0</inkml:trace>
  <inkml:trace contextRef="#ctx0" brushRef="#br0" timeOffset="1315">9925 2376 7083,'14'0'0,"0"0"0</inkml:trace>
  <inkml:trace contextRef="#ctx0" brushRef="#br0" timeOffset="1800">10892 2297 10591,'-7'2'0,"1"-1"0</inkml:trace>
  <inkml:trace contextRef="#ctx0" brushRef="#br0" timeOffset="3815">10787 4670 17517,'10'-17'0,"5"-5"0,-1 4-1093,0 4 1,2-3 0,-1 2-547,0 1 1,1-1 982,2 0 1,3-3-1,2-2 1,-1 1 0,-1 3-438,0-1 1,-1 1 0,2-1 839,-2 2 1,2-2 0,0 0 0,1 0 0,-3 1 0,6-4 0,-2 1 0,0 1 0,-5 3 0,0 0 0,1 0 0,-1 0 0</inkml:trace>
  <inkml:trace contextRef="#ctx0" brushRef="#br0" timeOffset="27481">8970 6394 11311,'6'-8'719,"-1"2"-449,-5 4-90,2 1 0,-1-1 0,2-1-90,-3 1 90,2 0-91,-2-1 91,3 0 90,-3-1-90,-4-1-90,3 0 90,-17 1-90,11 3 90,-21-1-180,15 2 90,-17 6-90,16-5 45,-1 6 0,1 0 45,1-5-90,-13 15 0,16-12 90,-12 15-90,15-11 359,-3 13-269,9-11 90,3 7 0,2 1-90,3 5-917,-1-3 0,0 4 0,0-2 916,0-4 1,-1 0 0,1 3 0,0 4 0,0 1 0,-1-4-45,0 0 0,0 1 45,0 2 0,1 5 0,0-1 0,0-3-45,-2 0 0,1-1-9,-2-3 0,1 3 0,1 1 0,-1 0 0,-1-5 9,1 6 0,-1 1-9,0-2 0,0 5 0,1 1 0,-1-1 0,0-5 9,0 4 0,-1 0-9,0-6 0,0 5 0,1 1 0,-1-2 0,-1-4-36,1-1 0,-1-1 44,0-1 1,1 4 0,-1-1 0,0-3 0,0-4 0,0 1-15,0 7 0,0 5 0,0-3-678,1-2 1,0-2 692,0 6 0,0-1-45,0-9 0,1-3 0,4 9 90,0-7-90,3 5-257,2-1 257,0-6 0,3 4 0,-2-9 0,0-1-90,5 3-180,7-2 1,1-1-181,1-4-292,-6-5 0,3-2 0,4-1 0,-1-1 86,-1-2 1,2-3-1,0 0 1,0 0 0,-1 0-1,-1 1 1,-1 1-1,1 0 1,0-1 0,0-1 426,0 0 1,0 0-1,2-2 1,-2 1 0,0 0-1,-3 1 1,7-3 0,-2 1-1,-1-1 1,3 0 0,0 0-1,-1 1 1</inkml:trace>
  <inkml:trace contextRef="#ctx0" brushRef="#br0" timeOffset="28281">12015 6368 12300,'27'-12'-90,"-9"5"135,3-1 0,1 0 45,-1 3 180,3 0 0,1 0-1,-2 1-44,1 1 0,0-1-45,-5 2 90,1-1 0,-2 1-90,-3 0 269,14-1-269,-18 3-3457,14-1 3382,-15 8-151,12 9 315,-14 2 91,0 6 0,0 3-270,-5-12 0,-1 2 22,0 8 1,0 6-1,0 1 1,-2 0-523,-2-5 0,0-1 0,-2 1 0,2 0 432,1 3 1,1 0-1,0 1 1,-2 1-8,0-4 0,-1 2 0,-1 1 0,0-1 0,0-2 0,1-3-175,0 0 0,1-4 0,0 3 160,0 0 0,0 4 0,-1 1 0,1 1 0,-1-1 0,1-3 22,-1 1 1,1-2-1,0-1 1,0 0-1,1 1 1,0 1-1,0-1 1,0 0-23,-1 3 0,1 0 0,0-1 60,1-1 0,0-2 0,0-1-15,0-1 0,0 1-57,0-1 1,0 4-1,-1-1 1,2-3 56,1-3 0,0 0 388,-2 2 0,0 4 0,0 1 0,0-2-133,2 0 0,-1-1 0,0 1 59,-2 1 1,-2 2 0,1-1 0,-1-2-300,1-1 0,-1-1 0,-1-1 209,-2 3 1,-2-1 0,-1-3 90,-5 3-180,-1 1 0,-2 0-180,0-5-150,2-6 0,-3 2 0,1-3-165,3-3 1,-1-2-779,-11 2 1,-6 0 0,3-2 554,5-2 0,-2-3-9,3-2 1,-5-1 0,-3-1 0,-2-1 0,1-1 0,2 0 404,1-2 0,2 0 0,-1-1 0,1-1 0,-1 0 0,0 1 0,1 0 0,0 1 0,0-1 0,0 0 0,-1 1 0,2-1 0,-1-1 0,-1-2 0,0 1 0,1-1 1,-1 1-1,0-1 0,0 0 0</inkml:trace>
  <inkml:trace contextRef="#ctx0" brushRef="#br0" timeOffset="28981">8054 6098 13919,'-21'-5'720,"-5"-2"-361,5 1 271,-3 1-270,19 5-270,4 0 270,9 10-180,8-8-91,-4 15 181,7-5-270,-13 1 90,6 12 0,-11-12-90,-3 17 0,-5-16 0,-4 14-90,4-18 90,-1 4 0,8-10 0,-4 1 0,10-2 90,3-1-90,17 1 0,-6-2-45,4 0 0,0 0 45,0 0 0,1 1 0,0 1 0,-6 0 45,-3 2 0,-2 1-45,-8 0 0,-11 17 0,-4-10-1639,-9 3 1,-1 1 1523,-1-3 115,-3 1 0,-1-1-90,4-3-360,0 0 1,0-2-91,8-2-1529,-9 4-1208,17-9 708,7-7 2569,11-9 0,5-7 0,2-1 0</inkml:trace>
  <inkml:trace contextRef="#ctx0" brushRef="#br0" timeOffset="29180">8453 6130 14459,'3'-14'1169,"-9"3"-629,-2 5-270,-14 10-270,12 6 0,-1 3 0,1 2 0,7 7-360,-4 2 0,0 1-180,6-1-629,-1 3 0,-1 1 89,3-4 1080,3 3 0,-1 0 0,-1-7 0,2-3 0,-1-1 0</inkml:trace>
  <inkml:trace contextRef="#ctx0" brushRef="#br0" timeOffset="29364">8314 6256 14549,'-14'-25'1889,"9"9"-1979,19 30-90,4 2-806,-1-2 401,-3-3 1,1 0-226,8 6-283,-3-5 1,3 2 0,-1-1 782,-1-3 0,-1 0 0,0 0 0,0 0 0,-2-2 0,-1-3 0,-1 1 0</inkml:trace>
  <inkml:trace contextRef="#ctx0" brushRef="#br0" timeOffset="29748">8757 6244 13469,'-6'-25'1214,"0"9"1,-1 0-316,-7-10-809,-1 3-90,24 20 0,-2 4-45,9 6 0,2 1 45,-2-2 0,1 4 0,0 2 0,-5-2-45,0 3 0,-5 3 45,-18 7 0,7 1 0,-10-10 0,-1-2 0,4-4-179,-8 6 179,14-10 0,1 5 0,10-6 0,3 5-90,7-5 180,9 6-90,-9-4 0,1 1 0,-2 3 629,-3 9-449,5-1-90,-21-2 0,-6-1-90,-3-1-225,-10 4 0,-2 0-842,-1-1-26,7-4 1,-4 2 0,4-2-547,5-4 1,0 0 1051,-7 5 0,1-1 1,3-2-1,1 0 1</inkml:trace>
  <inkml:trace contextRef="#ctx0" brushRef="#br0" timeOffset="31249">9369 6369 11940,'0'-11'1439,"0"2"-989,0 5-180,0 1-90,0 1-180,0 0 180,-4 2-90,0-1 90,-1 7-90,0 1-90,2 7 0,-1-2 89,3 1-89,-1-4 0,2 1 0,-1-2 0,1 1 0,0-2 90,0 0-90,0 0 0,5-1 0,-4 4 0,8-6 0,-5 4 0,1-6 0,1 1-90,-5-3 90,7-5 0,-2-1 0,2-3 0,3 3 0,-6 3 0,6 3 0,-6 0 0,7 0 0,-7 0 0,11 0 90,-5 0-180,1 0 180,2-7-90,-9-1 0,4 0 0,-5-13 0,-1 14 90,0-22-90,-2 19 0,-7-13 0,4 13-180,-8-5 91,9 10-1261,-3 0-808,2 9 988,0-3 1170,0 16 0,0-7 0,2 11 0</inkml:trace>
  <inkml:trace contextRef="#ctx0" brushRef="#br0" timeOffset="31533">9630 6392 12390,'-4'-12'2069,"3"4"-2069,-6 3 0,7 8 0,-3 3-180,3 8 0,0-4-989,0 8 719,0-10-2518,0 12 2968,3-5 0,-3 0 0,3-2 0</inkml:trace>
  <inkml:trace contextRef="#ctx0" brushRef="#br0" timeOffset="31765">9647 6412 12210,'2'-8'900,"0"2"-1260,3 25 0,-4-11-900,2 8 1,1 0 1259,0 2 0,4-2 0,-1-2 0</inkml:trace>
  <inkml:trace contextRef="#ctx0" brushRef="#br0" timeOffset="33064">9674 6389 10321,'-2'-6'900,"0"-1"-541,1 6-89,1-1 360,-1 0-90,1 1-361,-1 0 1,-2 1-90,2 5 90,-1 0-90,1 5 90,0 2-180,1-3 90,0 7-90,0-9 90,0 7-180,0-8 180,3 11-90,4-6 0,0 2 0,4-4 0,-6-8 90,6 1-180,-6-2 90,6-10 90,-6 7-180,3-19 90,-5 16 0,-1-20 0,-7 6 90,-3 0-90,-3 0-90,-1 16 90,-2-2 0,5 5 0,-6 6-90,8-4-989,-7 14-1530,8 2 1710,0-2-1170,4 3 2069,9-12 0,-6 0 0,6-2 0</inkml:trace>
  <inkml:trace contextRef="#ctx0" brushRef="#br0" timeOffset="33315">9803 6405 11490,'-6'-11'1530,"2"2"-541,0 1-809,0 3-90,0 11-270,1 12-90,7 3-810,-3-3 1,-1 0-180,4-3-360,-4 11 1619,3-6 0,-1-4 0,4 4 0</inkml:trace>
  <inkml:trace contextRef="#ctx0" brushRef="#br0" timeOffset="34098">10539 6359 13020,'0'-9'1619,"-5"-2"-1439,-1 7-91,-4-1-89,1 9 0,2 3 90,-1 13-90,2-7 0,0 13 0,4-15 0,0 12 0,2-14-90,5 9 1,-4-11-451,11 6 360,-6-9 180,4 1-90,-1-16 90,-5 8 0,5-16 0,-6 17 0,3-9 0,-3 8-90,0 0 90,-1 2-90,5 1 90,2 4 0,1-2 0,1 3 0,0-5 90,-4 0-90,9 0 0,-8 0 90,7-5 0,-9-2 270,3-10-180,-7 5-90,0-12-90,-8 14-90,0-14 90,-6 13-270,-1-10-180,6 14 450,0-4 0,12 10 0,1 0 0</inkml:trace>
  <inkml:trace contextRef="#ctx0" brushRef="#br0" timeOffset="34730">10758 6364 13199,'-9'19'0,"4"-4"0,-1 6 0,5-12 90,-2 12-90,8-7 0,2-1 0,8-2 0,-3-8 0,14-12 90,-5-8 0,1-1 180,-7-9-90,-13 16 270,-8-13-360,5 15 0,-17-7-90,15 12 0,-21 0-90,19 3-720,-14 7-989,6 12 990,4-5-2468,0 13 2146,8-18 1131,6 3 0,-3-6 0,3-1 0</inkml:trace>
  <inkml:trace contextRef="#ctx0" brushRef="#br0" timeOffset="35079">10928 6384 12930,'-5'-13'2338,"-5"1"-2338,2 6 0,4 3 0,10 7 0,15 6 0,1 8 0,-10-7 0,0 0 0,3 5 0,-10 1 90,-10-12 0,-2 5-90,0-6 90,-2 4-90,4-6-540,1 2 181,11-8-91,0 4-1799,19-8 990,-13 7-380,3-4 1,2 1 1377,0 3 1,11-6 0,-11 4 0</inkml:trace>
  <inkml:trace contextRef="#ctx0" brushRef="#br0" timeOffset="35682">11549 6299 13379,'-3'-14'2519,"-1"4"-2519,1 3 270,2 4-270,5 11 0,9 13 0,-5-4 0,1-3 0,1-2-180,-7-6-360,8 4 450,-8-7-449,2 0 449,-3-9 90,1-4 0,-2 1-90,2-3 90,-2 8 0,2 0 0,-2 2 0,4 2 0,-2 0 0,3 0-90,4 4 90,-3-3 90,12 6-90,-10-6 0,11 2 90,-12-9 269,8 0-269,-11-7 180,3-2-270,-7 4 90,-5-12-90,2 13-90,-10-10-1529,7 12-1349,-5 0 1259,4 5 1709,0 14 0,4-8 0,0 9 0</inkml:trace>
  <inkml:trace contextRef="#ctx0" brushRef="#br0" timeOffset="36031">11811 6284 12570,'-10'0'629,"3"7"-629,4 3 0,3 2 0,4 2 0,-3-9 90,9 3-90,-3-6 0,10 0 0,-5-2 450,11-6-180,-13 4 719,6-10-449,-12 7 90,1-9-360,-5 6-90,-7-2-1,5 5 1,-16-2-180,12 3 0,-18-1 0,13 3-90,-10 1 0,13 1-1439,-5 5 720,9 3-2160,-1 4 1,4 1 2968,8 0 0,0-6 0,7 0 0</inkml:trace>
  <inkml:trace contextRef="#ctx0" brushRef="#br0" timeOffset="36449">12006 6259 13289,'7'-17'2249,"-2"3"-1799,2 8-360,-2 2 360,12-1-360,-8 4 89,14 0-179,-13 1 90,10 4 0,-13-3 90,3 11-180,-13 0 0,-1 1 0,-9 5 0,0-11 0,1 5 0,2-8 0,6 3 0,1-5 0,3 2 0,5-3 0,8 1 0,10 1 0,-4 1 0,7 3 0,-17-2 90,8 4 0,-11-5 270,2 8-270,-7-6-270,-19 15-1459,-1-10 1,-5 1 1567,3-3 1,-3 1 0,-1 0 0,2-1 0,-2 1 0,1-1 0,-2 0 0,-3 0 0,-1 1 0,0-1 0</inkml:trace>
  <inkml:trace contextRef="#ctx0" brushRef="#br0" timeOffset="37348">9267 6908 12210,'0'-10'1619,"0"2"-1529,0 4-90,0 18 0,0-1 0,0 8 0,3-4 0,-2-11-270,5 7 180,-6-9-270,2 3 450,1-5-90,-1 1-90,5 0 90,-2-1 90,9 3-90,-7-3 0,15 2 0,-12-3 0,15 0 0,-14-1 0,10-5 0,-13-1 0,6-10 0,-10 5 90,1-9-90,-5 11 0,-5-12 0,4 13 0,-14-10 0,13 12-1979,-11-3-1298,12 16 2994,-2-2 1,3 5-1,0-4 1</inkml:trace>
  <inkml:trace contextRef="#ctx0" brushRef="#br0" timeOffset="37632">9509 6970 11400,'5'-9'720,"-1"0"-540,-4 5 0,4 2-180,1 4 90,1-1-90,1 13 0,-7-8-180,2 14-90,-2-10-989,0 11 719,0-11-2428,0 12 2968,0-11 0,0 2 0,0-7 0</inkml:trace>
  <inkml:trace contextRef="#ctx0" brushRef="#br0" timeOffset="37831">9624 6967 11041,'1'-10'1619,"0"0"-1439,-1 6-720,0 6-2158,0 22 2698,4 0 0,-3 7 0,4-13 0</inkml:trace>
  <inkml:trace contextRef="#ctx0" brushRef="#br0" timeOffset="38635">10579 6858 13199,'-12'-14'1080,"0"6"-1080,2 2 0,0 16 0,5-3 0,2 8 0,1 2 0,2 10-90,3 0-90,3 1 0,0-20-450,2 4 451,-5-9 179,6 1 0,-4-4-90,4-12 180,-6 4-90,1-9 0,-3 7 0,-1 3 0,4 9 0,-3 1 0,10 7 0,-5-2 0,9-1 0,-5-3 90,8-2-90,-9-2 359,11-10-179,-13 7 270,6-19-360,-10 15 0,-1-16-90,-7 14 0,0-11 0,-5 11-450,0-5-90,5 10 540,-2-2 0,7 10 0,-3 2 0</inkml:trace>
  <inkml:trace contextRef="#ctx0" brushRef="#br0" timeOffset="39296">10801 6927 13199,'1'-8'450,"-5"1"-450,1 19-90,-2-1-719,1 15 359,3-11-1349,0 11 1079,1-15-2248,0 15 2968,0-16 0,5 5 0,2-9 0</inkml:trace>
  <inkml:trace contextRef="#ctx0" brushRef="#br0" timeOffset="39615">10855 6997 11670,'0'-9'1260,"0"-2"-901,-5 6 91,4-4-360,-3 5-90,4-1 0,12 4 0,-4 5 0,10 2 0,-8 1 90,-3 6-90,-4-9 90,-2 11 0,-1-8 90,-4 7-180,2-9 90,-9 8-90,9-9 0,-5 5 90,7-7-90,0 2-90,0-2-270,6 0-539,0-1-900,13-1 449,-5-5 1350,2 2 0,1 0 0,1-11 0,-3 7 0,0 0 0</inkml:trace>
  <inkml:trace contextRef="#ctx0" brushRef="#br0" timeOffset="40330">11818 6996 14009,'-6'-17'2698,"-1"8"-2698,-5 4 0,5 9 0,-1 13 0,7 1 0,-2-3-449,2 8 179,1-15-720,5 9 721,-1-13 89,2 2-180,0-5 180,2-5 180,-2 3 0,4-10-90,-7 6 90,2-1 0,-5 2 0,4 4 0,-2 0 90,5 0-90,-3 0 0,8 4 0,-6-3 0,8 4 0,-7-5 180,6-7-90,-7 6 360,4-16-360,-7 11 359,1-19-449,-3 15 0,-1-8 0,-5 8 0,3 2-90,-7-6-180,7 8-3007,-5-2 0,4 13 2959,0 1 0,1 2 1,2-4-1</inkml:trace>
  <inkml:trace contextRef="#ctx0" brushRef="#br0" timeOffset="40581">11992 6971 12750,'0'-12'1619,"0"3"-1349,-4 0-270,3 6 0,-3 5-630,4 3 180,0 14 1,0-7-2828,3 13 0,-3-15 0,7 9 3164,-6-12 1,5 4 0,-4-6 0</inkml:trace>
  <inkml:trace contextRef="#ctx0" brushRef="#br0" timeOffset="40981">12086 6945 12570,'0'-9'1169,"-4"0"-1169,3 7 90,2-2-90,5 4 180,6 5 0,1 3-180,-6 5 0,1-4 0,-14 4 0,4-8 0,-9 6 0,10-7 0,-7 3 0,7-4 0,4 1 0,-1-3 0,16 1 0,-11-1 0,16 2 0,-14-1 90,8 3 0,-12-2 360,2 3-271,-6-3-89,-8 8-899,-16 1 89,2 0 180,6-6 1,-1 0-1100,-3 0 1,2 0-1639,-6 2 3120,5-2 1,0 0 0,0 1 0,0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3:30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11705 1501 13919,'0'-10'1619,"-6"0"-899,4 5-181,-4 0-179,6 2-180,-4 0 180,2 1-180,-2 7-90,4 3 0,0 18-45,4-3 0,1 3-15,-3-4 0,1 1 0,0 1-1123,2 5 1,0 0 0,0-1 944,0 2 1,0-1-213,-2-6 0,1 0 0,-1-4-269,2 1-1010,0 1 1,0-1-752,-1-6 2390,5 10 0,-5-17 0,1 1 0</inkml:trace>
  <inkml:trace contextRef="#ctx0" brushRef="#br0" timeOffset="500">11728 1625 14459,'-11'-13'1349,"0"0"90,-6-9-1349,8 9 0,6-2-90,11 11 180,15 10-90,-8 1 135,-1 4 0,-1 3 44,-4 10-269,5 2 45,-16-10 0,-1 0-45,1-1 0,-12 8 0,0-1 0,-6 1 0,1-3-90,6-4 1,19-23 89,11-2-45,-4 0 0,2 0 45,9-2 0,-4 5 0,-1 6 0,-6 5 90,14 2-90,-16 5 89,8 5 1,-14-4 90,1 12-180,-11-13-1639,-3 4 1,-1-1 1613,-5-2-58,-1 2 0,-3-1-637,-8 2 180,10-7 1,-1 0-1035,0-3 0,1 0-46,-1-2 1620,0-9 0,13-5 0,-1-6 0</inkml:trace>
  <inkml:trace contextRef="#ctx0" brushRef="#br0" timeOffset="683">12134 1664 15808,'1'-9'1439,"0"-3"-2518,-1 3-1979,21-5 1708,-10 4-289,10 3 1,0 2 1243,-4 1 0,9 0 0,-14 2 0</inkml:trace>
  <inkml:trace contextRef="#ctx0" brushRef="#br0" timeOffset="820">12245 1693 15268,'-19'12'2429,"4"-3"-2069,-4-1-450,10-5-3148,-3 1 269,18-10 2969,11-4 0,3 0 0,-6 1 0,1 0 0,10-3 0,0-1 0</inkml:trace>
  <inkml:trace contextRef="#ctx0" brushRef="#br0" timeOffset="1235">12600 1519 14729,'-14'0'3276,"-8"-11"-2055,3-1-1221,-1-4-90,10-2 90,14 11 0,17-12-45,-6 13 0,0 2 45,0-2 0,1 0 0,6 2 0,-1 3 90,-4 9-45,-1-5 0,-1 2 45,-6 9 90,2-1 360,-5 8-361,-3-5 46,-5 3 0,-2 0-45,2 0 180,-10 3 0,-2 0-180,6-4-91,-7 2 1,0-2 0,8-7 90,-5 7-90,12-15 180,0-1-180,9-1 0,6-1-90,6-6 0,2-3-45,-7 6 0,2-2-1048,7-4 1,4-3 0,-4 1 616,-6 4 0,1 0 93,1 0 1,3-2 0,0 1 0,-4 0 112,-1 2 0,-1-1-390,7-1 1,2-2-1,-4 3-329,3-2-650,-2 1 1,-9 2 982,-26 10 1,5-7-1,-10 7 1,0-1 0</inkml:trace>
  <inkml:trace contextRef="#ctx0" brushRef="#br0" timeOffset="1550">11637 2185 13516,'-24'13'494,"1"-1"1,-1 1 0,-1 1-1,0-1-104,-1 1 0,-1 1 0,4-2 162,8-5 1,1 0-14,-7 5 1,8-2-90,19-6-1,11-5 1,4-2-360,-3 3 0,3-3-483,1-4 1,4-2-1,3-2 1,2-1-1,-2 0 393,-1 1 0,1 0 0,0-1 0,1 0 0,-1 0 0,0-1-301,-2 1 1,0 1-1,-1-1 1,1-1 0,1 1-1,2-1 271,-4 1 0,2 0 0,1-1 0,2 0 0,-1 0 0,-1 0 0,-1 1 0,-2 1 0,-3 1-38,4-1 1,-4 1 0,-1 1 0,5-2-23,-3 2 0,3-2 0,2 0 0,1-1 0,0 1 0,-1 0 0,-2 0 0,-3 2 0,1 0 0,-4 1 0,0 0 0,5-1-45,-3 0 0,4 0 0,2-1 0,2-1 0,-1 1 1,0 0-1,-2 0 0,-2 1-477,1 0 1,-2 0 0,-1 1 0,0 0-1,1-1 486,5-1 0,0 0 0,0 0 0,0 0 1,-2 0-415,-1 1 0,-1-1 1,-2 2-1,-5 0-434,7-2-1455,2-3-848,-41 10 1889,0 0 1388,-16 2 0,4 8 0,-2 2 0</inkml:trace>
  <inkml:trace contextRef="#ctx0" brushRef="#br0" timeOffset="1853">11780 2425 12820,'-26'12'382,"-1"0"0,1-1 0,3-1 1,2-1-24,-1 0 1,-2-1 0,9-1-90,10-4-90,15-11 0,9-5-135,-3 5 0,3 0-495,3-2 1,5-3 0,1-1 0,1 0 0,-3 2 449,0 1 0,-2 0 0,5-1 0,-6 3 0,3-1 0,2-1 0,2-1 0,2 0 0,0 0 0,-1 0 0,0 0 0,-1 2-63,-3 0 1,0 0-1,-1 1 1,1 0 0,-1 0-1,0 0 1,1 0-1,-1 0 1,1 0 62,-1-1 0,1 1 0,-1-1 0,1 1 0,-1 0 0,1-1 0,0 1 0,0 0 0,0-1-28,3 0 1,0 0 0,2 0-1,0 0 1,0-1 0,-2 2-1,-2 0 1,-2 0 0,-3 2 27,8-2 0,-5 1 0,2-1 106,-3 2 1,3-2-1,1 1 1,-1-1-1,-1 1 1,-5 1 252,6-2 1,-2 0 338,4-1 0,2-1 0,-5 1-563,-11 1 0,-2 0-900,2 1 1,-4 1 32,-8-2-2416,-17 8 809,-1 7 2339,-15-1 0,13 6 0,-9-1 0</inkml:trace>
  <inkml:trace contextRef="#ctx0" brushRef="#br0" timeOffset="7666">5675 2850 18776,'13'-10'0,"3"-1"-45,-2-3 0,3-3-1307,-4 5 1,3-2 653,4-3 1,5-4 0,0 0 0,-1 1-396,-4 4 1,-1 1 0,3-2 623,-2 1 1,4-1 0,2-2 0,1-1 0,0 1 0,-2 1 0,-3 2 233,2 0 1,-4 2 0,1 0 0,1-1 0,0 1 0,2-2 0,1 0 0,-1 0 0,0 1 0,-3 1 0,4-2 0,0 0 0,0 0 0</inkml:trace>
  <inkml:trace contextRef="#ctx0" brushRef="#br0" timeOffset="8534">5479 3705 12300,'-8'7'1439,"2"-1"-809,3-3-91,0-1 1,-1 1-180,1 0 0,0 0-90,0 1 89,0 0 631,0 4-720,1-3 359,-1 4-359,3-5 270,4 0-675,12-10 0,4-6-135,-5 4 0,2-1-386,3-5 1,5-5-1,3-1 1,-1-1 0,-3 2-165,-4 4 1,-3 0 0,2 0 0,2-2 655,-2 1 0,3-1 0,2-2 0,0-1 0,1 0 0,-1 0 1,-1 1-1,-2 2 0,2-1 0,-2 1 0,-1 1 0,1-1 1,1-1-1,2-1 0,0 0 0,1-1 0,-1 1 0,0 0 1,1-1-1</inkml:trace>
  <inkml:trace contextRef="#ctx0" brushRef="#br0" timeOffset="10033">9002 2943 13919,'-11'6'1439,"2"-2"1260,6-3-2609,8-1-90,-6-6 0,17-2 0,6 0 0,-2-7-1093,5 3 1,6-1 0,-4 1-135,-6 3 0,2 0 407,2-1 1,5-2 0,1-1 0,-4 3-820,0-1 1,0 0 1451,-2 1 1,3-2-1,0 0 1,-4 2 0,0-1-1,-2 1 1,-3 1-1,1-1 1,0 1 0</inkml:trace>
  <inkml:trace contextRef="#ctx0" brushRef="#br0" timeOffset="10553">9071 3619 14729,'-9'8'1799,"-2"-3"-450,6-1-360,-4-2-629,4 2 2916,-1-2-1245,15-5-1401,13-11-630,1 1-983,-2 0 1,0 0 1072,2-2-90,-5 4 0,3-1 0,-2 0 0,-2 2 0,0-1-158,6-3 1,5-3 0,0 0-1,-3 2-337,-1 0 1,0 0-162,-2 1 1,4-2-1,2-1 1,-1 1 0,-4 2-984,3-2 1,0-1 1512,-4 3 1,4-2-1,2-1 1,-2 0-1,-3 2 1,-2 2-1,-3 2 1,1-2-1,4-2 1,0 1 0,0-1-1,0 0 1</inkml:trace>
  <inkml:trace contextRef="#ctx0" brushRef="#br0" timeOffset="17167">9122 4394 13020,'2'-11'1349,"-1"0"-630,2 2-89,-3 1 0,0 2-91,0 0-179,0 1 90,0 2-360,0 0 0,-4 1 0,0 15-90,-3 3 0,-1 1 0,-1 13-774,2-10 0,-1 2 0,1-3 504,-2 8-405,-1 3 1,1 0 134,2-5-629,0 3 0,0-1 179,2-6-649,-2 0 1,1-1 995,0-9 1,-4 6 0,5-14 0</inkml:trace>
  <inkml:trace contextRef="#ctx0" brushRef="#br0" timeOffset="17384">8885 4460 13289,'-7'-12'2609,"-1"2"-2249,11 13-270,10 6 0,2 2-90,8 6-1093,-5-3 1,5 1 0,-4-1 956,7 3 76,-6-3 0,4 3 0,-3-3-75,-6-3 0,1 0-465,7 5 1,4 1-1,-4-1 150,-6-6 1,-1 0-644,8 3 1,3 2 0,-4-3-67,-7-5 0,-1 0 1159,14 4 0,0-2 0,-4-3 0,-9-3 0,0 0 0</inkml:trace>
  <inkml:trace contextRef="#ctx0" brushRef="#br0" timeOffset="17968">9667 4385 14729,'0'-30'3276,"-10"4"-2325,7 2-321,-12 9-360,14 18-90,-2 17-135,2 1 0,2 1-45,-1-4 0,0 1-1639,0 11 1,0-2 1523,0-7-337,2 1 1,0 0 361,-1-5-431,4 0 1,1-1 160,-4-5-89,9 7 359,-10-13 2471,5 0-2471,-5-13 1347,3 6-1347,0-28 90,-1 17 0,0-5 0,0-1-2532,0 1 2532,2-3 0,-1 7-214,3-4 214,-2 7-40,5-5 40,-5 11 0,8-1 90,-7 12-90,10 7 0,-9 0 0,3 1 0,1 0 0,-1-1 3122,7 7-3032,5-3-90,-7-7 45,6-1 0,0-2-45,-1-3 0,8-4 0,0-2 72,-1 1-42,-8-5 0,3-3 0,-4 2-30,6-3 134,-3-8 1,-2-2-45,-10 3 0,-4-10 0,-5-1-90,-12 4 30,2 4 0,-1-3 0,-1 4 15,-1 7 0,-1 1-45,-3-4 0,-2-1 0,2 2 58,-7 0-328,1 3 1,-1 3-181,7 5-1034,1 7 0,0 3 44,5 2-359,-6 13 1799,11 7 0,2-9 0,3-4 0,-1-1 0</inkml:trace>
  <inkml:trace contextRef="#ctx0" brushRef="#br0" timeOffset="19703">5693 3622 11490,'-13'-6'1350,"6"-6"-811,-7 10 361,6-9-450,-1 7 539,-6-4-719,12 2 449,-11 2 271,27 21-810,-8-8 29,7 5 1,5 3 0,-2-2-460,-3-4 1,1-1 459,9 8 0,4 2 0,-2-2-630,-6-5 1,1-1 531,2 1 1,4 3-1,0-1 1,-3-2-68,0-1 0,0-1 27,-1-1 0,4 1 0,2 0 0,1 0 0,-2-2-27,3 0 0,0-3 0,0 0 0,2 0-507,-2-1 0,1 1 1,1-1-1,0 0 1,0-1-1,-3-1 462,5 0 0,-2-1 0,-1-1 0,2-2 0,-6 0 0,2-1 0,0-1 0,0 0 0,-3-1 0,-3 0-227,0-2 0,-4 0 1,4-1 241,1 0 0,4 0 0,3-1 0,0-1 0,-1 0 0,-1-1-15,0 0 0,-1-1 0,-1 0 0,1 0 0,2-2-207,-4 3 1,1-2-1,1 1 1,0-1-1,-1 0 1,0 0 0,-2 0 188,4-1 0,-2 0 0,0 0 0,-2 0 0,0 0-22,0-1 0,-1 0 0,-1 0 0,0-2 40,0-1 0,0-1 0,-1 0 0,-2 0 298,-1 3 0,-2 0 0,2-3-298,1-2 0,3-4 0,1-2 0,-3 1 0,-2 3 0,-5 4 0,-1 1 0,-1-2-18,2-4 0,1-3 0,1-2 0,-2 2 0,-3 2 18,2-4 0,-3-1-18,-2 5 0,-1-5 0,1-1 0,-1 1 1,-1 4 17,-2 3 0,-1 2 0,-1-2 0,0-5 0,-1-4 0,0-2 0,-1 2 0,0 5 29,-1 3 1,0 4 0,-2-3 24,-1-2 0,-1-4 0,-2-1 0,0 1 0,0 6-9,-2-4 0,-3 2 45,-3 1 0,-3-4 0,-2 2 0,2 4-90,-1 2 0,-3 2 45,3 5 0,-5-2 0,-2-1 0,-1 2 0,1 0 0,4 2-192,-2 1 0,3 2 0,-5 0 147,2 1 0,-4 0 0,-2 0 0,-2 0 0,1 0 0,2 2 0,4 1 0,-5-1 0,3 3 0,-5 1 10,10 1 0,-4 1 0,-2 0 0,-2 1 0,-1 0 0,0 1 0,0 0 0,1 1 0,1 1 12,0 0 1,0 1-1,1 2 1,0-1-1,1 1 1,-1 1 0,0-2-1,0 1-11,0-1 0,0-1 1,0 0-1,0 0 0,0 1 1,0 0-1,-1 1 0,1 2 7,2-1 0,0 2 0,0-1 0,-1 2 0,0 0 0,1 1 0,0 0 0,1 1 0,2 0 0,0 1-7,0 2 0,2 1 0,1 1 1,0 1-1,1 0 0,1 0 1,-1 0-1,0-2 1,-2 1 1,1-1 0,-1-1 0,1 0 0,0 1 0,0 1 0,1 2-3,0 1 0,0 3 0,0 1 0,-1 0 0,2 2 0,0-2 0,2 0 0,1-3 0,2-2-113,0 3 1,2-4 0,2 0 0,-1 4 102,0 0 0,0 4 0,-1 2 0,0 0 0,1 0 0,1-2 0,2-4 0,0 5 0,3-4 0,-1 3-15,2-2 0,0 4 0,0 2 0,0-1 0,2-1 0,1-5 15,2-1 0,2-2 0,1 1 18,0 3 0,0 3 0,2 2 0,0-3 0,2-4-108,4 3 0,5-1-162,-4-7 0,3 4 0,1 0 1,-1-2-1,0-3-153,4 3 0,4-2-142,-4-6 1,4 2 0,3 1 0,0-1 0,-2-2 0,-2-2-521,0 0 1,-2-4 0,4 1 1066,-2-2 0,4 1 0,2 0 0,1-1 0,0 0 0,-3-1 0,-3-2 0,6-2 0,-4-2 0,2 0 0,-2 0 0,1 0 0,0 0 0,0 1 0,-1-1 0</inkml:trace>
  <inkml:trace contextRef="#ctx0" brushRef="#br0" timeOffset="22000">8119 7211 10501,'-7'-9'720,"1"1"-451,2 3 91,0 0 0,1 1 0,-1 0 0,2 1-180,-1 0 89,1 2 181,1-1 1709,0 2-1529,7 5 179,16 7-539,-3 0 89,7-1 1,1 0-729,1-1 549,-5-2 0,5 0 0,-3 0-537,-5-3 0,0 0 447,3 0 0,4 1 0,1 0 0,-4-1-45,1 0 0,1-1 45,-5 0 0,3 0 0,3 0 0,1 0 0,1 0 0,-2 0-445,-1-1 1,0 1 0,-1-1 0,2 0 0,0 0 0,2 1 374,-3-1 0,2 0 0,1 1 0,1-1 0,0 1 0,0-1 0,0 1 0,-1-1 0,-2 0-350,5 1 1,-1-1-1,-1 1 1,-1-1-1,2 0 1,2 1 329,-6-1 0,2 0 0,2 0 0,0 0 0,0 1 0,-1-1 0,-1 0 0,-3-1 0,-2 1 0,5 0 0,-5-1 0,0 1 0,5 0 11,-3-1 0,4 1 0,2 0 0,2 1 1,-1-1-1,0 0 0,-3 0 0,-3 0-11,2-1 0,-4 1 0,1-1 0,3 1 0,-2-1 0,3 1 0,3 0 0,1 1 0,0-1 0,-2 0 0,-2 0 0,-3-1 0,2 1 0,-5-1 0,1 0 0,4 1 0,-5-1 0,4 1 0,2 0 0,1-1 0,1 1 0,0 0 0,-1 0 0,0 0 0,-3-1-148,1 0 1,-1 0 0,-1 0 0,-1 0 0,1 0 0,1-1-1,1 1 138,-1 0 0,1 0 0,1 0 0,1-1 0,0 1 0,0 0 0,-1-1 0,-2 1 0,-1-1 10,3 1 0,-2-1 0,-1 1 0,-1-1 0,0 0 0,0 0 0,6 0 0,0-1 0,-1 1 0,-2-1 0,-5-1 0,-2-1 0,-1-1 0,6 1 0,2 0 0,-4-1 327,1-3-282,-3 1 0,-2 0-45,-9 2 1393,7-7-1393,-15-1 0,1 3 2403,-15-6-2403,7 9 0,-22-8 0,17 8 0,-19-7 0,18 8 0,-10-9 0,12 7 0,-6-12-90,8 6 45,-1-11 0,0-3-135,2-2-163,1 1 0,0-6 1,0 3 297,1 7 0,1 0-45,0-6 0,-1-4 0,1-1 0,0 4-313,0 8 0,0 3 0,1-4 388,-1-1 0,1-4 0,-1-2 0,1 0 0,0 2 0,-1 3-382,1-2 1,0 3 0,-1-4 396,1 4 0,0-3 0,-1-2 0,1-1 0,-1 1 0,1 1 0,-1 4-30,1-6 0,-1 4 0,1-4 30,-1 6 0,0-4 0,1-1 0,-1-2 0,0 2 0,0 1 0,0 4 0,1-5 0,-1 3 0,0-3-13,1 3 0,-1-4 0,0-3 0,1 0 1,-1 1-1,1 2 0,-1 5 13,1-4 0,0 4 0,0-3 0,-1 2 0,1-4 0,0-2 0,0 1 0,0 3 0,0 4 0,0-2 0,0 2 0,0-5 0,0-2 0,0 6 0,0-1-231,-3 5 1,0 3 230,1 7 1876,-15-6-1876,10 13 1257,-16-2-1257,13 5 0,-17 0 90,15 1-90,-20 0 0,20 4 180,-18-3-180,15 2 0,-3-2 0,-2-2 0,-1 1 0,-8-1 0,-2-2 706,15 1 1,-1-1-730,-6 0 1,-4 0 0,-3-1-1,1 0-519,0 0 0,-1 0 0,0-1 1,0 2 541,2-1 0,1 0 0,-2 1 0,-1-1 0,3 1 0,-2 0 0,-1 0 0,0-1 0,3 1 0,2 1-333,2-1 0,2 1 0,-2 0 333,-1-1 0,-4 1 0,-2-1 0,1 0 0,1 0 0,3 1-383,-1-1 1,3 1 0,-3-1 382,0 1 0,-5-2 0,-1 1 0,-1 0 0,3 0 0,3 0-30,-1 0 0,3 1 0,-4-1 30,6 0 0,-4 0 0,-2 0 0,-1 0 0,1 0 0,2 0 0,4 0 0,-7 0 0,5 0 0,-5 0 0,7 1 0,-4-1 0,-1 0 0,-2 0 0,0-1 0,0 1 0,1 0 0,2 1-253,-5-1 1,3 0-1,0 0 1,-1 0-1,-1 1 253,3-1 0,0 0 0,-2 0 0,1 1 0,-1-1 0,1 0 0,0 0-15,-4 1 0,1-1 0,-1 0 0,1 1 0,2 0 0,2 0 162,0-1 1,3 1 0,0 0-1,-3 1-162,1-1 0,-3 0 0,-1 0 0,0 1 0,2-1 0,4 1 15,-1 0 0,4 0 0,-4 0 0,2 0 0,-4 0 0,-2 1 0,0-1 0,3 0 0,3 1 0,0-1 0,3 1 0,-3-1-15,0 1 0,-3 0 0,-3 0 0,1 0 0,0 0 0,3-1-139,-2 1 1,2 0 0,1 0 0,-1 0 130,-1-1 1,-1 1-1,0 0 1,2 0 22,-4 0 0,2 0 0,5-1-58,0 1 58,-4-1 1061,4-1-1061,10 2 932,-9-4-843,15 3 2324,-2-3-2413,7 3 1787,-1-1-1697,2 8 765,1 0-765,0 24 0,0-9-729,1-1 1,1 5 0,-1-3 683,-1-3 0,1 0 22,0 3 1,0 5 0,0-1-1,0-2-22,-1 1 0,0-1-15,-2 1 0,0 1 0,-1 1 60,1-4 0,1-1 0,-2 0-1312,0 5 0,-1-1 1252,1-2 0,-1 0 0,1 2 82,0-1 1,0 2-1,0 0 1,-1-2-359,1-2 1,-2-2 0,1 4 335,-1 2 0,0 5 0,-1 1 0,1-1 0,0-5-60,1-5 0,0-2 0,0 2 44,-1 1 1,0 4 0,0 2 0,-1 0 0,1-2 0,1-4-379,0-1 1,0-3-1,0 2 340,1 3 0,-2 3 0,1 1 0,0-1 0,1-5 9,1 4 0,0-1 22,0 1 1,1 5-1,0-1 1,0-3-68,1 0 0,-1-1 22,2-2 1,0 4-1,1-1 1,-1-5 22,-1-4 0,1 0-15,3 7 0,2 4 0,-2-4-30,-3-7 0,0 0 0,4 8 0,2 4 0,-1-5 0,-1 2 45,3 3 0,1-1-45,-2-5 45,1 4 0,0 0-45,-2-8 45,1 0 0,-1-1 468,-3-7-423,2 3 2107,-2-2-2107,1-1 1035,-2-1-1035,0-3 1757,-2-7-1847,0 1 1177,0 0-1177,0 0 90,6 7-90,-5-4 90,20 8-900,2-9 1,3-2 134,-4 2 1,3-1 18,-1-4 1,5-3-1,2 0 1,-1-1 0,-3 1-438,1 0 1,-3 0 0,4-1 909,-5 1 1,3-1 0,2-1 0,0-1 0,1 1 0,-2 0 0,-3 1 0,5-1 0,-2 1 0,-1 0 0,2 0 0,-3 0 0,0 0 0,0 0 0,0 0 0,0 0 0,1 0 0</inkml:trace>
  <inkml:trace contextRef="#ctx0" brushRef="#br0" timeOffset="39800">6934 5799 9871,'8'4'810,"-1"-3"-450,-4 4 89,-1-5-89,0 0-90,1 0 90,-1 0-90,1 2 90,-2-1-91,1 1 3007,-1-2-2234,-1-5-1042,1-4 0,-1-4 0,5-3-672,-4 1 672,14-3-1284,-5-1 1284,10-3 0,1-2-865,-10 11 1,1 1 864,2-1 0,1 0 0,0 0 0,1 1-338,8-6 1,3 1 367,-2 3 0,1 0 0,0 1-30,-5 2 0,0 0 0,2 0 0,1 3 0,3-1 0,1 1 0,-1 1 0,-4 1 0,4 0 0,-1 3 0,1 0 0,4 0 0,1 2 0,-3 2 30,-3 5 0,-1 3 0,-2 0-30,0-3 0,-2 0 0,1 2 0,4 6 0,1 3 0,-6-1 0,1 5 0,-7-7 0,1 3 0,-3-3 0,3 5 0,0 1 0,-1-1 90,-4-4 116,1 0 1,-1 0-27,-1-5 795,0-4-975,-12-26 0,0 1-45,-6-6 0,-2-1 45,4 0 0,-2 1 0,-2-6 0,1 4 751,4 9 1,1 0-752,-2-9 0,-1-3 0,1 3-1116,3 8 0,0 3 1116,0-2 0,0 1 0,0 1 90,3 32-90,0-6 0,-1 10 0,2 0 0,5-1 0,-4 3 0,2 0 0,10-3 45,-5 1 0,1-1-45,4-3 90,2 1 0,0 0 0,-1-5-45,2 1 0,1-1-45,-6-5 269,13 5-179,-17-8 180,3 0-270,-9-2 219,-13 3-399,1 0-675,-14 3 1,-3 2 359,11-5 1,0 1-91,-12 4 0,-3 0-508,4-1 1,-2 0 0,3-1-547,-2 1 1,0 0 1274,-1 0 0,-2 1 0,3-1 1,1-1-1,3-1 0,-2 0 1,1 1-1</inkml:trace>
  <inkml:trace contextRef="#ctx0" brushRef="#br0" timeOffset="40235">6858 5627 12030,'-4'-18'2699,"-2"2"-2430,-5 3 361,-4 5-450,6 7 719,-9 7-629,10 4 0,-9 10-90,8-2-90,-1 1 360,-2 10-270,6-11 44,1 3 1,0 0-45,3-4 90,1 2 0,-1-2-90,2-4 629,10 13-539,-8-16 270,12-1 0,1-1-271,-3-3-179,17 2 0,-7-6 0,-1-2-688,9-4 418,-4 2 0,3 1 0,-3-1-589,-6 0 0,0-1-324,10 1 1,4-1 0,-4 1-547,-9 3 1,-1-1 1244,5 0 1,2-2 0,-3 4 0,-8 2 0,-2 2 0,6 0-1,-1 0 1</inkml:trace>
  <inkml:trace contextRef="#ctx0" brushRef="#br0" timeOffset="42500">5505 8550 9512,'-10'0'989,"1"0"-539,1 0 89,1 0 1,-1 0-90,1 0-90,-1 0-1,1 0 1,0 0 0,0 0 0,1 0-90,-1 0 0,2 0 89,-1 0-89,2 0 0,-1 3 0,1-2-90,0 2 0,1-3-90,1 0 0,0 3 0,1-3 89,0 3 91,1-1 0,-1-1 270,1 4 179,15 3-449,-5-2 30,7-2 0,5 0 0,3-2-121,-1-2 1,2-1 0,0 0 0,0 0-839,4 2 0,1 1 1,2-2 732,-6-2 1,4-1 0,1-1 0,-1 1 0,-1 0 0,-4 0-639,2 2 1,-4 1-1,5-2 576,-4 0 1,4-1 0,2-1 0,2-1 0,-1 1 0,-2 0 0,-4 2-477,1 0 0,-4 0 1,1 1-1,4-1 474,-4 0 0,3 0 0,2-1 0,2 0 0,1 0 0,-1 0 0,-1 0 0,-2 1 0,-3 0-379,8-1 1,-5 1 0,1 0 0,5 0 377,-9 1 0,3-1 0,2 0 0,2 0 0,1 1 0,-1-1 0,0 0 0,-1 0 0,-2 1 0,-3 0-85,3-1 1,-3 1-1,-1 0 1,1 0-1,5 0 76,-7 0 0,3 1 0,1-1 0,3 0 0,0 0 0,1 0 0,0 1 0,1-1 0,-1 1 0,0-1 0,-2 1 0,-1 0-39,3 0 1,-2 0 0,0 1 0,0-1-1,-1 1 1,1 0 0,0 0 0,1 0 0,1 0 30,-3-1 1,2 1-1,0 0 1,1-1-1,1 1 1,-1 0-1,1-1 1,-1 1-1,-1 0 1,0 0-1,-1 0 1,-2 0 13,3 1 0,0-1 0,-2 1 0,0-1 0,-1 1 0,0 0 0,0 0 0,-1 0 6,4-1 1,-1 1 0,1 0 0,-1 0 0,-2 0 0,-2 0 0,-5-1-58,8 3 0,-2-1-45,4-1 0,3-1 0,-6 0-90,1 1 95,-5-2 1,-3 0-3154,-10 0 3478,-9 0-1879,-21-2 1,-13 0 209,12 1 0,-3 1 1429,-1-2 0,-4 0 0,0-1 0,2 2 0,4 0 0,1 1 0,-1 0 0,-8-1 0,0 0 0,0 0 0</inkml:trace>
  <inkml:trace contextRef="#ctx0" brushRef="#br0" timeOffset="42968">5232 8495 11670,'-24'-2'202,"0"0"1,0 1-1,-1-2 1,2 0 606,-7 0 1,3-1-4087,9 0 3463,-6 4 1952,16 0-1688,10 0 502,-4 4-53,30 0-629,-13 4-709,4-6 1,5 0-1,-2-1 574,-4 1 0,2 0 44,2-2 1,7-1 0,1 0 0,0-1 0,-4 1-90,-2 1 0,-3 0 0,5-1-26,-2-1 0,5-1 1,2 0-1,2 0 0,-1-1 1,-2 1-1,-4 1-204,-1 0 0,-3 1 0,0-1 0,4 0 162,0 0 1,5-2-1,1 1 1,3-1-1,-1 1 1,0-1 0,-3 1-1,-3 0-439,4 0 0,-4 0 1,1 1-1,4-1 435,-8 1 0,3 0 0,3-1 0,1 1 0,1-1 0,0 0 0,0 1 0,-2-1 0,-2 1 0,-3 0-253,5 0 0,-5 0 0,0 0 0,1 1 0,4-1 243,-6 0 0,3 1 0,2-1 0,2 1 0,1-1 1,-1 0-1,1 1 0,-1-1 0,-2 1 0,-2 0 1,-2 0-31,7 0 1,-5 0 0,-1 0 0,2 0 0,3 0 21,-6 0 0,3 1 0,2-1 0,2 1 0,0-1 0,1 1 0,0-1 0,-2 1 0,-1-1 0,-2 1 0,-3 0 10,5-1 1,-4 1 0,-1 0 0,2 0 0,3 0-4,-6 0 1,2 1-1,2 0 1,2-1-1,1 1 1,1 0-1,-1 0 1,0 0 0,-1 0-1,-3 0 1,-1 0-1,-3-1-7,5 1 0,-4-1 0,-1 0 0,0 1 0,5 0 0,-2 0 0,4 1 0,2 0 0,1 1 0,1-1 0,-2 0 0,-1 1 0,-3-2 0,-5 1 0,7-1 0,-6-1 0,3 1 0,1 0 0,3 2 0,1-1 0,-3 1 0,-5-2 45,0-1 0,-2 1-45,2-1 0,1 1 0,-4 0 925,-4-1-2903,5 0-1299,-19-5 651,-11 4 107,-4-3 2519,-8 3 0,-3 2 0,4-1 0,0 0 0,-10 0 0,1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5:31.2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5555 3863 10321,'-14'-9'810,"1"0"-451,2 1-3636,-3-2 2063,5 3 1631,-3-1-327,7 5 2020,0-1-1796,14 16 1,7 5-225,-3-4-566,5 5 0,5 3 1,-2-2 520,-6-7 0,1 0 9,1 0 0,4 2 0,2 1 0,0 0 0,-1-2-32,1 0 0,1-2 1,-1 0-1,1 0 0,2 3 1,-1 0 0,2 0-1,3-1-7,-3-3 0,3-1 0,1 0 0,1 0 0,-3-2 0,-3 0-43,1 0 0,-3-2 1,4 0 39,-3 0 1,4-1 0,3 1 0,0 0 0,0-1 0,-2 0 0,-5-1-13,5-1 0,-5-1 0,4 0 0,-4 0 0,4-1 0,1 0 0,2 0 0,-1-1 0,-3 1 0,-3 0 0,7 0 0,-5 0 0,5-1 0,-6-2 0,4 0 0,2-2 0,0 1 0,0-1 0,-2 0 0,-4 1 0,5 0 0,-4 0 0,4-2-13,-6 0 0,3-2 0,2-2 0,0 1 1,-1-1-1,-1 0 0,-5 2 13,5-2 0,-4 0 0,3-3-13,-3 1 0,2-3 0,3-2 0,1-1 1,-2 0-1,-2 2 0,-3 1-17,2-2 0,-4 1 0,2-3 30,-4 2 0,3-3 0,1-1 0,1-2 0,-2 1 0,-2 2 0,-3 2-30,0-2 0,-3 2 0,0-4 30,0 1 0,1-4 0,1-3 0,-1 1 0,-1 1 0,-3 3 0,1-1 0,-3 3 0,0-4-15,0 1 0,1-4 0,0-2 0,0 0 0,-2 1 0,0 5 15,-1-1 0,-2 3 0,1-3-15,-2 1 0,1-3 0,0-1 0,0-1 0,-1 2 0,0 4 15,-1 0 0,-1 2 0,-1-2 0,-2-5 0,-1-3 0,0-2 0,-2 1 0,1 5 0,-1 4 0,0 4 0,-3-3-18,-3-4 0,-3-3 0,-2-1 0,0 2 0,1 5-12,0 3 0,2 4 0,-6-1 17,1 2 0,-4-1 0,-3-1 1,-2 0-1,-1 1 0,0 1 0,1 2 0,-2 3 0,-1 1 0,-1 1 1,0 2-1,-1 0 0,1-1 0,0 0-163,2-2 1,0 1 0,1-1 0,-1 0-1,-1 1 1,0 1 0,-2 0 166,2 2 0,-2 1 0,-2 0 0,0 1 0,-1 0 0,1 1 0,0-1 0,2 1 0,2 1 0,3-1-7,-4 0 0,5 1 1,1 0-1,-2 1 0,-3 0 16,2 1 0,-2 0 0,-3 1 0,-2 1 0,0 0 0,0-1 0,0 1 0,2 0 0,2 0 0,3 0 0,-4 0 0,4-1 0,1 1 0,-1 1 0,-4 1 8,6-1 0,-3 1 0,-1 1 0,-2 1 1,-1 0-1,0 0 0,0 0 0,1 1 1,2-1-1,2-1 0,2 1-61,-5 1 1,4-1 0,2 0 0,-1 2 0,-4 1 52,3-1 0,-1 2 0,-3 0 0,-1 1 0,-1 1 0,1 0 0,1 0 0,1-1 0,2 0 0,4-1 33,-3 2 0,5-2 0,1 0 0,-1 2 0,-2 1-33,1 0 0,-2 2 0,-1 2 0,-1 0 0,0 1 0,0 0 0,2-1 0,2-1 0,3-1 0,-3 2 0,4-1 0,0 0 0,0 1 18,-3 2 0,-2 2 0,1 0 0,1 1 0,2 0-18,0 4 0,3 1 0,1-1 0,2-1 171,0-3 0,2-2 1,1 4-172,2-3 0,0 4 0,-1 2 0,2 0 0,2-1 0,1-5 30,3 2 0,2-4 0,2 2-30,1 3 0,2 4 0,0 0 0,2-1 0,0-5 0,6 4 0,5-2 0,-1-5 0,3 3 0,3 0 0,1-1 0,0-4-162,-2-5 0,0-3 0,0-1 0,1-1 0,0 2 161,1 1 1,-1 1-1,2 1 1,0-2-1,3-1-409,-2-4 0,3-1 1,1 0-1,1-1 1,0-1-1,0 0 0,-3-1 1,-3 0-411,3 1 1,-3-1 0,0-1 0,2 0 803,-2 1 1,3-1 0,2 1-1,-1-1 1,0 0 0,-2 0-1,-3-1 1,9-2 0,-5-1 0,0 0-1,2-1 1,0 1 0,0-1-1</inkml:trace>
  <inkml:trace contextRef="#ctx0" brushRef="#br0" timeOffset="8632">5965 3112 8432,'-9'4'630,"2"-3"-360,5 4-90,-1-5-1,1 0-89,0 0 90,-1 2 0,1-2 0,-1 3 0,0-3 0,0 1 0,1-1-90,-1 1 90,1-1-90,0 1 0,1 0-1,0-1 451,0 1 0,5 1-360,-3 0 89,14 3 1,7-1-180,-3 0-1091,5-1 1,7 0-1,-3 0 1046,-7-2 0,1 0 0,4 0 0,6 0 0,1-1 0,-4 1 0,2-1 0,1 0-27,-5-1 0,6 0 0,0 0 0,0 0 0,-4 0-18,-4 1 0,-2 0 0,3-1 0,0 0 0,3-1 0,3 1 0,-1-1 0,-1 0 0,-4 1 0,1 1 0,-3 0 0,3-1 15,-2 0 0,5 0 0,1 0 0,0-1 0,-2 1 0,-5 0-15,1 0 0,-4-1 0,3 1-18,3 0 0,5 0 0,1-1 0,-1 1 0,-4-1-1075,2 0 1,-4 1 0,1-1 525,3 1 1,0 0-1,-2 0 567,4 0 0,-11 0 0,-19 1 0,-2 0 0</inkml:trace>
  <inkml:trace contextRef="#ctx0" brushRef="#br0" timeOffset="9034">5790 3809 10501,'-8'6'90,"2"-1"809,5-3-89,7-1-630,5 0 0,4 0 45,6-1 0,1 0-136,7-6-1182,-1 4 1,5 1 0,-2-2 785,-5-3 0,1-1 343,-1 3 0,4 0 0,3 1 0,-2-1 0,-4 1-210,-1-2 0,-3 1 0,3-1 189,0 1 0,5 0 0,2 0 0,0 0 0,-2 0 0,-5 1-15,2-1 0,-3 1 0,3 0 15,-2 0 0,4 0 0,2-1 0,0 1 0,-2 0 0,-4 0-15,-1 1 0,-3-1 0,3 1 18,3 0 0,4-1 0,1 0 0,-2 1 0,-5-1-18,4 1 0,-1-1 22,-3 1 1,4-1-1,0 1 1,-5 0-23,-5 0 0,-1-1 0,8 0 0,-1 0 0,4-2 0,-14 1-270,7-4-90,-17 4-1609,0-14 1969,-12 2 0,-5-6 0,-9 2 0</inkml:trace>
  <inkml:trace contextRef="#ctx0" brushRef="#br0" timeOffset="13299">6074 2604 11490,'0'13'990,"0"-1"-810,0-7 719,0 2-629,0-3 1889,0-1-1979,4-8-180,-3-2 90,19-17-90,-10 6 0,5 2 0,5-3 0,1 1-1093,1-1 1,1 0 0,0 1 963,-2 0 1,0 0 0,1-1-692,3 0 1,1-1 0,1 1 0,-5 3-820,1-1 1,-2 2 1091,-3 1 1,1 0 0,-3 2 0,7-6 0,-16 11 0</inkml:trace>
  <inkml:trace contextRef="#ctx0" brushRef="#br0" timeOffset="14584">6609 2721 13289,'5'-13'270,"8"-12"-1909,2 7 1,2-1 401,-4 4 1,1-2 846,6-1 0,3-1 1,-3 3-106,-4 4 0,1 1-325,4-2 1,4-2 0,0 1 0,-3 1 554,2-1 0,-1 1 1,2 0-1,2-2 0,-2 2 1,-5 2-1,1 0 0</inkml:trace>
  <inkml:trace contextRef="#ctx0" brushRef="#br0" timeOffset="15317">7293 2758 11850,'6'-12'900,"-1"1"-810,0 0 0,4-7-90,0 3 0,5-3 0,3 0 0,5-3-1455,-3 4 1,3 0 509,5 2 1,1 0-695,-5 3 1,2 0 736,-2 1 1,2-1 0,-1 2 803,-4 1 0,0 1 0,-1 0 0,3-1 0,0 0 0,-1 0 0,2 0 0,-1 0 1,0 0-1</inkml:trace>
  <inkml:trace contextRef="#ctx0" brushRef="#br0" timeOffset="62967">735 5667 7353,'-4'-8'90,"1"2"-90,2 3 180,0-1 0,0-3-1,1-1-89,-1 2 360,1-3-360,0 5 360,0-4-270,0 5 359,0-4-359,0 4 360,0-5-360,0 4 360,3-8-361,-2 6 451,2-13 90,-3 1-540,0 0 359,0-5-359,0 15 270,0-8-360,-3 11 360,-1-5-450,-3 7 0,1 6 0,3-2 0,-1 14 0,1 4 0,1-4 0,-1 11 0,0 0 0,2-5 0,-1-1 0,3 1 0,10 6 0,-8-2-1639,11-11 1,0-3 1613,-6-5-908,7-1 0,0 0 1022,-3-4-106,5-5 0,3-3 62,-6-3 0,-1-1-45,3 0 0,0-2 0,-1-8 0,-2-2 0,-5 1 45,-1-6 0,-4 0 45,-9 1 0,1 6 0,-2-3 0,-1 4 2316,-8-4-2451,0 1 0,-1 7-1125,-10 26 361,4-2-284,10 7 1,1 6 0,2-2 216,3-3 0,1 1 876,-1 5 0,-1 3 0,3-3 0,1-3 0,3-1 0,-2 5 0,1 1 0</inkml:trace>
  <inkml:trace contextRef="#ctx0" brushRef="#br0" timeOffset="63484">882 6183 12570,'-9'-14'1079,"-2"-3"-899,2 12-180,1-2 90,1 23-90,5-6 0,0 9 0,0 1 0,1-1 0,-1 6 0,2 2 45,5-8 0,1-2 0,-2 3 0,2-1 0,5-2 0,2-4-45,1-6 90,11 1-90,-12-7 0,1-10 0,1-1 0,-3-2 0,2-14 0,-2-5 0,-8 6 0,-1 1 0,0-3 0,-2-2 30,-5 5 0,-3-1 0,-1 4-120,-7-5 0,0 4 0,0 3-180,3 12-585,-2 16 1,1 4-225,-1 6-14,4 4 1,-2 6 0,2-2 682,3-5 0,0-1 1,0 2-1,-1 3 1,2-2-1,1-3 0,0 0 1</inkml:trace>
  <inkml:trace contextRef="#ctx0" brushRef="#br0" timeOffset="63966">1004 6933 13020,'-5'-10'1169,"-5"2"-1079,0 12 0,-1-4-90,7 17-3277,-5 7 2392,5 0 930,-1 3 0,0 0 683,2-1-728,1 5 0,0-1 0,1-3 0,3 1 0,1-2 0,3-6 45,3-1 0,1-3-45,1-7 0,17-4 0,-16-6-45,5-15 0,1-5-45,1 3-595,-5-3 1,1-6 0,-2 3 684,-3 6 0,-1 1 0,2-11 0,1-3 0,-3 2 0,-4 9 0,-3-1-338,-1-7 1,-2-5 0,-2 5 426,-1 9 1,-2 1 599,-7-7 1,-4-1 0,-2 4-690,-3 10 0,0 3 0,-3-8 0,-2 5-420,6 17 0,-1 6 0,3-1-659,-3 5-14,8 1 1,0 5 0,4-3 632,3 4 0,5-5 0,4-1 0,6 0 0</inkml:trace>
  <inkml:trace contextRef="#ctx0" brushRef="#br0" timeOffset="65550">2235 5148 10591,'0'-12'989,"0"2"-449,0 4-90,0 0 0,0 1-1,-4 1-179,2 1-90,-2 0-90,4 2-90,-3 0 0,0 0 0,-3 7 0,1 3 0,1 4 0,0 0 90,2-1-443,-1 2 353,1 1 0,1 1 90,1 7-90,2-8 0,0 1 0,5 9 0,-1 3 90,15-8-90,-12-8 0,7-2 0,1-2 90,-3-4-90,7-6 0,0-6 0,-7-3 0,0-3 0,2 1 0,-1-2 45,-3-11 0,-4 0-45,-4 1 90,-10-5 0,-3 0-90,-2 7-45,-5 0 0,-3 2 308,5 12-1073,-17 7 181,18 10-1010,-2 11 1,1 4-302,1 5 1545,5-7 1,0 4-1,1-2 1,2-3 0,1 1-1,-1 6 1,0 1 0</inkml:trace>
  <inkml:trace contextRef="#ctx0" brushRef="#br0" timeOffset="66050">2461 5845 12570,'-10'-19'1169,"2"6"180,-7-10-989,8 14 0,-5-6-360,8 12 0,-4-1 0,6 9 0,-3-3 0,1 14 0,0-7 0,-1 7 0,1 3 0,1-1-1639,-1 10 1,3 0 1523,6-5 115,-3 4 0,3-2 0,11-11 0,-5-1 0,2-2-90,5-5 45,0-6 0,-1-1-45,0-6 90,3-10 0,-2-6 0,-9-4 0,-2-2-102,5 3 1,-4-1 101,-8 2 0,-4-1 0,-1 4 0,-3-2-45,-7 0 0,-1 3 3321,3 8-3314,-3 3 1,1 4-143,2 13-630,-2 6 1,1 3-270,3 13 751,6-8 0,0 5 0,0 0 1,1-3-1,1 2 0,2-1 1,-1 6-1,0 1 0,0-1 1</inkml:trace>
  <inkml:trace contextRef="#ctx0" brushRef="#br0" timeOffset="66483">2625 6445 13919,'-15'-6'1259,"1"1"-1079,3 12-90,3 4-90,1 4 0,0 1 0,1 7 0,2 1 0,0 0 0,3-2 45,2 0 0,3 0-45,5-5 0,1-2 0,2-2 90,4-4-90,4-7 0,0-1 0,-1-1-1639,4-15 1,0-4-745,-5 2 2413,-6-2 0,1-4 0,-2 2 538,-3 6 1,-2 0-599,1-8 0,-1-2 0,0 2 30,-3 7 0,-3 0-90,-2-5 0,-2-4 0,-1 3-90,-4-5-270,-2 10 1,-3-1-1,1 2-449,-6 0-740,-8 1 1,-1 3 982,5 7 1,3 1-1,1 1 1,3 3 0</inkml:trace>
  <inkml:trace contextRef="#ctx0" brushRef="#br0" timeOffset="67485">949 5489 10411,'-6'5'180,"-4"-1"180,9 0-90,-8-2 89,8 1-89,-6-1-90,6 0-180,-3 0 90,2 0 360,2 1-270,-3-1 449,11 3-359,3-3 135,7 0 0,1 0-135,11-2-1281,-3-1 0,4-1 0,-2-1 1056,-5-2 0,3-1-15,-5 1 0,5-1 0,2 0 0,1 0 0,1-1 0,-2 0-408,-1-1 0,0-1 0,0 0 0,0 0 0,0 0 0,0 1 393,0 0 0,-1 1 0,0 0 0,1-1 0,0 1 0,1-1-137,-3 0 0,1 0 0,0 0 0,1 0 0,0-1 0,0 1 0,-2 1 0,-1-1 122,4 0 0,-1 0 0,-1 0 0,-1 0 0,1 1 0,-2 0 0,-1-1 0,1 1 0,-1 0 0,0 0-23,6-1 1,1-1 0,-3 1-1,-7 2-247,1 0-1709,3-1 720,-28 6 1259,-13 9 0,-4 5 0,6-7 0,-1 1 0,-12 8 0,0 0 0</inkml:trace>
  <inkml:trace contextRef="#ctx0" brushRef="#br0" timeOffset="67986">1068 6228 11850,'-16'-5'1799,"5"1"-989,-2-1-630,9 4 539,-2-3-539,5 2 450,0-4-360,6-5-180,-4-1 44,17-8 1,4-3-878,-12 11 1,0-1 772,10-7 0,5-4 0,-3 2-30,-4 4 0,1-1 0,-3 3 0,3-3 0,2-2 0,1 0 0,-1 1 0,-3 3-536,3-3 0,-3 2 0,4-2 536,-4 4 0,2-2 0,2-1 0,1-1 0,1-1 0,-2 2 0,-1 1 0,-3 3-523,6-5 0,-2 3 0,2-3 535,-3 5 1,2-3 0,3-1 0,0 0 0,-1 0 0,-1 2 0,-3 2-13,4-3 0,-3 3 0,3-3 0,-3 2 0,4-2 0,0 0 0,1-1 0,-2 1 0,-4 4 0,-1-1 0,-4 3 0,3-1 0,5-5 0,3-2 0,-1 1 0,-5 3 0,-4 4 0,-2 0-150,3-1 0,1-1 0,-4 3-300,-1 2-2827,4-3 2986,-27 21 1,-7 5 0,1 2 0,-5 2 0,-1 1 0</inkml:trace>
  <inkml:trace contextRef="#ctx0" brushRef="#br0" timeOffset="68585">1289 7008 11580,'-20'0'1709,"7"0"-1169,-1 0 899,10 0-989,6-5 0,12-12-270,0 3-313,-4 1 0,1 0 268,0 0 0,-1-2-544,3-3 0,1-3 431,-2 2 1,1-2 0,0-1-1,-1 2-487,1-1 1,-2 1 0,2-2 464,0-3 0,3-4 0,-1-1 0,0 1 0,-2 4-501,-1 1 0,-1 3 0,1-4 501,-1 5 0,1-5 0,1-1 0,1 0 0,-1-1 0,-1 3 0,-1 2-368,3-5 0,-2 3 0,2-4 368,-3 5 0,3-3 0,0-2 0,0 0 0,0 0 0,-1 2 0,-2 3 30,3-4 0,-2 3 0,2-4-30,-2 4 0,2-3 0,1-3 0,0 0 0,0 0 0,-1 3 0,-2 4 0,1-3 0,-2 4 0,2-3 0,0 1 0,1-4 0,2-2 0,-1 1 0,-1 2 0,-2 4 45,2-4 0,0 1-23,0 0 1,1-3-1,0 0 1,-2 4-23,-2 4 0,-1 1 0,4-5 0,0-3 0,-1 5 0,1-3 34,-2 4 1,0 1-35,-5 9-3277,2-8 3190,-28 41 1,7-13-1,-3 9 1,-1 0 0</inkml:trace>
  <inkml:trace contextRef="#ctx0" brushRef="#br0" timeOffset="69118">912 5558 11760,'-7'-6'270,"0"1"270,5 4-91,15 8 1,7 5-360,-1-3-1170,4 3 0,8 3 0,-4-3 1125,-8-3 0,2-1 27,1 0 0,5 2 0,2 1 0,0 0 0,0-1-347,-2 0 1,0-1 0,0-1-1,0 1 1,0 0 292,0 0 0,-1 0 0,0 1 0,2-1 0,0 0-6,-3-1 1,2 1 0,1 0 0,0-1 0,-2 1 0,-1-2 0,-3 0-299,3 1 1,-3-1-1,3 1 301,-1-1 0,3 2 0,2 1 0,0 0 0,-1-1 0,-5-1-15,0 0 0,-2-1 0,2 1 0,-1 0 0,3 2 0,3 0 0,-2 1 0,-1-1 0,-4-2 0,5 2 0,-2 0 0,-1 0 0,2 1 0,-1-1 0,-4-1 90,5 4-90,-10-5 0,-1 0-1372,10 7 1372,-10-7 431,5 5-2859,-14-9 1132,-6-1 1296,-27-8 0,5 3 0,3-1 0,0 0 0</inkml:trace>
  <inkml:trace contextRef="#ctx0" brushRef="#br0" timeOffset="69534">947 6150 11400,'-11'0'540,"1"0"630,6 0-991,24 0 1,-5 0-30,5-2 0,5 0 0,-2 0-580,-5 1 1,1 0 474,5-1 0,5-1 0,0 0 0,-3 0-570,2 0 1,1 0 542,-4 2 0,5-1 0,2 0 0,-1 0 0,-5-1-462,-2 0 0,-3 0 0,3 0 444,1 0 0,3 2 0,2-1 0,1 0 0,-3 1 0,-3-1 0,2 0 0,-3-1 0,3 1 15,-1 1 0,4-1 0,2 0 0,0 0 0,-2 1 0,-4 0-15,0 0 0,-3 0 0,3 0 0,2 0 0,4-1 0,2 1 0,-3-1 0,-4 1 0,2 0 0,0 0 22,-3-1 1,5 1-1,-1-1 1,-4-1-1123,0 0 1,-2-1 1054,5 1 0,-3-1-868,-3-5 104,-21 7-2468,-12-4 1875,1 4 1402,-12 0 0,4 2 0,-2 0 0</inkml:trace>
  <inkml:trace contextRef="#ctx0" brushRef="#br0" timeOffset="70016">1300 7032 11041,'-20'0'1529,"7"0"-810,-1 0-359,11 0 0,-1-4 90,9-6-270,3 0 89,2-3 1,2 1-180,4-3-761,4-6 0,1-1 671,-10 9 0,1 1 45,6-7 0,3-3-15,-3 2 0,1-2 0,-2 2-30,2-1 0,0-2 0,-1 2 0,4-3 0,1-1 0,-1 0 0,-3 4-574,-1 1 1,-2 3 0,3-3 573,1 1 0,2-3 0,3-1 0,0 0 0,-2 2 0,-3 3 0,2-1 0,-2 3 0,2-2 0,-1 2 0,3-2 0,2-1 0,0 0 0,-1 2 0,-4 2 0,-1 1 0,-2 2 0,3-2 0,2-1 0,5-3 0,0 0 0,0 0 0,-4 3 30,-2 0 0,-2 2 0,0-1-30,5-2 0,1-1 0,-3 2-315,1-2 1,-6 3-136,-9 5-2289,-4-5 1390,-7 11-1928,-29 0 3032,16 8 1,-4-4 0,0 0 0,-4 5 0</inkml:trace>
  <inkml:trace contextRef="#ctx0" brushRef="#br0" timeOffset="70487">1010 6205 11940,'-6'-9'540,"2"3"-90,9 4-1,12 7-179,1-4 0,11 10 90,-3-4 0,1 0-977,-9-1 1,1 2 683,4-1 1,4 2-1,0 0 1,-3 0-476,0-1 0,1 2 462,-3-2 0,3 2 0,2 1 0,-2-1 0,-3-1-989,7 2 1,0 1 988,-4-2 0,5 1 0,1 1 0,-1-1 0,-4-2-54,-2-1 0,-4-1 0,4 1 25,-2-1 1,4 2 0,3 0 0,0 0-1,-1 0 1,-1 0 0,-5-2-26,4 2 0,-3-2 0,3 1 0,-1 1 0,5 0 0,1 2 0,0-1 0,-3 0 0,-4-2 45,5 2 0,-2 1-45,0-1 0,4 2 0,0 0 0,-5-2 0,-4-2 0,-1 0 0,7 3 0,2 2 0,-4-3 0,-10-4 0,-2 0-7,15 7 0,-2-1-83,-7-3-180,3 2-3007,-15-8 2857,-22-15 0,4 3 1,-13-11-1</inkml:trace>
  <inkml:trace contextRef="#ctx0" brushRef="#br0" timeOffset="72132">968 5355 10231,'-10'-8'540,"2"1"-180,3 2-1,1 1-89,1 0-90,0 1-90,1 0-270,0 1 450,8 16-45,7 5 0,5 4 74,-1-2 1,2 2 0,1 0-743,-3-2 1,0-2 0,2 2 464,2-1 1,3 2-1,-1-2 1,-3-2 22,-1-2 0,1 0 90,2 1 0,3 2 0,0 1 0,-3-3-46,0 0 1,-1 0 0,0-1 0,3 3 0,2 2 0,-1 0 0,-1-1 22,-1-1 1,-2 0-1,1-1 1,0 1-668,-2-2 1,0 1-1,1-1 1,-1 0 0,-1 0 598,2 1 1,-2-1 0,0-1 0,0 1 67,0 0 1,1 0 0,-2-1-1,-1-1-443,6 6 0,0 0 385,-5-4 0,2 2 0,1 1 0,-2-1 0,-2-2-54,1 2 0,0 0 45,0 1 0,2 3 0,-1-1 0,-2-2-45,-3-3 0,1 1 22,-1 0 1,2 2-1,0 1 1,-3-4-23,-1-1 0,0 0 30,4 6 0,3 2 0,-3-3-30,-6-7 0,0-1 0,5 6 0,3 2 0,-3-3 0,3 2-45,2 0 0,0-2-225,-8-9-1843,10 4 943,-16-11-2107,2-12 2891,-7 0 0,-7-11 0,-2 4 0</inkml:trace>
  <inkml:trace contextRef="#ctx0" brushRef="#br0" timeOffset="72732">1249 7048 11580,'-10'0'1889,"1"0"-1799,6 0 2519,0 0-2429,25 0 0,-8 0 29,8-6 1,7-3 0,-3 0-936,-7 2 0,1 0 779,0-1 1,4-3 0,2-1 0,-1 1 0,-4 2-545,6-3 1,1 1 525,-4 1 1,4-1 0,2-2 0,-1 2 0,-4 1-464,-3 1 1,-2 2-1,3-2 458,-1 1 0,3-2 0,2-1 0,0 1 0,-1 0 0,-4 1 30,1 1 0,-4 0 0,4 0 60,-1-1 0,4-1 0,1-1 0,1 0 0,-2 0 0,-3 1 30,5-2 0,-3 1 0,0 0-128,-1 1 0,0-1 1,-1 1-1,-1 0 38,0 0 0,-2-1 0,-4 3-60,2-1-259,8-5-11,-21 11-3007,1-2 0,-23 11 2457,7 2 1,-15 4 0,12 0 0</inkml:trace>
  <inkml:trace contextRef="#ctx0" brushRef="#br0" timeOffset="75051">858 5402 10501,'-9'-8'1349,"-2"1"-1079,10 5 0,-6 1-180,4-1 90,-4 1 359,-3 1-269,3 0 180,-12 5-360,10-4 90,-14 13-90,13-8 0,-2 5 0,1 1 0,2-1-45,-1 3 0,1 1-45,2-1 90,1 6 0,1 2-46,3-3 1,2 0 0,2 8 0,2 1 0,5-2 0,1-1-45,-2-9 0,1 0 45,5 0 0,0-2-45,-3-5 180,15 9-90,-15-12 180,19 3 270,-8-13-450,-7-1 0,0-3-45,-3-8 0,-2-1-45,2-10-45,-8 2 0,-2 0 45,-2 2 0,-5-4 0,-2-1 90,4 4-45,-10-4 0,-1 0-45,7 6 134,-6-2 1,0 2-135,4 6 180,-2 0 0,1 1-90,-1 5-90,-1-2 0,2 9 0,5 9-90,-8 8 180,5 1-90,-3 2 0,1 2 0,-1 1 0,0 8 0,0 0 0,3-4-1639,1 4 1,2-1 1613,3-9-352,0 2 1,2-1 376,5-4-234,-3 1 1,2-1 233,7-3 45,-1 2 0,2 0 0,2-5 0,2-2-45,10 10 45,-8-11 0,-1-2 2743,-1-2-2788,4-4 0,0-1 90,0 1-90,2-6 0,1-1 0,-8 2 45,1-5 0,0-1-45,-5 2 0,-1-3 0,-1-1 0,-4 0 0,-1-4 0,-2-2 0,-1 1-45,-7-5 0,-1 0 848,-2 1-758,-6-3 0,-2 1-2588,2 5 2588,3 4 0,-2 1 45,0 4 0,0 2-90,-5-3 45,-2 3 0,-1 1-45,4 5-45,-2 4 0,1 1 45,3 0 0,-1 10 0,1 1-90,3 0-45,0 9 0,1 3-225,3-2-733,4-1 1,1 3 0,2-2-2185,7 6 3045,0 1 1,3-1 0,10-8 0,-7-8 0,0 0 0</inkml:trace>
  <inkml:trace contextRef="#ctx0" brushRef="#br0" timeOffset="75984">976 5610 9961,'0'-16'0</inkml:trace>
  <inkml:trace contextRef="#ctx0" brushRef="#br0" timeOffset="78504">808 5324 14998,'-9'8'180,"-2"-2"-90,4 4-90,-2-3-3277,-9 18 2393,10-12 929,-2 2 0,2 0-339,2-2 294,-2 4-259,2 9 349,2-9-82,1 6 0,1 1 37,4-7 0,1 0-45,-3 2 0,0 0 0,5 2 0,1-2 90,1-3 2521,1 8-2611,6-8 0,-9-4 1687,8 3-1687,0 1 0,-3-5 180,9 9-90,-10-13 180,11 6-180,-11-9 799,10 1-799,-11-4 410,15 0-410,-5-11-90,2 3 0,-3-9 90,-1-7-90,-6 7-45,0-5 0,-1-1 45,-2 1 0,-2-5 0,0-1 0,-3 2 0,0-4 0,-2 0 0,-5 4 0,2-3 0,-1 1-2379,-8 5 2379,7 6 0,0-1 0,-4 4 0,-1 0 0,-2 0 0,-1 1 0,-3-1 0,-1 1-90,-9-3 90,-4 11-90,7 16 90,3-2 0,4 4 0,3 3 0,-2 10 0,0-3 0,4 3 0,9-17 0,-2 10 0,4-12 2379,-1 8-2379,0-9 0,1 2 0,0-4 630,0-1-540,4-7-180,-3 2 180,2-4-90,-3 2 0,0 2-90,0 0 90,4 0 0,-2-4 0,4 4 0,-4-6 0,2 7 0,-2-4 0,0 4 0,0-3 0,-1 2 0,3-3 0,-3 3 0,2-4 0,-2 4 0,1-2 0,-1 2 0,1-1 0,-2 1 0,2 0 0,-2-1 0,1 1 0,0 0 0,0 0 0,-1 0 0,1-1 0,-1 1 90,1-1-90,-1 1 0,0-1 0,0 1 0,0-1 0,0 0 0,0 0 0,0 0 0,0 0 0,0 1-30,0 0 0,0 0 0</inkml:trace>
  <inkml:trace contextRef="#ctx0" brushRef="#br0" timeOffset="80133">518 5056 11311,'-8'-10'989,"-1"3"-899,4 9 0,2 12-90,2 0 0,1 16 0,4-17 90,3 14-90,-1-16 0,11 11 90,-12-16 0,14 7 0,-14-11 0,7 1 0,-7-3 0,5-11-90,-5 9 0,4-23 0,-5 18 0,3-17-90,-4 14 90,1-2-90,-1 6 90,-2 4 90,5 0-90,-2 2 0,9 6 0,-5-5 0,12 13 0,-10-12 90,13 9-90,-13-11 179,12 4 91,-13-11-180,3 0 0,-8-12-90,-4 6 0,-10-15 0,8 14-135,-7-3 0,-3 0-1934,1 0-1208,-7-3 0,8 18 2830,5 4 1,3 10 0,1-5 0</inkml:trace>
  <inkml:trace contextRef="#ctx0" brushRef="#br0" timeOffset="80483">813 5004 11400,'-12'-1'0,"4"-1"-89,-1 2 89,8 10 0,1 2 89,9 8 1,5-7 0,-2-6 90,2-5 0,-9-7 180,5-1-270,-7-4 0,1 4 0,-3-8-270,-6 7-810,-1-3-269,-4 5-1799,5 18 2248,1-5 810,4 11 0,0-9 0,0 1 0</inkml:trace>
  <inkml:trace contextRef="#ctx0" brushRef="#br0" timeOffset="82134">1028 5543 17967,'10'3'360,"2"0"-360,-5-3 179,11 0-89,-7 0-90,16-4 0,-14 3 45,3-3 0,0 0-45,-2 3 0,8-4 90,-1 2-90,-7-1-1639,2 1 1,0 0 1613,-1 1-190,1-2 0,1 1 215,-2 0 0,2-1 0,0 0 0,-2 0-162,2 1 0,0-1 162,-3 1 0,2 0 0,1 0 0,-2 0-54,3 0 1,0 0 53,-1 0 0,9-1 0,1 1 0,-10 0 45,4 1 0,-1-1-45,-3 1 1393,3 0 1,3-1-1349,2 0 0,0 0-45,-6 0 0,1 1 0,10-3 0,2 1 0,-10-1 0,0 1 0,-4 0 0,1 0 0,10-3 0,-3 0 822,-5 1-822,2-1 0,0 0 0,-3 1 0,0-2 0,1 1 0,-4 1 45,2-1 0,0 0-45,-3 2 0,1-2 0,0 1 0,-3 1 658,7-2-658,-3 0 0,-7 3 0,13-5 0,-15 6 0,13-4 0,-14 4 0,12-2 90,-12 3-90,9-2 0,-10 2 346,6-1-256,-8 2 90,4-1-90,-6 1 179,0-1-179,-2 2-3367,-1-1 0,-3 0 0,-2 0 2654,-7 1 0,2 0 0,-2 0 0</inkml:trace>
  <inkml:trace contextRef="#ctx0" brushRef="#br0" timeOffset="84719">980 5560 13379,'12'-1'270,"-2"-1"-90,-4 6 0,1-1-90,1-2 90,2 6 0,0-5-90,3 4 0,1-1 44,2 0 1,0 0-135,6 2 60,-3-1 0,3 0 0,0 1 30,5 0 0,1 1-1131,-2 0 1,3 1-1,-2-1 1041,1 0 0,-1 0 60,-4-1 0,0 1 0,-4-1-85,6 1 115,3 3 0,0-1-90,-4 0 90,4 1 0,0 0-90,-3-2 45,3 1 0,0-1-45,-1-1 45,2-1 0,1 1-45,-4-3 30,-5 0 0,3 1 0,-3-1 60,6 1-90,-7-2 0,4 1 0,-4-2 0,4 1 44,3-1 1,1-1-45,-4-1 0,-4 0 0,3-1 0,-1 0 0,4-2 0,-1 0 0,1 1 0,-1 1 0,3-2 0,-3 0 90,2 2 0,4 0 0,-3 0 0,-14 4 0,7 0 0,-13 1 3186,14 5-2857,-7-3-149,8 4-270,-10-3 180,0-3-180,-10-3 352,4 1-352,-6-3 90,2 1-1350,-1-1-1168,-2-5 2428,-14-14 0,4 4 0,-1 3 0,-1 0 0</inkml:trace>
  <inkml:trace contextRef="#ctx0" brushRef="#br0" timeOffset="85882">991 5507 14009,'14'0'270,"-3"-3"0,5 11-180,-6-4 179,18 8-179,-13-3-45,4 1 0,-1-1 45,-1 1-45,2 1 0,-1 1 45,-2-1 45,2 2 0,0 0-45,-3-2 45,3 3 0,1 0-45,-4-1 90,3 2 0,1 1 0,-3-2-1819,5 5 1,1 1-116,-4-3 1260,5 4 0,0 1 494,-6-5 97,4 4 0,-1-1-7,-2-1 45,3 3 0,-1 0-45,-2-4-321,3 4 0,0 0 231,-2-3 30,-2-4 0,4 3 0,-4-3-30,7 5 30,-4-6 0,2 3 0,-3-3 1345,4 2-1346,-6-4 1,3 1 0,-4-2-30,7 4 45,2 3 0,0 0-45,-4-4 45,2 4 0,-1 0-45,-3-3 45,2 3 0,-1 1 1241,-3-3-1241,3 5 0,3 2 0,-6-5 0,1 0 338,-1 0 1,0 0-384,2 2 0,-1-1 90,1 2-90,-4-4 0,0-1 90,4 5-90,2-3 0,-1-2 0,-3-3 45,1-1 0,1-1-45,-5-3 1402,1-1 0,0-1-1402,0 0 0,7 2 0,-7-2 0,-4-3 180,12 3-180,-12-3 225,9 2-135,-14-4 90,6 2-90,-7-2 763,2 2-763,-4-2 530,1 1-530,-2-2 65,0 0-2763,-1 0-669,0-4 0,-1-1 2554,-8-7 0,6 2 1,-5-1-1</inkml:trace>
  <inkml:trace contextRef="#ctx0" brushRef="#br0" timeOffset="93935">8332 5651 13919,'14'-3'540,"-3"-4"-91,10-3-359,-7-2-45,6 0 0,1 0-45,1-1-1093,-5 2 1,3-2 0,-2 2 185,8-6 997,-7 4 0,3-2 0,-2 1 831,-5 2 0,-1 1-1011,6-4 0,-6 2-740,-15 1-2138,-18 20 1438,-4-5 1530,7 9 0,3 2 0,4-8 0,-4 12 0</inkml:trace>
  <inkml:trace contextRef="#ctx0" brushRef="#br0" timeOffset="98384">8852 5656 12480,'0'8'180,"0"-7"-180,4 19 0,0-4 0,1-6 90,3 14-90,-5-14 0,7 11 0,-5-13 0,6 8 90,-6-10 0,8 3-180,-6-7 180,14 1-90,-12-8 0,13-2 0,-13 0 0,2-5 0,-3 3 0,-3-3 0,1 0-90,-4-5 180,-1 6-90,-8-14 0,-1 14-90,-10-10 90,6 14-90,-8-4 0,11 9-1080,-11 0 541,11 9-361,-6-5-1528,4 11 1618,3-6 900,-2 0 0,5 5 0,1-5 0</inkml:trace>
  <inkml:trace contextRef="#ctx0" brushRef="#br0" timeOffset="98933">9055 5613 10411,'5'-14'1439,"0"4"-1079,0 1-360,-3 5 90,5 0 0,-4 3-90,5 13 0,-5-9-450,1 12 0,-1 1-359,-2-5-830,0 9 1,0 1 1467,0-3 1,0 10 0,0-14 0</inkml:trace>
  <inkml:trace contextRef="#ctx0" brushRef="#br0" timeOffset="100450">10011 5575 10861,'0'-11'1439,"2"-4"-1439,4 6 0,-2 1 90,7 3 0,-7 4 540,4 5-541,-6 3 1,1 5 90,-10 1-90,-1 0 0,-5-4 0,0 0-90,-1 2 90,-11 7 0,16-9-90,1-1 90,5-1-90,18-6-90,-7 0-360,10-3 1,0-1-361,0 1-829,6-2 1,1-2-1639,-1 1 3175,-4 2 1,-1-1 0,2-5 0,-1 4 0</inkml:trace>
  <inkml:trace contextRef="#ctx0" brushRef="#br0" timeOffset="101068">10562 5457 12570,'-5'-9'629,"1"9"-629,-6 12 0,3 2 90,-5 10-90,6-13 0,-7 13 0,9-14-90,0 10 180,3-11-180,5 7 1,-2-10-271,8 6 270,-5-8-540,10 1 540,-6-4-180,7-7 180,-1-13 90,-4 4 45,-3-1 0,-1 1-45,-3 4-90,4-10 90,-5 15 0,2-3 0,-4 8 0,3 6 90,5 1-90,-2 3-90,9 0 180,-9-5-90,11 0 0,-7-3 0,17 1 90,-14-8 90,3 3 0,0-1 0,-4-10-45,0 3 0,-2-2-45,-7-3 0,-3-1-90,1-12 0,-6 4 0,-3 0-360,-5 0 225,6 9 0,1 0-3142,-2 1 887,6 20 2390,-2 3 0,8 6 0,1 0 0</inkml:trace>
  <inkml:trace contextRef="#ctx0" brushRef="#br0" timeOffset="101451">10930 5506 10231,'-5'12'90,"-2"0"0,6 5-90,-2-7 180,7 6-180,2-12 180,7 3-90,-3-6 180,11 0-90,-11-1 359,12-11-269,-13 8 360,5-23-450,-10 19 0,0-13 89,-4 2-179,-9-5-90,2 3 0,-8-1-180,5 18-449,0-2-1,5 12-2068,-5 0 1348,8 7 1350,-3-1 0,4-5 0,1-2 0</inkml:trace>
  <inkml:trace contextRef="#ctx0" brushRef="#br0" timeOffset="101866">11126 5461 11490,'2'-14'1709,"-1"3"-1529,2 1-180,1 6 90,0-1-90,4 3 90,-5 1 90,3 6-90,-4-4 0,1 9-90,-2-4 90,-1 4-90,-7 1 0,6-3-90,-16 11 90,10-11 0,-6 10 0,8-12 0,3 3 0,2-7 0,6 3 0,2-4 0,11 1 0,-7-2 0,12 3 0,-15-1 0,10 5 90,-13-3 90,2 7-90,-7-5 90,-5 10-180,-6-8-270,-4 3 0,-1 1-360,-9-1-463,5-3 1,-2 2 0,1-1 623,4-3 1,0 0 0,-11 4 0,0-1 0,11-5 0,0 1 0</inkml:trace>
  <inkml:trace contextRef="#ctx0" brushRef="#br0" timeOffset="103117">10259 5440 9602,'1'-6'-765,"3"0"0,4 6 1,-2 0-1</inkml:trace>
  <inkml:trace contextRef="#ctx0" brushRef="#br0" timeOffset="103735">11286 5360 11760,'0'-15'90,"6"6"0,2 2 0</inkml:trace>
  <inkml:trace contextRef="#ctx0" brushRef="#br0" timeOffset="109184">10574 6218 13289,'-9'-7'540,"3"6"-720,3 7-539,3 10 179,0-5-2737,0 10 1877,0-11 1400,0 8 0,0-9 0,0 1 0</inkml:trace>
  <inkml:trace contextRef="#ctx0" brushRef="#br0" timeOffset="109534">10721 6240 13110,'-9'-9'1079,"4"3"-1079,2 2 90,3 2-90,13-1 90,-6 1-90,20 0 0,-15 1 0,11 1 0,-15 0 0,5 5 90,-9-4-90,0 4 180,-2 2 89,-2 3-179,1 1 180,-5 4-180,3-9 90,-11 9-180,11-8 0,-16 9 0,11-9-809,-16 10-1,11-9-829,-4 0 1,-1 0-1639,-2-2 2955,4-1 0,-2-1 0,-6-1 0,-1 0 0</inkml:trace>
  <inkml:trace contextRef="#ctx0" brushRef="#br0" timeOffset="110034">8067 6225 15178,'4'-7'-3277,"0"1"0,4 6 3026,-2 0 1,-1 5 0,-1 2 0</inkml:trace>
  <inkml:trace contextRef="#ctx0" brushRef="#br0" timeOffset="111517">857 6283 7982,'-2'-11'900,"1"1"-360,-2 2-91,0 0 91,1 0-90,0 0 89,-1 2 271,0-2-630,0 4 0,-2-1-180,2 4 90,-5 9-90,5-6 90,-7 26-90,7-15 0,-1 12 0,2 5 90,3-7 0,2 0-90,-1 1 0,2-1 45,5 4 0,2-4-45,5-7 0,1-2 0,3-3 45,3-10 0,1-3-45,-5 0 0,1-2-943,2-4 1,1-4 0,-4 0 942,-6 0 0,-2-2 0,6-5 0,1-4 0,-4 0-800,-6-2 1,-3-1 799,4-3 0,-6 0 60,-9 3 0,-4-1 0,-2 5-60,2 7 0,-2 2 0,-3-6 0,-3-2 0,2 5 0,-1 3-254,0 4 1,1 2 163,4 5-923,-7 19 563,14-6-407,-1 10 0,4 3 857,7-8 0,1-2 0,-5 4 0,0 0 0,11 6 0</inkml:trace>
  <inkml:trace contextRef="#ctx0" brushRef="#br0" timeOffset="112094">1195 6147 8792,'-9'3'1439,"2"-1"-180,1 0-179,0 0-810,0 0 1709,2-1-1800,8-6-89,1 4 180,14-21-270,-4 11-630,-2-3 1,3-4 0,-1 2 674,-2 2 0,0 0-15,1 0 0,2-3 0,0 0 0,5-5 0,1 0 0,-1 0-30,0 1 0,2-2 0,-3 4 0,3-2 0,2-2 0,-1 2 0,-3 2 0,-2 4 0,-3 2 0,5-3 0,-2 3 0,2-3 0,3-1 0,1-1 0,0 0 0,0 1 0,-2 1 44,0 0 1,-1 0 0,0 1 0,1-1 0,-1 0 0,2 0-12,-2 0 1,0-1 0,2 0 0,-1-1 0,1 1 0,-1-1-1,0 1 1,0 1-4,3-4 0,0 0 0,0 1 0,-1 1 0,-2-1 0,-1 2-30,1-2 0,-2 1 0,-2 1 0,0 1 0,3 0 0,-1 2 0,-6 3 0,-3 3-3277,2-1 0,-24 19 2554,2-4 1,-12 14-1,7-8 1</inkml:trace>
  <inkml:trace contextRef="#ctx0" brushRef="#br0" timeOffset="112853">1115 6345 9691,'-20'-5'2969,"6"2"-2070,0 0-629,9 2 180,-3-1-270,6 1 359,-1 1-449,3-1 540,4-1-450,5 0 360,19-8-450,-5 3-952,-2 1 0,2-2 1,-1 1 906,-4 1 0,0 0 22,4-1 1,3-1-1,0-1 1,-3 2-68,0 0 0,0 0 22,2-2 1,4 0-1,0-1 1,-4 1-23,0 1 0,-2-1 29,2 1 1,1-2 0,-1 1-30,-3 1 0,0 1 0,-2 0-1238,5-2 0,0 0 1238,-3 1 0,0 0 0,1 0 30,6-2 0,1-1 0,-2 1-283,-1 0 1,0 0 274,-1 0 1,4-2-1,-1 1 1,-4 1 22,-4 1 0,-1 1-15,4-3 0,3-1 0,-5 2 60,1-1-45,-4 2 0,-2 0-45,-8 5-3277,1-3 0,-25 13 3040,-3 7 1,5-6 0,-1 0-1,-10 10 1</inkml:trace>
  <inkml:trace contextRef="#ctx0" brushRef="#br0" timeOffset="113633">1115 6314 11131,'0'-7'989,"0"1"-449,6 6 89,17 0-449,-4 0 90,5 4 0,1 0-3547,-2-1 3333,-6 3 0,2 2 214,2-1 0,-1 1-90,8 7-31,-8-5 1,4 2 0,-2-1-60,-7-2 0,1-1 90,8 5 0,4 2 0,-3-2-90,-7-3 0,2-1-23,1 1 1,5 2-1,0-1 1,-3-1-23,0-1 0,1 0 22,2 0 0,5 2 1,0 0-1,-5-2-22,0-1 0,0 0 45,1 1 0,4 0 0,0 0 0,-4-1-45,-2-1 0,-1 0 45,-1-1 0,3 1 0,2 0 0,-2-1 0,-4-1-45,3 1 0,0-1 67,1 0 1,5 2-1,-1-1 1,-5-1-69,-5-2 1,-2-1-15,7 2 0,2-1 0,-4 0 897,4 0-522,-1-1 0,-1-1 404,-4 0-359,4-5-360,-15 3 90,-6-2-90,-3 3 90,0 0 2688,1-2-2778,-2 1-180,2-1-180,-1 1-2069,0 0-269,-1-1-669,-5-1 2457,-4 2 1,-3-2 0,-2 2 0</inkml:trace>
  <inkml:trace contextRef="#ctx0" brushRef="#br0" timeOffset="114417">1371 6874 13919,'4'-19'810,"5"-9"-720,1 4-1224,0-2 1,1-1 1133,-5 11 0,0 1 0,4-9 0,1-4 30,-2 5 0,2-2 0,-1 1-30,0 1 0,1-2-18,-1 3 0,1-3 0,1-1 0,-1 0 0,0 4 18,2-5 0,0-1 0,-2 4 0,2-5 0,1-1 0,-1 2 0,-2 2-414,-1 4 1,-2 3 0,1-4 413,1 0 0,0-3 0,1-3 0,1 1 0,-2 1 0,-1 4 0,0-2 0,-1 3 0,1-3 0,-1 2 0,2-4 0,0-1 0,0-1 0,-1 3 0,-1 3 0,0 2 0,-1 2 0,1-2 0,0-2 0,2-4 0,0-1 0,-1 3 0,-1 3 45,1-2 0,0 1-23,-1 2 1,1-4-1,0 0 1,-2 5-23,-1 3 0,-1 1 424,3-7 1,0 0-425,0-3 0,-4 12 0,1-7 0,-4 16 0,0-1-360,-1 4 764,1 9-1393,-1 7 359,0 1-1009,-2 2 1,-1 1-32,-4 1 1458,2-3 1,0-1 211,-6 5 0,1-1 0,-1 1 0</inkml:trace>
  <inkml:trace contextRef="#ctx0" brushRef="#br0" timeOffset="115136">1269 7089 11760,'-5'-7'2969,"13"-6"-4608,9-5 1,3-1 671,-6 6 0,2-2 1057,5-4 0,3-3 0,-4 3-90,-4 5 0,-1 0-225,3-2 1,3-4 0,1 0-1,-4 2 225,2 0 0,0-1-70,-2 2 0,3-3 0,2-2 0,-1 2 1,-3 2 69,-2 2 0,-1 2 0,2-3-105,-1 2 1,3-3 0,1-1 0,2 0-1,-1-1 1,0 2 0,-2 1 104,6-4 0,-2 2 0,0 1 0,0-2 18,-1 2 0,1-1 0,-1 0 0,1 0 0,-3 2-18,0 2 0,-2 0 0,0 1 0,-2 2 135,10-7 0,-2 2 429,-7 4 0,1-1-385,6-3 1,2-2 0,-3 3-135,-8 4 0,0 2 45,4-4 0,1-1 0,-5 2 1625,-3 2-1715,2-5 0,-12 12 1794,-2-4-1884,-1 7 2059,-5-2-5246,-15 15 1427,5-5 1850,-4 5 0,1 2 0,2-2 0,3-2 0,0-1 0</inkml:trace>
  <inkml:trace contextRef="#ctx0" brushRef="#br0" timeOffset="115967">1257 7106 10771,'-13'0'2518,"2"0"-2248,6 0-90,1 0 1349,3-3-1169,6 0 0,5-3-180,3 1 89,5 0 1,5-1-45,5-3 0,1 0-689,-2 1 1,1-1 508,-5 2 0,1-1 0,1 0 0,-4 1 0,-1 1 0,1-1-23,3-1 1,4 0-1,2-1 1,-5 1-1566,2 0 1,-1 0 1572,2 0 0,2-1 0,-1 0-30,-4 2 0,-1 0 0,-1-1-436,5 0 0,1 0 436,-3-1 0,5-1 0,0 0 0,-4 2 45,2-2 0,1 1-45,-4 1 0,4-2 0,2 0 0,0 0 0,-2 1 45,-1 0 0,-2 2 0,1-1 0,-1 1-23,2-1 1,-1-1-1,0 1 1,0 0 44,1 0 0,2 0 1,-3 1-1,-5 1-22,-6 1 0,-2 1 225,15-5 0,-3 1-180,-9 2-82,10-6 82,-20 8 589,4-3-589,-8 4 2635,1-3-2725,-4 5 1340,0-1-3769,-1 1-848,-11 7 1067,4 3 2210,-8 3 0,-2 1 0,0 6 0,3-7 0,0 0 0</inkml:trace>
  <inkml:trace contextRef="#ctx0" brushRef="#br0" timeOffset="117834">1092 7826 8702,'-5'-14'1349,"1"0"-899,1 4 90,-1 0-91,0 0 1,-1 1 0,2 0-90,-1 3 359,-1-1-449,-1 3-90,0 0 0,2 9 90,3 10-180,1 2-45,2 2 0,1 0 45,-2 1-90,6 3 0,0 0 90,-4-4-90,7 1 0,2-1 0,-5-5 45,6 2 0,3-2 44,7-3-89,1 3 45,-7-14 0,-1-1-45,-3-1 0,4-9 0,0-2 0,-3 2 0,2-10 0,-2-1 0,-3 1 90,-1-8 0,-3-3 0,-8 11 0,0 1-45,4-5 0,-4 0 180,-13-3 0,-4 4-135,4 4-30,-1 6 0,-5-1 0,3 3 30,-5 0-135,-2 3 0,-1 1 45,3 4-45,0 5 0,0 2 45,5 4-315,1 9 0,2 3-314,6 5-191,4-4 1,1 5 0,0 1 0,2-3-820,5 1 1,0-1 1228,-1 6 0,-2 3 1,3-3-1,4-7 1,2-3-1,-3 2 0,0 1 1</inkml:trace>
  <inkml:trace contextRef="#ctx0" brushRef="#br0" timeOffset="120817">1120 7662 10861,'-7'-6'450,"1"1"-91,4 1-179,1 2 0,-4-4-90,2 3 450,-8-9-360,5 6 179,-13-9-179,11 8 90,-12-5-180,12 7 0,-9-1-90,10 4-90,-10 7 90,6 7 0,-1 2 90,3 6-90,7-5 0,0 1 0,0 8 45,0 5 0,2 0-423,7 1 408,-4-8 0,-1 3 0,2-3-30,4-7 0,1-1 0,-2 6 0,1 2 0,0-3 0,8 3 40,3 0 0,2-1 5,-2-12 0,2-3 0,9 2 0,1-4-176,-10-5 0,0-4 131,7-8 0,-4-4 0,-6-7 0,-7 5 0,2-2 0,-2 1 0,-5 5 0,-1-1 0,1-8 0,0-3 0,-1 4-45,-3 6 0,-1 1 45,-5-11 0,-4-3 0,1 4 0,1 9 0,-1 1-30,-7-8 0,-4-3 0,1 5 30,6 10 0,-1 1 0,-6-3 0,-2 0 0,1 2 0,-6 1-45,-1 3 0,0 4-45,6 8-135,-1 4 0,3 3-225,4 8-643,6-2 1,-1 5 0,2-1-547,3 3 1,2 0 1141,0 5 1,1-1 0,1-6-1,1-3 1,5 3 0</inkml:trace>
  <inkml:trace contextRef="#ctx0" brushRef="#br0" timeOffset="123320">1325 7693 10861,'-6'6'629,"2"0"-269,2-6 1799,2 1-2159,-2-5 90,2-3 0,-1-1 0,1-4 0,0 6 90,4-6-180,-3 7 180,5-4-90,-5 4-1,2 0 181,-1 0 90,-2-1-270,1 0 180,-1-1-180,0 5 180,0-3-180,0 3 90,0-2-180,0 2 90,0-1-90,-3 2 0,2-2 0,-2 1 0,2 0 0,0 0 0,-1 2 0,2-2 0,0 1 0,-1-1 0,1 0 0,-1 1-180,1-1 180,3 6 0,-2-2 0,2 2 0,-3-2 0,2 0 0,-1 0 0,1-1 0,-1 1 90,0-1-90,0 0 0,0-1 0,3-4 0,2-6 0,1-2 0,3-8 0,1-1 0,0-2-1093,0 1 1,2-5 0,-2 2 989,-3 7 1,0-1 102,1-4 0,1-4 0,1-1 0,-2 4-373,1-1 1,-1-1 354,-1 5 0,2-5 0,0 0 0,-1 0 0,-1 5 18,3-6 0,-1 0-18,-2 5 0,2-4 0,0-1 0,-1 2 0,0 3-27,1-6 0,0 1 45,-2 3 0,2-4 0,0-1 0,-1 1 0,-1 3-30,-1 4 0,-1 2 0,1-3 0,1-3 0,2-4 0,1-2 0,-1-1 0,0 3 0,-1 4 0,-1 1 0,-1 2 0,1-2 15,1 0 0,1-5 0,0-1 0,1 0 0,-1 2 0,-2 5-309,0 1 0,-1 4 0,0-3 306,1-3 0,2-5 0,0-1 0,0 1 0,-2 4 18,2-5 0,-1 0-18,-1 7 0,0-3 0,1-2 0,0 2 0,-2 4 18,1-3 0,0 2-30,3-4 0,0-3 0,-1 6-150,1-1-377,-1 6 1,-1 2 106,-4 9-217,0-2-773,-4 16 1440,-15 13 0,5 3 0,-1-6 0,0-1 0</inkml:trace>
  <inkml:trace contextRef="#ctx0" brushRef="#br0" timeOffset="123902">1267 7688 10861,'-11'5'989,"2"0"990,4-4-1799,9 0 360,-4-6-316,13-3 1,2-2-225,-1-7-865,2 2 1,5-2 0,-3 1 864,-4 3 0,0-1 45,3-2 0,2-3 0,1-1 0,-3 2-45,1-1 0,0 0 18,-2 2 0,3-4 0,0 0 0,0 0 0,-3 3-18,-1 1 0,-2 2 0,3-2 18,2-4 0,5-3 0,0-1 0,0 1 0,-4 4-18,-1 2 0,-3 2 0,3-2 0,1 0 0,4-3 0,1-1 0,0-1 0,-1 3 0,-3 2 0,-1 1 0,-3 3 0,2-2-18,2-1 0,3-3 0,0 0 0,-1 1 0,-3 3-1204,0-2 0,-1 2 1222,-2 1 0,0 1 0,-1-1 0,6-5 0,-1 0-232,0 0 1,0-1 51,-3 4 0,1-2 0,-1 2 45,-1 0 0,-1 2-450,3-3 1,-3 3-1755,-8 6-179,-4 1 2518,-13 16 0,-5 6 0,-5 0 0,2 3 0,1 0 0</inkml:trace>
  <inkml:trace contextRef="#ctx0" brushRef="#br0" timeOffset="124367">1391 7828 10861,'-13'8'1349,"3"-3"0,-4 0-1169,8-3 180,-4 1 629,7-3-449,14-15-450,-2 4 90,5-3 0,6-5 0,2 0-1000,-3 3 1,3 1 0,0-1 0,0 0 313,-2 1 0,-1 0 0,1 0 0,1 0 524,2-1 0,3 0 0,0-1 0,-2 2 0,-2 2 171,-2 1 0,-3 2 0,3-2-159,1 0 0,4-1 0,1-2 0,1 0 0,-2 0 0,-3 3-63,2-2 0,-3 2 1,3-2 47,-1 1 0,4-3 0,2-1 0,0-1 0,-3 3 0,-3 1-15,-4 2 0,-3 2 0,2-1 18,3-3 0,3-1 0,0 0 0,0 0 0,-4 2 27,2-1 0,1 0 45,-3 1 0,4-2 0,-1 1 0,-4 2-45,-3 2 0,-1 2 0,12-8 0,-2 2-45,-10 5-61,7-4-3216,-17 10 480,0 5 2797,-11 3 0,-2 9 0,-6 0 0</inkml:trace>
  <inkml:trace contextRef="#ctx0" brushRef="#br0" timeOffset="145068">10987 4256 11760,'0'-10'1529,"0"1"-899,1 2-90,-1 0-1,1 0-89,-1 0 0,0 0 0,0 0-1,-5 0-89,4 1 0,-8 0-90,8 0-90,-10 1 0,6 1-90,-6 0 0,1 2 89,-2 1-89,0 1 0,-2 0 90,-15 8-180,10 3 0,-3 2 0,1 1 0,3 5 0,0 2 0,1 0 0,7-4 45,1 3 0,3 1-45,5-8 0,14 14 0,-5-18 45,7 0 0,0-2-45,-1-4 0,3 1 0,1-3 0,-2-9-135,2 0 0,0-1 45,-3-10 45,1 0 0,-2-1 45,-5-1-60,-4-1 0,-1-4 0,-1 3-252,-1 6 0,-2 0 282,-3-12 0,-2-6 0,1 6 30,3 9 0,-1 2 60,-4-8 0,-3-2 0,2 4-60,5-2 0,-5 5 0,1 3 0,5 9 0,-4 8 0,3 18 0,1 6 0,-2 3-816,2-2 1,0 3 0,0-3 725,1 7-90,1-9 0,2 3 1,-1-3-181,-1 9-90,3-11 0,3 3 1,-3-3-103,-1 7-348,5-1 1,1 1 359,-7-7-989,4 0 0,2 0-180,-5-7 825,6 8 884,-2-13 0,-2-3 0,3 0 0</inkml:trace>
  <inkml:trace contextRef="#ctx0" brushRef="#br0" timeOffset="145317">11182 4034 13020,'2'-15'1978,"0"4"-808,-1-4-1080,-1 9 359,0 0-404,0 19 0,0 8-45,0-5 0,0 1 0,0 7 0,0 2-1639,0 5 1,0-2-96,0-5 744,0 4 1,0-1 90,0-9-740,3 0 1,0-2-392,-2-3 2030,5 3 0,-1-9 0,2-2 0</inkml:trace>
  <inkml:trace contextRef="#ctx0" brushRef="#br0" timeOffset="145722">11169 4232 12750,'-26'-14'3058,"2"2"-2968,4 4-90,5 2-90,11 5-540,17 0-719,18 1 1124,-15-2 0,1-1-1342,13 0 0,-1-1 1477,-3-8 90,-3 5 0,3 0 0,-3 0 0,-8 1 0,-1-1 0,15-5 0,-1-1 90,-9 3 90,1-5 809,-4-5-629,-8 7 220,2-16-220,-9 18 210,1-11-480,-2 16-90,0-2 0,-4 6 1998,0 7-1998,-1 5 0,-3 17 0,7-6-45,-1 7 0,0 1-135,2-3-60,1-5 0,1 3 0,0-4-120,-1 4-450,6 1 1,1 0 626,-3-5 183,6 1 0,1-2 0,-2-6 0,7 7 0</inkml:trace>
  <inkml:trace contextRef="#ctx0" brushRef="#br0" timeOffset="145984">11616 3819 13289,'0'-14'1619,"6"-3"-1529,14 12-90,-3 4 90,4 8 0,0 4-90,-2 7 30,-3 0 0,2 3 0,-3 2-1123,-5-3 1,-2 0 0,0 1 27,2 2 1,1 0 0,-3 1 614,-3 0 0,-1 1 1,-2 0-1,0-3 0,0 0 1,-3-1-371,-4 3 1,-3 5 0,-1-1 0,0-4 466,1-4 0,-1-1 0,-4 3 0,-3 2 0,1-5 0,4-6 0,-1-1 1</inkml:trace>
  <inkml:trace contextRef="#ctx0" brushRef="#br0" timeOffset="146316">10627 4020 13379,'4'-12'990,"-2"3"-271,-2 4-539,-5 30-90,-1-8-90,2 2 0,1 6 0,0-2-367,-3-7 0,2 1 367,1 10 0,2 5 0,0-4-304,-2-8 1,2 0 333,4 9 0,2 3 0,1-4-1480,-1-9 1,2-1 1404,3 9 0,5 0-675,8-6 1,3-4-44,-10-6 1,3 0-58,3-3 1,5 1 0,1-1 0,-3-2 409,2-1 0,0-3 1,2 1-1,3-1 1,-3 0-1,-3-2 0,1 0 1</inkml:trace>
  <inkml:trace contextRef="#ctx0" brushRef="#br0" timeOffset="146667">12360 3904 15088,'0'-10'1979,"0"2"-1979,-4 7 0,-2 11 0,-2-2-45,1 8 0,-1 1-45,-1 1-187,2-3 1,-1 0-534,-6 10-905,4-5 1176,-3 4-811,2-3 451,3-5-740,1-1 1,0-1-482,0-2 2120,-2 5 0,4-11 0,1-1 0</inkml:trace>
  <inkml:trace contextRef="#ctx0" brushRef="#br0" timeOffset="146869">12190 4000 13020,'-5'-22'1638,"-1"0"0,0-8-1406,1 11-232,10 14 90,7 32-90,0-14 0,1 10 0,0 2-433,1-4 28,4 4 1,0 0-226,0-4-629,3 1 0,1-1-90,-2-5-290,2-2 1,0-1 1287,-3-5 1,10 1 0,-15-9 0</inkml:trace>
  <inkml:trace contextRef="#ctx0" brushRef="#br0" timeOffset="147133">12688 3728 13919,'2'-15'1169,"0"5"630,-2 4-1619,4 36-90,-2-16 0,0 14 0,0 1-366,-2-8 321,0 6 0,0 0-2832,0-2 2787,0-6 0,0 1-360,0-1 0,0 0-89,5 4-676,-2 1 1,1-2 135,3-5-2288,8 9 617,-10-19 2660,9 0 0,-7-6 0,0-1 0</inkml:trace>
  <inkml:trace contextRef="#ctx0" brushRef="#br0" timeOffset="147384">12886 3716 13649,'-24'-4'2159,"8"1"-1799,1 9 0,0 3-181,1 0 136,-1 8 0,1 2-45,2-1 134,1 6 1,2 1-225,3-3 0,10 4 0,5-1-135,6-12 0,2-2-437,0 3 1,3-1 241,2-7 0,2-1 1,-2-2-1490,-4-2 1,-1 0 1032,9 1 1,2-2-924,-3-8 0,-1-1-110,-6 0 1,0 0-1,1-3 1,-2-1 1620,-1-7 0,-15 10 0,-1 1 0</inkml:trace>
  <inkml:trace contextRef="#ctx0" brushRef="#br0" timeOffset="147800">10999 4756 14099,'-27'-2'819,"0"0"0,0 0 0,5 1 0,-1 1-502,-6-4 0,-3 0 1,5 1-2002,4 2 2673,-5-5 15,30 6 255,26 0-989,2 0-744,-9-1 1,5 0-1,0-1 1,-2 0 653,4-3 0,2 0-91,-6 1 1,4 0 0,2-1 0,1 0 0,-2 0 0,-3 0-490,4-2 0,-3 1 0,5-2 420,-8 3 0,5-1 0,2 0 0,2-1 0,2 1 0,-1-1 0,-2 1 0,-2 0 0,-3 0-238,0 1 1,-3 0 0,-2 0 0,2 0 0,4 0 217,-4 0 0,3 0 0,3-1 0,1 0 0,1 0 0,0 0 0,0 0 0,-1 0 0,-1 0 0,-3 1 0,-3 0-255,5 0 0,-5 0 0,-1 1 0,1 0 0,4-2 246,-3 2 0,3-1 0,2-1 0,2 0 0,0 0 0,0 0 0,-1 1 0,-1-1 0,-2 1 0,-3 0 25,3 0 0,-4 1 1,-1-1-1,1 1 0,4-1-36,-2 0 0,4-1 0,1 0 0,2 0 0,1 0 0,-1 0 0,-2 0 0,-2 0 0,-4 1-25,5 0 0,-4 0 0,-1 0 0,4 0-110,-2-1 1,4 1 0,2-2 0,0 1 0,0 0 0,-4 0 0,-4 1 34,2 0 0,-4 1 0,1-1-487,7-2 0,3-1 0,-2 0 0,-9-1-1692,-3-6 1130,3-2 76,-37 12 1,-15 3 0,2 1-547,5 4 1,0 0 1455,-6-3 1,-4 0 0,4 1 0,2 7 0,2 1 0,-2-4 0,0 1 0</inkml:trace>
  <inkml:trace contextRef="#ctx0" brushRef="#br0" timeOffset="148151">11110 4739 12210,'14'0'-450,"4"0"-1169,4-5 1619,-1 0 0,1 0 0,-6-1 0,0 1 0,7-1 0,-1-1 0</inkml:trace>
  <inkml:trace contextRef="#ctx0" brushRef="#br0" timeOffset="148417">12905 4446 15628,'-5'10'0,"-2"-1"0</inkml:trace>
  <inkml:trace contextRef="#ctx0" brushRef="#br0" timeOffset="149267">12597 4194 16528,'1'17'989,"-4"-4"-359,23 7-450,-12-9 89,7 1 1,2 0-90,-1-1 90,8 1 0,3-1-135,0-6 0,0-1-1774,-1 3 1,0-2 1206,1-2 1,-2-3 431,-6-2 0,-2-1 978,11 1-978,0-8 0,1-2 0,-14 8 0,0-2-408,6-5 1,2-5 0,-3 2 407,-6 5 0,-1-3-60,5-6 0,2-5 0,-4 2 60,-5 5 0,-1-2-208,-1-5 1,1-6-1,-1-2 1,-4 1 184,-4 4 1,-3-1-1,-2 0 1,-1-1 22,1 2 0,0-1 0,-2-1 0,0 1 0,0 0 0,-1 2 128,-1-4 0,-1 2 1,-1 0-1,-2 1-92,-1 2 0,-3-1 0,-1 1 0,1 3 0,2 2-36,-2 1 0,0 1 45,-1 2 0,-3-2 0,0 1 0,3 3-45,2 3 0,-1 2 0,-7-1 0,-3 1 0,3 2 0,7 3 0,0 2 120,-10 7 0,-6 4 0,5 0 15,8-2 0,1 1 67,-2 5 0,-4 2 1,0 3-1,2 0-402,4 0 1,1 1-1,1 0 1,0 0 288,-4 2 1,0 0 0,0 3 18,5-3 0,-1 2 0,0 2 0,2-2 0,2-3 293,0 4 0,2 0-356,0 2 0,0 5 0,0 0 0,3-4-45,1-1 0,3 1 22,1-1 1,2 5-1,0 0 1,1-5-23,2-3 0,3-1 0,0-1 0,3 3 0,1 0 0,-1-5 0,1-3 0,3-1 22,2 0 1,5 3-1,2-2 1,0-3 7,5-3 0,2-4 0,0 0-30,-1 4 0,-1 0 0,2-3-23,-1-6 1,2-3-1,-1-1 1,-4-1-23,-4-1 0,0-2-45,1-2 0,4-3 0,-1-1 0,-4 1 0,0 0 0,-2-3-45,1-3 0,4-4 0,-2-1 1,-3 2 44,-2-1 0,-1-4 15,-5 5 0,1-5 0,1-2 0,-1-1 0,-1 1 0,-2 4 4,-1-1 1,-2 3 0,-1-3 40,0-1 0,0-4 0,0-2 0,-1 0 0,-1 3 1,-2 4 29,-1-6 0,-4 1 0,-2 2 0,-2-4 0,-1 1 0,0 6-45,0 3 0,-4 4 45,-6-3 0,-5-1 0,1 6 0,6 7 0,-1 3-203,-4 4 1,-4 2-1,0 1 1,3 2-203,-1 1 1,0 3-252,2 1 1,-3 2-1,-1 1 1,1 1 0,3-2-136,-5 4 1,1 3 134,5-2 1,-3 2-1,0 2 1,0 0 0,5-3 327,3 0 0,3-2 0,-1 1 1,-2 2-1,-1 2 0,1 1 1,2-3-1,1 5 0,0 0 1</inkml:trace>
  <inkml:trace contextRef="#ctx0" brushRef="#br0" timeOffset="194850">804 5485 10321,'0'-9'1259,"0"1"-989,0 3 0,0 1 450,-5-3 179,0-2-629,0 1 450,-9-4-541,4 7-179,-4 0-89,-2 9 89,10-3 0,-12 24 89,9-12-89,-1 11 0,0 2-266,1 0 296,4-7 0,-1 4 0,2-3 60,1 8-60,2-7 0,0 4 0,4-3 15,7 2 0,1-2-159,-4 2 1,1 0 158,12-1 0,0-4-45,-2-5 90,4-3 0,1-2 0,-2-4-45,5-5 0,1-2-45,-4-1 45,4-10 0,-1-3-45,-5 3 0,1-8 0,-1-4 0,-5 3-30,-6 1 0,-1-4 0,-1 2 30,-4 7 0,-1-1-937,-2-10 1,0-6 0,-2 5 936,1 10 0,-1-1 0,-6-7 0,-2-5 0,1 5 0,4 8 0,-1 0 149,-5-6 1,-4-4 0,0 3-57,0 5 0,-2 3-138,-5-6 0,-1 2 45,7 10 0,1 4 0,-3 9 0,2 5 0,2 2-45,-3 12 0,0 2 45,1 2-709,4-2 1,-2 3 0,2-2 708,4-7 0,0 1 0,-2 8 0,-1 5 0,2-5 948,3-8 0,1 0-918,-1 10 0,0 4 0,2-4-30,1-10 0,1-1 30,1 7 0,1 3 0,1-4-30,7 1 45,1 0 0,2-1-45,4-6 0,2 0 0,1-1 90,-1-6-90,5-3 0,0-1 0,-1-4 45,4-9 0,0-3-244,-2 0 229,-8-1 0,3-4 0,-3 2 636,5-5-666,-6 4 0,0-2-45,-2-2 0,-3-3 15,-4 1 0,-1-3 0,-1 2 30,5-6 0,-1-1 0,-7 5 0,0-3 0,-2 0 0,-2 4 0,-1 3 0,-2 0 30,-2-9 0,-1-4 0,0 5 15,0 10 0,-2 0 15,-1-5 0,-2-2 0,2 4-22,-6-2-83,-3 4 0,0 2 45,4 7-45,-3 2 0,0 4 45,4 9-45,-6 6 0,2 3-135,3 7-748,5-3 0,-2 3 0,2-2 658,5-6 0,1 1-630,-3 7 1,0 3 0,1-2 171,3-8 1,1 1-366,0 5 1,-1 3 0,1-3 866,1 6 0,2-7 0,-1 0 0,2-2 0</inkml:trace>
  <inkml:trace contextRef="#ctx0" brushRef="#br0" timeOffset="209500">8148 6629 10411,'-9'0'0,"2"0"90,4 0 90,0 0 0,1 0 90,0-4-270,1 3 0,4-2 0,3 3 0</inkml:trace>
  <inkml:trace contextRef="#ctx0" brushRef="#br0" timeOffset="210885">8188 6612 12930,'-11'-8'-820,"3"7"1,13 2 0,1 9 0</inkml:trace>
  <inkml:trace contextRef="#ctx0" brushRef="#br0" timeOffset="211416">9447 6652 12750,'-20'-6'180,"-1"0"-180,-2-5-3277,6 3 2679,15 4 1,1 2-1,7 2 1</inkml:trace>
  <inkml:trace contextRef="#ctx0" brushRef="#br0" timeOffset="211899">11009 6418 11400,'-13'-10'-330,"3"7"1,1-7-1</inkml:trace>
  <inkml:trace contextRef="#ctx0" brushRef="#br1" timeOffset="-188397.73">7913 6851 11490,'1'-8'1080,"-1"1"809,0 5-1799,10 5-90,-4 4 270,17 4-270,-12 0 89,4-6 1,1 0-90,-1 4 45,8-5 0,3-2 0,2-2 0,0-2-396,-1 3 1,0-1 350,1-5 0,1-3 0,-4 2 0,-8 2 0,0 0 0,6-5 0,4-3 0,-3 2 0,-8 2 0,-1 0 0,6-4 0,3-4 0,-3 2 0,-7 3 0,-1-1 0,7-7 0,2-5 0,-4 3 45,-4 4 0,-2-1-45,2-4 0,2-5 0,-1-1 0,-3 5 0,-2 1 0,-1 0 22,-1-1 1,0-5-1,0 0 1,-3 5-23,-2 5 0,-2 0 30,-6-6 0,-2-2 0,-1 3-30,2 8 0,-2 1 30,-10-5 0,-5-1 0,2 4-30,4 5 0,-2 3-678,-3 0 1,-4 0-1,-2 0 1,4 3 767,-2 0 0,0 3-37,3 1 1,-4 0 0,-2 1 0,2 0 0,3 1-1066,-6-1 1,1 1 1071,-1 3 0,-2 1 0,1 1-411,4 1 0,0 0 0,3 2 351,0 1 0,1 2 90,2-1 0,-3 2 0,1 1 0,4-2-45,3 0 0,2 1-155,-3 7 0,-1 4 1,4-3 109,6-6 0,1 1 130,0 7 1,1 3 0,1-2-131,3-8 0,1 0 0,4 10 0,3 4 0,0-4 45,-2-10 0,2-1-105,4 4 0,2 2 0,0-4 1057,7 0-1987,1-7 1,5-1-1,-3-2 811,-4-2 0,0-1-641,4-1 1,5 1 0,0-1 0,-4-3 538,-1-3 0,-2-1 0,2 3 1,1 1-1,-2-1 0,-3-4 0,-1 1 1</inkml:trace>
  <inkml:trace contextRef="#ctx0" brushRef="#br1" timeOffset="-187696.73">8542 6592 11041,'-9'-7'1169,"-1"-3"630,5 6-1169,7 6-361,10 10 1,1 0 0,1 1-90,9 8-1071,-8-7 0,2 2 1,-2-2 1070,5 6-91,-4-5 1,2 2 0,-1 0 11,2 4 0,1 1 228,-4-2 1,1 2 0,-1 0-437,3 1 1,-2 2 196,-5-2 0,-1 2 0,-3-3 0,-3-7 0,-1 0-1,1 9 1,0 5 0,0-4-90,-3-6 0,1 0 45,-1 3 0,0 4 0,1-1 0,-1-3-291,-1 0 0,1 1 268,-1 0 0,1 4 1,0 0-1,-1-4 23,1-1 0,-1 0 0,1 1 0,0 5 0,0 0 0,0-2 135,-1 1 0,1-2 0,-1 0-150,1 1 0,0 0 0,-1 1-30,0 4 0,0 1 0,-1-5-40,1-10 0,-2 0 70,0 9 0,-1 3 0,1-4-30,0-8 0,0 0 0,-1 6 0,-1 2 0,0-3 0,3 4 45,-2-1 0,0-1-45,2-7-90,0 1 0,0-1-180,0-7-1376,0 10 477,0-15-2108,0 2 0,-6-5 3539,-1 0 0,-7-1 0,2-1 0</inkml:trace>
  <inkml:trace contextRef="#ctx0" brushRef="#br1" timeOffset="-186379.73">8932 8182 12300,'-7'-9'810,"-4"2"-451,4 5-89,-3 8-270,-1 5 90,5 3-435,-2 2 345,7-2 90,-4-1 0,4 14-90,-1-11 87,3 1 1,3 1-88,9 5 0,3-3 45,-2-9 0,1-3-45,7-5 0,1 1 0,-2-19 0,-13 7-45,1-9 0,-1-4 45,0-8 0,0 0 0,-3 6 260,-4 19-170,1 8-90,0-2 90,2 20-90,-1-14 0,0 9 0,3 1 0,9 3 45,-1-7 0,1-1-45,8 1 45,-4-9 0,0-4-45,-4-7-45,1 0 0,-1-1 135,-5-7-135,-1-2 0,-3-1 45,-3 0-45,-7-10 0,-3-1 45,0 4 0,-1 5 0,-3-2 0,2 3 0,-4-1-180,0 2 0,-1 3-90,4 6-2068,-8 15 988,14 4 1350,0 8 0,3 1 0,7 0 0,-2-3 0,0-1 0</inkml:trace>
  <inkml:trace contextRef="#ctx0" brushRef="#br1" timeOffset="-185864.73">9357 8339 12750,'-4'-12'2248,"-2"-1"-1798,2 6 180,-1-3-630,2 7 90,0-1-90,2 10 0,0 2 90,6 15-90,1-7-225,-1 2 0,0 0-225,4-1-630,-4 6 1,-1 0-90,3-4-470,-1 3 1,1-1 1243,-1-4 0,4 7 0,-4-14 0</inkml:trace>
  <inkml:trace contextRef="#ctx0" brushRef="#br1" timeOffset="-185595.73">9550 8291 13469,'3'-12'1529,"0"2"-809,-2 1-630,1 5 270,1-1-180,0 4 0,4 16-180,-3-6-1639,0 14 1,-1 2 803,-2 0-258,-1-3 1,-2 5 0,1-4-97,1-6 1,-1 0 1188,0 9 0,-1 3 0,0-4 0,0-6 0,1-2 0,-2 10 0,1 0 0</inkml:trace>
  <inkml:trace contextRef="#ctx0" brushRef="#br1" timeOffset="-184563.73">9130 6669 10951,'0'-12'2608,"0"1"-2068,17 16-360,-6-2 0,9 8 0,2 2-90,-1-2-1183,-2-4 1,3 1 0,-3-1 476,-4-2 0,1-1 616,9 2 0,5-1 0,-4 0 0,-8-2 0,2-1 22,3 1 1,4-1-1,1 0 1,-1-2 80,3-4 0,-2-2 1,2-1-104,-5 2 0,1-1 0,0 0 0,0-1 0,-2 0 0,5-2 0,-2-2 0,0-1 0,-4-2 0,0-2 0,-1 0 0,-5 2 0,-3 1 0,-1-1 0,3-8 0,2-3 0,-3 2 0,-7 6 0,-1 0-30,2-10 0,0-6 0,-5 2-452,-10 6 1,-4 2-1,1-1 452,5-1 0,2 0 0,-6 2 30,-6 3 0,-4 0 0,-2 2 0,3 3 0,1 3 0,-2 3 0,-10-2 0,-4 1 0,3 2 0,8 3 0,-1 3-374,-2 3 1,-5 1 0,0 1 0,4 0 373,1 1 0,-1 2 76,3 1 1,-4 3 0,-1 1 0,1 1-1,3 0-46,0 4 0,3 1 0,-1 1-30,2-5 0,-2 1 0,1 0 0,3 2 30,0 11 0,4 3 0,4-3-30,4-7 0,2 0 0,0 0 0,-1 3 0,3-1 30,4 1 0,3 1 0,-1-3-30,0 1 0,1-1-90,4 0 0,3 2 0,2 0 0,-2-5-135,1-1 1,4-3-541,2-1 0,5 2 1,2-2-1,-4-3-224,2-1 0,1-3 989,-2-1 0,3 0 0,1 0 0,-3-2 0,2-1 0,-2 0 0,-2-2 0,0 1 0,0-1 0</inkml:trace>
  <inkml:trace contextRef="#ctx0" brushRef="#br1" timeOffset="-184096.73">9939 6721 11670,'-5'-18'1440,"-1"7"-361,-5-4-809,5 17 539,-1 15-629,7 3 180,1 7 0,2 1-180,3 3-1192,2-7 1,1 4 0,0-4 1011,-1-6 0,1 1 45,2 3 0,3 5 0,1 2 0,0-2-771,-3-3 0,1 0 1,-1 0-1,1 0 478,0 0 1,0-1 0,0 1 0,-1 0-409,-1-1 1,1 2-1,-1 0 1,-1-1 0,-1-5-984,-1 2 1,-1-1 1143,0 0 1,0 2 0,-2-3 0,1 9 0,-2 0 0</inkml:trace>
  <inkml:trace contextRef="#ctx0" brushRef="#br1" timeOffset="-183296.73">9956 7892 12120,'0'-12'1529,"0"-3"-1169,0 5 0,-6-4-180,0 10-90,-5 5-90,6 9 90,0 18-90,4-6 0,-1 8 90,2-6-90,5-6 0,1 2 0,1-1 0,5-2 0,0 1 0,1-2 0,-2-6-360,16 6 180,-14-12-90,17 0 180,-17-10-90,15-6 180,-17-2 0,0-1 0,-1-1-90,-2-5 90,0-1 0,-4 15 0,-3 12 90,3 7-90,-2-2 0,7 1 0,-4-2 90,2-5 0,-1-2 0,1-2-90,4-7 90,-5-4 0,5-17-90,-9 6 90,2-6-90,-4 1 0,0 6 45,-6-2 0,-1 0-45,4-1 0,-10 1 0,0 0 0,10 7-270,-19-5-90,17 17-2068,-7 23 988,7-5 1440,2 12 0,2 2 0,0-2 0,1-5 0,-1 0 0</inkml:trace>
  <inkml:trace contextRef="#ctx0" brushRef="#br1" timeOffset="-183029.73">10359 7960 13289,'0'-17'1979,"0"4"-1709,0 0-270,-4 8-90,3-1 180,-3 11-90,4 3-180,0 3 0,5 13-1079,-1 4 629,1 0-764,-1-8 0,0-1-45,-2-1 90,4 7 1349,-2-10 0,0-5 0,1 2 0</inkml:trace>
  <inkml:trace contextRef="#ctx0" brushRef="#br1" timeOffset="-182664.73">10488 8013 11221,'0'-24'1394,"0"7"0,0 0-495,0-13-809,0 3 90,0 1-180,0 20 0,9-4 90,3 9 0,1 6 0,6 9-90,-12 1 90,1 4 0,-2 1-90,-2-1 45,1 5 0,-4 0-45,-8-5 135,4 1 0,-1 0-45,-4-4 180,-1 14 269,8-19-359,-2 3 180,8-10-360,5-4 45,5-7 0,2-2-45,10 0-250,-7-1 0,4-2 0,1 0-230,-1 2 0,0 1 1,0 0 179,-2 1 0,-2 0 0,2 0-793,2-1 1,0 1 0,-5 2-2185,-5 2 2883,-6 0 0,-16 4 1</inkml:trace>
  <inkml:trace contextRef="#ctx0" brushRef="#br1" timeOffset="-181148.73">10113 8247 11490,'0'-9'1260,"0"2"-4537,0 4 2881,-3 1 1,2 2 0,-2 0 0</inkml:trace>
  <inkml:trace contextRef="#ctx0" brushRef="#br1" timeOffset="-177796.73">9575 6568 9871,'7'-6'810,"-1"1"-540,-6 4 2428,2 0-2608,-2-4 90,0 1-180,0-2 90,0 2 90,0 3-180,-3 0 0,0 1 0,-1 0 0,1 0 0,0 0 0,2 0 0,-1 0 270,1 0-270,-3 0 0,1 0 0,0-4 0,0 3 0,3-2 0,-5 3 0,0 0 0,0 3-90,0-2 180,4 2-180,-2-3 180,1 0-3367,2 0 2457,-1 4 1,1-3 0,0 4 0</inkml:trace>
  <inkml:trace contextRef="#ctx0" brushRef="#br1" timeOffset="-175064.73">4329 7834 11221,'-14'3'1439,"-1"-2"-810,4 6 1,0-6-180,-1 2 0,2-1 179,-5 1-629,6 2 90,-1-2-90,21 0 90,-1-3-90,10 0 0,2 0 0,2 0-876,-3 0 0,3 0 1,-3 0 920,-5 0 0,0 0-45,9-1 0,4 0 0,-3 3 269,-4 6 1,-1 1-135,5-5 0,-4 2-219,-12 11 1,-5 2 262,-5-3 91,-15 6 0,-5-1-90,2 1-30,-2-5 0,-6 3 0,3-3-60,6-4 0,0-1-45,-1 1 0,-2 2 0,-1 1 0,4-3-45,1-2 0,1 1 29,-4 4 1,-1 1 0,4-2-30,0 3 45,7 2 0,7-1-45,18-8 0,7-3-90,-8 2 1,3 0-731,4-5 1,5-2 0,0-2 0,-2-1-381,0-3 1,1-1 543,-4 3 1,5 0-1,1 0 1,-1 0 0,-4-2 245,8-4 0,-2 0 1,1 4-1,3 2 1,-4-1-1,-5-1 0,1 0 1</inkml:trace>
  <inkml:trace contextRef="#ctx0" brushRef="#br1" timeOffset="-173680.73">5642 8754 10771,'-16'-4'180,"0"1"359,-3-2-269,5 2 540,-6 0-360,12 2-271,0 6 901,28 10-496,1-3 1,4 0-405,-3-4 0,2-1 0,2 1 0,-2-1-825,1 0 0,-1 0 1,3-1 734,-2-1 0,3 0 0,1-1 0,-1 0 0,-4-1-46,5 1 1,2-1 0,-5 0 0,4 0 0,4 0 0,0 0 0,-2 0 0,-4 0-510,0 0 1,-3-1 0,5 0 476,-5 1 1,4-1 0,3 1 0,1 0 0,0-1 0,-2 1 0,-1 0-442,1-1 1,0 1 0,-2 0 0,0 0 0,0-1 446,1 1 0,-1 0 0,0-1 0,1 1 0,2 0-7,-4 0 0,2 0 1,2 1-1,0 0 0,-1-1 1,0 1-1,-3-1 0,-3 0-294,2 0 0,-5-1 0,1 1 1,4 0 293,-2-1 0,5 2 0,1-1 1,2 0-1,0 1 0,-1-1 0,-3 0 1,-4-1-12,7 1 0,-5-1 0,4 0 0,-6-1 0,4 0 0,2 1 0,0-1 0,0 0 0,-2 0 0,-4 0 0,6-1 0,-5 1 0,5-1 12,-7 0 1,4 0 0,3 0 0,0 0 0,-1 0 0,-2 0 0,-3 0-43,5 0 0,-4 1 0,4-2 42,-5 0 1,3-1 0,2 0 0,1-1 0,-1 1 0,-2-1 0,-3 1-251,6 0 1,-4-1 0,3 0 237,-5 0 0,1-1 0,2-1 0,-1 1 0,0-1 0,4 1 0,0-1 0,0 1 0,0-2 18,-3 1 0,1-1 0,-1 0 0,2 0 0,-1-2-33,0 1 0,0-2 0,1 1 0,0-1 0,-2 0 0,0 0 15,-3 1 0,0 1 0,-1 0 0,0-1 0,-2-3-23,5-4 1,-1-4-1,-2 0 1,-5 2 22,-5 2 0,-2-3 0,0-2 0,0-4 0,0-1 0,-2 4 0,-2-1 0,-2-2-36,-1 2 0,1-5 0,-1-1 0,-1-1 0,-2 2-9,-1-2 0,-2 2 0,0-1 0,0 1 45,2-2 0,1 1 0,-1-1 0,-1 0-18,-4 2 0,-2-3 0,-1 1 0,1 2 0,0 4 227,0-5 1,-2 2-228,-1 3 0,-3-4 0,-1 0 0,0 0 0,1 4 282,1 4 0,1 1 0,-3-1-294,-1 0 0,-2-2 0,-2-1 0,-1 0 0,1 1 0,2 4 33,-2-1 0,1 2 0,-4 0-33,1 0 0,-5-3 0,-1 0 0,-1 0 0,1 2 0,3 2 240,-2-1 1,3 3 0,-4-1-224,3 2 0,-3-2 0,-2 0 0,-2-1 0,2 1 1,1 0-1,3 3-10,0-1 1,4 3-1,-1-1 1,-4-1 12,1 1 0,-3-2 0,-2 0 0,-3-2 0,0 1 0,1 0 0,1 0 0,2 1 0,3 2-192,-5-2 1,4 2 0,0 0 0,-5-2 192,8 4 0,-2-2 0,-2 0 0,-1-1 0,-2 1 0,1-1 0,-1 0 0,0 1 0,2 1 0,0 1-86,-2 0 0,1 1 0,0 0 0,0 2 0,0-1 1,1 1-1,0-1 0,0 0 95,-1-1 0,1 0 0,1 0 0,0 1 0,-1-1 0,-1 1 0,-1 0-51,2 2 0,-1-1 0,-1 1 0,-1 0 0,0 1 1,0 0-1,1 0 0,2 0 0,2 0 0,2 1 51,-5 0 0,4 0 0,0 2 0,-4-1-44,3 1 1,-4 0 0,-2 1-1,-2 0 1,1 0 0,1 0-1,2 1 1,4-1 65,-3 1 1,4 0-1,0 1 1,-3 1-40,1 1 1,-3 1-1,-3 0 1,0 1-1,-1 1 1,2-1-1,2 1 1,4-1 16,-4 1 0,6-1 0,-1 2 0,-4 1 0,6-1 0,-3 2 0,-1 0 0,-2 2 0,0-1 0,0 1 0,2 0 0,2-2 0,2 0 0,-4 3 0,3-2 0,1 1 0,-4 3 0,4-3 0,-4 3 0,-1 1 0,-1 1 0,0 1 0,1-2 0,2 0 0,4-3 0,-2 2 0,4-1 0,1-1 0,-2 1 90,-3 2 1,-2 1 0,0 1 0,1 0-1,2 1-72,4 0 0,1 0 0,2 1 0,0 0 0,2-2-18,-3 3 0,2-2 0,-1 5 15,3-2 0,0 4 0,-1 2 0,1 0 0,2-2 0,1-3-45,2 1 0,3-3 0,0 2 7,-1 2 1,-1 2 0,2 0-1,2-1-127,3-2 0,3-1 1,0-1-76,0 3 0,3 0-257,4-3 1,2 3-1,2-1 1,0-3-14,4 2 0,2-3 180,-6-4 0,3 0 0,1 0 1,2-3-342,2-3 1,3-1-1,1-2 1,0-1 0,-2-1 633,6 2 1,-2-1-1,3 0 1,-3-1-1,3 0 1,0 0-1,1-1 1,-4-1-1,3-3 1,0 1-1,0 0 1</inkml:trace>
  <inkml:trace contextRef="#ctx0" brushRef="#br1" timeOffset="-172914.73">9938 5890 6903,'-7'-14'180,"-12"15"-135,-4 13 0,-1 6-45,5-6 0,-1 3-820,0 4 1,-3 3 0,0 1 0,3-3-553,-1 0 1,-1 0 1371,5-6 0,-2 2 0,-2 2 0,-1-1 0,2 0 0,2-4 0,-1 3 0,1-3 0,-1 1 0,-4 3 0,1 0 0,-1-1 0,0 1 0</inkml:trace>
  <inkml:trace contextRef="#ctx0" brushRef="#br1" timeOffset="-172697.73">9029 6215 7533,'15'11'359,"0"1"1,3 6-270,-6 5 0,0 8 0,-3-2-1284,-2-6 0,1 3 969,-2-3 0,2 4 0,1 3 1,0 0-1,0 0 0,0-4 6,0 1 1,0-2 0,1 0 0,0 1 0,-1 2 0,2 2 0,0 0 0,-1-1 0,1-3 0,2 2 0,0 0 0,0 0 0</inkml:trace>
  <inkml:trace contextRef="#ctx0" brushRef="#br1" timeOffset="-171648.73">6629 8813 11131,'-8'0'0</inkml:trace>
  <inkml:trace contextRef="#ctx0" brushRef="#br1" timeOffset="-169863.73">5747 7958 9332,'-7'-9'1349,"3"2"-450,1 2-629,3 2 540,-2-2-540,2 3 2248,-1 0-2158,0 6 719,4 1-719,13 7-270,-4-5 90,3-1 0,1-2 0,0-1-45,4-1 0,1 1-45,1-2-1,4 1 1,1-1 0,-1 0-30,-6-1 0,4 1 0,0-1-60,6 1 0,0-1-251,-2 0 0,2 1 251,-5-1 0,2 0 0,-4 1 0,5-1 30,-7 1 0,3 0 0,-3 0-30,8 0 0,-9 1 0,3-1 0,-3 1 0,8 1 45,-7-2 0,0 1-45,-1 0 0,1 0 179,6 1 1,0 0-90,-4-1 0,2 1-60,1 0 0,2 0 0,-1-1-1319,1 1 1,-1-1 1288,4 1 0,1 0 0,-5-1 0,1 0 0,-4-1 0,7 2 0,0-1 0,-1-1-59,-8 1 59,0-2 0,0 1 0,0-1 213,-6 0 0,1 0-213,13 0 0,-11 0 0,1-2 0,1 0 0,-4 2 0,0-1 0,13-7 0,-8 7 0,-1 0 0,-6-2 0,3 1 0,0 1 0,-3 0 0,2-1 0,1 1 0,-1-1 0,2 1 0,1 0 0,-2-1 2808,10 0-2808,-1 0 0,-10 0 0,0 0 0,14-1 0,-10 0 0,-1 1 0,-4-1 42,2 0 1,2 0-43,10-3 0,-9 1 0,0 0 0,7-1 0,-11 1 0,-2 1 0,-2 0 0,15-4 0,-15 4 0,2-1 0,0 0 0,-1 0 0,3-1 0,2-1-90,8-2-1549,-7 3 1,1-1 1523,6 0-213,-10 3 1,-2 0 327,-1 2-318,14-3 318,-17 3-33,10 0 33,-15 0 2849,5 1-2849,-9 0 1049,1 0-2308,-2 1-100,-7 0-80,-3 0-1838,-14 4 78,2-2 2921,2 2 0,-1 1 1,-8-1-1,8 0 0,1-1 1</inkml:trace>
  <inkml:trace contextRef="#ctx0" brushRef="#br1" timeOffset="-168747.73">5647 7492 9691,'0'13'1260,"0"3"-361,0 12-674,4-8 0,0 1-180,-1-4 0,0 1 0,3 10 0,1 0-45,1-4 45,-4 4 0,0 1-2088,2-2 2088,-4-7 0,1 0-45,-1-2 0,0-1-135,1 1 0,0 0-45,-1-2 0,1 0-1798,3 11 1978,-4-21 0,0 0 0,-1-5 0</inkml:trace>
  <inkml:trace contextRef="#ctx0" brushRef="#br1" timeOffset="-166897.75">5669 7499 14279,'16'5'629,"8"-2"-584,-7-1 0,0-2-45,13 0 45,-13-1 0,1-2-45,3 1 0,0-1 0,7-3 30,-6 4 0,3-1 0,-3 1-367,-6 0 1,1 1 336,4-1 0,4 0 0,1 0 0,-1 0-1093,2 0 1,-1 1 0,0-1 903,3 1 0,1-1 1,0 1 188,-3 0 0,2 1 0,-2 0 0,-3 0 171,-1 0 1,1 0-150,-1 0 1,4 0 0,0 0-1,-4 0-22,-2 0 0,0 0 0,9 0 0,2 0 0,-2 0 0,-2 0 0,-10 0 0,1 0 0,9 0 0,3 0 0,-3 0 0,-8 0 0,1 0 30,9 0 0,4 0 0,-4 0-30,-9 0 0,0 0 0,9 0 0,3 0 0,-4 0 0,-10 0 0,0 0 0,7-1 0,2 0 0,-3 0 0,6 0 0,-10 0 0,3-1 0,-4 1 0,6 0 0,3 0 0,-1-1 0,-3 1-670,-5 0 0,4 0 1,-3 0 669,6 0 0,-6 0 0,3 0 0,-4 0 140,3 0-140,1 0 0,0 1 0,-4-1 0,2 1 0,-1 0 0,-2 0 1039,4 0 1,2 0-995,-5 0 0,0 0-894,9 0 1,0 0 848,-10 0 0,0 0 1134,4 2 0,-1-1-1134,3 0 0,2 2 0,-2-1 0,-16-2 0,5 3 0,-2-2 0,2 1 0,0 0 0,-1-2 90,0 1-90,-5-1 3276,10 0-3160,-12 0-116,7 1 0,-8-1 0,2 0 0,-4 0 90,2 0-90,-3 0 0,2 0 0,-3 0 270,3 0-90,-2 0 180,2-3-270,-3 2 0,0-2-90,0 1 0,0-1 89,0-1 1,-1-2-90,1 3 90,-1-3 0,0 3-90,0 0 180,0 1-180,0 0 180,0 0-270,0 1 90,0 8 0,0-1 90,0 10-90,4-7 90,-3 9-90,3-9 90,-2 14-90,-2-12 90,2 19-90,-2-5 0,0 0 90,0 4-90,0-19 0,0 12 0,0-12 0,0 8 90,3-10-90,-2 7 0,3-10 0,-2 4 0,-1-6 0,4 2 0,-4 0 0,2-1 0,-2 1 0,-1-4 0,1 2 0,0-2 0,0 4 0,0-3-90,0 3 90,0-3 90,1 3-90,-1-2 0,1 2 0,-1 0 0,1-1 0,0 3 0,-1-5 90,1 3-90,-1-4 629,0 0 721,0 0-1350,-5-1-90,-12 0-90,-2 0-913,-8 1 1,-7 1 0,2 0-547,5 1 1,-3 2 1091,3-3 1,-5 2 0,-2-1 0,-2 1 0,3-1 0,3 1-274,3 0 1,4-1 0,-1 1 0,-2 0 600,1-1 1,-3 1-1,-1-1 1,0 1-1,1-1 1,2 0-1,0 0 1,1 0-1,2 0 1,-1 0 0,-1 0-1,0 0 1,-1 0-1,1-1 1</inkml:trace>
  <inkml:trace contextRef="#ctx0" brushRef="#br1" timeOffset="-157464.75">5620 7619 16168,'-15'-10'270,"2"4"-90,0-2 179,1 7-179,-4-6-90,4 3 0,-1-3 90,-10-6-90,-4-2-135,12 7 0,-1 0-195,2-1 0,0 1 240,-2-1 0,0 0-3277,-11-5 3254,8 4 0,-2-1-7,1 1 0,-3-1 0,0-1-533,2 2 0,-1 0 0,-1-1 0,1 0 563,1 1 0,1-1 0,-2 1 0,-1-2-316,1 0 0,-3-1 0,-1-2 0,1 1 0,2 1 1,2 2 255,1-1 0,4 2 0,-4-2-349,-2-2 1,-3-3 0,-2 0 0,3 0 0,4 3 93,1 1 1,1 0-593,-2-2 0,-3-1 0,5 2-443,-1 2 1645,8-4 1,17 14-1,11 1 1</inkml:trace>
  <inkml:trace contextRef="#ctx0" brushRef="#br1" timeOffset="-155697.75">5881 8451 9332,'-11'-2'899,"2"1"-539,5 0-180,1 0 0,0 0 1439,1 1-1169,7 4-360,1 2 89,7 0-89,-4 2 360,11 0-270,-8 0 45,4-1 0,2 0-135,-1 0 89,6 0 1,1 0-90,-1-1-1130,7 1 1,0 0 1129,0-2-30,-7-1 0,4 1 0,-2-1-15,-8-1 0,2-1-15,8 2 0,4 0 0,-3-1 15,-9-1 0,1 1-23,4-1 1,3 1-1,2-1 1,-2 1-875,4 0 1,-1 0 0,-1 0 851,1 0 0,0 0 0,1 0 0,-3 0 0,2 0 0,-1 0 0,-5 0-186,-2-1 0,-1 0 186,2 1 0,4-1 0,0 1 0,-4-1 0,-2 0 0,1 0 22,0 0 1,4 0-1,0 0 1,-4 0-23,-2-1 0,1 0 180,7 2 0,5 0 0,-4-1-90,-10 0 0,2-1-90,4 2 0,5 0 0,2 1 0,-2-1 0,-2 0 0,0-1 0,0 0 0,0 1-182,-1-1 0,0 1 0,0 0 1,1-1 181,-2 0 0,2 0 0,0 0 0,-3-1 0,-3 0 0,0 0 0,-2 0 0,8-1 0,2 1 0,-4 0 0,-10-1 0,-1 0 0,6-2 0,2 0 0,-2 1 0,4-1 358,-5-3 1,2-3-1,0 0-358,3-3 0,0-1 1122,0 0 0,0-2-1122,-5 2 0,0-2 0,-3 2 0,4-3 0,0-4 0,0 1 0,-5 1 0,0-3 0,0 0 180,-4 1 0,-1-1 0,-1 0-90,-3 1 0,-2-1 0,-1 0-90,-3 2 134,-2-6 1,-3-1-135,-4 5 90,-2-6 0,-2 1 0,-4 6 45,-1-3 0,-1 1-45,-1 2 0,-2-2 0,-1 0-90,1 2 45,-3-1 0,1 0-45,1 2 30,7 5 0,-3-2 0,3 3 60,-7-6-90,6 5 0,-1 0 0,-3 0 0,1 2 90,-6-4-90,4 4 0,-2 0 0,1 1 0,6 4 0,0 0 0,-10-3 0,-3 0 0,3 1-68,6 2 1,-1 1 89,-1 0 1,-5-1-1,0 0 1,4 1-23,-1 0 0,1 1 22,-2 0 1,-4 0-1,0-1 1,4 2-23,2-1 0,0 2 22,0-1 1,-4 0-1,0 0 1,4 1-782,1 0 0,1 0 789,0 1 0,-1-1 0,0 1 30,-1 0 0,1 1 0,-3 0-497,2 2 1,-3 0 0,1 1 0,0-1 436,-4-2 0,2 0 0,-3 2-237,5 1 1,-3 2 0,0 0 0,2 0-1,4-1 237,-3 0 0,1 0-210,-2 1 0,-4 3 0,0 0 0,4-1 210,1-1 0,0 0 0,-2 1 0,-4 2 0,-1-1 0,5-1 0,1 1 0,0-1 0,-2 1 0,-3 1 0,-1 0 0,5-1 0,3-1 0,-1 1 179,0 1 1,-4 1 0,-1 0-1,3 1-179,2 0 0,3 1 0,-1-1 0,-1 0 0,0 0 0,0 1 0,0 2 0,0 1 0,4-1 0,-3 2 0,-1 2 0,1-1-89,6-2 508,-2 3 1,1 1-1050,3 2 270,-2 5 1919,12-10-3987,12-3 1168,-5-5-379,11 0 1,4-2-1639,-4-2 3660,3-1 0,0-1 1,3-2-1,1 0 0</inkml:trace>
  <inkml:trace contextRef="#ctx0" brushRef="#br1" timeOffset="-155098.75">5836 8399 14459,'-15'0'854,"-1"0"1,-7 0-496,0 4 1,0 2-1296,-3 0 1146,1 1 0,-4 3 0,3-1-695,4-2 0,0 0 552,-5 1 1,-5 3 0,0-1-1,4 0-1171,-2 0 1,1-1 1148,6-1 0,-1 0 0,-1 0 0,1 0 14,-3 1 1,1 0 0,0-1-229,6-1 0,1-1 0,-3 1 223,-4 1 0,-4 1 0,-1 1 0,1-1 0,4-1-158,4-1 1,3-1-1,-3 1 176,-2 0 0,-4 1 0,0 1 0,2-1 0,5-1-72,4-2 0,1 1 45,-12 2 0,3 1-45,12-4-3277,-6 1 3275,24-11 0,-7 4 1,10-5-1</inkml:trace>
  <inkml:trace contextRef="#ctx0" brushRef="#br1" timeOffset="-153020.75">5655 7613 7173,'0'17'90,"5"-2"0,-3-7-90,7 1 0,-8 0 0,8 1 90,-4 1-725,6 0 635,-2 2 0,1-1 0,0 3-679,1-1 679,1 2 0,0 0 0,1 2 0,0 0-629,0-1 539,1 0 90,0-1 0,1 0-90,1-2 0,-1-1 0,3-1-180,-1-1 0,2 0 0,0-2 0,0 0 270,1-2 0,1 0 0,0-1 0</inkml:trace>
  <inkml:trace contextRef="#ctx0" brushRef="#br1" timeOffset="-151963.75">5877 7412 7623,'11'0'0</inkml:trace>
  <inkml:trace contextRef="#ctx0" brushRef="#br1" timeOffset="-151098.75">5651 7653 9871,'5'-9'810,"-1"2"-270,-4-1-450,-5 4 269,-2-9-359,-14 1-1639,7 2 1,-1 0 1523,-10-4-416,6 3 1,0 2 530,5 1-293,-2-1 1,1 1 202,4 1-1512,-10-6 793,14 9 605,-4 0 204,8 3 0,0 0 0,2 1 0</inkml:trace>
  <inkml:trace contextRef="#ctx0" brushRef="#br1" timeOffset="-148546.75">8227 7669 11131,'15'1'180,"-2"0"-1,-2-5-89,-4 3 270,3-3-1709,-6 4-1928,-5 0 3264,-3 5 0,-4-4 1,4 3-1</inkml:trace>
  <inkml:trace contextRef="#ctx0" brushRef="#br1" timeOffset="-147147.75">8301 8362 11760,'-4'-7'1799,"3"-5"-1259,-3 8-180,4-5 269,0 3-629,0 2 0,0 2 90,4-1-90,-1 1 90,3 0-90,-1 1 180,0-1-90,-3 2 630,0-1-3997,-1 1 2457,-7-1 1,-1 1 0,-6 0 0</inkml:trace>
  <inkml:trace contextRef="#ctx0" brushRef="#br1" timeOffset="-146663.75">8303 8304 12570,'-7'0'989,"1"0"91,4-5-900,9-2-1,10-5-89,-1 6-45,2 0 0,0 1 45,-2 3-90,3-3 0,1 1 0,-4 2 0,2-1 0,-1 1-449,-4-1-1,4 0-180,-12 1-2647,-3-1 1157,-2 1 2120,1-5 0,-1 2 0,0-2 0</inkml:trace>
  <inkml:trace contextRef="#ctx0" brushRef="#br1" timeOffset="-145912.75">8599 8150 11760,'12'-5'990,"-1"10"-810,-3-2 89,-4 11-89,-1-6-90,-3 1 180,0 7-180,-5-7 360,4 10-360,-7-12-3302,7 7 3392,-2-10 179,3 3-179,0-4 720,4 0-810,1-2 0,2 0 90,3-1 3096,-5 0-2891,5-4-385,-7 3 180,4-3 360,-5 4-3817,-7 0 2457,4-4 1,-6-3 0,7-5 0</inkml:trace>
  <inkml:trace contextRef="#ctx0" brushRef="#br1" timeOffset="-144898.75">8663 8332 8252,'0'0'0</inkml:trace>
  <inkml:trace contextRef="#ctx0" brushRef="#br1" timeOffset="-144196.75">8267 7606 14639,'18'3'-1080,"7"-7"-559,-2 3 1,2-2-1,-5-2 1,0-1 1169,7 2 1,0 0 0,-10 0 0,-1-1 0,1 1 0,0 1 0</inkml:trace>
  <inkml:trace contextRef="#ctx0" brushRef="#br1" timeOffset="-140464.75">6041 7499 14009,'9'3'630,"-2"-1"-271,-4-2-269,-2 0 180,3 0-180,-2 0 180,3 0-180,-3 0 180,2 0 90,-4 0-91,2 0 1,-1-3-270,0 2 180,1-4-90,-1 5 0,2-4 0,-2 3-90,3-5 90,-2 4 0,1-5-90,-2 4 90,1-5 0,-2 4-90,3-6 0,-1 5 0,1-3 90,1 1-90,-1 1 0,6-13 0,-3 10 0,8-19-90,-8 16 90,2-3 0,0-1 0,-1 1 0,1-3 0,0 0 0,-1 2-90,2-6 0,0 0-180,-2 3-270,0 2 1,-1 0-271,-3 7-2467,0-3 0,-9 9 2846,4 5 1,-13 0 0,5 5 0</inkml:trace>
  <inkml:trace contextRef="#ctx0" brushRef="#br1" timeOffset="-139544.75">7024 7505 13829,'-6'-19'-990,"12"6"1,3-3 989,2-4 0,2 0 0,1 3 0,1 0 0,-2-2 0,0-1 0</inkml:trace>
  <inkml:trace contextRef="#ctx0" brushRef="#br1" timeOffset="-138944.75">7846 7525 12210,'-4'-14'1799,"3"-1"-1799,-4-7-90,12 5-630,0-1 1,1 0-540,9 0 849,-3 2 0,3-3 1,-2 3-1,-2 2 1,0 1-1,9-9 0,0 0 1</inkml:trace>
  <inkml:trace contextRef="#ctx0" brushRef="#br1" timeOffset="-107142.73">6293 3013 9871,'12'0'-3277,"1"0"3264,-6 0 0,3 0 1,-1 0-1</inkml:trace>
  <inkml:trace contextRef="#ctx0" brushRef="#br1" timeOffset="-106830.73">6738 3048 11670,'0'0'0</inkml:trace>
  <inkml:trace contextRef="#ctx0" brushRef="#br1" timeOffset="-106330.73">6241 3085 11670,'15'1'450,"9"-1"0,5-4-360,-3 4 135,-3-4 0,0 1-136,-3 3-44,6-2 0,1 0 45,-1 1-892,-5 0 0,3-1 0,-3 1 802,-5 0 0,0-1 0,9 1 0,1-1 0,-4 0 0,0 1 131,-6-1 0,2 1-131,11-1 0,4 0 0,-3 0-240,-8 1 0,0-1 240,3 1 0,3-1 0,1 0 0,-6 0 45,-3 1 0,-2 0-45,7-1 0,3 0 0,-4 1 0,6-2 0,-1 1 0,-1 0 0,-8 0 0,9 0-90,-14 0 90,-6 1 135,3 0-1034,-14 1 795,-3-1-1425,-23 1 989,5 0-135,-4 0 1,-3 0-210,-1 5 884,10-5 0,-2 0 0,1 1 0,3 1 0,1 0 0,-7-2 0,0 0 0</inkml:trace>
  <inkml:trace contextRef="#ctx0" brushRef="#br1" timeOffset="-104180.73">6547 3034 9512,'-24'1'209,"-1"0"1,8 0 0,-2-1 60,-2 1 0,-3 0 0,4-1 0,-10 1-46,4 0 1,1-1-225,10 1 90,-4 0 270,23 0-180,-5 0 45,18 1 0,7-2-135,-5 1-854,3-1 1,5 0 0,-2 1 853,-8-1 0,0 0 29,11-2 1,4 1 0,-4-1-75,-7 2 0,1-1 0,2 0 0,4 0 0,0 0 0,-3 0 0,-1-1 0,0 1 0,2 1 0,5 0 0,-1 0 0,-4-1 0,-1-1 0,0 0 0,-1 2 0,4 0 0,1 0 0,-6 0 0,-1-1 0,-1 0 105,10 0 0,3 1 0,-5-1-105,-11 1 0,-2-1 15,7 0 0,3 1 0,-4-1 29,-1 1 1,-1-2 0,0 1-90,-7 0 90,9-1-90,-16 1 90,4 0-90,-8 1 0,1 0 0,-2 4 2740,-1-1-2650,-3 3-90,2-2 0,-4-2 0,4 0-180,-1-1-1259,-1-1 539,1 1-2377,-6-1 438,3 0 2839,-4 0 0,2 0 0,-2 0 0</inkml:trace>
  <inkml:trace contextRef="#ctx0" brushRef="#br1" timeOffset="-102496.73">6049 3064 14009,'-13'0'1529,"2"0"-719,5 0-451,3 0 451,0 0-180,9 0-271,17 0-269,-4 3-1696,8-3 0,0 1 1696,1 2-60,-4-3 0,4 0 0,-3 0-240,-5 0 0,0 0 255,1 0 0,5 0 0,-1 0 0,-3 0-45,0 0 0,-1 0 22,2 0 1,3 0-1,0 0 1,-4 0 22,-1 0 0,0 0-45,2 0 0,4 0 0,2 0 0,-3 0 30,2 0 0,-1 0 0,-1 0-30,1 0 0,1 0 0,-1 0 60,5 0 0,1 0 0,-6 0-60,-10 0 0,0 0 59,6 0 1,2 0 0,-3 0 30,6-4-90,2 4 0,-1-1 0,-6-5 45,2 5 0,-1-1-45,-4-2 0,0 2 0,1 0 0,-5-1-1005,5 0 1,-1-1 1004,-4 0-702,2 0 0,-1 0 792,-5 1 1312,8-6-1312,-12 6 0,8-6-90,-8 4 90,8-6-90,-8 6 180,7-7-90,-9 7 90,7-11-180,-9 10 90,2-14-90,-5 12 90,0-15-90,-6 12 0,-1-15 0,-8 13 0,2-4 0,-2-1-45,-4 4 0,0 1-335,1-2 1,0 0 424,0 3 0,-1 1 225,-3 0 0,0 1-180,-6-3 0,0 1 0,0 0-90,2 1 45,9 5 0,-1-1-45,-5 0 0,-1 0 1539,-7-2-1479,8 4 0,-4-1 0,2 0-60,8 3 0,-1-1 0,-9-1 0,-3 0 0,4 0-98,7 1 1,-1 1 97,-8-2 0,-5 0 0,5 1 557,7 2 1,0-1-513,-2 1 0,-4-1 0,1 1 0,3-1 0,0 1 0,1 1 15,0-1 0,-2 0 0,0 0-15,-9 0 0,2 0-41,11 1 1,-1 0-5,-6-1 0,-4 0 0,5 1 0,9 0 0,0 1 30,-7-1 0,-2 0 0,3 0 60,-7 1-45,-2 0 0,-1 0-45,5 0 60,7 2 0,-2 2 0,2 0 30,-10-2 0,5 6 0,-5 3 0,2 1-30,4-2 0,2 0 0,0 0-60,-1 1 0,-1 0 0,2 2 60,-4 4 0,1 3 0,4-3-60,10-5 0,0 1 30,-3 5 0,-2 4 0,3-3 60,-1 7-595,5-3 0,0 3 0,2-3 595,1 6-90,2 1 0,1-1 453,2-6-408,9 0 0,5 1 0,6-6 0,3-1 788,-2 2 1,2-1-834,5-6 0,3-2 0,-3-2-305,-6-4 0,1-1-370,3-1 1,5 1-1,1-1 1,-4-1 745,1 0 0,1-1-727,-4-1 1,5-1-1,1-1 1,-1 0 0,-4 1-438,-3 1 1,-2 1 0,1-2 272,2-1 1,3-2 0,0 0 0,-1 0 644,-1 1 0,-1 1 1,0-1-1,-2 0 0,7-3 1,0 0-1,0 0 1,0 1-1,0 0 0</inkml:trace>
  <inkml:trace contextRef="#ctx0" brushRef="#br1" timeOffset="-100847.73">6093 3689 12300,'-8'-7'1169,"2"3"-179,3 0-630,1 2 449,-2-1 91,3 2 1078,-1 0-1618,8 1-180,1 0 270,17 4-270,-7-2 45,6 3 0,1 1-1713,1-4 1578,-4 3 0,1 0 45,-2-3 0,-1 0-45,12 4-45,-10-3 0,0 0-45,1 0 0,-1 0 44,-4-1 1,0 1 0,5 0 0,1-1 90,7 2 0,-1-1-90,-10-1 0,1 0-15,7 0 0,5 0 0,-5 0-30,-8-1 0,0 0 45,9 0 0,1 0 0,-8 0 0,-2-1-45,13 1 30,-12-1 0,3 0 0,-3 0-30,-4 0 0,1 0 0,7 0 0,1 0 45,-6-2 0,-2-1-45,11 2 0,-1-5 0,1 0 0,-1 4 0,-6-3 0,0-1 0,-2 2 0,0 0 90,4-5-90,3 1 0,0 0 0,-4 1 45,-1-3 0,1 1-45,-5 0-534,0-1 1,0-1 533,-3 1 135,1-2 0,1 0-45,-3 1 44,2-6 1,-1 0-45,-3 2 0,0-4 0,-1-1 0,-4 5 0,-1-4 0,0 0 0,-3 2-45,1-2 0,-2 0-45,-7 2 0,0-2 0,-1 1 0,-6 2 0,-3-1 0,0 1 0,-1 2-1288,-10-1 0,-1 1 1378,4 2-30,3 4 0,-3 0 0,2 1-181,-4-2 151,6 4 0,-3 0 0,2 0 149,-7 0-59,6 1 0,-2 0 0,2 1-120,-8 0 30,7 1 0,-3 0 0,3 1 15,6 0 0,0 0 45,-4 1 0,-4-1 0,-1 1 0,2-1-389,0 1 1,1 0 0,0 0 298,-3-1 0,-1 1 0,-2 0 67,2 1 0,-2 0 1,0 0-1,5 1 59,0 0 0,1 1-59,-3-1 1,-5 0-1,1 0 1,4 1-68,5-1 0,0 0 60,-8 1 0,-5 1 0,6-2-15,9 0 0,0-1 15,-5 2 0,-4 1 0,4 0-60,-7 0 44,1 1 1,0 1 45,6-1-90,0 1 0,1 1 0,5-2 90,-4 3 0,0 1-90,5-1-357,-3 4 1,0 0 446,6 0 457,-1 2 1,-1 0-548,4 1 45,-2 0 0,1 1-45,2-2 207,-1 3 0,-1 2-207,6-5 0,0 0 1162,-1 0 0,0 0-1162,2 4 0,1-3 0,2-2 0,0 14 0,2-15 90,7 13-90,-5-13 0,8 1 0,2-1 0,-3-1 45,13 4 0,5-2-90,1-5 0,1-3-418,-8 1 1,0 0 0,1-2 312,1-1 0,1-1 0,1-1-670,2 0 1,2 0 0,0-2 0,-2 1-171,-2-2 0,-1-1 0,4 1 443,0 1 1,5 0 0,3 0 0,-1 0 0,-1-1 0,-5 0-547,3-3 1,-4-1 0,3 1 818,-4 2 1,2 1 0,2-1 0,-2 1 0,-4-1 0,1-1 0,-3-1 0,0 1 0,1 0 0,-1 1 0,1-1 0</inkml:trace>
  <inkml:trace contextRef="#ctx0" brushRef="#br1" timeOffset="-96413.73">7063 2672 19676,'15'-10'359,"0"3"1,3-1-1999,6 0 1,2 0 716,-4 1 1,1-1 981,2 2 0,3-1 0,-4 2 435,-7 1 1,0 0-436,10-2 0,4-1 0,-3 0-60,-8 3 0,1-1-277,3 0 1,4 0 0,1-1-1,-4 1 277,0 0 0,0 1 0,1-1 0,5 0 0,0-1 0,-5 2-89,-1 0 1,-1 0 88,3-1 0,5 0 0,0 0 0,-5 1 0,-4 0 0,0 1 0,3-1 0,3-1 0,0 1 0,-4 0 855,-4 1 0,-1 0-885,9-1 0,4 0 0,-4 0 75,-10 2 0,-1-1-45,7 0 0,3-1 0,-5 1 0,6 0 135,-2-1 0,-1 0 45,-7 2 51,-1 0 1,-1-1-52,-5 2 270,12-3-360,-17 2 2799,3-1-2889,-8 2-1243,0 0-2034,-2 0 0,-13 1 2457,3-1 1,-13 1 0,6 0 0</inkml:trace>
  <inkml:trace contextRef="#ctx0" brushRef="#br1" timeOffset="-95013.73">7137 3717 24083,'13'0'270,"-2"0"-270,1 0 90,3-5 0,-1 4-45,2-1 0,1 0-45,1 2 45,4 0 0,0 0 45,-2 0 0,6 0 0,0 0-849,1 0 819,-5 0 0,4 0 0,-2 0-423,-6 0 0,1 0 385,3 0 1,4 1 0,1 1-1,-4-2-312,0 1 1,2-1 311,2 2 1,4 0-1,1-1 1,-4 1-810,0-2 0,0 0 787,-3 1 0,4 0 0,0 1 0,-2-1 0,0 0 0,-2 0 0,0 0 0,-1-1 0,1 1 0,1 0 22,0 0 1,2 0-1,0 0 1,-4 0-23,2 0 0,-1-1 0,0 1 0,2-1 0,0 0 0,-4 1 45,-3-1 0,-2 0 44,6 0 1,1 0 0,-3 0 0,4 0-223,-3-2 0,0 0 223,-8 1 180,15-7-180,-22 8 0,8-6-90,-13 5-154,1-2-3123,-3 0 0,0 1 0,-8-2 2457,5 1 1,-15-2 0,5 1 0</inkml:trace>
  <inkml:trace contextRef="#ctx0" brushRef="#br1" timeOffset="-91781.73">6019 2667 14639,'0'10'0,"0"-2"0,2-6 0,-1 2 0,1-4 180,-2 2 1888,1-1-1708,-1-6-360,-6-14 0,1-3 0,-5-5 0,3-2-90,3 14 90,0-4 0,0 0 0,0 1-90,-3-11 90,2 8-1576,0 6 1576,-1-4-793,-1 2 793,3 8-180,-5-5-90,5 11-1529,-4-1 810,4 4-2288,-4 12 527,5-9 2750,-1 20 0,4-16 0,0 10 0</inkml:trace>
  <inkml:trace contextRef="#ctx0" brushRef="#br1" timeOffset="-90015.73">6637 2708 14819,'0'-10'449,"0"1"-359,0 4 0,0 1 0,0 1 90,0-3-180,0 3 180,0-7-180,0 6 90,0-8-90,0 7 0,0-7 0,0 6 0,-3-8 90,2 6-90,-5-12 0,6 10-90,-6-19 90,4 18 0,-2-9 0,1 9 0,1 3 0,-1-5 0,1 7 0,-1-6 0,2 8-2069,0-2 1260,0 4-181,0 1-269,0 1-2018,-3 6 3016,1-5 1,-3 10 0,3-6 0</inkml:trace>
  <inkml:trace contextRef="#ctx0" brushRef="#br1" timeOffset="-88847.73">7317 2701 15988,'7'-17'899,"-1"-9"-764,0 9 0,-1-2-135,0-6 0,0 0 0,-1 6 0,1 1 0,-1-9 0,-1 3 0,-1 4 0,-1 0 0,0 0 0,-1 5-719,1-13-1,-1 19-2557,-5-7 2589,-3 10 1,-3-1 0,0 4-1</inkml:trace>
  <inkml:trace contextRef="#ctx0" brushRef="#br1" timeOffset="-86744.73">6102 3682 12570,'0'-8'719,"0"1"-359,0 6-270,0 0 270,0-1 0,0 1-270,0-1 1079,0 1-989,-7 14-90,1-6 45,-3 6 0,-1 1-45,-2-3 89,-2 3 1,1 1-90,1-2-45,0-1 0,1 0 45,2-2-90,-3 3 0,1-1 90,2-3-90,-10 11 0,11-10 90,-10 9-90,12-14 0,-5 5 0,7-7 0,-4 5-3277,5-5 2477,9 1 0,-1-3 1,10-1-1</inkml:trace>
  <inkml:trace contextRef="#ctx0" brushRef="#br1" timeOffset="-85298.73">6716 3700 10681,'0'-8'630,"0"2"-181,0 3-269,0 1 270,0-2-270,0 2 270,3-3-271,-2 3 181,2-2-270,-1 2 450,-1 0-360,1 6 180,-2 4-181,0 1 181,3 10-270,-2-10 360,2 16-270,-3-12 180,0 17-180,3-15-46,-3 2 1,0 1-135,2-3 90,-1 2 0,-2 0 0,1-3 0,0 2 0,0 0 0,0-1 0,0 2 0,0 1-90,0-4 90,0 17-90,0-22 90,0 9-90,0-12 0,4 4 90,-3-7-90,3 1 0,-4-2 0,0-1 0,0 0 0</inkml:trace>
  <inkml:trace contextRef="#ctx0" brushRef="#br1" timeOffset="-84347.73">7340 3694 13739,'7'-7'900,"-3"1"-541,4 10-179,-4-3 900,4 20-181,3 4-629,-2 2 0,-2-4 0,0-1-90,-3-2-135,1 4 0,-1 1-45,-1-1-90,0 4 0,0 0-450,-1-2-553,-1-4 1,0 3 0,1-3 436,-2 6 1,1-3-1,0-2 1,-1-4 0</inkml:trace>
  <inkml:trace contextRef="#ctx0" brushRef="#br1" timeOffset="-72778.73">5954 3731 7803,'-8'4'1619,"2"-3"-1439,4 3 3096,1-4 0,17 0 0,4 3-2491,7 1-695,-11-2 0,0 0 0,2 3-45,7-3 0,1-2 45,0 3-30,-3-2 0,4-1 0,-1 1-1259,0-1 1,-2 0 1198,5 0 0,-1 1 0,-6-1 0,-2 0-683,1-2 1,-1 0 682,6 1-498,-1-3 0,0 0 498,-2 3-228,2-1 1,0-1 227,1 0 0,-6 2 0,0-1 0,1 0 0,-2-1 90,6 1-45,3 0 0,1-1-45,-5 1 45,4 0 0,1 1 45,-5-1-45,4 1 0,-1-1-45,-4 1 90,2-1 0,-1 0-90,-3 0 89,2-1 1,0 1-90,-3-1 0,-4 1 0,0-1 90,14-2-90,-10 1 0,2 0 0,0 0 0,-3 0 0,4 0 0,-1-1 0,-2 1 754,4-1 1,1 0-755,-7 1 0,-1 0 45,10-2 0,-2 0-45,-8 2 0,-1 0 45,3-1 0,-1 0-135,-4 0 135,2 0 0,-1 0-45,-2-1 90,14-6-90,-17 7 360,10-8-270,-12 6 1603,5-11-1693,-9 9 0,2-7 90,-5-3-90,0 6 1622,-7-17-1712,-8 3 90,0 3 0,1 6 0,-1 2 0,0 3 45,-3-1 0,0 0-45,-1 3-45,-5-3 0,-2 0 45,4 5-1187,-5-2 1,-1 1 1186,6 4-1135,-5 0 1,-1-1 1134,2 1-372,6 2 0,-4 0 0,3-1 372,-9 0 0,8 1 0,-4 0 0,4 0 0,-10 0 30,9 1 0,-3 0 0,3 0-30,-8 0-4,7 0 1,-4 0-1,2 1 49,-5-1 0,2 0-45,-1 0 0,-1 0 0,8 0 0,-1 1 0,1 0-45,-6 0 0,0 1 735,5-1 1,-1 1-691,-2-1 0,-2 1 0,3 1 45,9-1 0,0 1-15,-8-1 0,-3 1 0,3-1-30,7 1 0,0 0 0,-10-1 0,-4 1 0,4-1 889,11 1 1,-1 0-890,-4 0 0,-3-1 0,3 1 2102,-2 0-2102,3 0 0,0 0 0,1 0 259,-7 0-259,8 4 90,6-3-90,-11 7 0,12-7 0,-13 10 90,12-7-90,-13 12 0,13-8 0,-4 3 0,1 0 0,1-1 45,-2 2 0,0 1-135,5-3 135,-2 4 0,1-1-45,2 1 45,-1 4 0,0-1-45,2 0 0,-1 1 0,1 1 0,1-3 0,1 1 0,1 1 0,1-4 45,1 5 0,2 0-45,0-4 311,1 3 0,1 1-221,10 11 0,-2-5-45,2-6 0,1-2-45,2-4 90,0 1 0,1 0 0,1-1-45,5 0 0,1 0 45,-1-2-45,7 1 0,1-1-45,0-1 60,-2-3 0,5 1 0,-3-1-71,-9-3 0,1 0 33,3 0 1,5 0 0,0 0-1,-4-1-22,-2-1 0,0-1 0,2 0 0,3 1 0,1-1 0,-5 0 0,0-1 0,0 0 0,1 0 0,4 1 0,-1-1 0,-3 0 0,-1-3 0,-1 1 22,2 0 1,4 1-1,0 0 1,-4-1-23,-1-1 0,0 0 0,2 0 0,4-1 0,0 1 0,-4 0-501,-1 1 1,1-1 500,0 0 0,4-2 0,1 0 0,-5 0-1390,0 1 0,-2 0 1390,0 0 0,2 0 0,-1-1 0,-1 1 0,-1-1 0,-1 0-179,-1 1 1,1-1 178,7-2 0,3-1 0,-4 1 0,-9 2 0,-1-1 0,7-1 0,3-2 0,-3 1 0,-9 2 0,1 0 0,5-3 0,4-1 0,-4 2 0,7-5-475,-7 2 0,4-2 0,-5 2 475,5-5 0,-8 4 0,1-2 0,-2 1 457,0-3-457,-2-1 0,0-3-45,-8 0 0,-1 0 45,1 4 0,-1-1 0,-5-11 0,-3 2 563,-8 6-563,5 5 0,-3-1-45,-8 1 0,-1 2 45,-5-4 0,3 5 0,-4-1 0,2 2-45,5 3 0,-1 1 45,-9-4 0,-6 0 0,5 1 0,7 4 0,-1 0-23,-1 0 1,-4-1 0,0 1-1,4 1 23,0 0 0,-1 1-23,-1 1 1,-4-1 0,-1 1-1,4 1 23,1 0 0,-1 0 0,-2 1 0,-5 0 0,0 1 0,4-1 0,0 0 0,1 2 0,4 1 0,-4 0 0,-1 2 0,1-1 0,4-1 0,-5-1 0,0 1 0,6 3 0,-4 1 0,-1 0 0,1 1 0,3-2 0,-4-1 0,1 1 0,0 1 0,-1 2 0,-1-1 0,2 0 0,-1 1 0,-1 0-353,3 0 0,-2 1 0,0 1 0,1-1 353,3-2 0,1 0 0,-1 1 0,0 0 0,-1 2 0,-1 1 0,-1 1 0,3-1 0,4-1 697,-1 0 0,1 2-697,-6 4 0,-3 2 0,4-2 0,9-5 0,1 0 0,-5 4 0,-2 1 0,4-1 0,-5 4 0,6-5 0,0 0 0,3-2 0,1 0 89,-4 3-89,0 0 0,-1 0 0,5-3 0,-1 0 0,1-1 0,4-2-89,-8 7 89,12-11 1465,-3 5-1465,5-7 3164,1 2-3164,1-3 688,0 0-688,0-2-90,0 1 90,5 0-3277,-4-4 0,9 2 0,4-8 0,1 8 2457,6-8 1,-7 8 0,2-3 0</inkml:trace>
  <inkml:trace contextRef="#ctx0" brushRef="#br1" timeOffset="-70264.73">6646 3581 9871,'0'-8'1350,"0"0"-721,0 6-539,0 0 450,0 1-2699,0 0 2159,0 6 0,0-5 0,0 5 0</inkml:trace>
  <inkml:trace contextRef="#ctx0" brushRef="#br1" timeOffset="-69431.73">5810 3704 11400,'-11'0'3276,"2"-3"-705,27 2-2211,4-4-180,2 3 0,1 1-343,-7-1 0,-1 1 253,15-2 0,-1 0-46,-16 2 1,1 1 0,6-2 0,4 1 0,1-1 0,-4 1-505,0 0 0,0 1 482,4-1 1,5 0-1,1 0 1,-6 0-23,-2 0 0,0 0 22,2 1 1,4-1-1,0 1 1,-4 0-23,-1-1 0,0 1 0,1-1 0,4 1 0,1 0 0,-5 0 0,-1 0 0,0-1 22,2 1 1,4 0-1,0 0 1,-4 0-23,-1 0 0,0 0 0,-2 0 0,4 0 0,1 0 0,-1 0 0,-4 0 0,2 0 0,0 0 0,2 0 0,4 0 0,-1 0 0,-5 0 0,-6 0 0,-2 0 29,7 0 1,2 0 0,-4 0-30,6 0 0,-2 0 0,0 0 0,-9 0 0,0 0 0,-1 0-89,-6-3-352,9 2 81,-15-2-2917,0 2 2057,-4-1-2057,-23-1 347,7 2 2761,-3 0 0,-1 0 0,-8 0 1,-3-1-1</inkml:trace>
  <inkml:trace contextRef="#ctx0" brushRef="#br1" timeOffset="-68197.73">5676 3662 17967,'19'0'360,"-1"0"-91,1 0-89,3 0 0,3 0-135,-9 0 0,2 0-1138,8 0 1,3 0 0,-2 0 1082,-9 0 0,0 0 10,4 0 0,4 0 0,1 0 0,-4 0 0,0 0 0,2 0 18,0 0 0,5 0 0,3 0 0,-2 0 0,-4 0-18,-5 0 0,-3 0 0,4 0 15,0 0 0,3 0 0,1 0 0,2 0 0,-1 0 0,-2 0-432,6 0 1,-1 0-1,-1 0 1,0 0 438,-3 0 1,-1 0-1,0 0 1,3 0-23,-2 0 0,2 1 0,1-1 0,1 1 0,-3-1 0,-1 1-408,-1-1 1,-3 1 0,1 0 0,0-1 407,3 1 0,2 0 0,-1 0 0,0 0-234,-1-1 0,0 1 1,-2 0-1,-3 0 234,-2 0 0,-1-1 74,6 1 1,2 0-1,-3 0-74,5 0 359,-8 0 1,3 0 0,-2-1-360,-5 1 0,-1 0 0,6 0 0,-1-1 90,10 1-90,-19 0 180,12-1-90,-15 0 1855,10 0-1675,-11 0 2233,1 0-2503,-6 0 0,-2 0 0,0 0 0</inkml:trace>
  <inkml:trace contextRef="#ctx0" brushRef="#br1" timeOffset="-64813.73">5841 3651 15088,'18'2'540,"-4"-1"-180,12 2-270,-12-3 45,8 2 0,0-1-135,2-1-1639,6 1 1,2 0 1232,-16-1 1,0 0 472,5 0 1,5 1-1,1 0 1,-1-1-448,0 0 1,-1 1 0,1-1 0,-1 0 379,0 0 0,-1 0 0,1 1 0,0-1 18,1 0 0,1 0 0,0 1 0,0-1 0,-1 0-159,1 1 1,-1-1 0,-1 0 0,1 1 170,4-1 0,-1 1 0,3-1-135,-4 1 0,3-1 1,0 1-1,0-1 1,-3 0 134,3 0 0,-3 1 0,1-1-30,-4 0 0,1 0 0,-1 0 0,1 1 0,1-1 0,0 0 0,0 0 0,-5 0 0,0 0 0,-1 0 30,0 0 0,1 0 0,-1 0-30,9 0 0,-3 0 0,-10 0 0,1 0 60,7 0 0,2 0 0,-3 0-60,-7 0 0,-1 0 60,7 0 0,5 0 0,-3 0 399,0 0 1,0 0-370,6 0 0,-2 0-90,-10 0 0,-2 0 1724,1 0-1634,-7 0-90,-5 0 0,4 0 90,-7 0 554,0 0 1,-2 0 0,-1 0-1</inkml:trace>
  <inkml:trace contextRef="#ctx0" brushRef="#br1" timeOffset="-62195.73">5561 3684 8342,'-8'2'540,"2"0"-270,3-2 0,1 1 89,0-1 451,0 0 1888,1 0-2248,5 4-180,1-3 180,21 7-360,-9-4 45,10-2 0,2 0-669,1 0 593,-4-1 1,4-1 0,-2-1-401,-7 1 1,1 0 394,0 0 0,5-1 0,2 0 0,-2 0 0,-3 0-711,5 0 0,1 1 675,-2-1 0,4-1 0,2 0 0,-1 0 0,-5 1 12,-5-1 0,-3 1 0,3 0-12,3-1 0,5 1 0,2 0 0,0-1 0,-2 1-499,-1-1 0,-1 0 0,0 0 0,-1 1 0,0-1 481,-2 1 0,-2 0 0,1 0 0,0 1 0,2-1 0,2-1 0,3 1 0,1-1 0,-1 0 0,-3 1 0,-3-1-483,-2 1 0,-3 0 0,2 0 483,1 0 0,3-1 0,0 1 0,0-1-245,-2 0 0,0 1 1,-1-1-1,-2 1 245,7-1 0,2-1-118,-2 1 1,4 0 0,0-1-1,-5 1 118,-4 0 0,0 0 0,0 1 0,3-1 0,0-1 0,-4 2 0,-3-1 0,0 1 137,6-1 1,2 0 0,-3 1-48,5-1 289,-3 0 1,0 0-290,-9 0 1559,12 0-1559,-21 1 450,4 0-450,-11 0 976,1 1-3944,-9-1 3385,1 1-2666,-5 0 2159,-11 0 0,4 4 0,-11 2 0</inkml:trace>
  <inkml:trace contextRef="#ctx0" brushRef="#br1" timeOffset="-61580.73">5741 3657 12030,'-13'1'1439,"1"0"-1124,-4 2 0,-1 0-135,-8-2-848,4 4 1,-3 2 817,0-2 0,-3-1 0,0 1-874,1 1 1,-1 1 0,0 0 0,0-1 790,0 0 0,0 0 1,0 0-1,0 0-113,-1 0 1,0 0 0,-1 0 0,0 0 117,4 0 0,-1-1 0,0 1 0,1-1 0,1 0-42,-3 1 0,1-1 0,-3 1-1,3-1 1,-3 1 0,-3 1 0,1-1 0,2 0 0,4-1-30,1-1 0,3 0 0,-2 0 0,-2 1 0,-2 0 0,-2 0 0,2 0 0,4-1 0,-1 0 0,1 0-30,-5 1 0,-4 1 1,5-1-61,-2 0-1080,3 1 1,2-1 90,12-1 1079,-2 0 0,13-3 0,1-1 0</inkml:trace>
  <inkml:trace contextRef="#ctx0" brushRef="#br1" timeOffset="-60762.73">3702 4091 11580,'-9'0'270,"3"-5"90,0 4-90,3-9-90,7 4-90,-4-3 45,14 3 0,4 1-45,-5-2 44,12 2 1,2 2-45,-4 1 90,2-1 0,-1 3-90,-5 8 315,-2 1 0,-3 3-315,-6 7 179,-6 3 1,-2 2-90,-2-3 135,-11 5 0,-2 0-135,4-4-90,-7 2 0,-2-2 0,7-6-1,0-2 1,2-1 270,5-4-270,7 0 0,14-9 0,5-4 0,9 2-1183,-3-4 1,3-3 0,-2 2 1034,-7 3 1,1-1 79,1-2 1,5-2-1,0 0 1,-4 1-337,1 1 1,-1-1 358,1 1 0,4-2 0,1 0 0,-5 1 0,-2 1 0,0 0-23,0 0 1,3-1-1,-1 0 1,-4 1 22,-3 1 0,-1 1-45,12-6 0,-3 1-540,-13 2 1,2-1-2738,-18 5 0,2 3 3662,-3-4 0,5 1 0,0-3 0</inkml:trace>
  <inkml:trace contextRef="#ctx0" brushRef="#br1" timeOffset="-60114.73">6103 2904 11221,'-12'-6'1169,"1"-5"-270,-11 1-809,7-1 225,-6-1 0,-3 2-1457,-2-2 1322,1 2 0,-5-1 0,3 1-710,4 2 1,0 1 618,1 1 1,-4-2 0,-2 1 0,1 0 0,3 1-30,3 0 0,1 2 0,-3-2-15,-2 0 0,-5-1 0,-2 0 0,-1-1 0,2 1 0,5 1-335,1 1 0,2 0 0,-2-1 290,-2 1 0,-3-2 0,-3 1 0,0-1 0,2 2 0,5 0 0,3 1 0,3 0 0,-3 1 18,-4-1 0,-4 0 0,-2 0 0,2 0 0,4 2 12,5-1 0,3 2 0,-3-1-12,-2 0 0,-3 0 0,-2 0 0,2 1 0,5 0-18,-4-1 0,2 2 0,-7-1 0,-3 0 0,5 0 0,12 1 0,2 0-1113,-15-1 0,2 1 1113,12 0 166,-6 0-1065,25 4 376,-4 0-1816,11 7 1812,-4-3 527,4 8 0,-3-6 0,0 5 0</inkml:trace>
  <inkml:trace contextRef="#ctx0" brushRef="#br1" timeOffset="-59361.73">3841 2577 10951,'0'-11'1709,"0"-5"-1439,0 10-1,0-6 541,0 10-360,0 17-360,5 1 0,-3 8 0,0 1-45,2-10 0,0 0-1138,0 10 1,0 3 0,-1-4 1079,0-7 0,1-1 73,0 9 0,0 3 0,0-5-60,2 3 45,-1-1 0,1-1-45,-2-6 45,1-1 0,-1-2 135,-1-4 1349,1 4-1619,-12-32 180,7 9-135,-9-15 0,0-3 45,4 3-625,0 3 0,-2-4 0,2 3 625,2 5 0,0 0 0,-1-8 0,0-3 0,0 4 0,-1-8-45,2 2 0,-1 1 45,3 9 2327,-3-7-2417,4 20 90,0 12-1394,1 18 0,0 6 126,0-8 0,0 1 1268,0 0 0,-1 4 0,1 1 0,0 0 0,1-4 0,0-1 0,1-2 0,-1 1 0,1 5 0,-1 0 0,0-1 0,1 1 0</inkml:trace>
  <inkml:trace contextRef="#ctx0" brushRef="#br1" timeOffset="-32313.73">6295 4962 9871,'-10'8'1440,"-2"-1"-1261,9-2-89,-2-3 270,3 1-270,1-2 180,0 1 90,-1-1-180,1 0 179,0 3-179,0-2 180,0 3-360,0-2 180,-1 3-90,1-3 0,0 2 0,0-3 1259,0 0-1349,1-11 0,0 2 0,0-17 0,0 12 0,0-17 0,-4 16-90,-1-17 90,0 16 0,-2-3 0,0 1 0,1 2 0,-6-1 0,-1-1 0,-1 3-45,-3 0 0,0 0 45,-1 3 0,-3 2 0,-1 0 0,1 3-45,-6 2 0,-1 1 45,5 1 0,-5 5 0,1 2 0,7-4 0,0 9 0,0 2 0,3-5 0,-1 7 0,2 4 90,0 5-1040,6-10 0,1 0 950,1 7-2762,2 0 2762,3-8-248,-3 17 248,4-18-155,-1 13 155,1-16 1248,1 9-1248,0-12 3092,1 5-3092,-1-7 1142,1 0-1142,-4-8 0,-2-8-90,-4 0 90,-3-12 0,3 14 0,-10-14 0,11 14 0,-12-12 0,12 14 0,-11-8-90,12 11 303,-6-3-213,10 7 0,-2 0 0,3 6 0,0 7 0,1 1 90,-1 14-90,2-12 0,2 3 0,2 1 45,6-6 0,0 0-45,5 15 45,2-13 0,1-4-45,-4-2 45,5-1 0,-1-1-45,-1-2 0,4-2 0,1-1 0,-3-1 0,3-7 0,1 0 0,-2 3 0,3-11 0,2-3-90,1 3-90,-11 3 0,-1 0-2698,-1 0-399,-18 10 3106,-12 7 1,0 4 0,-9 7 0</inkml:trace>
  <inkml:trace contextRef="#ctx0" brushRef="#br1" timeOffset="-29382.73">5836 7937 8252,'5'-11'0</inkml:trace>
  <inkml:trace contextRef="#ctx0" brushRef="#br1" timeOffset="-28764.73">5660 7658 10411,'-3'-11'540,"4"-4"-270,-17 6-180,8-4 134,-9 0 1,-4 1-135,-2-4-1183,2 4 1,-5-3 0,3 1 819,4 3 0,0 1 273,0-2 0,-3 0 0,2 0 30,1 1 0,1 0 0,0 0-57,-1-2 1,-1 0 0,-1-1 48,-2 0 1,-3-3 0,1 1-1,1 1-22,2 0 0,1 2 0,-3-2-18,1 2 0,-3-1 0,-1 0 0,1 1 0,1 2-162,-1 1 0,2 2 1,-1-1-1,-5-2 0,0 0 0,1 1-840,5 5 1,2 2 0,3 2-151,-2 6 271,-5-3 1063,17 12 0,3-6 0,0 6 0</inkml:trace>
  <inkml:trace contextRef="#ctx0" brushRef="#br1" timeOffset="-28015.73">5806 8296 11580,'2'-10'720,"-1"2"359,-15 3-179,-9 3-720,-6 7-1273,7 0 1,-4 2 0,2 1 964,3 1 1,-3 3 231,1-1 1,-6 1 0,-2 2 0,-1 1 0,1-2 0,5-1-368,3-1 1,4-2 0,-1 1 0,-4 2 282,3-2 0,-3 2 0,-2 2 0,-2 0 0,0 0 0,0 0 0,1-1 0,3 0 0,3-2 2,-5 2 1,5-2-1,0 0 1,-4 1-12,3 0 0,-2 0 0,-3 2 0,0 0 1,0-1-1,1 1 0,2-2 0,3-2-11,-7 4 0,4-2 0,-2 1 0,3-2 0,-4 2 0,0 0 0,0 0 0,2-1 0,4-2 45,-7 2 0,2-1-68,3 0 1,-3 0 0,0 0-1,4-2 23,5-2 0,1-1-193,-5 1 0,-1 1 0,4-1 13,-2 0-765,2 0 1,0 0 44,9-3-2377,-6 4 258,12-6 3558,1 0 1,2-1 0,0 0 0</inkml:trace>
  <inkml:trace contextRef="#ctx0" brushRef="#br1" timeOffset="-12764.75">5705 7933 11311,'0'4'1619,"1"-7"-1439,5 20 359,14-2-179,1 8-315,-9-13 0,3 0-1684,13 4 1,0-1 1383,1-3 375,-4-3 0,5-1 0,-4-1-75,-8-2 0,2-2-353,2 0 1,4 0 0,1 0 0,-4 0 352,2 0 0,0-2-402,3-1 0,5-2 0,1 0 1,-5 0 356,0 1 0,1-1-185,-5 0 0,4-2 0,2 0 0,-2 0 0,-4 1 185,-3 1 0,-3 0 0,3 0 15,3 0 0,4-1 0,2-1 0,0 0 0,-1 1 0,-5 1-15,0-1 0,-3 1 0,3 0 15,1 0 0,4-1 0,3-1 0,0 1 0,-2 0 0,-5 0-15,-2 2 0,-3-1 0,3 0 0,-1 1 0,4-1 0,1 0 0,1-1 0,-3 1 0,-3 1 0,1-1 0,-3 1 0,3 0 0,4-1 0,4-1 0,1 1 0,-1-1 0,-5 2 0,-4-1 0,-3 2 0,3-1 18,3-1 0,4 0 0,1 0 0,-1 0 0,-5 0-18,5-1 0,0 1 0,-1-1 0,4 0 0,0 0 0,-5 0 0,-3 0 0,-1 0 152,2-1 1,4 0 0,1-2 0,-3 2-153,-4 0 0,-2 1 0,0-1 0,4-1 0,0 0 0,1 0 0,3-1 0,0-1 0,-5 1 0,-8 3 0,-1-1 0,7-4 0,2-1 0,-3 1 0,0-3 0,1-3 0,-1 0 0,-6 1 435,-1-1 1,0-1-436,-5 1 683,-1-1 0,-1-1-683,-3 2 0,1-8 2335,-5-1-2335,-7 8 0,-2 0 0,4 1 0,-1 1 0,-13-9 0,-3 2 695,-1 4-725,2 5 0,-5-1 0,2 1 48,5 5 1,-2 0-19,-4-1 0,-5 0 0,-1 0 0,3 2-445,-1 0 1,-1 1 444,6 3 0,-3-1 0,-2 0 0,-1 1 0,2 0 0,3 0-448,-3 1 1,3 0 0,-5 1 435,4 1 1,-5 0 0,-2 0 0,-2 1 0,-1-1 0,2 1-1,2-1 1,4 1-388,-3-1 1,5 0-1,-1 0 1,-4 2 389,6-1 0,-3 1 0,-2 1 0,-2 0 0,0 0 0,0 1 0,0-1 0,2 0 0,2 0 0,4 0-14,-8-1 1,6 1 0,0-1-1,-4 2-67,2 0 0,-3 1 0,-2 0 0,-1 1 0,-1 1 0,2-2 1,3 1-1,3-1 0,-1 0 0,3 0 0,1-1 0,-3 2-167,0 0 0,-4 0 0,-1 2 0,-1-1 0,1 0 0,2 0 0,5-1-73,-4 2 0,4-2 0,-2 2-326,0 0 1,-5 2-1,0 0 1,2-1 0,6 0 519,-2 0 0,4-1 1,0 1-1,-1 1 0,3-2 1,-1 4-1</inkml:trace>
  <inkml:trace contextRef="#ctx0" brushRef="#br1" timeOffset="109137.27">9276 3579 14189,'21'5'719,"3"0"1,4 2-540,1-1 0,3 1 0,-1-1-1144,-5 0 0,-1-1 0,3 1 1036,-2-2 0,3 1 0,1-1 0,-2 0 0,-3 0 18,5 0 0,1 0-54,-4-1 0,5 1 0,2 0 0,-2-1 0,-4 0-441,-2 0 0,-4-1 1,5 1 419,-1-1 0,4 1 0,3-1 0,0 1 0,-2-1 0,-4 0 15,2 0 0,-4 0 0,4 0-30,-5 0 0,4-1 0,2 1 0,0 0 0,0-1 0,-3 1 0,-2-1 30,4 1 0,-3-1 0,4 0-30,-3 0 0,4-1 0,3 1 0,1 0 0,-1 0 0,-3-1 0,-4 1 30,4 0 0,-4-1 0,3 0-30,-5-1 0,4-1 0,1 0 0,2-1 0,-2 0 0,-2 1 0,-5-1 0,1 0 0,-4 1 0,3-2 0,3-2 0,3-2 0,1-1 0,-1 1 0,-5 1 0,4-2 0,-1-1 18,-5 1 0,2-1 0,2-2 0,-2 1 0,-4 1-18,4-2 0,-2-2 44,0-1 1,4-3 0,-2-1 0,-3 3 0,-2 0 0,-2-2 22,1-3 1,1-5 0,1-1-1,-4 1-44,-5 4 0,-2 0 0,-1-1 0,-1-1-23,1-2 0,-1-3 0,-1 0 0,0 1 0,-2 1 0,1 3 0,-2 1 0,0 0 0,-4-1-23,-4-6 1,-4-2-1,-2 1 1,1 5-23,-2 2 0,-3 0 45,1 5 0,-4-4 0,-1-1 0,-1 1 0,3 4-359,0 2 0,1 3 0,-3-1 344,0 0 0,-4-1 0,-2-2 0,0 1 0,1 1 1,2 3-89,-1 0 1,1 1-1,-3 1 88,0-1 0,-3 0 0,-3 0 0,0-1 0,1 2 1,5 1-16,-2 0 0,3 3 0,-4-2 30,5 3 0,-3-1 0,-3-1 0,-1 1 0,0-1 0,1 1 0,2 1 0,4 0-60,-9-1 0,5 1 1,-5-1 47,9 3 1,-4-1 0,-3-1 0,0 1 0,0-1-1,1 1 1,2 1 0,4 0 11,-6-1 0,5 2 0,-4 0 0,0 0 0,-3 0 0,-3 0 0,1 0 0,1 1 0,5 0 0,-1 0 0,4 1 0,-4 0 0,2 1 0,-4 1 0,-3 0 0,1 0 0,2 0 0,4 0 0,0-1 0,4 0 0,-4 2 0,3 1 0,-5 1 0,-1 2 0,0-1 0,2 0 0,4-1 0,-1 0 0,4-1 0,-4 2 0,-2 2 0,-4 2 0,-2 2 0,2-1 0,5-2 30,4-1 0,2-1 0,-1 3 6,-5 2 0,-4 3 0,-1 2 0,2-1 0,5-1-36,-2 2 0,1 1 36,5 0 0,-2 2 0,-2 2 0,3-1 0,3-2 9,1 3 0,2 2 0,1 0 0,-2 5 0,0 0 0,4-3-45,0-2 0,3 1 44,0 0 1,1 4 0,-1 0 0,3-4-45,1-2 0,2 0 45,1 1 0,2 3 0,-1 0 0,1-4 0,-1-1 0,2 0-23,3 2 1,3 3 0,0 0-1,-1-4-22,-2 0 0,2-1 36,2 0 0,3 3 0,2 1 0,-1-1 0,-2-4 9,3 4 0,0-2-9,0-2 0,3 2 0,1 1 0,0-1 0,-2-5 9,3 1 0,1-1-27,-2-4 0,4 2 0,1 0 0,0-1 0,-3-2-18,6 2 0,1-2 36,-3-2 0,4 1 0,1 1 0,0-2 0,-4-1-36,-4-2 0,-1-1 0,3 0 0,-1-1 0,3 0 0,2 1 0,2 0 0,0-1 0,0 0 0,-1-1-166,0-1 1,1 0 0,-1-2-1,0 1 1,0 0 0,0-1 180,0 2 0,0 0 0,-1 0 0,1 0 0,0-1 0,1 0-28,0-1 0,2-1 0,1 0 0,-1 0 0,-2-1 1,-1 0-1,-4 0 21,2-1 0,-4-1 0,3 0 7,-1 0 0,4-1 0,1 1 0,0-1 0,-1-1 0,-5 1-15,2-1 0,-4-1 0,3 0-18,3-1 0,5-2 0,1 0 0,-1 0 0,-5 1 18,-5 1 0,-2 0 0,1-1 0,4-2 0,4-3 0,0 0 0,-1 0 0,-4 2 30,-4 1 0,-3 1 0,2-3-45,0 0 0,3-3 0,1-1 0,1-1 0,-1-1 0,-2 2-72,-1-2 1,-1 1-1,-1-1 1,0 0 0,0 0 68,1 1 0,0 0 0,0 0 0,-1-1 0,1 0 18,0-3 0,1-2 0,-1 0 0,-1 2 0,-4 3 305,1-1 1,-2 1-306,3-7 0,2-4 0,-4 3 0,-6 10 0,-1-1-30,0-7 0,0-3 0,-2 2 30,-2 8 0,-3 0-30,-4-9 0,-4-4 1,-1 4 29,3 6 0,-3 1-23,-5-2 1,-3-3-1,-2-1 1,2 5 22,-1-1 0,-2 1-18,2 4 0,-4-3 0,-1 0 0,0 2 0,3 2 106,2 2 0,2 3 1,-4-2-104,-2 0 0,-5-2 0,-3 0 0,1-1 0,1 2 0,4 2 243,-1 1 0,4 1 1,-5 0-242,3 1 0,-3-1 0,-3-1 0,-1 0 0,1 0 1,2 2-1,4 1 13,-5-1 0,5 2 0,-5-1-13,5 1 0,-4 0 0,-2 0 0,-1 0 0,1 0 1,2 0-1,3 1-240,-7-1 1,5 2 0,-5-1 252,6 1 0,-5 1 0,-1-1 0,-1 0 0,0 0 0,3 1 0,3 0 0,-6 0 0,4 1 0,-5 1-12,8 0 1,-4 0 0,-2 0 0,-2 0 0,0 1 0,1 0-1,0 1 1,4 1 11,-1 1 0,2 1 0,1 1 0,0 1 0,0-1 0,-2 0-15,-2-2 0,-1 0 0,0 0 0,0 0 0,-1 1 0,0 3 26,6 1 0,-1 0 1,0 2-1,-1 1 0,2 1 1,0 0-1,1 1 0,1 1-254,-2 3 1,2 2 0,1 1 0,1 0 0,0 0 0,-2-1 182,0-1 0,-1-1 0,0-1 0,0 1 0,2 1 1,0 3-273,3 1 1,0 3 0,1 1 0,1 1 0,1-1 0,2-2 0,3-3 31,-1 1 0,4-2 0,0 3-356,1 5 1,0 4-1,1 2 1,2-1 0,3-5 357,6-2 0,2-3 0,1 1 0,-2 1 0,1 1 0,0 0 0,3-4 0,4-4 1,0-1-1,0 1 0</inkml:trace>
  <inkml:trace contextRef="#ctx0" brushRef="#br1" timeOffset="112450.27">11116 3010 13110,'1'-7'-1799,"1"2"0,-1 5 1799,0 0 0,1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5:43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5623 7354 9152,'-9'-7'629,"2"2"-269,4 2-90,-1 1 90,1 1-180,-1-1 0,1 1-90,1 0-90,0 0 0,1 1 90,-1-1 179,1 1 1,0-1 360,-1 16-450,0-5 179,0 18 1,1 3-680,0-15 0,1 1 455,-1 4 0,0 6 0,1 0 0,0-3-680,-1 0 1,2 1 634,-1-2 0,2 5 0,-1 1 0,0 0 0,0-4-530,0-2 1,-1-2 0,1 3 484,0 1 0,1 4 0,0 3 0,0-1 0,0-2 0,0-3-15,-1 1 0,1-3 0,1 5-5,-1-4 1,0 3 0,0 4 0,1 0-1,0 1 1,0-2 0,0-1-26,1-2 0,-1-2 0,2 0 0,-1 0 0,0 1 0,1 1-190,-1 1 0,1 2 0,0 1 0,0-1 0,0 1 1,1-1-1,-1-2 190,2 1 0,-1 0 0,1-1 0,0-1 0,0-1 0,0-2 0,0 1 0,-1-2 0,1-1 0,1-1 30,2 3 0,1-2 0,-1-4-30,0-2 11,-1-2 0,1-1-11</inkml:trace>
  <inkml:trace contextRef="#ctx0" brushRef="#br0">7462 9012 10027,'31'-4'0,"0"0"0,-3 0 0,-4 0-130,5-1 0,-5 1 1,4-1 129,-3 0 0,3-1 0,2 0 0,0 0 0,-1 0 0,-4 0 0,5 0 0,-3 0 0,4-1 0,-7 2 0,3-1 0,3 0 0,1 0 0,0-1 0,-1 1 0,-3 0 0,-3 1 0,8-1 0,-4 1 0,3-1 12,-5 1 1,4-1 0,2 0 0,1 1 0,-1-1 0,-3 1-1,-4 1-12,1 0 0,-4 1 0,3-1 0,3 0 0,3-1 0,2 0 0,-1 0 0,-6 1 0,4 0 0,0-1 18,-6 1 0,4-1 0,1 0 0,-1 0 0,-3 0 42,-2 0 0,-2 0 0,0 0-30,6 0 0,0-1 0,-3 0 150,3-2 0,-5 0 872,-7 1-962,6-3 90,-10 0-90,-4 3 1108,4-8-1198,-7 9 2463,5-9-2283,-5 6-180,2-3 2001,-1 0-2001,-4 5 0,3-15 0,-3 8 1045,1-11-1045,-1 6 0,0-1 0,0-9-1093,-1 2 1,1-5 0,-1 4 914,0 4 1,0-2 117,-2 2 0,0-3 0,0-4 0,-1-2 0,0 0 1,-1 1-273,0 5 0,0-1 0,0 0 1,0 0-1,-1-1 0,0 0 0,-1-2 323,0 3 0,0-1 0,0-2 0,-1 0 0,0 0 0,-1 0 0,1-1 0,0 2 0,0 0 0,0 2 9,0-4 0,0 0 0,0 2 0,0 0 0,0 0 0,-1 0 0,0 0-12,-2 1 1,0-2 0,-1 0 0,-1 0 0,1 1 0,-1 2 0,2 3-1,1 3 12,-2-3 0,0 4 0,-1-2 0,0 0 0,-3-2 0,-1-1 0,1 1 0,2 6 0,-1-1 0,0 3 30,-4-4 0,-3 0 0,4 3-30,-3 0 45,2 2 0,1 2-45,7 4 0,-5-3 0,12 10 2466,0-1-2376,-12 9-90,6-1 45,-13 4 0,-4 1-45,1-1 0,0-1 1215,-2 0 0,-2 1-1215,1-2 0,-3 1 0,-1-1 0,4-1-686,-1 0 1,-1 1 685,6-2 0,-5 1 0,-2 1 0,-1 0 0,3-1 0,3 0-657,-1-1 0,3 0 0,-4 1 657,4 0 0,-5 0 0,-2 0 0,-1 1 0,0 0 0,3-1 0,3 0-424,-1 0 1,4-1-1,0 1 1,-5 0 413,5-1 0,-4 2 0,-1-1 0,-2 1 0,-1 0 0,1 0 0,1 0 0,2-1 0,3 0-308,-8 2 0,5-1 1,-1 0-1,-4 1 318,6-2 0,-4 2 0,-2 0 0,-1 0 0,-1 1 0,1-1 0,1 0 0,2 0 0,3-1 0,0 0 0,4 0 0,0-1 0,-1 1 0,-3 0-9,3-1 1,-2 1 0,-2 0 0,-1 1 0,-2 0 0,0 0 0,0 0 0,0 0 0,0 0 0,2-1-1,2 0-82,-4 0 1,1 1-1,1-1 1,0-1-1,1 1 1,0 0-1,-1 0 1,0 0 90,-1 0 0,1 0 0,-1 0 0,0 1 0,1-1 0,-1 0 0,0 0 0,-1 0-30,3 0 0,-2-1 0,0 1 0,-1 0 0,1-1 0,1 0 0,1 0 0,2 0 0,1-1-295,-7 1 0,4-1 0,0 0 1,0 0 216,1 0 0,0 1 0,-1-1 0,1 0 0,1-1-679,0 0 1,1 0 0,1-1 0,5-1-1013,-10 1 2024,7 0 0,6-3 0,18-5 0,3-3 0</inkml:trace>
  <inkml:trace contextRef="#ctx0" brushRef="#br0">5884 9012 15567,'17'-1'45,"7"-1"0,1 0-45,2 2-86,-1 1 0,7 1 1,1 0 85</inkml:trace>
  <inkml:trace contextRef="#ctx0" brushRef="#br0" timeOffset="1100">8315 7607 10951,'-19'-5'2968,"0"1"-1529,3 4-1169,5 0 630,3 0-721,7 0 721,-2 0-360,3 3-91,4-2 181,16 2-495,4-5 0,6-3-68,-7 2 1,3-2-1,0 1 1,0 0-603,1-1 1,0 0 0,2 0 552,-1 0 0,2-1 0,2-1 0,-3 1 0,-3 1 12,-4 1 0,-3 1 0,3-1-45,2 0 0,4-1 0,3 1 0,1-1 0,-1 0 0,-3 1 33,1 0 0,-2 0 0,0 1 0,0 0 0,0-1-18,1 1 0,0-1 0,0 0 0,0 1 0,0-1 0,2 1 0,2 0 0,-1 0 0,-3 0 0,-4 1 0,1-1 0,-2 1 0,7 0 0,4 0 0,-5 0 0,-13 1 0,0-1 45,14 0 0,-3 1 45,-10-1 90,13-1-90,-20 2 90,11-2-90,-13 1 180,11-2 89,-9 1-179,0 0 90,-4 2-90,-5 0 433,-1 0-1333,0-1-2557,-6-4 528,5 2-528,-23-2 2621,11 5 1,-2 4-1,-1 3 1,-5 5 0</inkml:trace>
  <inkml:trace contextRef="#ctx0" brushRef="#br0" timeOffset="3266">8311 8118 8792,'-7'8'0,"3"-2"0,0-4 0,3-1 270,-1 1-90,2 0 359,-1 1-269,0-2 540,-1 3-91,-1-1 1,-1 1-540,1-1 450,-3 0-361,4-2 451,-4 1-450,4-2 449,-2 1-539,3-1 3096,-1 1-2324,18-1-593,0 1 1,4-1-180,2 0 0,3 1 0,1-2-938,-1-1 0,1-1 0,0-1 0,-1 1 758,1 0 0,0 1 0,0-2 22,1-1 1,2-1-1,-1-1 1,-4 1-283,-3 0 1,1 0 259,0 1 0,4-1 0,1 1 0,-5 0 45,-1 1 0,0-1-45,2 0 0,4-2 0,1 0 0,-3 1 0,-3 0 0,-1 1 0,0-1 0,3 0 0,0-1 0,1 1 30,3-2 0,-1 0 0,-3 1-30,5-2 0,-8 2 0,1 0 0,-3 1 90,-2-1 397,12-5-217,-22 8 0,3-1 0,-8 3-90,0 1 2929,-2 0-3469,1 0-1299,-10 0-1039,-9 0 1438,0 1-379,-1 2 1,0 2-1639,-1 3 2722,3-4 1,0 2 0,-6 8-1,-1-4 1</inkml:trace>
  <inkml:trace contextRef="#ctx0" brushRef="#br0" timeOffset="4983">6098 7490 13199,'-7'-4'3276,"1"2"-345,2-12-2841,2 5 45,-1-13 0,3-7-105,3 6 0,2 0 0,-1-1-625,-3 3 1,-1 0-1,2-2 640,3-2 0,2-3 0,1 1 0,-2 4 0,-3 3 0,1 1 45,3-7 0,2-3 0,-1 4 90,0-5 89,-1 2 1,-2 1-180,-2 8 426,0 1 1,-2 1-427,-5 4-90,3-1-953,-3 9 234,4 8-91,-5 1-1708,2 7 1438,-2-4-2197,0 4 972,5-6 2305,-1 5 0,1-5 0,0 2 0</inkml:trace>
  <inkml:trace contextRef="#ctx0" brushRef="#br0" timeOffset="5533">5706 7060 10771,'0'-12'1439,"0"2"-629,-6 3-541,1 2 91,-7-1-360,1 4 180,-6 0-180,5 7 180,-13 3-180,13 7 45,-1-1 0,0 0 45,3 7-90,-1 5 0,1 0 90,3-3-45,2 0 0,1 0 45,4-4 0,17 4-90,-7-11-45,9-6 0,2-3-45,-2-2-450,6-7 0,-1-2 1,-2 5-1100,3-12 1,-1-1 1465,-4 3 1,-7 2 0,-2 0 0,-2 0 0</inkml:trace>
  <inkml:trace contextRef="#ctx0" brushRef="#br0" timeOffset="5716">5773 7158 11760,'-6'-9'1170,"-1"3"-1170,3 3-180,1 9 0,2 2-1459,4 10 1,3 4 1605,0 1 0,1 0 0,1 3 0,1-1 0,0-4 0,-1 0 0</inkml:trace>
  <inkml:trace contextRef="#ctx0" brushRef="#br0" timeOffset="6282">6875 7524 17607,'0'-28'180,"0"7"-135,2 0 0,0 0-45,-1-2-45,1-8 0,-1 0 45,-1 6-801,-2-1 1,-2 2 800,-3 9 504,-1-2-774,-2 6 0,3 5-90,0 0-1266,-10 4 727,11 2-2378,-18 13 797,15-10 2480,-8 18 0,11-13 0,-3 6 0</inkml:trace>
  <inkml:trace contextRef="#ctx0" brushRef="#br0" timeOffset="6568">6771 7011 12120,'-12'-13'1529,"4"3"-809,-5 2-630,7 6 0,-7-1 0,8 2 90,-5 14-180,6-5 0,-4 21 0,5-16 0,1 3 0,1 1 0,0-3 0,7 16 0,-5-18-810,14 13 360,-8-17-2158,13 3 1169,-9-9 1439,13-9 0,-11-2 0,7-7 0</inkml:trace>
  <inkml:trace contextRef="#ctx0" brushRef="#br0" timeOffset="6932">6933 7059 11850,'-14'-19'2159,"4"0"-2069,7 14-90,8-3 90,2 2-90,13 2 90,-7 0-90,5 3 270,-7 1-90,-6 7 269,5 6-359,-10 1 270,3 11-270,-9-13 270,0 15-180,-4-16 90,-2 16-180,6-18-90,-3 10 0,9-15 89,-2 2-89,2-3 0,6-2 0,2 0-539,14-7-91,-5-1-1009,1-3 1,0 0-1381,0-3 1386,-4 3 0,1 1 1633,0-2 0,0-1 0,1-1 0</inkml:trace>
  <inkml:trace contextRef="#ctx0" brushRef="#br0" timeOffset="7566">8080 7525 12750,'-12'-7'1799,"-2"-2"-1350,6 4 541,-4-7-450,5 0-361,0-1 361,6-11-360,1 12-90,0-10 270,5-2-270,-4 8 0,8-14 0,-8 20-90,3-8 90,-4 13-90,0-4 0,0 6-90,0 0-270,0 1-1529,-4 1-1388,-7 0 0,2 1 3251,-8 5 1,8-4-1,-1 5 1</inkml:trace>
  <inkml:trace contextRef="#ctx0" brushRef="#br0" timeOffset="7882">7867 6983 12570,'-8'-10'1259,"0"2"-359,-3 1-810,4 5-1,-6-2 1,7 4-90,-6 14 90,7-7-45,-1 8 0,1 0-45,2-3 0,-1 4 0,2 2 0,7 6 0,-5 0-90,15 0-90,-13-17-1169,18 7 450,-13-11-2378,18 1 977,-13-3 2219,6-8 0,-6 6 0,0-5 0</inkml:trace>
  <inkml:trace contextRef="#ctx0" brushRef="#br0" timeOffset="8384">8043 7081 12390,'-11'-8'2518,"1"-1"-2338,5 3-180,0-3 0,4 6 0,4-4 0,4 6 0,13-4 0,-6 4 0,11-1 0,-16 2 90,6 6-90,-12 0 0,1 6 0,-10-1 0,0 4 0,-7-5 0,-1 8 0,7-11 0,-3 6 0,9-9 0,-1 0 0,2-2 0,5-1 0,9 1 0,-1-1 0,12-1 0,-15 0 0,15 0 0,-15 0 0,5 5 90,-6 1 0,-4 0 180,0 7-180,-4-8 270,-12 12-270,8-10 45,-10 2 0,-3 0 45,1-1-180,-10 3 0,6-6 0,11-4-720,-7-1 720,11 0 0,-2 0 0,5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48:29.7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2548 2982 8432,'-15'-5'360,"2"4"-180,5-4 180,0 5-1,1-4 1,1 4 0,-1-4 270,-1 4-450,1-2 179,-5 1-359,6-2 270,-9 3-180,7 0-90,-2 4 540,5 0-180,3 3-180,0-1 359,2 0-359,6-2 180,5 5-270,2-4 135,3 1 0,2-1-45,4 0-1014,0-2 1,5 1-1,-2-2 879,-4 0 0,1-1 45,1-1 0,3 1 0,3 0 0,-1-1 0,-3 0-885,0 1 0,-2-2 0,1 1 817,4 1 1,2-1-1,2 0 1,0-1 7,-5 1 0,0-1 0,2 0 0,-1 0 0,-1-1 0,-1 1-8,3 0 1,-3-1-1,1 1 1,4 0-23,-5 0 0,4 0 0,2 0 0,2 0 0,0 1 0,0-1 0,-1 0 0,-2 0 0,-4 0-319,2 0 0,-4-1 0,-1 1 0,2 0 0,3 0 327,-5 0 0,3 1 0,2 0 0,2 0 1,0 0-1,1 0 0,-1 0 0,0 0 0,-2 0 1,-2 0-1,-2 0-222,6-1 1,-4 1 0,-2-1-1,2 1 1,4-1 213,-6 1 0,3 0 0,2 1 0,2-1 0,0 1 0,1-1 0,-1 1 0,-1-1 0,-1 1 0,-2-1 0,-2 1-3,6-1 0,-4 0 0,-2 0 0,2 1 0,4-1-6,-6 0 1,2 1 0,3-1 0,1 0 0,1 1 0,0-1-1,0 1 1,-1-1 0,-1 1 0,-3-1 0,-2 0 8,7 0 0,-5 0 0,-1 0 0,2 0 0,4 0 0,-7 0 0,3 1 0,3-1 0,1 0 0,1 0 0,0 1 0,0-1 0,-1 0 0,-2 1 0,-2-1 0,-2 0 0,5 1 0,-4-1 0,-1 1 0,1-1 0,5 1 0,-7 0 0,3-1 0,3 1 0,1 0 0,1-1 0,1 1 0,0 0 0,-1 0 0,-1 0 0,-2-1 0,-2 1 0,-3 0 0,7 0 0,-5 0 0,-2 0 0,2 0 0,4 0 0,-7 0 0,4-1 0,1 1 0,2 0 0,1 0 0,0 0 0,0 0 0,-1 0 0,-3 0 0,-2 0 0,-3 0 97,6 0 0,-4 0 1,-2-1-1,5 1-97,-2 0 0,5 1 0,1-1 0,0 0 0,0 0 0,-4 1 0,-3-1 0,2 0 0,-4 0 0,3 0 0,0 0 0,4 0 0,1 1 0,-2-1 0,-5 1 0,-1-1 0,-1 0 0,3 1 0,2 0 0,-5 0 516,-3-1-606,4 1 1012,-18-1-2271,-2 0-1141,0 2 691,-2 0 2302,1 1 0,-2 0 0,-1 0 0</inkml:trace>
  <inkml:trace contextRef="#ctx0" brushRef="#br1" timeOffset="-185083.73">5161 4807 6633,'-12'0'0,"1"-3"90,7 2-90,1-3 0,2 4 0,-2 0-90,2 0 90,0 0 0,-1 0 0,1 0 0,0 3 360,0-2-360,-2 1 0,3-5 0,-5 2 0,3-4 0,-1 3 0,2-2 0,-1 2 0,1-1 0,1 2 0,-1-1 0,1 1 0,-2 0-989,-2 16 989,1-7 0,-3 13 0,4-11 0</inkml:trace>
  <inkml:trace contextRef="#ctx0" brushRef="#br1" timeOffset="-183651.73">9879 3670 9152,'1'-9'1619,"-1"2"-1439,0 3 269,0 3-269,0-1 2429,0 0-2249,0 8-1,0 9-269,0-3 180,0 9-270,0-15 90,0 8 0,0-8 90,0 6-180,0-7 270,0 4 180,0-7 899,0 1-1259,5-3-90,8-12 0,2 3 0,7-7 0,2-2-494,-10 9 0,1-1 494,5-3 0,4-2 0,0-1 0,-2 2-783,1-1 0,1-2 783,-3 1 0,4-2 0,1-2 0,-1 0 0,-4 3 0,-2 1 0,-2 2 0,3-2 0,0-2 0,4-3 0,3-1 0,-1-1 0,-2 2 0,-3 4 0,-1 0 0,-2 2 0,2-1 0,-1 2 0,3-3 0,2 0 0,-1 0 0,-1 2 0,-4 3 0,4-1 0,-1 3 0,5-3 0,3-1 0,-5 3 0,3 0 0,-9 3 0,0 0 0,-1 0 0,-5 2 90,7-5-90,-11 7 0,5-5 0,-10 6 830,0 0-830,-2 2 824,0 0-3252,-9 0-849,-4 11 887,-4-7 2390,-6 17 0,8-15 0,-5 9 0</inkml:trace>
  <inkml:trace contextRef="#ctx0" brushRef="#br1" timeOffset="-181634.73">5182 5740 9062,'-11'0'270,"0"0"89,2 0 91,-1 0 90,-1 0-90,0 0-91,1 0 1,0 0 0,1 0 180,-1 0-360,3 0 89,-2 0 541,6 0 89,20 0-719,-5 6 45,13-3 0,3 0-651,0 3 545,-2-1 1,4 0 0,-3-1-476,-5-2 0,1 1 428,2-1 0,4 2 0,2 0 0,1 0 0,-2-1-751,2 0 0,-2-1 0,1 1 0,1-1 679,-5 1 0,1-1 0,0 0 0,0 0 0,3 1 25,-4-1 1,3 0 0,1 0 0,0 1-1,-1-1 1,-2 0 0,-4-1-416,6 1 0,-4 0 0,4 0 402,-4-1 1,4 1 0,2 0 0,1 0 0,-2 0 0,-1-1 0,-5 0 17,3 0 0,-4 0 0,3-1 0,-2 1 0,4 0 0,2 0 0,0-1 0,-3 0 0,-3 0-30,-1-2 0,-3 0 0,2 0 35,3 1 1,3 0 0,1 0 0,-2 0 0,-5-1 9,3-4 0,-1 1 0,-2 2 0,4 0 0,-2 1 0,-3 0 0,-4 0 0,-2 0 90,16-2 0,-3 2 244,-9 0-244,0-1 0,-3 0-135,-6 0 89,10-3 1,-16 4 408,3-1-498,-5 1 682,0 1-3959,-8 5 0,-2 4 3083,-7 5 1,3-5 0,0-2 0</inkml:trace>
  <inkml:trace contextRef="#ctx0" brushRef="#br1" timeOffset="-180384.73">11608 5031 13289,'9'4'990,"2"8"-630,-5-3-180,1 2 89,-1 3-179,-4-9 360,4 4-270,-3-6 719,8 3-629,4-5-180,3-5 0,7-5 0,2-2-90,-12 3 0,0 0-820,5-2 1,5-1 0,0 0 0,-3 1 761,-1 0 1,2 0 79,2-1 1,5-2-1,0 0 1,-4 1-403,-1 1 1,0-1 401,0 0 1,5-1-1,-1-1 1,-5 3 22,-3 0 0,-1 1 15,6-4 0,2-1 0,-5 3-60,3-4-919,-1 0 1,-2 0 918,-9 6-92,0-1 1,-1 1 181,-6 4 1791,5-2-1881,-9 5 709,1 0-3858,-3 2-128,0 12 2998,-1-3 1,-5 8 0,-1-6-1</inkml:trace>
  <inkml:trace contextRef="#ctx0" brushRef="#br1" timeOffset="-177534.73">9208 3566 12300,'-9'0'1529,"2"-1"-1079,3 1 449,-2 0 720,-4 5 180,1-2-1349,1 2 2428,3-2-2698,25-21-180,-8 7-816,3-1 1,4-4 0,-2 3 815,-4 3 0,0 0 0,8-5 0,4-2 0,-3 2 0,-5 5 0,0-1 45,2-1 0,4-2 0,1 1 0,-5 1-45,-1 2 0,-1 0 60,7-4 0,4-2 0,-5 4 30,0-1-546,-2 1 1,-1 1 455,-8 4-269,6-3-91,-15 8-2917,2 1 2457,-13 0 1,7 1 0,-6 0 0</inkml:trace>
  <inkml:trace contextRef="#ctx0" brushRef="#br1" timeOffset="-176618.73">9054 2945 13739,'1'-7'1979,"0"1"-1889,-10 28-90,3-11 45,0 9 0,-1 1-45,0-6 0,2 16 0,3-19 0,7 11 0,2-15-450,16 8 90,-9-12-179,14 1 269,-16-5-450,4-10 1,0-3 449,-2 0 135,1-11 0,-2-3 45,-6 3-1003,-4 4 1,0-3 0,-2 1 671,0 6 0,-1-1 690,-1-8 1,-1-5 0,0 4-135,2 8 0,-1 1 75,0-6 0,-1-2 0,0 3 1097,2-2-1172,-1 2 0,-1 9 837,2 22-972,-3-4 45,2 16 0,2 5-45,-1-1-787,0 5 0,0 0 787,0-3 0,2 2 0,1-1-562,-2-6 562,3-6 0,1 0-886,5 8 976,0-10-45,0 0 0,2-2 45,5 0-90,0-1 90,0-6-90,-11-5 1124,4-12-1124,-6 8 0,3-23-90,-6 20 2416,1-16-2596,-2 16-450,0-3 2132,0 7-4689,-5 2 3241,1 5 1,-4 2 0,1 6 0</inkml:trace>
  <inkml:trace contextRef="#ctx0" brushRef="#br1" timeOffset="-175699.73">9440 2898 12840,'-5'-27'2788,"4"12"-2428,-8-4 0,-1 15-360,1 8 180,-11 9-180,11 1 0,-2 0 0,0 0 0,4-3 0,-5 16 0,10-18 90,0 9-90,8-12 0,0 4 0,6-8-90,2 1 90,-3-2 0,2-1 0,-2-13-90,-1-4 180,-1-3-90,0-7 0,-3 43 0,-2-21 90,1 31-90,3-15 89,-4-5 91,13 4-90,-9-7 0,13 0-90,-10-2 135,4-9 0,1-3 45,-3 0 0,0-1-90,0-2 0,0 0-508,0-2 1,-2 1 597,-4 3 180,0-15-270,-4 15-180,-1-9-90,-7 17 0,4 5 90,-4 5 90,11 12 0,-5-6 0,10 1 0,2 0 0,-2-2-1528,10 4 0,2 0 1528,-6-4 29,1 2 1,-1-1 60,-9-5 0,2 4 0,-9-8 180,-6 1-91,-6-3 2906,-5-5-3085,4-8 0,4 1-89,20-10 89,-5 11 0,5-1 0,2-1 0,-2 1 926,9-6-836,-6 3-90,-3 4 180,7-7-180,-11 10 180,2-5-180,-9 9-90,0 0 0,-1 8 0,0 9 90,4-1 0,1 15-90,4-15 0,0 15 90,-1-16 0,-1 12-90,-3-15 90,-2 4-359,-2-4-1530,-11-2-90,3-1-990,-9-3 901,7-3 2068,4-6 0,3-3 0,3-5 0</inkml:trace>
  <inkml:trace contextRef="#ctx0" brushRef="#br1" timeOffset="-175467.73">10339 2510 15088,'7'-11'3276,"0"-4"-2234,0 10-862,0-3 90,4 20-180,-6-4-45,1 8 0,-1 1-135,-2 1-765,0 8 1,-1 2-804,-2 0 1658,-1-1 0,-2 6 0,1-4 0,1-9 0,0-1 0,-1 4 0,-1 1 0,1-1 0</inkml:trace>
  <inkml:trace contextRef="#ctx0" brushRef="#br1" timeOffset="-174817.73">9718 4339 13289,'-13'-13'2969,"2"5"-2789,5 0 269,9 2-269,-1 2 270,19-4-180,-9 4 0,15-2 44,-6 3 1,2-1-1408,-1 0 1,1 1 0,0-1 995,6 0 0,0-1 127,-1 1 0,1 0 0,-5 0 807,1 1-837,-4-1 0,-5 0-1439,-14 0 810,4 1-1170,-25 0 809,12 2-179,-12 1-2108,-1 0 257,7 5 3020,-6-4 0,11 5 0,0-6 0</inkml:trace>
  <inkml:trace contextRef="#ctx0" brushRef="#br1" timeOffset="-173800.73">10256 4192 13289,'14'-14'2969,"-4"4"-2699,-6 1-180,-3 7-90,-10 11 0,-3 14 0,0-3 0,3-3 0,3-1 0,5-6 0,-5 12 0,6-14 0,13 9-90,-6-11-225,10-1 0,3-2-90,-2-4 0,0-4 315,1-4 0,0-2 1,-1-1-101,2 1 1,-1-3 189,-4-5 0,-1-5 0,-3 0-999,-5 0 0,-2-1 0,0 1 1029,1 3 0,0 1 0,-1-1 60,-3-11 0,-2-2 0,0 6-1246,-1-3 1156,-3 8 0,-1 1-277,0 1 277,1 11 185,-3-2-185,2 31 90,0-7-90,1 13 0,1 1 0,2 0 998,0-5 0,1 1-998,1-3 0,0-1 90,0 11-135,5-1 0,0 1 45,-2-1-150,5-10 0,2 3 1,-1-3-31,1 3-270,8 0 0,2-2 1,-1-6 1156,-5-3 0,2-1-1067,1-5 0,0-2 270,6 1 90,-1-3 0,0-4 0,-5-5 180,-4-3 0,-2-1 0,-6-6 135,-1 1 0,-2 0-136,-8 2 181,0-14-270,-7 20 743,7-3-743,-5 10-90,5 1 0,-7 8 740,4-5-650,0 17-1,6-2-89,9 2 90,1 5-90,7-15 0,5 7 90,-6-9-90,15 3 0,-17-7 90,11 1 0,-16-3 180,3 0-270,-6-4 90,1 3-90,-2-6 90,0 6 0,3-2-90,-2 3 90,9-4-90,-5 2 0,13-6 90,-12 4-90,16-11 0,-12 8 0,4-4 0,-1-1 0,-2 0 45,3-3 0,-1 0 45,-3 1 90,-1-2 0,0 1-180,-5 4 0,2-8-90,-7 15 0,-6 24 90,4-10 0,-2 8 0,1 0 0,2-8-90,8 15-360,-3-10 180,3 0-1079,-5-5 629,-3-8-2557,-10 1 2792,2-3 0,-6 1 0,6-1 0</inkml:trace>
  <inkml:trace contextRef="#ctx0" brushRef="#br1" timeOffset="-173366.73">11460 3918 14099,'8'-12'3276,"0"0"-2864,-1 5-412,-1 0 180,5 6-90,-6 1 269,11 6-269,-9 0 90,11 12-180,-10-6 0,6 15 90,-9-14 0,2 16 0,-6-17 45,-2 4 0,-2 0-45,2-3 225,-8 1 0,-1-1-46,3-3 361,-18 7-450,15-10 180,-11 5-270,12-7 0,-2 1 90,7-3 269,4-2-359,6 0 0,7 2-90,2-3-315,2 1 1,1-1-226,1 0-855,5 1 1,-1-2 45,-3-3-290,-1 4 1,-2-1 838,-6-3 0,2 4 1,-12 0-1</inkml:trace>
  <inkml:trace contextRef="#ctx0" brushRef="#br1" timeOffset="-172916.73">9643 4900 13379,'13'0'1440,"0"0"-541,4 0-449,-3-6-91,6 3 1,1 0-180,4-4-1273,-6 3 1,4-1 0,-2 1 299,10 0 823,-10-1 0,3 0 0,-3 0-30,7-1 523,2-1 0,-1-1-2052,-7-2-1748,5-3 977,-25 5 2477,-9 3 0,-8 4 0,0 1 0</inkml:trace>
  <inkml:trace contextRef="#ctx0" brushRef="#br1" timeOffset="-171882.73">10236 4771 15898,'-17'8'450,"-2"7"-360,2 11-90,6-6 0,5-4 0,2-2 0,3-3 90,0 11-90,20-5-90,-10-4-45,5-6 0,2-2-135,-5-4 90,5 0-90,1-9 180,-3 7 0,4-15 0,3-6 90,-8 0 0,1-3 0,-2 0-444,-2-2 504,-4 6 0,0-3 0,-1 3-3245,0-10 3275,-1 7 0,-1 1 90,-1-8-90,-1 10 0,-1-8 0,0 19-90,-4 5 90,3 16-90,-5 4 0,-1 4 45,3 9 0,2 2-45,-3-8 0,0 1 0,3 3 0,0 2 0,3-4 0,6 3 0,-2 1 0,2 0-234,5-14 0,0-2 99,-3 1 0,1-1 3132,10 5-3537,-1-10 271,-4-3 89,5-1-90,9-2 225,-13-7 0,0-1 45,0 2 0,-2-2 180,2-7 0,-4-1 0,-6-1 629,-6-14-809,-2 21 90,-8-8 90,-5 15-180,4 1 740,-9 12-650,15-2-90,-1 15 0,5-12 0,1 4 0,0-10 0,7 0 0,2 2 90,4-3-90,-1 1 0,6-1 270,1-3-90,-2 0 89,-2-2 631,-12 0-900,5 0 0,12-8 0,3-2 0,3-3 0,-3-1 0,-13 7 0,8-11 90,-9 9 0,5-9-90,-10 12-90,0-3 90,-4 13 0,-5 9 0,4 0 0,-4 11 0,5-14 90,6 11-90,0-12 0,6 8 0,-6-10 0,0 7 0,-5-9 90,-4 4-540,-18-5 90,6-1-630,-2-2 1,1 0-180,3-1-360,-4 0-1748,7-5 3084,4-1 0,0-6 1,5-1-1</inkml:trace>
  <inkml:trace contextRef="#ctx0" brushRef="#br1" timeOffset="-171434.73">11326 4673 14819,'0'-13'2068,"0"3"-1168,0-2-720,0 6 180,7-3-181,2 8 91,14 0-180,-8 8 90,10 0-90,-16 8 0,4 3 0,-10-5-90,0 2 90,-10 1-180,-6 5 90,-2-3 0,-2 5 0,10-16 0,0 3 0,7-4 90,-3-2-90,10 3-90,-5-4 180,12 1-90,1-1 0,14 2 0,-7-1 0,-5 0 0,-3 1 0,-4 0 180,9 7-90,-13-6 1169,1 14-809,-12-5-360,-7 3-225,-4-6 0,-3-2-405,-8-1-553,1 0 1,-5 1 0,3-2-547,7-2 1,0 0 1228,-4 0 0,-3 1 1,3-1-1,5-1 1,2-1-1,-1 0 0,0 0 1</inkml:trace>
  <inkml:trace contextRef="#ctx0" brushRef="#br1" timeOffset="-167067.75">9028 5193 14819,'-10'-1'269,"2"-4"-269,-6 1 0,5-3-90,-21 2 90,14 1-630,-5 2 1,-1 1-270,2 0-740,-1 0 1,1 1 905,8 0 1,-5 0 0,16 0-1</inkml:trace>
  <inkml:trace contextRef="#ctx0" brushRef="#br1" timeOffset="-166482.75">10323 5274 12750,'-9'0'1709,"1"0"-1260,2 0-359,2 0-90,-3 0 0,3 0 0,-1-3 0,9 2 0,2-2 0</inkml:trace>
  <inkml:trace contextRef="#ctx0" brushRef="#br1" timeOffset="-165817.75">11510 5307 14099,'24'-4'-1093,"-3"1"1,3-1 0,-3 1 804,-3 2 1,0 0-1,5-3 1,3-1-1,-3 1 1,-5 1 0,0 0-1</inkml:trace>
  <inkml:trace contextRef="#ctx0" brushRef="#br1" timeOffset="-159466.75">9167 3520 10411,'6'-8'540,"-2"-2"-450,-4 3 90,0-9-90,-5-3-1,-1 2-44,-2 1 0,-1 1 45,-1 2-45,-1-3 0,-1-2 45,-2 5 0,0 0-90,3 1 0,-1 0 30,-5 1 0,-3-1 0,0 4 15,-2 2 0,-1 2-311,-3-3 0,0 2 326,3 5 0,-2 2 0,3 0-1506,6-2 0,0 2 1491,-9 3 0,-1 3 45,2 0 0,1 1-167,9-1 1,0 1 136,-6 3 0,-1 2 0,2-1 30,-4 7 30,6-4 0,-2 3 0,2-1-262,6-5 1,0 1 171,-5 8 0,-3 3 0,3-2-79,4-7 1,1 2 93,-1 1 0,-2 3 0,-1 1 0,3-3 0,-1-1 0,1 2 9,1-1 0,-2 3 0,-1 3 0,1 1 0,1-2-36,2-1 0,1 1 0,0-1 0,1 0 0,-1 1 222,0-2 0,-1 0 1,0 0-1,1 1 1,1 1-224,-1 4 1,0 3 0,1 1 0,1-4 0,2-3-18,0 1 0,1-1 45,1-1 0,0 5 0,0-1 0,1-4 0,1-2 0,1-1 0,0 2 0,2 4 0,0 0 0,0-4 0,2-1 0,2 1-23,0 1 1,0 4-1,2 1 1,-1-5 22,2-1 0,1 0 0,1 2 0,3 4 0,-1 0 0,-1-5-45,-1-4 0,1-1 67,1 0 1,3 4-1,0-1 1,-2-5-23,-2-4 0,1-2 15,5 6 0,3 2 0,-3-2-15,-4-7 0,0 0-15,6 5 0,3 1 0,-2-1 14,-6-6 1,0 0-45,8 4 0,4 1 0,-4-1 45,-6-5 0,0-1-45,8 4 0,4 1 0,-3-2 45,-8-4 0,0 0-15,8 1 0,3 1 0,-3-2 15,-9-3 0,0-1-15,11-1 0,5-2 0,-5-1-30,-9-1 0,0-2 22,2-1 1,5-2-1,-1-1 1,-4 1-23,-1-1 0,-1-1 0,2-2 0,4-1 0,0-1 0,-3 1 0,-1 1 0,1-1-23,2-1 1,4-3 0,0 0-1,-4 2 23,-1 1 0,-1-1 0,2-1 0,3-4 0,0 1 0,-4 2 0,-2 0 0,-1 0-23,0-3 1,3-2 0,0-1-1,-4 3 23,-2-1 0,0 1 0,-2 0 0,2-3 0,-1 1 0,-2-2 0,0 0 0,-1-1-539,-2 1 1,0-1-1,1 0 1,-1 1 508,2-4 0,0 1 0,0-2 30,-1 0 0,-1-2 0,0 2 0,-3 4-64,-2 4 1,-1 1 63,1-8 0,-1-4 0,0 3 0,-3 9 0,-1 0-30,-2-10 0,-1-4 0,0 3 30,2 9 0,-1 0-23,-5-6 1,-3-4-1,0 0 1,2 5-21,1 2 1,0 0 19,-4-1 1,-4-5 0,0 2-1,2 4-240,1 5 1,-1 1 262,0 1 0,-1-2 0,0 2 0,-5-3 0,0 2 819,4 5 1,-2-1-850,-5-5 0,-4-1 0,2 2-111,3 4 1,-1 0 117,-2 0 1,-3-2-1,-2 1 1,5 2 22,-1 1 0,0 1 0,-1 1 0,-5-2 0,0 1 0,5 3 0,1 0 0,0 2 0,-4 1 0,-5-1 0,-1 1 0,5 1 0,3 1 0,0 2 0,2 2 0,-4 2 0,-1 0 0,1 1 0,4 0-145,-4 1 1,1 3 126,3 1 0,-3 2 0,-1 2 0,1-1 0,3-1-42,4-1 0,3-1 0,-3 3-282,-2 2 0,-4 3 1,-1 1-1,2 0 0,4-2 12,4-2 0,2-2 1,-1 4-327,-2 3 1,-2 3-1,-1 3 1,1-1 0,4-3-392,3-3 1,3 0 0,-1 0 1046,-1 4 0,-1 1 0,0 1 0,3-3 0,0 6 0,3-3 0,0 2 0,-1 0 0</inkml:trace>
  <inkml:trace contextRef="#ctx0" brushRef="#br1" timeOffset="-157450.75">8472 5789 10861,'-8'-7'1799,"-6"-1"-990,9 4-629,-5 0 900,6 2-811,7 7 271,3-5-315,17 9 0,4 0-135,-1-6-915,-3 2 0,6 1 0,-5-1 1004,5-4-59,-6 0 0,4 0 0,-3 0-30,-6-1 0,1 1-60,10-1 0,5 1 0,-3-1 15,-9 1 0,1-1-23,2 1 1,4-1-1,0 1 1,-3 0-23,-2 0 0,2 0 36,-3-1 0,3 1 0,3 0 0,0 0 0,-1 0-612,2 0 0,0 0 1,-1 0-1,1 0 576,-1-1 0,0 1 0,0 0 0,2 0 36,-1 0 0,2-1 0,0 1 0,-2 0 0,-5 0-338,5 0 0,-2-1 338,-5 1 0,4 0 0,1 1 0,-1-1 0,-5 0-36,6 0 0,-1 0 45,1 0 0,5 1 0,0-1 0,-5 1-45,-2-1 0,1 0 22,0 0 1,6 1-1,-1-1 1,-5 1-23,-1-1 0,0 0 0,-2 0 0,4 1 0,1-1 0,-1 0 0,-4 0 0,3 0 0,0 0 0,-3-1 0,4 1 0,1-1 0,-1 0 0,-5 1 0,2-1 0,0 0 22,2 0 0,4 0 1,0 0-1,-3 0-67,-2 0 1,1 0 66,0-1 0,5 0 1,-1 0-1,-3 0-22,-3 0 0,1 1 0,-1-2 0,5-1 0,-1 0 0,-4 1 0,-3 1 0,1 1 0,-1-3 0,4 0 0,0-1 0,-5 1 0,0 1 0,-1 0 0,8-2 0,3 0 0,-3-1 0,-9 2 0,-1 0 0,4-1 0,5 0 0,-1-1 0,-3 1 0,-4-1 0,1 1 0,9-3 0,4-1 0,-5 0 0,-12 3 0,-1 0 0,6-1 0,3-2 0,-4 1 0,6-2 0,2-1 0,0 0 0,-6 1 0,3-1 0,-1-1 0,-4 2-35,4-4 0,1-1 35,-7 2 0,0 1 0,0-1 0,0 0 0,2-3 0,-2 1 0,-5 3 0,0-1 0,0-1 0,-4 2 0,2-2 0,-1 0 0,-3 1 1589,5-6-1589,-5-1 0,-2-7 0,0 4 167,-7 5 0,0 2-77,0 2-90,-5 0 0,-2-1 0,1 2 45,-5-1 0,-3 0-45,0 2-65,-7-3 1,-4 0 64,6 5 0,-1 1 0,-2-2 0,-1 0 30,4 4 0,-2 0 0,3 1-1641,-11-2 1611,7 3 0,-1-1-45,-3 2 0,1 0 976,9 1 1,0 0-962,-9 0 0,-4-2 0,4 2 30,8 0 0,0 0 30,-9 0 0,-4-1 0,4 1-30,9 0 0,-1 1-30,-8-1 0,-5 0 0,4 0 30,10 1 0,-1 1 0,-9-2 0,-5 1 0,4 0-5,9 1 1,0-1 4,-2 1 0,-3-1 0,-1 0 0,4 1-902,-1-1 1,2 1 901,-1-1 0,-2 0 0,0 1 0,0-1 0,0 0 0,1 1 546,1-1 0,-1 1-524,-1-1 1,-3 1-1,-1-1 1,5 1-23,2-1 0,0 1 0,0 0 0,-5-1 0,1 1 0,4-1 45,0 1 0,1 0-45,-1-1 0,-4 1 0,-1-1 0,4 1 45,1-1 0,-1 1-23,-4 0 1,-5-1-1,-1 0 1,1 0-23,5 1 0,1-1 0,0 1 0,0 0-116,-1-1 1,1 1 0,0-1 0,-1 1 137,-5-1 1,-1 1-1,1-1 1,5 1 22,4 0 0,1 0-45,-1 0 0,-5 0 0,1 0 0,4 0 45,0 0 0,1 0-23,-2 0 1,-4 0-1,0 0 1,4 0-23,2 0 0,-1 0 22,-1 1 0,-4 0 1,-1 0-1,5 0-22,2 0 0,0-1 22,-1 3 1,-3 0 0,0 0-1,4-1-22,1-1 0,1 0 22,-3 1 1,-5 2 0,0-1-1,4 0-22,3-1 0,0-1 0,-2 2 0,-5 0 0,1 0 0,4 0 0,3-1 0,0 0 0,-8 1 0,-5 0 0,5 1 0,8-2 0,1 0 0,-8 1 0,-3 2 0,3-1 0,11-1 0,-1 1 30,-5 1 0,-2 1 0,3 0-30,-6 2-412,6-1 1,-2 1-1,3-1 502,-6 2-60,7-2 0,-3 2 0,4-2-30,-4 2-195,-2 3 1,1-1 194,3-1 10,-1 2 1,-1 1 79,4-3-90,-1 3 0,0 0 0,3-2 593,0 2 0,1-1-593,3-1 1008,0 1 1,0 1-919,3-2-135,0 3 0,0 0 45,2-1 1434,-3 7-1344,4 1-90,4-7 0,0 3 0,0 0 0,2-1 45,7 2 0,1 0-45,0-1 617,2-4 1,2-1-618,7 8 777,-3-6-732,7 2 0,6 0-255,-7-8 0,2-1 1,0 0-290,-2 1 0,-1 0 0,3-1-199,3-2 1,3-2 0,0 0 0,-4-1-23,0-1 1,-1-1 63,-2-2 1,4-1-1,2 0 1,-2-1 0,-3 1-984,7-2 1,-1 0 1273,-7 0 1,2-1 0,0-1 0,-3 1 0,4-1 0,-3 0 0,0 0 0,1-1 0</inkml:trace>
  <inkml:trace contextRef="#ctx0" brushRef="#br1" timeOffset="-149467.75">8449 5050 11850,'-15'0'270,"1"0"0,4 0 0,1-6 0,1 5-90,1-5-1,2 6-179,1 0 1350,2 0-1350,6-3 90,-2 2-90,4-3 0,-4 4-2699,-1 0 1080,-1-6-270,-4 5 1889,3-17 0,-8 9 0,3-9 0</inkml:trace>
  <inkml:trace contextRef="#ctx0" brushRef="#br1" timeOffset="-148597.75">8858 3629 9242,'8'1'629,"0"0"-449,-4-1 270,2 0-270,-3 0 180,3 0-180,-3 0-1,1-4 91,1 4-270,-2-7 90,3 5-90,-3-1 90,1 0-90,-2 3 180,3-2-90,-3 1-90,2 0 0,-2 1-1709,0-1-1568,4 6 3106,3-4 1,2 4 0,1-5 0</inkml:trace>
  <inkml:trace contextRef="#ctx0" brushRef="#br1" timeOffset="-148051.75">8722 4361 9512,'-9'0'0,"1"0"0</inkml:trace>
  <inkml:trace contextRef="#ctx0" brushRef="#br1" timeOffset="-147350.75">8644 5085 12120,'-8'1'-180,"1"0"2249,4-1-3058,2-4-1530,0 0 720,1-4 360,0 1 1439,0-2 0,0 1 0,0-2 0</inkml:trace>
  <inkml:trace contextRef="#ctx0" brushRef="#br1" timeOffset="-146517.75">8675 4047 12660,'-10'-13'360,"5"0"-1,-10-8-269,8 7 90,-7-7 0,-3 0-1243,-1-1 1153,2 4 0,-4-3 0,1 3-90,5 4 0,-2 0 54,-1 0 0,-4-3 0,-1-1 0,0 0 0,3 3-676,-5-3 0,-1-1 637,6 6 0,-3-4 0,-1 0 0,-1-1 0,2 2 0,3 2-279,0 0 1,2 2-1,-2-1 282,-3-3 0,-4-3 0,-1-1 0,1 1 0,4 3-18,4 2 0,1 2 0,-1-2 0,-3-1 0,-3-2 0,-1-2 0,1 2 0,4 3 0,-4-3 0,0 2 0,1 1 0,-4-3 0,0 2 0,4 2 0,3 3 0,0 1 0,-5-2 0,-3 0 0,4 2 0,-2-1 0,2 3 0,1 0-90,10 3-15,-4 10-1784,13 10 900,4 3-650,0-1 1,0 0 1422,0 0 1,0 13 0,0-12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6:00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1867 4075 12570,'-5'-7'1709,"1"1"-1259,1 4-1,1 2-89,0-2 450,-2 2-451,2 0 451,-2 0-540,1 0 0,0 0-270,1 0 90,1 0-90,12-6 90,-5 5-180,18-19 90,-13 13 45,1-6 0,0-1-45,-3 3 0,-1-2 0,0-1 90,-5-2-90,2-2-90,-11 7 90,1 9 0,-4 0-90,-3 18 90,5-6 0,-2 10 0,1 2 0,1 0 0,0 5 0,2 3 45,5-11 0,2-1-45,-1 2 0,3-1 0,4-3 0,3-3 0,3-6-315,1-1 0,2-1-135,0-3-630,5-3 1,2-2 180,-2-6-740,5-2 1,0-3-1547,-3-5 3185,-2 0 0,0 0 0,-2-2 0,-8 5 0,1 1 0</inkml:trace>
  <inkml:trace contextRef="#ctx0" brushRef="#br0" timeOffset="1300">1983 3552 14009,'-10'-5'1619,"1"0"-899,4 5-450,0 0 449,-1 0-449,3 0 539,-5 4-629,5-4 180,-4 4-270,4-4 90,-2 2-90,3-2 0,-2 2 0,2-2 450,0 0-450,1-4-90,1 1 0,-1-3 0,1 2 0,0 1-1170,0 2 1080,0-2 180,3 1-90,-3-2 0,3 2 0,-3 0 0,0 0 90,0 1 90,-3 0-90,0 1 0,-1 3-90,1-2 90,1 2-90,11-8 0,-4 4 0,21-14 0,-12 9 0,4-4 0,1-1 0,-2 3-45,-1 0 0,-1 1 45,-5 2-180,3 1 180,-10 8 0,-7 4-90,-1 16 90,-7-7 0,4 2 0,0 1-90,-3-2 90,3 1 0,1-1 0,3-5 0,-3 9 0,7-16 0,-2 3 0,8-4 0,-5-2 0,14 1-90,-9-3-719,19 0 359,-12-1-540,4-2 1,2-2-650,1-2 1,-1-2 893,-2 3 0,0-2-894,12-6 1,-2 0 1393,-9 3 1,-3 2 0,-2-1 0,-5 2 0</inkml:trace>
  <inkml:trace contextRef="#ctx0" brushRef="#br0" timeOffset="1518">2284 3467 11041,'-10'-8'2338,"1"0"-2338,9 11 0,0 2 90,0 6-90,0-2 0,0 3 0,4-3-90,-3 6-90,3-2-809,-4 13 449,0-12-2698,0 17 2159,0-20 1079,0 9 0,0-15 0,0 0 0</inkml:trace>
  <inkml:trace contextRef="#ctx0" brushRef="#br0" timeOffset="1751">2406 3494 11400,'-7'-5'1440,"-4"1"-1081,7 3-179,-4 0 90,-2 6-270,2 2 90,-6 12-90,6-5 90,-4 12-90,9-14 90,6 14-90,10-13 0,2 2-180,3-7-1889,13-5 540,-10-2 1126,9-2 1,0-2-1,0-7 1,-6 2 0,0 1-1</inkml:trace>
  <inkml:trace contextRef="#ctx0" brushRef="#br0" timeOffset="2934">1002 5727 8612,'18'-25'1484,"-2"7"0,2-2-719,2-2 0,0 0-631,-2 3 1,-1 1 180,-1 2 0,-3 3-45,-7 7 539,0-1-359,-25 26-405,4-4 0,-1 2-401,-2 1 1,-2 3 490,3-2 0,-2 2 0,-1 2 0,2-1-918,1 0 0,1 0 1,0 1 782,1-4 0,0-1 0,0 2 0,1-1 0,1 2 0,-1 1 0,3-1 0,1-2-484,0-1 1,2-1 483,-4 5 0,4-2 90,9-6 0,24-30-90,-4 6-42,0-5 0,5-5 0,0 1 42,1 3 0,0 1 0,0 0 0,-2-2 0,0 1 0,1 1-23,-3 4 1,2 0-1,-2 2 1,-4 3 2481,6 0-2459,-8 6 0,-2 3 0,-10 4 0,-10 11 0,-5 2 90,-3 7-495,1-9 0,-2 3 0,-2 1 0,3-3 405,-1 1 0,-1 1 0,1-2 0,-3 4 0,-1 1 0,0-1 0,2-2-494,0 0 0,0-1 0,1 1 494,-5 4 0,0 0 0,3-1 202,0-3 1,4-3-203,0 3 0,6-9 0,0 2 90,6-10 2497,8-2-2587,10 0 0,0-7 0,9-3 0,1-1 798,-12 1 0,2-1-1136,4-1 1,5-2 0,0-1 0,-3 2-1302,3-2 1,0 0 1082,0-1 0,3-1 1,0 0-265,-8 3 1,0 0 0,-1-1 0,0 2-820,5-4 1,0-1 1618,-4 2 1,2-1-1,-1-1 1,-3 3-1,-2-1 1,-2 1 0,4-4-1,0 0 1</inkml:trace>
  <inkml:trace contextRef="#ctx0" brushRef="#br0" timeOffset="3534">1514 5482 8972,'-9'4'1169,"2"0"270,-2 1-1079,4-2 540,-7 7-630,7-6 539,-6 6-539,7-6 180,-4 5 89,5-6-449,20-16-90,-5 4-828,3-4 1,4-3 0,-2 2 827,-4 3 0,1 1 22,5-4 1,3-2 0,2-1-1,-1 2-145,1 2 1,-2 0 0,2 1 152,3-4 0,2 1 0,-3 2 15,0-1 0,-3 6 45,-7 9 0,-16 8-90,-6 4 0,-3 2 90,-1 8-764,-2-5 0,-3 2 1,1-1 673,4-4 0,-1 1 30,-5 7 0,-2 3 0,1-2 15,5-8 0,1-1 0,-6 9 0,1 0 574,6-9 0,1-2-529,-3 6-45,3-3 0,1-1-45,4-4 504,-3 7-414,13-15 0,6 0-90,2-3 45,5-3 0,1-1-45,5-6-740,-2 2 0,4-1 0,-2 0 740,-5-1 0,0 1-225,1 0 0,5-1 0,-1 1 1,-4 0 579,-1 1 1,0 0-1376,4-1 1,2-2-1,-4 2-599,1-1 349,5-2 1270,-21 9 0,-4 1 0,-1 0 0</inkml:trace>
  <inkml:trace contextRef="#ctx0" brushRef="#br0" timeOffset="4450">1673 5693 10321,'-10'-5'2069,"4"3"-1619,1-3 449,5 2-809,-1-2-90,8 0 0,-5-3 0,11 1 0,2-2 0,-1-3-824,7-4 1,1 1 823,2-5 0,-4 1 0,3-4 0,-3 3 0,-5 4 0,-2 0 0,1-2 0,2-3 0,-2-1 0,-3 4 0,-4 3 0,-3-1 60,-1-4 0,-1-4 0,-1 4 120,-2-6 134,-11 0 1,-1 2-225,3 7-354,-6 3 0,-2 3 264,5 6-237,-17 6 326,16 12-89,-6 4-1177,8 5 1,2 1 1176,2-9 0,1 1 30,-1 8 0,-2 3 0,3-2 330,2-7 0,1 0-330,0 7 0,1 3 0,1-4 60,0 6-45,9 1 0,3-3-45,0-7 358,10 1 1,6-2-494,-1-10 0,3-5-945,1-2 1,3-3 0,-2 0 530,-7-1 0,-1 1 1,1-4-272,2-5 1,1-3 0,0-2 0,-5 2 730,-2 0 1,-2-1 0,1-1-1,1-2 1,-2 1 0,-5 2-1,0 0 1</inkml:trace>
  <inkml:trace contextRef="#ctx0" brushRef="#br0" timeOffset="5620">1976 4696 10771,'-11'-3'2069,"-1"-2"-1889,4-6-270,1 2 90,12-12 0,5 10 45,2-5 0,1 0-45,5 2-45,-1 0 0,-1 0 45,-2 5 0,10-1 0,-15 8 90,1 8 0,-7 12-90,-4 0 0,-2 1 0,0 3 0,-1 1-1093,-2-2 1,-1 1 0,0-1 1076,1-1 0,0 0 16,-1 0 0,0 2 0,2-4 726,-2 4-681,4-3 0,1-1-45,0-8 180,8 4-180,16-19 0,-8-2 0,1 0 0,1-2 0,0-1 0,-2-1 0,0-1 0,3-4 0,0 1-178,5-6 178,-7 6 0,2-2 0,-3 3 2609,3-5-2564,-3 1 0,-2-1 135,-6 5-90,0-2 0,-11 10-90,1 11 0,-4 8 0,4 0 90,2 15-90,2-14 0,2 2 0,1 1 0,-2-3 165,7 3 1,3 2-166,5 4 0,-5-9 0,0-1 0,7 4 90,-6-5-90,-4-4 90,1 2 180,-4 0-270,-3-4 90,-6 6-90,2-7-90,-23 7 0,13-6-315,-8 1 0,-1-1-134,3-1-1100,-4-1 1,0-2-123,6-6-217,-13-6 1978,21-4 0,-2-4 0,5 2 0</inkml:trace>
  <inkml:trace contextRef="#ctx0" brushRef="#br0" timeOffset="5752">2188 4510 10141,'0'-20'1349,"0"5"-1439,0 3-3187,0 6 3107,0 9 0,0 4 0,0 6 0</inkml:trace>
  <inkml:trace contextRef="#ctx0" brushRef="#br0" timeOffset="6967">1959 6661 12300,'-11'0'360,"1"2"-90,3-1 89,0 0 1,0 1 0,2-1-90,0 2-180,1-1 90,1 1 0,1-1-180,0 1 179,8-3-89,12-5-90,6-4 0,-3-3 0,1-2-136,-8 5 0,0-2 136,10-10 0,-2 0 0,-4 1 90,-3-2 0,-3 1 0,-5 5 540,-8-13-181,-27 21-314,8 12 0,-1 2-90,1-1 0,1 2-269,0 7 1,2 2 268,6-2 0,1-1 45,-6 8-45,4 3 0,0 1-45,3 0 0,2 2 0,2 0 0,3-5 45,6 1 0,3-2-45,0-4-45,9-1 0,2-2-135,-1-5-1459,7-2 1,1-3-457,-3-10 456,5-2 1,1-3 717,-16 2 0,1-1 921,6-6 0,3-3 0,-3 1 0,-6 3 0,-1 0 0,1-2 0,1 1 0,-1-1 0</inkml:trace>
  <inkml:trace contextRef="#ctx0" brushRef="#br0" timeOffset="7333">2153 6072 13020,'-31'-6'1709,"11"2"-1440,-2-1-269,16 3 0,5-4 0,11 0 0,4-2 0,1-2 0,8 0 0,3-2 0,-1 1 0,-1 2-45,0 2 0,-2 1 45,-7 4 0,5 14 0,-17-3 45,-4 7 0,-3 2-45,-4-2 0,-2 4 0,0 0 0,-3-1 45,3 1 0,0 0 45,5-5-90,-6 14 0,11-20 90,2 5-90,-1-10-539,21 0 89,-12-10-360,14 5-829,-8-11 1,0-1-1639,6 3 2904,0-6 1,-1-1-1,0 0 1,-8 5 0,1 1-1</inkml:trace>
  <inkml:trace contextRef="#ctx0" brushRef="#br0" timeOffset="7567">2560 5887 12570,'-8'-1'360,"-3"1"89,5-1-179,-5 1-180,3 0 90,3 14-180,3-6 45,0 10 0,4 4-45,2-7 0,1 0 0,-5 3 0,2 0-540,10 8 1,2-1-1350,0-1 1439,-4-6 0,2-2-2827,8-4 3264,-10-9 0,5-1 1,-5-2-1</inkml:trace>
  <inkml:trace contextRef="#ctx0" brushRef="#br0" timeOffset="7767">2722 5889 12300,'-20'-3'899,"4"1"-449,-1 16-360,9-7 0,-1 8 0,1 0-90,2 0 0,2 1 0,1 0 0,2-1 90,0 6-90,17-6-360,-2-10 0,3-2-733,3-5 1,2-3 0,0 1-547,2 0 1,0-2 1598,-2-5 0,0-2 0,-3 0 0,5-4 1,-8 4-1,-1 1 0</inkml:trace>
  <inkml:trace contextRef="#ctx0" brushRef="#br0" timeOffset="8136">1636 7146 9231,'-16'15'299,"-1"1"1,-3 3 0,1-1-165,7-7 0,1-1 719,-6 6 1,6-7-573,21-19 1,10-8-148,0 3 0,4-2 0,2-1 0,2-1-123,-7 4 1,2 0 0,1-1 0,0-1 0,0 1 0,1 0 0,-2 0-329,0 1 0,-1 0 0,0 1 0,0-1 0,1 0 0,1 0 0,0 0 326,1 0 0,2-1 0,1 0 0,1 0 0,-1-1 0,1 2 0,-2-1 0,-2 2 0,-1 1-174,1-1 1,-2 1-1,-2 1 1,1 0 0,3-2 163,-1 1 0,1-1 0,2-1 0,0 0 0,0 0 0,0 0 0,1 1-116,-4 1 0,1 0 0,1 0 0,-1 0 0,1 0 0,-2 1 1,0 0-1,-1 1 116,3-3 0,-3 2 0,1 0 0,0 0 0,4-1-93,-4 1 1,2-1 0,2 0 0,2-1 0,0-1-1,1 1 1,-2 0 0,-1 1 0,-2 1 0,-3 1 69,8-3 1,-4 2-1,-1 1 1,4-3-46,-5 3 1,4-2-1,1-1 1,2 0-1,-1 0 1,-2 1-1,-1 1 1,-5 1 7,8-2 0,-4 1 0,1-1-90,-4 2 0,2 0 0,1-2 0,0 1 0,-3 1 1,-4 2-31,3-2 0,-5 2-1387,0-10 578,-39 22 169,0 3 1,-6 2 0,-3 2 0,4-2 614,6 0 0,1 0 1,-2 1 204,-3 1 0,-2 1 0,-1 0 0,3 0 0,3-1 0,2 1 0,0-1 0,-2 1 0,1-1 0,-1 1 0</inkml:trace>
  <inkml:trace contextRef="#ctx0" brushRef="#br0" timeOffset="9383">2364 7169 12660,'-7'-12'2428,"-6"2"-2248,-2 5 90,-2 9 0,-1 3-90,0 4-1273,2 3 1,-2 4 0,1-1 478,5-3 1,0 1 635,-2 3 1,-2 3-1,1 2 1,1-4-23,0 1 0,1 0 0,0 1 0,-2 3 0,0 0 0,3-3 45,1-3 0,1 1-45,-3 7 0,-1 3 0,4-2 0,4-5 0,2-2 0,-5 4 0,5-2 914,22 1-914,-7-20 0,13-9 0,1-4 0,1-2-30,-4-2 0,3-4 0,-2 3 160,-5 2 0,0 1-130,1-1 0,4-2 0,0 1 0,-3 1 0,-1 1 0,0 2 0,7-4 0,2-1 0,-3 3-90,4 0 90,-8 4 0,-2 1 180,-6 5 269,-23 26-269,4-9-90,-6 2 0,-4 3 0,1-1-90,4-7 0,0 1 60,-6 6 0,-1 4 0,1-3-60,6-7 0,0 1 60,-3 7 0,-2 2 0,3-3-60,-3 7 0,5-6 0,1 0 45,4-4 0,1 0-276,0 11 321,4 0-90,3-13 0,28-11 0,-1-15 0,-1 4 0,2-2 843,-8-2 0,1-2-813,4 0 0,2-2 0,-3 1-75,-4 3 0,0-1 45,3-1 0,4-2 0,0-1 0,-3 2 30,-4 2 0,-2 0 0,0 0-30,4-1 0,1-1 0,-3 1 0,-3 2 0,-4 1-2602,-7 5-366,-12 9-309,-2 5 2913,-3-2 1,3 7 0,3-9 0</inkml:trace>
  <inkml:trace contextRef="#ctx0" brushRef="#br0" timeOffset="12333">9282 3799 14459,'0'-14'360,"0"3"-181,0-11-179,0 8 45,0-4 0,0 0-45,0-2 0,-5-4 0,-1-1-3277,0 2 3098,-1 5 0,-1-1 224,-1-1 0,1 2 1012,-2-5-1012,-3-2 0,0 0-45,0 6 90,-1-1 0,-2 2 0,2 4-90,-3 0 0,-1 0 90,3 4-135,-7-1 0,-1 1 45,4 4 0,-5 0 0,-1 1 0,6 4 45,-3 2 0,-1 1-45,4 0 0,-3 6 0,0 2 0,3-3 90,-4 7 0,1 2 0,1-2 0,-3 6 0,0 0-90,3 0 60,4-2 0,-2 4 0,2-3-60,7-7 0,0 1 30,-4 6 0,-2 3 0,1-1-740,1 4 1,1-1 754,1-3 0,0 1 44,2 0 1,1 1 0,1-3-90,-1 6 60,4-4 0,-2 2 0,2-2-60,2-5 0,0-1 90,-1 10 0,-1 5 0,1-4 0,2-8 0,0 1 0,-1 9 0,0 4 0,1-5-45,1-8 0,0-1-655,-1 11 1,1 4-1,0-6 655,0-10 0,1 0 15,-1 7 0,1 4 0,-1-4 822,1 3-792,3 3 0,1 0 0,-3-3-60,4-7 0,1 3 0,0-3 60,0 9-30,1-5 0,2 5 0,1-2 30,-1-7 0,0-1 0,1 2-448,1-1 0,0 3 0,0-1 0,0-2 388,0-2 0,-1-1 0,1 0 0,3 2 0,2-1 0,-3-4 1075,4 4-1015,4 0 0,1 0 0,-2-4 0,5 1 0,0 0 0,-1-4-30,-5-2 0,4 0 0,-1-1 30,2-1 0,0-2-90,3 3 0,1-1 30,-2-4 0,1 0 0,-3-2-30,-7-1 0,0 0 0,9 0 0,5 0 0,-5 0 944,-9-1 1,-1 0-915,8-1 0,4-1 0,-4 0-30,-8 2 0,1-1 0,8-1 0,2-2 0,-2 1 0,-8 1 0,-1 0 0,8-1 0,3 1 0,-3-2 0,-9 0 0,1 0 30,5 1 0,3-1 0,-3 0-30,7-5-45,-8 3 0,1 0 45,-4 0 0,-3 0-1271,9-4 1271,-8 4 0,1-2 0,2-3 0,0-1 0,7-4 30,-9 4 0,2-4 0,-2 3-139,4-9 79,-6 5 0,1-4 0,-2 3 30,-5 4 0,0-1-327,3-7 1,2-5 0,-2 3 326,-4 7 0,0 0 0,3-9 0,1-4 0,-1 3 0,-4 10 0,-1 0-30,3-11 0,1-3 0,-3 4 30,-2 11 0,-1 0-30,1-9 0,0-3 0,-1 4 30,-2-4 0,0 6 0,0-3 0,-2 3-45,-2 7 0,-1-2 15,0-8 0,1-4 0,-2 4 30,-1 5 0,-2 1 0,2-2 0,-2-4 0,1 0 0,1 3-45,-1 1 0,0 0 45,-1 0 0,-1-3 0,-1 0 0,2 4 0,1 2 0,-2 1-30,-4-9 0,-4-3 0,3 4 30,4 10 0,1 0-30,-6-6 0,-3-3 0,3 3 30,-3-2 0,5 7 0,-1-3 0,2 3-90,-4-7 90,-2-2 0,1 0-90,2 3 124,-2-2 0,-1-1-124,2 5 691,2 5 0,-3-2 0,-2 2-646,-8 1 0,-2 2-87,3-3 1,-2 2 101,1 5 0,-3 3 0,4 2 30,8 1 0,1 1 0,-8 1 0,-4 2 0,4 1 0,8 2 0,0 2 0,-8 2 0,-2 2 0,3 1 0,7-1 0,0 2-68,-1 1 1,-4 2 0,0 0-1,3-2 341,1 1 1,-1 1-949,-2 2 1,-3 3-1,0 0 1,3-2-46,1-2 1,0 3 63,3-2 1,-3 4-1,-1 1 1,2-1 0,3-2 290,-1 4 1,1-1 0,3-3 0,-1 2 0,0 0 0,4-3 0,4 1 0,0 0 0</inkml:trace>
  <inkml:trace contextRef="#ctx0" brushRef="#br0" timeOffset="18283">7357 5757 9602,'-7'-8'809,"1"2"-269,4 3-360,0 1 539,-2-2-539,2 2 540,-4-2-450,4 2 539,-5-1-269,2 1-90,-3 0-361,4 1-89,2 1 450,1 0-90,5 11-180,-3-5 0,8 6 0,3 3 0,-1-4 0,1-1-1652,12 7 1,0-2 1471,-7-4 0,1-1 90,10 0 0,-1-2-91,-4-5 46,5-3 0,0-1-45,-3-1 0,-5-4 0,1-3 0,-1 0 0,7-2 0,-4-3 0,4-4 0,-2 0-160,-6 2 1,0 0 0,-1-2 136,2 0 1,0-3-1,0 0 1,-2 1 22,-1 1 0,-2 1 0,0-2 0,0-8 0,-1-2 0,-4 4 0,-4 7 0,-2 1 0,2-11 0,-1-5 0,0 4 0,-3 8 0,-1 0-23,-1-1 1,-1-5-1,-1 1 1,1 3 22,1 2 0,-1 0-23,-4 0 1,-2-3-1,-1 0 1,1 4-23,2 2 0,-2 0 15,-6-5 0,-4-3 0,2 3 30,5 9 0,-1 2 0,-5-8 0,-1 0 45,-2 5 0,1 3-45,-6-4 0,5 7 0,-2 1 0,2 1 0,-10 2 30,9 2 0,-4 1 0,3 2-30,-9 7 30,7-2 0,-2 1 0,3 1-30,6 2 0,1 1 45,-4 1 0,-3 2 0,-1 2 0,3-1 15,1 4 0,1 0 0,0 0-60,-3 1 0,-1 0 0,1 3 53,6 0 1,0 2 0,0 2 0,2 0 0,1-4-542,-2 6 0,1 1 503,4-7 0,-1 3 0,0 3 0,-1 0 0,2 0 0,1-1 29,0 5 1,3 0 0,0 0 0,0-1-23,-1-3 1,-1 0 0,2-1-1,1 2-4,3-1 0,1 1 0,1 0 0,1-2 0,1-4 27,2 0 0,1-2-45,1 0 0,1 1 0,2-1 30,2-2 0,1-1 0,3-1-270,3 1 0,1-2 1,1 0-1,-1 1 0,1 0 0,0-2-120,2-2 0,0-2 1,1-3-734,1-3 1,-1-2 0,0-1-508,5 2 0,1-2 940,-3-2 1,2-2-1,-2 1 478,5-1 1,-2-2 0,-9 0 0,1 0 0,-1-1-1,0 1 1,1 1 0,-1-1 0</inkml:trace>
  <inkml:trace contextRef="#ctx0" brushRef="#br0" timeOffset="20783">7422 6591 13289,'-11'6'0,"2"1"0,9 1 0,0 1 90,5 6-90,4 0 0,-3 0 0,5-4 180,-2 1-180,0-5 90,10 10 0,-9-10 0,14 9-90,-11-9 45,1-1 0,2 0 45,-1-2-45,3-1 0,0-1 45,0-1-90,7-8 0,1-2 0,-5 0-463,2-5 0,-1-1 463,-5 1 0,5-6 45,-10 5 0,-1-1-45,4-6 0,0-5 0,-1-2 0,-3 3 0,-4 6 0,0-4 0,-1 3 0,0-7 0,-3 7 0,0-3 0,-1 3 0,0-9-30,-6 6 0,-3-5 0,0 4 30,3 8 0,-2 0-30,-6-9 0,-3-3 0,-2 1 60,-1 4 0,-2 2 0,1 0 0,4 2 0,0 1 0,-4 0-12,0 3 0,-4-1 0,-2 0 0,2 2 0,3 3-669,-3 0 1,0 3 650,0 1 0,-4-1 0,1 1 0,3 3 0,3 1 0,0 4 30,-4 1 0,-3 4 0,2-1-30,7 0 0,0 2 22,-1 5 1,-3 4-1,0 1 1,5-1-23,2-1 0,2 3 0,-1 3 0,-2 5 0,1 0 0,3-3 0,2-1 0,3 0 22,0 2 1,-1 4-1,1 0 1,1-3-23,2-1 0,1 1-23,0 2 1,0 4-1,1 0 1,2-3-68,2-2 0,2 1-383,1 1 1,0 4 0,1 0 0,2-5-203,2-1 1,3-3 674,2-1 0,3 3 0,1-2 0,-1-4 0,2-3 0,1-3 0,2 0 0,0 0 0,0 0 0</inkml:trace>
  <inkml:trace contextRef="#ctx0" brushRef="#br0" timeOffset="26383">7444 1443 10591,'-3'-7'989,"0"1"-629,3 4 180,-1 0 899,1 1-719,-2 1-361,1-1 271,-3 1 180,-2 4-451,1-3 451,-6 3-630,6-4 270,-2 0-271,4 0-268,1-5 89,7 0 0,3-1 0,18-4 0,0 7 0,2-4-90,0 15 90,-20-5 90,4 19-90,-11-14 0,-7 7 0,-2 1 89,0-1-89,-10 6 0,-1 0 90,0 2-90,4-8 0,2-2 0,4 1 90,5-11 0,10 0 0,17-2-90,-2 0-45,8-3 0,1-2-273,-15 1 0,1-1 138,9 1 0,3-1 0,-3-1 45,-8-1 0,-1-1-465,7 1 1,2 0-1,-4 0-120,-1-5 45,-4 2 1,-3 0 45,-9 0-91,-3-4-1619,-7-12 1620,-4 7 89,-2-5 0,-2-1 379,-6 2 491,7 5 0,-3-3 0,2 4-15,3 4 0,0 0 194,-5-4 1,-3-3 0,2 3 30,-6-4-61,6 7 1,-3-2 0,3 3-120,-6-1-826,4 5 1,-3-1 0,2 3 825,-3 1-1140,-3 0 1,1 3 1049,9 7-124,-2 3 1,0 1 123,3 8-60,3-1 0,-1 3 0,1-2-75,3-2 0,1 2-23,-2 7 1,-2 5-1,1 3 1,2-3 6,2 3 1,3-2 0,-1 1-8,-1-4 1,-1 0 0,1 0-1,3 0 0,3 2 1,2 0 0,1-2-1,1-3-607,1-3 1,2-1 614,-1-1 0,3 2 0,2-3-30,10 2 0,2-3 505,-8-7 1,2 0-536,10 1 0,6 0 0,-3-3 576,-7-4 0,0-2-546,4-2 0,5-2 0,0-1 0,-4 0 0,-1-1 0,1-3 0,-4-2 0,4-1 0,2-2 0,-1-2 0,-5 0-30,1-5 0,-3-2 0,1 0 30,-2 5 0,1 0 0,0-2 0,-4-2 54,-6-3 0,-1-4 0,-3-1 0,-1 1 0,-1 4-54,1-6 0,-5 0 107,-2 4 1,-3-5 0,-1-1 0,-1 2 0,0 5-18,-3-1 0,-4 3 22,-5 1 1,-5-2-1,-1 2 1,1 4-113,-1 3 0,-2 4 18,2 4 0,-4-1 0,-2 1 0,1 1 0,3 2-36,3 3 0,2 1 0,-3 2 0,-3-1 0,-5 2 0,0 1 0,1 0 0,4 1-42,5 0 0,2 1 0,0 3-372,-4 3 0,-3 4 0,-1 2 1,3 0-1,4-2-108,-1 4 1,4 3-117,5-2 1,-1 6-1,0 1 1,2-1 0,3-4 311,2 5 0,4-1 0,1 2 1,2 2-1,2-3 0,3-6 1,-1 1-1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53:19.326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2340 2377 14279,'-32'3'90,"2"-1"0,3-1-2027,4-1 2027,4 0 180,4-5 626,2 4-536,5-4 2220,3 5-2311,9 0 1,1 0-180,9 0 90,13 0-180,0-7-775,0 4 1,6-1 0,-3 0 774,-1-2 0,2 0-120,-8 2 0,4 0 0,3 1 0,0-1 1,-2 0-1,-3 1-575,3-1 0,-3 1 0,3-1 226,-4 1 1,3-1 0,2 1 0,1-1 0,-1 0 0,-2 1 0,-4-1-389,6 1 1,-4 0-1,3-1 857,-2 1 0,3-1 0,3 0 0,-1 0 0,-3 1 0,-3-1 0,-2 1 0,-3 0 0,2 1 0,2-2 0,0 1 0,1 0 0,-1-1 0</inkml:trace>
  <inkml:trace contextRef="#ctx0" brushRef="#br0" timeOffset="4239">649 4637 10051,'0'-13'810,"0"1"89,0-7-539,0 5 90,0-2-180,0 6 0,0 2-1,0 2-89,0 0-90,0 2 90,0 0-90,0 1 0,0 1-90,0 0 270,0-1-180,0 8 0,0-1 270,0 5-181,0-2 811,0-3-990,0-13 90,0 5-90,2-11 0,-1 10 0,1 0-90,-2 4 90,-3 0 0,2 1 0,-3 1 0,3-1 0,0 0 0,-1 0 0,-1 0 0,1 0 0,-2 0 0,2 0 0,-1-3 0,1 2 0,0-3 90,-1 2-90,1 2 0,-2-5 0,2 4 0,-4-3 0,3 2 0,-2-1 0,2 1 90,-1 0-90,2 0 0,0 0 0,1 2 0,0-1-90,0 0 180,0 0-90,-4-1 0,4 0 0,-4-2 0,3 2 0,0 0 0,2-1-3277,0 1 2621,19-7 1,-5 7-1,2-1 1,0 1 0</inkml:trace>
  <inkml:trace contextRef="#ctx0" brushRef="#br0" timeOffset="5299">3711 3808 11400,'-4'-8'990,"3"1"-720,-3 5 0,4 0-1,-3 0 721,0-2-720,-2 2 90,1-2-271,3 3 271,0 0 360,0 0-360,0 6-180,1 0-90,0 4-1,0 6 1,0-7 0,0 10 0,9-2-90,-7-3 90,18 5-90,-14-12 180,18 5-180,-13-7 90,6-1 0,1-1-90,1-1 45,7-3 0,2-1-45,-1-6-841,-5 3 0,3 0 1,-4-2 840,-5 1 0,-1-2 0,10-4 0,3-3 0,-4 2 0,-9 4 0,0-1 0,6-7 0,2-3 0,-4 2 0,-9 7 0,-1-1 0,3-7 0,0-4 0,-2 2 0,-5 7 0,-1-2 30,1-9 0,0-4 0,-3 3-30,-3 7 0,-3-1 22,1-1 0,0-4 1,-1 0-1,-1 4-22,-2 0 0,-3 1 0,1 0 0,-2-3 0,-1 1 0,1 3-1278,-1 3 0,-1 1 1278,0 0 0,-1 0 0,-2 1 30,-3 4 0,-2 3 0,-1 0-408,-2 1 0,-2 2 1,0 0 377,0-2 0,1 1 0,-1 1 0,1 2 0,0 1 0,1 1 0,0 3 0,0 0 0,2 2 0,0 1 0,0 2 29,-6 2 1,-3 3 0,6 1-30,9-1 0,2 3 30,-5 6 0,-2 5 0,5-3-30,5-5 0,3 2-135,-1 5 0,-1 6 0,2 0 1,1-5-181,2-2 0,1 0-135,0-1 0,0 4 1,1-1-1,2-4-135,6-4 1,0-2-271,-2 5 1,3 1-239,8-6 1,3 1 0,0-3 815,0 1 1,0-1 0,2 1 0,3 0 0,-1-2-1,1-4 1,0 1 0</inkml:trace>
  <inkml:trace contextRef="#ctx0" brushRef="#br0" timeOffset="6551">5644 3911 12750,'-7'0'2338,"1"5"-1438,26 3-630,-6 1 0,2 0-181,2-3 1,2 0 90,5 1 0,3 1 0,1 0-1273,2-2 1,0-1 0,-1 0 947,0 1 0,0-1 0,1 0 181,-4 0 0,2-1 0,0 1 0,-1-1 0,-3 0-117,5 0 0,0 0 117,-4 0 0,5 0 0,1 0 0,-1 0 0,-4 0-367,-3-1 1,-3-1 0,3 1 360,0-1 0,3 1 0,2 0 0,1 0 0,-3 0 0,-3-1-30,1 1 0,-3-2 0,4 1 12,-2 0 1,4-1 0,3 1 0,0-1 0,0 0 0,-2 0 0,-4 0-324,4 0 1,-4 0 0,5-1 322,-5 1 1,3-1 0,2 1 0,1-1 0,0 0 0,0 0 0,-2 0-13,-2-1 0,0-1 0,-1 0 0,0 0 0,0 0 0,-1 1 0,3 0 0,-2 1 0,1 0 0,0-1 0,2 0 12,-3-1 1,3 0 0,0-1 0,0 0 0,-1 0 0,-2 0 0,-4 2 58,3 0 1,-5 1-1,4-1-71,-1-1 0,4-1 0,2 0 0,0 0 0,0-1 0,-3 2 0,4 0 0,-1 0 0,-2 0 0,2 0-62,0-1 1,0 0 0,0 0-1,0 1 62,-1-1 0,0 1 0,-1 0 0,-4 1-233,-2 0 1,-2 0 232,5-1 0,1 1 0,5 0 0,0-1 45,-12 2 0,0-1-75,7 0 0,2 0 0,-3 1 1642,6 0-1567,0-1 0,-1 1-45,-5 0 0,-1 0 0,0 0 0,-5 5 0,0-5 0,-1 1 0,-2 6 90,2-5 0,0-1 0,-3 2 483,11 1-393,1-1-180,-9 0 45,3 0 0,0-1 45,-3 0-45,2-1 0,0 0 45,-2-1-45,1 0 0,0 1-45,-1-1 134,2 0 1,-1 0-45,-2 0 45,0-2 0,0 0-45,-5 1 1753,10-2-1663,-15 0 1752,2 2-3641,-13-2-1080,-8 3 810,-3 0 1979,-1 0 0,0 0 0,-1 0 0,-10 0 0</inkml:trace>
  <inkml:trace contextRef="#ctx0" brushRef="#br0" timeOffset="7466">10429 3994 12390,'-18'0'809,"3"0"811,-15-5-1081,15 4 181,-13-3-630,19 4 719,-2 0 451,14 5-991,8-1 46,15-1 0,4-1-225,-11 0 0,3-1-826,5-1 1,5-1-1,2-1 1,-5 0 735,-7-1 0,-3 1 0,4-1 15,1 1 0,4 0 0,3 0 0,-1 0 0,-1-1 0,-3 0-462,1-1 1,-2-2 0,3 1 458,-4 3 1,2-1 0,3 0 0,1 1 0,-1 0 0,-2-1 0,-3 1-13,5-2 0,-3 0 0,3 0 0,-5 2 0,3-1 0,3 0 0,0 1 0,-1-1 0,-2 1 0,-3 0 0,5 0 0,-4 1 0,5-1 12,-6 0 1,5 1 0,1-1 0,2 1 0,-2-1 0,-2 1 0,-4 0-13,2 0 0,-4 0 0,3 0-18,3 0 0,5 0 0,0 0 0,-2 0 0,-6 1 18,-4-1 0,0 0-150,3 0 0,3 0 0,-5 0-209,1-1-2700,8-1 1170,-30 3 720,-8-1-470,-10 1 1,-3 0-1381,-10 0 3217,8 0 0,-1 0 1,-7 0-1,14 0 1,-1 0-1</inkml:trace>
  <inkml:trace contextRef="#ctx0" brushRef="#br0" timeOffset="7884">10674 4032 14009,'-29'0'584,"12"1"1,0-1-45,-10 0 1259,0 0-1439,29 0-90,0 4 89,17-1 1,7-1-270,-10 1 0,1-1-848,7 0 0,5-1 0,1-1 0,-3 1 788,-6-1 0,-2 0 0,4 0 0,0 0 0,4 0 0,2 0 0,0 0 0,-1 0 0,-4 0-787,3 0 1,-3 0 0,1 0 756,3 0 0,2 0 0,1 0 0,0 0-357,-1-1 0,1-1 1,0 1-1,-3 0 387,-2 1 0,-2 0 0,4-1-169,-4 0 0,5 0 0,1-1 0,0 1 0,-2-1 0,-4 1 139,-1-1 0,-3 1 0,3-1 54,0 1 0,4-1 0,1 0 0,-2 0 0,-4 0-9,0-1 0,0-1 286,5 1 0,3-2 0,-4 1-331,-9 0 0,-2 0-45,4 0 0,-1-1-472,-6 0-2361,-11 3-399,-23 0 0,7 2 2860,-3 2 1,-1 1 0,-6-2 0,-2 4 0</inkml:trace>
  <inkml:trace contextRef="#ctx0" brushRef="#br0" timeOffset="9756">9285 3711 7892,'-7'-6'0</inkml:trace>
  <inkml:trace contextRef="#ctx0" brushRef="#br0" timeOffset="10752">8404 5077 11131,'-10'0'-1093,"3"-6"1,3-2 0</inkml:trace>
  <inkml:trace contextRef="#ctx0" brushRef="#br0" timeOffset="11153">7727 4540 10681,'0'0'0</inkml:trace>
  <inkml:trace contextRef="#ctx0" brushRef="#br0" timeOffset="12518">7616 4763 11400,'-6'7'629,"4"-4"1,3 1 0,3-4 0</inkml:trace>
  <inkml:trace contextRef="#ctx0" brushRef="#br0" timeOffset="14417">7371 4845 9332,'4'7'0,"-1"-2"90,-2-4-180,0 0-360,1-1-989,-1 2 719,-1-1 720,0 1 0,0-1 0</inkml:trace>
  <inkml:trace contextRef="#ctx0" brushRef="#br0" timeOffset="15134">7305 6244 12120,'-7'-5'22,"-4"3"1,10-3-1,-4 5 1</inkml:trace>
  <inkml:trace contextRef="#ctx0" brushRef="#br0" timeOffset="19583">6044 2717 15088,'18'12'990,"-3"-1"-540,12 0-271,-10-5 1,9 2 0,2 0-1083,1-1 993,-5-3 0,5 2 0,-4-2-329,-6-1 1,0 0 268,11 2 0,4-1 0,-5 0 15,-8-2 0,1 1-23,4-1 1,4 1-1,2 0 1,-1-1-1,-5 0 1,0-1-1,1 0 1,1 0-447,-2 0 1,2 0 0,0 0-1,1 0 1,-1 0 0,-2-1 423,4 1 0,-2 0 0,0-1 0,0 0 35,1 1 1,1-1 0,1 0 0,-3 0 0,-4 0-368,2 0 1,0 0 331,2-1 0,4 0 0,0-1 0,-5 1 45,0 1 0,-1-1-45,2-1 0,5-1 0,-1-1 0,-3 2 0,-2 1 0,0 0 0,-3-1 0,3-2 0,2 1 0,1-1 0,-4 1 0,0 0 0,-2 1 0,0 0 0,2-1-320,1 0 1,2-1 0,1 0 0,-1 0 0,-2 1 319,4-1 0,-3 0 0,2 0 0,-4 0 0,1 0 0,-1-1 0,-4 2 18,-2 0 1,-1 0 10,10-2 1,4 0 0,-5 1-30,-9 1 0,0 0 0,6-2 0,3 0 0,-4 0 0,6-1 600,-10 0 1,3-2 0,-1 1-556,1-4 0,-1 1-90,0 0 0,0-1 45,4-2 0,-4 0 694,-5 4-649,0-3 0,1 0 45,-4 1-1,0-2 1,0-1 0,-2 2 180,1-4 0,0-2-90,-1-7 1385,-4 11 1,-2 0-1476,-2-4 0,-3 1 0,0 2 529,-7-11-529,-2-1-90,-8 8 0,2-2 0,0-1-225,-8 1 225,6 6 0,-2-3 0,1 3-344,4 4 0,-2-1 344,-7-5 0,-5-2 0,2 2-542,7 5 1,-1 0 563,-3-1 1,-4-2-1,0 0 1,3 3-1376,-1-1 1,0 2 1382,0-1 0,-2 0 0,0 1 30,-1 0 0,-1 2 0,2 0-216,1 1 1,-1-1 177,-1 0 1,-3 0 0,-1-1-1,5 2-22,2 1 0,1 1 22,-2-1 1,-5-1 0,1 0-1,4 1-22,2 1 0,-1 0 22,-1 0 1,-5 0 0,0-1-1,4 1-22,1 1 0,1 1 0,-2-1 0,-3-1 0,-1 1 0,5 0 0,1 1 0,1 0 0,-3 0 0,-4-1 0,-1 0 0,2 1-414,-2 0 0,2 1 0,-1-1 444,1 1 0,0-1 0,-2 1 15,6 0 0,-3 1 0,3 0 0,3 1 82,3 0 0,1 0-127,-7 0 0,-4-1 0,4 1 45,8 0 0,1 1-16,-8-1 1,-2 1 0,3-1-30,-6 1 0,6 0 0,1 0 0,-6 0 2018,7 0-2018,2 2 0,-1 0 0,0-1-726,-5 4 0,-1 1 726,5-4 541,-4 5 1,0 0-542,6-3 0,-4 3 0,0 1 0,2-2 45,-4 3 0,-1 1-45,1-1 60,6-1 0,-2 0 0,2 0-60,-9 3 30,8-2 0,-3 1 0,3-1 59,-7 3-602,7-2 0,-2 2 1,4-1 512,-3 2 37,1 3 1,0 2 7,7-2 0,3 0 0,1-3 0,-1 1 90,-4 13 0,1 0-45,5-9 0,2 0 853,-2 2 0,0 1-853,0 5 0,1-1 1129,2-5-1219,-1 3 0,1 1 44,1-6 1,1-2 45,-3 14 0,1-8 0,1-3 0,1-3 0,1 1 0,-1 0-90,1-2 90,0 2 0,1-1 0,0-1 0,0 16-90,1-18 3276,0 7-2993,5-2-283,1-6 90,8 15-90,-4-15 90,-1 3 0,1 0-90,-1-2 0,4 3 0,-1-1 90,0-2-90,2 1 0,0 0 0,-1-3 0,0 1 0,1 0 0,-1-2 38,5 5 52,4-2-90,-4-6 0,1 0 45,-4-1 0,1 0-675,11 1 1,-1-2-631,-4-2-379,5-1 1,0-1-1639,-3-1 2945,3-2 0,0-1 0,-5-4 1,-5 2-1,0-1 0</inkml:trace>
  <inkml:trace contextRef="#ctx0" brushRef="#br0" timeOffset="20683">6764 2668 8702,'-6'-1'810,"-4"0"-271,6 0 1,-5 0 269,1-1 361,-3 1-181,3-1-89,17 2-720,14 0 0,5-1-91,-7 2 1,3-2-871,2 0 1,5 0 0,1-1-1,-5 0 826,0 2 0,2-1 0,-7-1 0,3 0 0,2-1 0,2 0 0,-1 0 0,-2 1-481,1 0 0,-1 1 1,0 0-1,-1-1 1,1 1 435,0-1 0,0-1 0,0 1 0,0-1 0,1 1-286,3 0 1,1 0-1,1 0 1,-3 1 0,-5-1 285,2 0 0,-2-1 22,-1 1 1,3 0-1,-1 0 1,-4 0-23,-5 0 0,0 0-16,11-1 1,-2-1-1425,-12 1 693,3 0-2530,-37 3 2943,6 5 0,-2-5 0,-1 1 0,-6 4 0</inkml:trace>
  <inkml:trace contextRef="#ctx0" brushRef="#br0" timeOffset="21533">6751 2812 9871,'1'9'1619,"-6"-2"-1079,4-3-180,-3-1 449,1 6-629,-2-5 270,-9 13-270,2-9 45,-3 4 0,-2-1-45,-2 1-46,-6 1 1,-2 1-586,0-2 541,5-4 0,-3 2 0,3-2-1553,4-2 0,2-1 1507,-11 3 1,-2 0 15,8-3 0,-1-1 0,1 0-15,0 1 0,0-1-45,-3 0 0,-3 1 0,0-1 0,4 0 0,0 0 0,0-1 0,-1 1 0,-4-1 0,0 1 0,4-1 0,0 0 0,0-1 0,-2 0 0,-4 1 0,-1-1 0,4 0 0,0-1 0,-2 0 45,7 0 0,-5 0 0,-2-1 0,0 1 0,-1-1 0,4 0-509,-6-1 1,3 0 0,0-1-1,-2 1 464,4 1 0,-1 0 0,0 0 0,0-1 0,-1 1 36,-1-3 0,-1 0 0,0 0 0,2 0 0,4 1-500,2 1 1,3 1 0,-1-1 463,-2-2 0,-1-1 0,-1 0 0,0 0-175,-1 2 1,0 0-1,1-1 1,2 1 204,1-1 0,2-1 0,-2 1-7,-4 0 1,-3 0-1,-2 0 1,2 0 0,4 0-24,-4 1 0,0 0 22,1 0 0,-5 0 1,0 0-1,5 1 23,2 0 0,2 1-23,-1 0 1,-4 1 0,0 1-1,4 0-22,2 1 0,1 1 0,0-1 0,-4 2 0,0 0 0,4 0 0,2 2 0,1 0 106,-8 3 1,-3 2 0,5-1-62,9-3 0,0 2 75,-7 8 0,-4 3 0,5-1-75,8-6 0,2 1 0,-1 3 0,-2 3 0,0 1 0,4-3-45,2-2 0,1 1 60,-2 7 0,0 5 0,2-3-60,2-10 0,2 1 30,-1 6 0,1 2 0,0-3 1194,1 5-1224,1-1 0,1-1 0,7-7 1735,-5 7-1735,16-9 0,-15-7 0,20 6 0,-17-11 1425,9 1-3134,-9-5 1308,1 0-1488,-4 0 1916,3-1 1,-1-7 0,3-1 0</inkml:trace>
  <inkml:trace contextRef="#ctx0" brushRef="#br0" timeOffset="22070">6905 2935 12660,'-13'0'90,"1"-5"-720,6-2-1259,1-4-1079,5-3 2968,5 5 0,-4-1 0,3 2 0</inkml:trace>
  <inkml:trace contextRef="#ctx0" brushRef="#br0" timeOffset="22467">6619 2003 6723,'0'-15'-90,"0"-15"90,-6 10 0,-1-4 0,-2 0 0,-8 2 0,2 7 0,-5-3 0,-1 5-1093,-3 5 1,-3 4 0,1 0 87,2-4 1,0 0 0,-1 2 1004,-3 6 0,-1 2 0,4 1 0,3-2 0,3 0 0,-2 3 0,1 0 0</inkml:trace>
  <inkml:trace contextRef="#ctx0" brushRef="#br0" timeOffset="23183">6246 5573 6813,'-11'8'0,"-2"-2"0</inkml:trace>
  <inkml:trace contextRef="#ctx0" brushRef="#br0" timeOffset="24151">5587 6529 10951,'-2'-14'2698,"0"3"-2428,0 5 0,1 2 449,1 3 1170,0 1-1529,4 5-180,1 6-90,6 0 90,6 10-90,-5-11 0,1 1 0,1 0-90,-2-2 90,9 3 90,1-6-90,-6-3 0,1-3-90,11-4 0,-4-3 0,-2-2 0,-4-8 0,3-3 0,0 0-2625,-2-3 2625,-5 6 0,0-2 0,-3 1 0,-1 1-205,5-10 145,-5 3 0,1-6 0,-2-1 37,-4 7 1,-2-2 0,0 0-1,1 0-311,1 1 1,0 1-1,0 0 1,-2-3 315,-1-1 0,-2-3 0,0-1 0,-1 2 0,-1 5-27,-2-6 0,-2 2 9,2 4 0,-1-3 0,0-2 0,0 2 0,-1 4 36,-3-4 0,-1-1-18,2 4 0,-2-4 0,0-2 0,-2 1 0,1 4-12,-3-3 0,-1 4 0,-1-2-481,4 3 0,-1-1 1,0 1-1,0 3 511,-1 0 0,-1 3 0,-1 2 90,-9 0 0,-3 4-109,4 8 1,-3 4-1,0-1 79,5-3 0,0 0 0,-1 4-238,-3 6 1,-2 4 0,1 1 0,5 0 222,2 2 0,2 1-58,-1 4 0,-3 3 1,1 2-1,3-3 103,1 1 0,2 1 36,3-2 0,-2 4 0,0 1 0,1 0 0,3-3-66,0-2 0,3-3 0,-1 5-15,1-1 0,-1 5 0,0 2 0,0 0 0,1-2 0,1-3-15,0 3 0,2-4 0,0 4-15,0-1 0,1 4 0,-1 2 0,1 0 0,0-2 0,1-4 14,0 1 1,1-4 0,0 1 153,1 3 0,1 1 0,0 1 0,2-2-154,2 3 1,1-2 0,1-2-30,1 0 0,2 0 22,0-1 1,1 2 0,1 0-1,-1-4-22,0-3 0,1-2-120,7 6 0,2 2 1,-1-4-106,-6-9 0,0-2-645,8 2 1,3 0-1,-2-3 150,-8-4 1,1-3-374,7 0 1,3-2 0,-3-2-547,-6-4 1,-2-2 1402,9 0 0,-1-2 0,-11-1 0,-1-1 1,11-8-1</inkml:trace>
  <inkml:trace contextRef="#ctx0" brushRef="#br0" timeOffset="24666">5544 6436 13919,'-21'-6'1638,"5"7"0,0 2-1136,-14 3-1322,11 2 1,-5 2 0,0 2 0,3-2 392,-2 1 0,-2 1 624,2 0 1,-5 1 0,-1 2 0,-2-1 0,2 0-288,2-1 1,0-1-1,0 0 1,0 0-1,1 0 90,2-1 0,1 0 0,1 0 0,-1-1 0,-2 1-74,0 0 1,-2 1 0,-1 0 0,1 0 0,2-2 0,4-2 73,-4 2 0,1 0-23,3-2 1,-4 2-1,1 0 1,5-3-113,3 0 0,1-2-963,-12 6 1,3-1 198,8-4-2378,-5 3 2661,12-7 0,-1 0 0,2-2 1</inkml:trace>
  <inkml:trace contextRef="#ctx0" brushRef="#br0" timeOffset="25100">3577 6456 13379,'0'-15'1080,"0"-2"-451,-5-3-89,4 8-360,-3 6-90,10 24-45,1 10 0,0 3-90,-1-8 0,1-1-303,-2 1 0,1 2 0,0-1-252,1 2 1,-1 0-1,0-2-160,0 0 0,1 1-60,0-1 1,2 5 0,-1-1 0,0-4-286,0-2 0,0-2 1105,2 5 0,0 1 0,0-3 0,-3-7 0,0-2 0,1 6 0,1-1 0</inkml:trace>
  <inkml:trace contextRef="#ctx0" brushRef="#br0" timeOffset="25433">3307 7341 14369,'-23'6'719,"-1"1"1,0-1-1,-3 0 1,1-2-630,1 2 0,4-4-90,9-11 30,24 0 0,14-2 0,-2 0-30,-5-1 0,2-1-656,-2 2 1,5-2-1,1 0 1,-1 1 0,-3 1 360,-1 0 0,-2 2 0,3-1 307,-1 0 1,3-2 0,3-1 0,0 0 0,1 0 0,-1 1 0,-2 0-295,2 0 0,-1 2 1,0-1-1,0 1 1,0-1 281,-1 0 0,0 0 0,1-1 0,0 1 0,-1 0 0,-1 1-123,4-2 1,0 1-1,-1 0 1,-1 1 32,5-3 0,-2 0 0,-3 2-45,0 0 0,-1 0-315,2-2 0,3 0 1,-6 2-271,-3 0-2518,2-1 1799,-26 10-1838,-16 14 3122,-2-3 1,7 1 0,-1 0 0,-5 3 0</inkml:trace>
  <inkml:trace contextRef="#ctx0" brushRef="#br0" timeOffset="25750">3689 7329 14549,'0'-13'1799,"-5"-1"-1260,3 8-359,-3 7-90,5 24-90,0-3-90,2 0 0,2 4 0,-1-1-1549,0 4 1,0 0 691,0-8 1,0 2-1,0 0-103,1 2 1,0 1 0,-2-4-1681,2 9 1875,0-8 1,0-1 742,4 4 1,-2-7 0,2 3 0</inkml:trace>
  <inkml:trace contextRef="#ctx0" brushRef="#br0" timeOffset="26202">3691 7533 13739,'-15'-19'809,"-1"0"1,5 2 0,1-1-810,1-1 0,3 0 0,8-3 0,21 8 0,-7 11 45,0 5 0,0 1-45,-3-2 45,0 15 0,-2 3-45,-6-4-1639,-4 10 1,-1 2-746,-2-7 2556,-9 1 1,0 0-173,7-6 274,-8-1 1,0-1-275,10-5-90,-7 4 90,16-10 2755,4 0-2755,17-13-89,-8 8-849,4-7 0,1 0 938,-5 8-218,3-2 0,-1 0 218,-8 4-55,8 6 55,-16 2 90,0 13-90,-12-6 45,0 1 0,-1-1-45,-8-1 0,1 1 0,0 0 0,0-3 0,-7 4-1080,7-6 361,6-5-1145,-4 0 1864,10-20 0,7 4 0,4-14 0</inkml:trace>
  <inkml:trace contextRef="#ctx0" brushRef="#br0" timeOffset="26350">3984 7441 13469,'3'-11'180,"0"3"-1529,-3 4-1170,7 3 900,2 0 1619,9 5 0,-4-3 0,0 4 0</inkml:trace>
  <inkml:trace contextRef="#ctx0" brushRef="#br0" timeOffset="26501">4088 7537 13559,'-7'1'1260,"-9"-1"-1260,7-5-540,-7-1-1529,17-16 990,-2 10-560,14-4 1,3 0-33,-4 1 1405,3 3 0,0 0 1,-1-1-1,1 0 1</inkml:trace>
  <inkml:trace contextRef="#ctx0" brushRef="#br0" timeOffset="26833">4237 7303 13559,'-11'0'1979,"4"-4"-1979,16 0 0,-1 0 0,13 1 0,5 0-90,-9 2 90,1-1 0,-1 1 0,-5 9 90,4-6 0,-13 23 0,-7-15 404,-3 9 1,-2 1-135,-6-3 180,-3 3 0,0 0-271,2-3-89,-1-2 0,0 0-90,4-5 180,-5 5 180,14-11-180,13 0-180,1-4-90,12-8 0,-2 0 0,-1 0 0,-6-1 0,1 0-883,6-2 1,3 0 0,-2 1 792,-7 2 0,0 0-1079,14-8 0,-2 1-271,-6 4 1440,-4 3 0,-3 0 0,-6 5 0,-1-1 0</inkml:trace>
  <inkml:trace contextRef="#ctx0" brushRef="#br0" timeOffset="29449">5537 8341 13739,'18'10'404,"0"0"1,0 0 0,0 1 0,2-1-255,6 4 0,1 0 0,-1-1-791,-4-2 0,-2 0 0,3 0 708,0 0 1,3 1-1,-1-1 1,-3-2-23,-2 0 0,0-2-23,3 1 1,4 0-1,0 1 1,-4-2-23,1-1 0,1 0 45,3 0 0,4 0 0,1 0 0,-5-1-45,1 0 0,1-1 30,-8-1 0,3 0 0,2 0 0,2 0 0,-1 0 0,-2-1-12,0 1 0,0-1 0,-1-1 0,0 1 0,0 0-321,1 0 1,-1 0 0,1 0-1,0 0 1,1 0 302,4 0 0,2-1 0,-1 1 0,-1-1 0,-5 0 0,4 0 0,0-1 0,-5 1 0,4-1 0,1 1 0,-1-1 0,-4 1 45,6-1 0,-1 1-45,-5 0 0,3 0 0,2 0 0,-2-1 0,-4 1 0,5 0 0,0 0 0,-5 0 0,3 1 0,1-1 0,-2 0 0,-3 0 0,5 0 0,-1 0 0,2 1 0,4-1 0,1 0 0,-5 1 0,-3-1 0,1-1 0,-2 1 0,3 0 0,2-1 0,1 1 0,-3-1-432,3 1 1,-1-1 0,-1 0 0,1 0 431,-1 0 0,0 0 0,1 0 0,1 1 0,-2-1 0,3 0 0,0 0 0,-2 0 0,-5 0-294,4 0 0,-1 0 294,1 0 0,5 0 0,0 0 0,-6 0 45,-1 0 0,-1 0-45,0 0 0,4 0 0,0 0 0,-4 0 0,-2 0 0,-1 0 0,0 0 0,2 0 0,-2 0 0,5-3 0,-2 1 0,-5 1 0,1 0 0,3-2 0,5-2 0,0 0 0,-4 1 0,1 1 0,0 0 0,-3 0 0,4-2 0,1 0 0,-1 0 0,-5 1 0,2 0 0,-1-1 0,1 1 0,4-1 0,0 0 0,-5 0 0,-1 1 0,-1-1 0,0 1 0,4-2 0,-1 0 0,-4 1 0,-1 1 0,0-1 0,8-3 0,4 0 0,-5 0 0,-8 3 0,-1-1 30,9-2 0,4-1 0,-5 0-30,-8 4 0,-1-1 0,10-2 0,2-1 45,-2 1 0,-1 0-45,-9 3 0,0-1 30,8-1 0,3-2 0,-4 1 14,-8 3 1,1 0-45,7-3 0,3 0 0,-3 0 0,-8 3 0,1 0 60,7-3 0,3-1 0,-3 1-60,-8 2 0,1-1 30,8-4 0,5-2 0,-2-1 68,-6 1 0,-2 1 0,1-2-121,1 0 1,2-2-1,0 0 1,-2 2 22,-2-1 0,-1 1 0,0 0 0,5-5 0,-1-1 0,-3 2 0,-7 7 0,-1-1-30,5-4 0,2-3 0,-3 2 30,-5 6 0,0-1 0,3-6 0,3-2 0,-3 2 0,-4 5 0,-1 0 0,5-6 0,1-3 0,-1 2 0,-6 6 0,1 0 0,3-6 0,1-3 0,-2 2 90,2-7-120,-5 6 0,0-4 0,-2 1 30,-2-7 0,-2 1-45,2 1 0,-1-2 45,-6 5 0,-1-2 0,0 5 0,4 7 0,-2 1 0,-5-8 0,-4-3 0,3 3 0,4 6 0,-1 0 0,-3-3 0,-3-3 0,-1-2 0,0 3 0,-1 1 0,0 2 0,0 0 120,-1-4 1,0-1-1,-2 1-120,1 6 0,-2 1 0,-1 0 0,1 2 0,-7-3 0,-2 0 0,4 4 0,-3-2 0,-1 0 0,3 2 0,2 2 0,2 2 0,-2-2 0,-5-1 0,-4-1 0,1 0 0,4 2 0,0 0 0,1 1 22,-2 0 1,-5-3 0,1 1-1,4 1-22,2 2 0,0 0 36,2 1 0,-4-2 0,-1 0 0,-1 0 0,3 1 9,1 2 0,1 0 0,0 1 0,-1-1-45,-1-1 0,-1 0 0,-1-1 0,-1 1 54,0 1 0,-3 0 0,0-1 0,2 2 0,3 0 664,-4 0 1,0-1-719,3 2 0,-4-2 0,-1 0 0,1 1 0,5 1 0,-2 0 0,1 0 0,4 1 0,-3-1 0,-2 1 0,1-1 0,4 2-45,-5-1 0,-1 0 63,6 2 0,-5-1 0,-1 0 0,1 0 0,3 1-18,-4 0 0,-1 0 0,6 1 0,-4 0 0,-1-1 0,1 1 0,4 1 0,-4-1 0,-1 1 0,4 0 0,-4-1 0,-3 0 0,0 0 0,3 1 18,3-1 0,0 1 0,1-1 0,0 1 0,0 0-138,-5-1 0,0 0 1,-1 0-1,-1 0 120,1 1 0,-2-1 0,1 0 0,1 0 0,5 1 0,-3 0 0,1 0 22,0 0 1,-5 0-1,0 0 1,5 0-23,2 0 0,0 1 0,0 0 0,-5 0 0,0-1 0,5 1 0,1 0 0,0 0 0,-1 1 0,-4 1 0,-1-1 0,6 1 0,0-2 0,1 1 22,-3 1 1,-4 2-1,-1 0 1,1 0-551,0 0 0,2 1 0,-1-1 528,0 1 0,0-1 0,-2 2 22,5 0 1,-2 0-1,2 1 1,3-2 60,3 1 0,-1-1-61,-1 1 1,-4 2-1,0-1 1,4 0-23,0 0 0,1-1 0,-2 2 0,-3 0 0,0 1 0,3-1 0,2-1 0,0 1 0,0 0 0,-3 2 0,0 0 0,4-1 45,2-1 0,0 1 22,-1 0 0,-4 3 1,1-1-1,3-1-22,2-1 0,-1 0 67,-3 3 1,-5 2-1,-1 0 1,5-1-113,3-3 0,-1 1 45,-2 2 0,-5 2 0,1-1 0,5-1-45,3-3 0,0 1 30,-7 4 0,-3 3 0,4-3-30,9-4 0,0 1 60,-5 4 0,-2 3 0,3-2-15,8-5 0,0 0 45,-5 7 0,-1 4 0,3-2-45,4-7 0,2 2 44,-5 9 1,-2 3 0,3-2-45,4-7 0,0 0 22,-1 5 1,-2 4 0,1 1-1,1-5-22,1-2 0,1 0 0,-1 1 0,-1 3 0,0 1 0,1-2 15,1-1 0,0 0 0,0-1-60,1-3 0,0 0 0,1 2 0,-2 7 0,0 2 0,2-5 45,2-9 0,2 0-15,-2 8 0,1 4 0,0-3-30,2-8 0,0 1 22,0 3 1,0 4-1,0 1 1,1-4-23,-1-3 0,2 0 30,2 10 0,2 4 0,-1-6-30,-1-11 0,2-2 30,3 8 0,3 1 0,-1-2-30,-3-8 0,1 0 30,5 6 0,3 2 0,-2-3-30,-3-7 0,2 0 30,6 5 0,3 1 0,-1-2 15,-5-5 0,1-1-113,3 0 1,4 1-1,0-1 1,-2-1-68,2-1 0,1 0-393,-2-3 1,4 1 0,3 0 0,-1 0 0,-4-2 257,-1 0 0,-3-2 1,3 0 66,2 1 1,2 0-1,2 0 1,-1-2-454,-2 0 1,1 0-1,-1-1 1,0 0 0,-1 0 38,3 1 0,-1-1 1,3 0 147,-4-1 1,3 0 0,3 1 0,1-1 0,-1-1 0,-2 1 0,-4 0 217,0-1 0,-4 1 0,0-1 0,3 0 0,3 1 0,3-1 0,0 1 0,-1-1 0,-3 1 0,0-1 0,-1 0 0,0 0 0</inkml:trace>
  <inkml:trace contextRef="#ctx0" brushRef="#br0" timeOffset="66786">10301 3963 12480,'4'-7'540,"-1"0"-1,-3 6 451,0 0 2286,1 0-2954,4 1-232,1-1-90,11 5 90,-8-3-90,14 7 0,-13-7 0,13 11 89,-12-9-89,6 6 0,-2-2 0,-4-2 0,3 2 0,2 0 0,11 6 45,-13-7 0,1 0 0,4 2 0,-1-1 45,0-2 0,5 2 0,1-1-90,1-1 30,-4-1 0,4 1 0,-1-1-1415,3 0 0,-1-1 1385,4 2 0,1-1 30,-5-1 0,2 0 0,-2 0-825,-2-1 0,-2 0 0,1 0 795,-1 0 0,0 0 0,2 0 30,4 0 0,2 0 0,-5 0-140,-9-1 0,1 0 110,7 0 0,3 0 0,-2 0 0,-8 0 0,1-1 30,8 0 0,3 0 0,-3 1-30,-9-1 0,1 0 30,8-2 0,6 1 0,-3-1 15,-2-1 0,0 1-45,-7 0 0,1 0 0,1 0 0,2-2 0,1 0 0,-4 1 90,7-2-90,2 0 0,-2-2-1275,-6 1 1275,8-2 45,-11 1 0,0 0 1169,7-2-1169,2-4 0,0 0 45,-4 0 0,2-2 0,-2-1 0,-3 0 0,0-1 0,0-1 0,-5 1 0,2-1 0,0 0 0,-4 2 1122,-4 4 1,1-2-1168,-1-1 0,-1 0 45,2-6 0,0-3 0,0-2 0,-4 2 45,-1-4 0,-1-2-45,-2 3-90,-2 6 0,0-3 0,-2 2 0,-2 7 0,-2-2 0,1-7 0,0-5 0,-2 4 905,-2 6 0,-1 1-935,-2-10 0,-1-4 0,1 5-1400,1 7 1,-1 2 1429,1-1 0,0-1 0,-3 0-30,-1 2 0,-2 1 0,1 1-231,0 0 0,-1-1 238,-2 1 1,-3-3-1,0 0 1,3 3-23,-1 1 0,0 1 22,-1-2 1,-3-1-1,-1-1 1,4 3 22,0 0 0,0 1-23,-2 0 1,-3-3-1,-1 0 1,5 2-190,0 1 0,-1 1 212,-1-1 0,-4-2 0,-1 0 0,4 2-45,1 2 0,0-1 22,-2 1 1,-3-2-1,-1 0 1,4 2 22,1 2 0,0 0-18,3 2 0,-4-1 0,-2-1 0,2 1 0,4 2 18,-3-1 0,0 1 0,-1 0 0,-5-1 0,1 1 0,4 1-45,5 2 0,0 1 45,-9-1 0,-3-1 0,4 1 0,8 2 0,0 0-23,-3 0 1,-5 0-1,0 0 1,2 1 22,2 0 0,1 0 0,0 1 0,-4-1 0,0 0 0,0 0-30,-5 1 0,0-1 0,4 2 30,10 2 0,1 0 0,-9-1 0,-4 0 0,5 0 0,-3 6 0,7-3 0,-2 2 0,2-1 0,-7 1 0,8 3 0,-3 2 0,3-1 0,5-3 0,1 1 30,-9 7 0,-3 3 0,0 1 30,5-2 0,2 0 0,-2 1-60,2-2 0,-1 2 0,0 1 0,1-2 0,0 1 0,1-1 0,1 1 30,-1 5 0,1 2 0,3-4-30,5-7 0,2 0 30,-4 8 0,-2 3 0,4-3 60,0 5-60,4-7 0,-1 3 0,2-2-30,1 8 29,1-4 1,0 5 0,2-2 0,3-7 0,2-2 0,-1 2-30,-4 1 0,0 2 0,2-1 30,6 3 0,3-1 0,-2-3 15,-5-7 0,2-1-15,8 9 0,6 3 0,-2-4-30,-6-9 0,2-1 22,4 1 1,3 3 0,1-1-1,-3-3-22,-1-3 0,1-1 22,3 0 1,3 2-1,0-1 1,-3-2-23,0 0 0,0-1-90,1-1 0,4 2 0,0-1 0,-3-2-90,-3 0 1,1-1-541,2 0 0,5 0 1,0-1-1,-3 0-919,5-1 1,-2-1 571,-6 0 1,1 1 0,-1-2 1066,4-3 0,-4-1 0,-7 2 0,6-5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6:40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12140 1470 10681,'1'-14'1079,"0"2"-809,-1 6 0,0 1 180,0 2-1,-4 1-179,-1 9-180,-1 0 90,-7 17-90,8-7 0,-5 5 0,0 2 0,2 1 0,2 4 0,1-1-90,2-4 90,11 1 0,4-2-90,1-8 0,11-2 0,3-3-231,-3-7 201,-4-8 0,2-2 0,-2 0 30,8-6 0,-8-2 0,2-4 0,-4 2 0,-6 5 0,-1-1 0,2-7 0,0-2 0,-2 2 0,-1-7 45,-3-2 0,-2 2-45,-4 7 0,0-8 0,-1 43 0,0 17 0,0-3 90,0 2-746,0-9 1,-1 7-1,1 2 1,0-1 0,1-6 680,2 0 1,-1-1-4,-1 3 1,-2 4 0,1 0-1,1-3-344,4-1 0,-1 0 322,-3 1 0,-1 5 0,0 0 0,0-5 0,2-3 0,0 1 45,-2-1 0,0 4 0,0 0 0,0-6 0,0-5 0,0-2 135,-4 16 0,0-5-91,1-14 49,-21 4-408,7-13-45,-1-4 0,0-1-224,-7 0-721,3-12 1,1-3-313,-1 1 479,6-3 1,-1-6 0,3 2 995,5 5 1,1 0 0,-1-2-1,1-1 1,1 1 0,2 1-1,1 1 1</inkml:trace>
  <inkml:trace contextRef="#ctx0" brushRef="#br0" timeOffset="381">12272 1036 11311,'-13'-19'539,"7"5"-179,-15 1-360,14 8 0,-11 2 90,5 18-90,6 0 0,1 1-178,0-2 1,1 2 222,0 6 0,2-1-45,2-3-179,6 11 89,-4-15-90,10 7 0,-5-16 180,5-6 0,-1-21 0,-5 3 0,-1-4 0,-1-1 90,-2 3 134,2-3 1,0-1-135,-1 5 0,1-9-90,-1 15 0,-1 7 355,2 5-265,0 3-810,7 26-360,2-8 1,0 2 629,-3-2 1,2 1 143,3 2 0,3 0 1,-1-3-1,-5-7 1,0 0-1,8 6 1,-1 0-1</inkml:trace>
  <inkml:trace contextRef="#ctx0" brushRef="#br0" timeOffset="579">12837 1481 13110,'-10'-12'89,"-1"5"-2067,24-6 898,-5 6-559,15-2 1,3-1 1573,2-1 1,-3 4 0,-1 0 0,6-1 0</inkml:trace>
  <inkml:trace contextRef="#ctx0" brushRef="#br0" timeOffset="1064">13298 1288 12660,'-16'0'0,"2"0"90,3 0-90,6 5 0,9-4-315,20 9 0,7 1 135,-1-7-802,-4 1 1,5 1-1,-6-2 982,0-4 180,3-4 0,-1-4 270,-14-2 0,-2-1 89,4-3 1,-2 0-360,-3-8-270,-9 9 90,-1 15 0,-4-2 0,3 29 90,-3-12 36,4 4 1,3 5 0,-2-1-127,0-6 0,-1 2-45,2 3 0,0 6 0,0-1 0,0-3 0,-2 1 0,1-1 45,1 1 0,0 2 0,1 0 0,-2-4 0,0 1 0,0-3 45,3-1 0,-1 1-45,0 4 0,-2 4 0,1-6 90,1 2-70,-1-4 1,-2-2 428,0-10 541,-11 3-631,-10-27-359,10 2 0,0-2 0,-2 0 0,3-3-1093,8-6 1,4-3 0,1 3 732,-2 5 1,3 1-361,4-11 1,4-5 0,-1 6 690,-2 9 0,1 0-1064,6-5 1,3-4 0,-2 4 212,-5 7 0,1 1 761,7-8 0,-1 1 0,3-1 0,-1 0 0</inkml:trace>
  <inkml:trace contextRef="#ctx0" brushRef="#br0" timeOffset="1264">13970 1089 11760,'1'-6'0,"2"0"0,4 16 90,-2-2-45,4 10 0,1 2-45,-1 7-376,-1-5 0,-1 3 346,-4 2 0,-2 3 0,0-1-885,1 0 1,-1 2 674,-3-8 0,-1 3 0,-2 3 0,0 0 0,1-2 1,-1-3-1,1 2 0,-1-4 0,-2 4-240,-1-3 0,-2 4 1,-1 1-1,-1 0 0,0-2 1,2-4 216,-1-1 0,0-3 1,-1 1-1,-1 1 0,-1 2 1,-1-1-1,2-4 1,-4 0-1,0-1 0</inkml:trace>
  <inkml:trace contextRef="#ctx0" brushRef="#br0" timeOffset="1548">11733 1333 13919,'-19'-3'30,"-1"1"0,3-3 0,0 5 150,-2 15 0,3 6-1149,4-10 1,1 3 990,-2 7 1,-1 7-1,0 1 1,2-4-608,1 3 1,1 1 620,2-4 0,-1 5 0,0 2 0,1-1 0,1-4-674,2-2 1,1-4 0,0 3 637,0 2 0,0 2 0,0 0 0,2-1-30,2 3 0,2-2 0,0-1-256,0-5 1,1-2 0,1 3 123,3 0 0,2 2 0,1 2 0,1-2 0,-1-4-48,1-1 0,0-2 1,2 0 29,0 2 0,1 2 0,2-2 0,3-3-640,6-4 1,3-3 0,1-2 0,-2-1-261,-1 0 0,-1-1 1,2-1 1079,-2 0 0,3 0 0,0-1 0,0 0 0,-2-2 0,5-3 0,-3-1 0,1-1 0,3 1 0,-1-1 0,0 0 0</inkml:trace>
  <inkml:trace contextRef="#ctx0" brushRef="#br0" timeOffset="1980">14789 1133 13829,'0'-11'540,"0"1"-270,-6 4-180,0 3-90,-9 9 0,3 6 0,-2 5 0,-1 3-268,7-7 1,-1 3 57,-6 7 0,-3 5 0,2-2-914,4-2 1,0-1 673,0 2 1,-1 1-1,3-2-45,2-4 1,2-1-1145,1 5 1,0-2 1490,1-1 0,0 6 0,3-18 1</inkml:trace>
  <inkml:trace contextRef="#ctx0" brushRef="#br0" timeOffset="2146">14673 1178 13739,'0'-16'899,"0"0"1,0-5-90,0 13-720,0 26-90,8 12-540,-1-9 0,1 2 1,0-1-1001,3 2 0,1 1 884,-1-5 1,2 3-1,1 1 1,0-1 0,-2-3 327,0-1 0,-1-2 0,2 2 1,2 2-1,1 3 0,0-1 1,-1-3-1,4 5 0,0-1 1</inkml:trace>
  <inkml:trace contextRef="#ctx0" brushRef="#br0" timeOffset="4079">10530 1657 12930,'2'-12'180,"1"0"-1,-2 2 91,0-1 0,-1 3-90,0 2-90,1 2-90,-1 2 0,0 8 90,0 7-90,4 5 0,0 2 90,-1 10-1123,3-8 0,2 3 0,-2-2 988,-2-5 0,-1 1-405,3 3 0,2 5 1,0 0-1,0-1-643,-1-1 1,0-2 0,0 1-1,2 4 1,-1 0 0,1-1 1073,-1-2 1,0-1-1,-1-3 1,4 8 0,-4-11-1,0-1 1</inkml:trace>
  <inkml:trace contextRef="#ctx0" brushRef="#br0" timeOffset="4362">10312 2303 13199,'-26'0'839,"0"0"1,9 1 0,1-2-390,-12-4-360,31 0 0,12-8-90,9 4-1093,-1 1 1,4 0 0,-1 0 604,-2 1 1,2-1 487,-3 2 0,3-1 0,3-1 0,2 0 0,-1 0 0,-1 1-282,2-1 0,0 1 1,-1 0-1,1 0 0,-1 0 252,-4 1 0,-1 0 0,1 0 0,0 0 0,0 0 0,0 0-448,2 0 0,1 0 1,1 0-1,-1 1 1,-3 0-1,-4 1 118,4-1 1,-2 2-734,6-1 1,2-1 0,-5 2-364,1 1 1671,-7 4 0,-3 2 0,-9 7 0,-2 9 0</inkml:trace>
  <inkml:trace contextRef="#ctx0" brushRef="#br0" timeOffset="4668">10826 2434 14099,'0'-14'1439,"-5"1"-1439,1 8 90,-3 7-90,4 8 90,3 19-90,0-8-315,2 7 0,1 3-1259,2-4 0,-1 0 809,-1 0 1,1 1 764,5 4 0,0-4 0,-4-9 0,8 9 0</inkml:trace>
  <inkml:trace contextRef="#ctx0" brushRef="#br0" timeOffset="5130">10954 2401 14279,'-18'-20'989,"6"7"1,2 0-630,-1-4-360,0 1 0,14 7 0,16 21 0,8 4 0,-14-6 0,-1 1 0,8 8 0,-10 1 0,-5-7 89,-7 13-89,0-14 0,-10 1 0,-2-1 0,3-1-45,-7-1 1,-1 0 44,4-2 89,-2 1-89,19-7 0,20-2 0,-2 0 0,1 0 0,-3 0 0,0 0 0,9 4 0,-1 1 0,-7-3 0,1 8 0,-2 3 450,-5-2-270,4 8 360,-32-1-450,3-12-90,-12 2 0,-3 0 0,-1-3-1093,6-1 1,-5 0 0,3 0 754,6-1 0,0-1-755,-9 3 1,-4-1 0,5 1-328,7-2 0,0 0 1420,-5 1 0,-4 2 0,4-1 0,-5 2 0,8-2 0,0 0 0</inkml:trace>
  <inkml:trace contextRef="#ctx0" brushRef="#br0" timeOffset="7830">1022 4075 12840,'0'-18'359,"-6"1"-179,4 2-537,-10 1 626,10 3 1,-9 1 115,10 3-205,-8 3-76,8 1 166,-4 2-90,4 9-180,-1 4 0,2 4 318,7 11-318,-4-10 0,1-1 90,11 11-45,-4-5 0,3-2 0,4-10 0,2-3-45,-5 4 0,1-2 90,8-7 0,-2-4 0,-5-9 0,0-2 0,-1-2 90,-5-6-45,0-2 0,-1-1 45,-5 1 44,-1-3 1,-1 1-135,-2 4 0,-1-1 0,1 2 90,-1 8 0,0 2 180,5 32-360,5 2-1093,-2-2 1,1 5 0,0-3 1034,1-4 1,0 2 79,0 2 1,1 5-1,-1 1 1,0-5-260,-1 0 1,0 0 236,-2-3 0,1 3 0,0 1 0,0 0 0,-1-2 60,-2 1 0,-1-2 0,1 1-30,1 2 0,1 0 0,-3-1 60,-3 5 0,-5-6 0,-7-11-46,-2-2 1,-3-3-45,-7-9 0,-2-2 0,6 6 0,0-3-150,-6-10 0,-3-7 1,4 2-195,10 7 0,0-2-316,-6-9 1,-3-5-1,5-1-223,6-3 0,3 0 73,-3 1 1,2-1-136,5 0 1,3 0 944,5 3 0,1 1 0,-3 4 0,0 0 0,3-6 0,0-1 0</inkml:trace>
  <inkml:trace contextRef="#ctx0" brushRef="#br0" timeOffset="8213">978 3231 13919,'-16'-7'-90,"2"0"270,-2 5-90,5 7-90,-2 3 0,5 17 0,5-6 0,0 3 0,1 0-2894,0 0 2894,2-5 0,-1-1 19,1 9-109,5-11-84,-4 8 264,7-16-90,-7-21-90,2 3 180,-3-20-90,0 12 0,0 0 45,0-2 0,0 0-188,0 0 1,0 0 142,0 5 0,0 1 405,0 0-135,10 9-185,-4 7-40,6 8 0,2 4-45,-1 10-390,1-3 0,3 3 1,-1 1-704,1 1 1,0 1 0,0 0-1,-1-2 1,0 0 0,1 1 961,-1-3 1,0 1 0,0-1-1,-2-3 1,1-2 0,-1-2 0,4 5-1,1 0 1</inkml:trace>
  <inkml:trace contextRef="#ctx0" brushRef="#br0" timeOffset="8417">1651 3794 14279,'24'-18'-3277,"-7"6"1638,1-2 1,1 1 982,3-3 1,-7 4-1,0 0 1,6-5 0</inkml:trace>
  <inkml:trace contextRef="#ctx0" brushRef="#br0" timeOffset="8882">2012 3428 14549,'2'19'180,"4"-5"-90,0 6-1,6-10 1,6 8-90,-3-13 0,2-1 0,2-2 90,-2-11 0,0-1-45,0 6 0,-1-2 225,4-13 0,-5-2 0,-5 3 179,-3-4 1,0 0-180,-4 3-135,0 0 0,-2 1-135,0 6 180,-1-3-180,6 30-1639,4 7 1,1 2 1625,-3-3 1,2 1 12,0 0 0,2 3 0,0 0 0,-1-3-271,0-1 1,0 0 270,0 1 0,3 4 0,-1-1 0,-2-3 0,0-2 0,-1 0 0,4 5 0,1 2 0,-3-3 90,2 2 135,-2-4 0,-3-1-45,-4-9 629,-7 4-719,-8-13 0,-18 1-315,6-13 0,-1-3 90,6 7 1,0-2-149,-1-7 1,0-5-1,3 3-616,0-8-194,7 4 1,1-5 0,2 3-13,2 5 0,2 0 1105,4-11 0,2-5 0,1 4 0,0 6 0,0 2 0,3-2 0,0 0 0,-1 0 0</inkml:trace>
  <inkml:trace contextRef="#ctx0" brushRef="#br0" timeOffset="9096">2607 2944 14908,'2'7'90,"5"5"180,9 12-270,0-4-1093,0 1 1,2 5 0,-1-3-10,-5-6 1,0 1 1033,1 5 1,3 4-1,-1 1 1,-2-4 189,-4 0 1,-1 0-551,-2 2 1,2 4 0,-2 1 0,-1-4-68,-1-2 0,-4 0-325,-3 0 1,-2 3 0,-2 0 0,0-4-694,-1-2 1,-2-3 1512,-2 1 0,-4 1 0,1-3 0,-1-3 0,0-2 0,-2-1 0,0 1 0</inkml:trace>
  <inkml:trace contextRef="#ctx0" brushRef="#br0" timeOffset="9347">716 3818 15088,'-15'-15'-90,"6"6"540,-15 6-270,13 9-90,-5 13 0,0 8-60,9-6 0,1 2 0,0 1-595,-1-1 0,-1 0 1,2 4 492,4-1 0,3 3 0,0 2 0,2-2 0,-1-4-1063,4 5 0,1-1 793,0-6 0,2 2 0,0 2 1,1-2-1,0-5-198,5 2 1,3-4-117,1-3 1,5 1-1,3 0 1,-1-1 0,-3-3 357,-1-2 0,-1-1 0,1-1 0,1 0 0,3 1 0,0 0 0,0-1 0,-3-3 1,8-2-1,1-1 0</inkml:trace>
  <inkml:trace contextRef="#ctx0" brushRef="#br0" timeOffset="9597">2980 2681 14549,'-15'-1'-270,"3"20"-45,5 2 0,2 1 90,1-2 0,1 2-868,1 3 1,-1 2 0,1-3-2185,-1 8 2184,3-11 1,-1 2 0,1-2-25,-1 3 1117,1-6 0,0-1 0,0-4 0,0-1 0</inkml:trace>
  <inkml:trace contextRef="#ctx0" brushRef="#br0" timeOffset="9763">2929 2850 14009,'-19'-23'1349,"5"7"-809,-5-6-360,12 31-180,3-4-135,9 19 0,6 6-135,-3-14 0,1 0-550,2 2 1,3 5 0,1-1 0,-2-3-820,3 1 1,2-2 1228,0 2 0,2 1 1,0-2-1,-1-4 1,0-1-1,2 1 0,-1 0 1</inkml:trace>
  <inkml:trace contextRef="#ctx0" brushRef="#br0" timeOffset="12380">1020 6109 11940,'0'-19'540,"-6"0"-180,5 1 89,-4 1-871,-1 2 692,5 2-90,-8 1 164,9 3-344,-6 2 129,5 3-219,-1 0 90,2 10 0,6-5 0,-5 16 0,12-8-45,-7 4 0,0 4-705,5 1 1,3 2 0,-1 1-344,1 1 1,1 0 0,-1 0-1,1 2 1,-1-1 0,0-1 760,4 5 0,-2-3 0,1 0 0,-1 0 0</inkml:trace>
  <inkml:trace contextRef="#ctx0" brushRef="#br0" timeOffset="12629">935 6678 14009,'-25'11'899,"0"-2"-539,16-7-180,6-7-90,10-2 90,7-5 0,8-5 0,1-1-144,-4 4 0,2-1 0,0-1 0,1 0 0,-1 1-745,3-2 0,-2-1 0,2 1 0,1-2 709,-1 2 0,3-2 0,1 0 0,0 0 0,-3 2 0,-3 2-60,-2 1 0,-3 3 0,2-2-228,1-1 0,4-2 0,1-1 0,-2 2 0,-4 1-117,2 0 1,-1 0-689,3-2 1,2-2 0,-5 3 899,-1 1 0,-7 5 1,-21 16-1</inkml:trace>
  <inkml:trace contextRef="#ctx0" brushRef="#br0" timeOffset="12896">1295 6676 15808,'0'-12'0,"0"2"-3277,11 32 984,-8-11 2248,5 11 0,2 3 1215,-2-2-1665,0 2 0,0 1-44,0 1 524,-3-7 0,-1 0-1514,-2 8-606,1-8 876,-1 5-541,-2 4 1800,0-12 0,0 7 0,0-14 0</inkml:trace>
  <inkml:trace contextRef="#ctx0" brushRef="#br0" timeOffset="13114">1328 6702 14639,'-8'-13'359,"-3"2"1,5 0-270,0 5 0,0 0 0,21 16-90,11 4 0,-11-5 0,1 1-150,5-1 0,3 1 0,-4-2-459,8 3-21,-7-4 0,3 1 1,-3-1-271,2 0-739,1 0 1,-1-2-392,-4-1 1912,7 0 1,-15-3-1,0-1 1</inkml:trace>
  <inkml:trace contextRef="#ctx0" brushRef="#br0" timeOffset="13282">1612 6562 12480,'-16'-5'360,"-3"0"-270,11 5 90,-5 19-180,10-7 0,1 9 0,2 2-90,7-2-1549,2 6 1,2 0-1639,6-6 2628,0 1 1,0-1-1,-4-8 1,9 3 0</inkml:trace>
  <inkml:trace contextRef="#ctx0" brushRef="#br0" timeOffset="13563">1849 5608 14729,'-19'0'0,"4"0"449,-15 6-269,17 5-135,2 4 0,1 3-45,6 8-1093,4-5 1,2 4 0,0-2 88,-1-5 1,1 1 665,4 4 1,3 4 0,0-1 0,-1-2-23,-1-1 0,0 1-296,3-3 1,3 2-1,1 2 1,0-1 0,-2-4 423,6 5 1,0-1 0,-2-2 0,2 2 0,-2-4 0,-1-8-1,-1 1 1</inkml:trace>
  <inkml:trace contextRef="#ctx0" brushRef="#br0" timeOffset="13996">2124 5760 12930,'-18'7'899,"6"4"-719,3 18-180,8-8 0,2 0 0,-1-1 90,2-1-90,11 8-90,7-11 90,-1-9-135,1-6 0,0-3 45,-2-5 90,2-7 0,-1-3 0,-4-1 0,-1-5 0,-2-1 90,-4 3 135,-2-1 0,0 0-45,-2 6 180,3-8-91,-5 18 631,3 10-630,-2 4-135,1 9 0,1 4-45,0 2-447,0-2 1,0 1 356,0 0 0,-1-1 0,0-4 0,0 2 30,3 10 0,0 3 0,0-2-30,-2-9 0,0 1 0,0 0 0,1 3 0,0 0 0,-1-5 180,2 9 180,0-4 0,-2-2-180,-2-8 89,-7 8-538,-16-23-1370,2-7 1,-2-2-1,4 1 1,0-2 545,-2-6 1,0-4 0,3 1-547,5 5 1,1-2 1542,-2-4 1,-1-4 0,2 3 0,2 2-1,2 1 1,-3-7 0,1 0 0</inkml:trace>
  <inkml:trace contextRef="#ctx0" brushRef="#br0" timeOffset="14345">2132 5127 13469,'-13'-1'450,"1"0"-90,1 7-270,2-4-45,1 11 0,2 4-45,2 0 0,1 1 0,-1 1 0,0 0-45,2 7 0,3-3-45,3-7-90,2 10 90,0-21 0,1-5 0,-3-11 90,2-11 90,-2 0-90,-1 0 0,1 0 90,0-4-90,-1 8 0,1 5 90,6 10-90,-3 11 0,4 8 0,0 3 0,2 6-1093,-2-4 1,2 3 0,-2-2 26,-2-5 0,0 0-27,6 7 1,3 3 0,-1-4 917,-5-8 1,1 0 0,8 7-1,0 0 1,-8-13 0,-1 1-1</inkml:trace>
  <inkml:trace contextRef="#ctx0" brushRef="#br0" timeOffset="14531">2734 5616 15178,'-9'-1'-989,"15"-2"-1,4-7-649,8-1 1,3 0-1201,1-5 2392,-4 3 0,-1-1 1,4-6-1,-1-1 1</inkml:trace>
  <inkml:trace contextRef="#ctx0" brushRef="#br0" timeOffset="14997">3099 5258 12570,'-5'8'1619,"-1"9"-900,0-3-539,2 2 180,9 0-360,6-13-90,18-5 90,-5-8 45,0-3 0,0-1-446,-2-7 401,-7 7 0,1-2 0,-2 0 540,1-7 0,-2 1-361,0 3 1,-2 0 270,-1-5 0,-3 2-360,-5 11 719,-1-4-359,-7 32-450,-1-6 90,2 17 0,0 3-90,-1-5 0,5-3 0,2 4 0,2-4-1558,6 6 1558,-3-6 0,1 1 0,2-6 0,0-2 89,3 11-89,2-2 0,0 1 0,2-1 0,-4-8 0,3 1 0,-3-2 0,7 3-164,1-1 1,-1-1 253,-7-7-90,-3 2 270,-25-23-180,0 3-45,-2-5 0,0-2-45,2 2 0,-3-3 0,1-1-90,4 0-540,-1-8 0,3-5-674,8 4 0,1 0-334,-2-3 0,1 0 873,6 2 1,1 0-875,0-5 1,1 2 1316,2 10 1,0-1 0,-3 0 0,-2-2 0,1 3 0,1 2-1,-1 1 1</inkml:trace>
  <inkml:trace contextRef="#ctx0" brushRef="#br0" timeOffset="15230">3384 4533 13469,'5'8'900,"-1"8"-541,12-3 1,3 1-270,-9-1 0,1 1-1183,8 6 1,2 3 0,-1-2 465,-6-4 0,0 0 739,3 3 1,2 4-1,0 2 1,-1-1-465,-2 2 0,-2 0 0,1 0 352,1-1 0,1 1 0,-2 1 0,-6-5 0,-1 2 0,-2-1 0,-1-4 426,-2-4 1,-2 0-727,-4 6 0,-3 3 1,1-4-421,-4 7-373,-1-10 1,-3 1 0,1-2-1118,-2 2 2210,1-5 0,0-2 0,3-6 0,-2-2 0</inkml:trace>
  <inkml:trace contextRef="#ctx0" brushRef="#br0" timeOffset="15446">4129 4510 15988,'-7'11'360,"-4"2"-360,1 8 0,-2-3-1639,-1 7 1,0 1 1042,5-12 0,0 0 146,-4 9 0,-1 3 0,1-2 45,3-8 1,0 1-689,-4 6 1,-1 3 0,2-3-13,4-8 0,1-1 1105,-7 11 0,1-1 0,3-7 0,-1 3 0</inkml:trace>
  <inkml:trace contextRef="#ctx0" brushRef="#br0" timeOffset="15616">3935 4572 13559,'-13'-12'2159,"6"8"-1529,-1 34-540,7-6-1183,2-2 1,0 3 0,1-2 17,1-6 1,1-1 174,4 9 1,2 4-1,-1-4 90,-1-7 1,1-1 809,6 8 0,4 2 0,-1-4 0,-4-7 0,1-1 0,1 1 0,0-1 0,0 1 0</inkml:trace>
  <inkml:trace contextRef="#ctx0" brushRef="#br0" timeOffset="17232">1128 4785 12840,'6'-6'0,"3"0"0,-8 1 0,5 0 449,-1 1-179,3 2 630,17 1-720,-6 1-964,0 0 1,4 0 0,-2 0 873,-2-3 0,1-2-19,3 1 1,5-1 0,2-1 0,2-2 0,0 0-412,-8 0 1,1-1 0,0-1 0,0-1 0,2 0 0,0 0 0,1 0 339,-3 1 0,1 0 0,1 0 0,1-1 0,0 1 0,1-1 0,0 0 0,-1 0 0,0 0 0,-1 1 0,-1-1-206,3 0 0,-1-1 0,0 1 0,-1 0 0,0-1 0,0 1 0,1-2 0,2 1 206,-4 0 0,2-1 0,1 0 0,1-1 0,0 0 0,0 0 0,-1 1 0,-1-1 0,-1 1 0,-3 1 0,-1 1 18,3-2 0,-4 2 0,-2 0 0,2-1 0,2-2-27,-3 2 0,2-3 0,2 0 0,1-2 0,0 0 0,0 0 0,-1 0 0,-1 1 0,-2 1 0,-2 1-280,6-5 1,-4 1 0,0 1 0,1-5 268,-4 5 0,1-2 0,1-3 0,1 0 0,0-1 0,-1 0 0,-1 1 0,-2 2 0,-2 1-3,2-4 1,-3 3-1,-1-1 1,1-4-1,-2 2 1,1-3-1,0-2 1,1-2-1,-1 1 1,-1 0-1,-1 2 1,-2 3-1,0-2 1,-3 3-1,0-1 1,-1-4 2,-1 4 0,-1-4 0,0-3 0,0-1 0,0-1 0,-1 0 0,0 2 0,-1 3 0,0 3 20,-1-5 0,-1 6 0,-1-1 0,-1-4-12,-1 3 1,0-5 0,-2-1 0,0-2 0,0 0-1,-1 2 1,0 4 0,0 3-19,-2-4 0,-2 6 0,-3-3 30,1 3 0,-4-3 0,-2-1 0,0 1 0,1 3 0,0 3 0,0 2 0,0 3 0,-3 0 30,-2 1 0,-3-1 0,-2 0 0,-1 0 0,1 2 0,3 2 0,-3 1 0,3 2 0,-6 1-5,4 1 1,-4-1 0,-3 1 0,-1 0-1,0 0 1,3 1 0,2 1-45,0 0 0,4 2 1,-1 0-1,-4 1 28,6 0 0,-3 0 0,-2 1 0,-2 0 0,0 0 0,-1 1 0,1-1 0,1 1 0,2 0 0,3 0-9,-5 1 0,5-1 0,0 1 0,-1 1 0,-5 1 0,6-1 0,-3 1 0,-3 0 0,-1 1 0,-1 0 0,-1 0 0,1 0 0,1 1 0,1-1 0,2 0 0,3 0 18,-7 2 0,5-2 0,1 1 0,-2 2 0,-5 2 4,12-3 1,-2 0-1,-2 2 1,-1 1-1,-2 0 1,-1 0-1,0 1 1,-1 1-1,0 0 1,0 0-1,0 0 1,1 0-1,1 1 1,1-1 0,2 0-1,1-1-7,-3 4 0,0-1 0,3 1 0,0 0 0,1-1 0,0 1 0,0 1 0,-1-1 0,-1 0 0,0 1-15,1-2 0,-1 0 0,0 0 0,-1 0 0,0 0 0,-1 0 0,1 0 0,0 1 0,0 0 0,0 0 0,2 1 0,0 0 0,2 1 14,-2 2 0,0 2 1,1 0-1,0 1 1,1 0-1,0 0 0,2 0 1,0 0-1,2-2 1,0 0-1,2-2 4,-4 6 0,3-2 0,1-1 0,1 0 0,-2 3 150,1-5 1,-1 0 0,-1 1-1,0 0 1,1 2 0,1 2 0,3 3-1,3 3-197,7-9 0,0 3 1,2 3-1,1 1 1,2 2-1,0 2 0,1 1 1,2 1-1,-1 1 1,2 0-1,0 0 1,0 1-1,1 0 0,-1-1 1,1-1-1,0 0 1,0-2-1,-1-1 1,0-2-1,0-1 0,-1-3 1,0-2-62,1 12 0,-1-5 0,0-3 0,1-2 0,0 1 0,2 3 0,3 5-56,-4-11 0,2 3 1,1 3-1,0 3 0,1 1 1,0 1-1,1 2 1,1 0-1,0 1 0,0-1 1,1 1-1,0-2 1,0-1-1,0-1 0,1-3 1,0-2-1,-1-2 1,1-4-1,0-3 0,-1-4 1,0-5-179,11-1 0,0-8 0,0-7 1,2-1-1,4 1 324,-6 3 0,2-1 0,3 0 0,2-1 0,0 0 0,1 0 0,0 0 0,-1-1 0,-1 1 0,-3-1 0,-1 1 0,2-1 0,-2 1 0,-1-1 0,-1 0 0,1-1 0,2 0 0,0 0 0,0 0 0,0 0 0,1 0 0,-1 0 0,0 0 0,0 0 0,1 0 0,-1 0 0</inkml:trace>
  <inkml:trace contextRef="#ctx0" brushRef="#br0" timeOffset="18179">1265 7042 8244,'-23'-16'314,"0"0"1,0 0 0,3 2 0,-2-1-90,2 3 0,-2-1 0,0 0 0,4 2 1090,-10-3-1270,6 4 0,2 1 45,11 7 180,14 5-90,7 4-752,10 0 1,2 0 661,-6-4 0,0 1 0,8 3 0,4 0 44,-5-5 1,2-1 0,2 0 0,-3 0-540,-1 2 1,-2 0 0,4-1 442,-2-2 1,4 0 0,3-1-1,1 0 1,0-1 0,-3 1-1,-3-1-460,1 1 0,-3-1 1,0-1-1,5 0 431,-7 0 0,3 0 0,3-1 0,1-1 0,1 1 0,1-1 0,-2 0 0,0 0 0,-3 0 0,-2 1-310,5-2 1,-3 1-1,-2 0 1,2-1-1,4-1 308,-8 1 1,4-1-1,1 0 1,1-1-1,2 0 1,0-1 0,1 1-1,-1-1 1,-1 0-1,-2 1 1,-1 0-1,-2 1-118,4-2 0,-3 1 0,-1 0 0,-1-1 0,2 0 0,4-1 111,-6 1 0,2-1 0,2 0 0,2-1 0,0-1 0,2 0 0,-1 0 0,0 0 0,0 0 0,-1 1 0,-2 0 0,-2 0 0,-2 1-52,7-2 0,-3 1 0,-3 0 1,1 0-1,1 0 0,4-3 39,-9 4 0,3-1 0,1 0 0,2-2 0,1 0 1,0 0-1,1 0 0,-1-1 0,0 1 0,0-1 1,-2 2-1,-1-1 0,-1 2 0,-3 0 11,9-4 1,-5 3 0,-1-1 0,-1 1 0,3-2 0,3-3-29,-8 5 0,2-2 0,2-1 0,2-1 0,1-1 0,0 0 0,1-1 0,0 0 0,0 0 0,-1 0 0,-1 0 0,-1 1 0,-1 1 0,-2 1 0,-3 1 17,5-3 0,-4 2 0,-1 0 0,-1 1 0,0 0 1,1-3-1,3-2-20,-4 4 1,2-2 0,2-1 0,0-1 0,2-1 0,-1-1 0,1 0 0,0 0 0,-1-1 0,0 0-1,-2 0 1,-1 1 0,-2-1 0,-1 1-8,1-5 0,-3-1 0,-1-1 0,-1 1 0,-2 0 0,0 0 0,0-1 0,1 2 0,0 0 28,2-1 1,1 1 0,0 1 0,0-1 0,-1 1 0,-1-1 0,-1-2-1,-2-1 12,-2 1 0,-1-2 0,-2-2 0,0-1 0,-1 0 0,-1 1 0,-1 0 0,-1 2 0,0 3 0,-2 2 5,0-5 1,-3 4 0,-1 1 0,-2-5-18,0 4 1,-1-3 0,-2-2 0,0-1-1,-1 0 1,1 1 0,-1 3 0,0 3 11,0-1 0,-1 5 0,0-1 0,-5-2 19,1 4 1,-1-3 0,-3-1 0,-1-2 0,-2 1 0,-1 0 0,0 2 0,-1 1 0,-1 3-30,1 4 0,-2 1 0,-1 3 0,-1 0 0,0 1 0,-1 1 0,1-1 0,0 0 1,0-1 9,-1-2 0,2-2 0,-1 0 0,1-1 0,-1 2 0,-1 0 0,-2 2 0,-2 3 0,6 3 0,-2 1 0,-1 1 0,-2 2 0,-1 0 0,0 0 0,0 1 0,0 1 0,1 0 0,1 1 0,1 0 0,2 0 0,2 0 14,-6 2 1,3 0 0,3 1 0,-1 1 0,-1 0 0,-5 2-9,9-2 0,-3 1 0,-1 1 0,-1 0 0,-2 0 0,-1 1 0,0 0 0,0 1 0,0-1 0,0 1 0,1 0 0,0-1 0,3 0 0,1 0 0,1 0 6,-7 2 1,3-1 0,2 1 0,1-1 0,0 1 0,-3 2 0,-4 1-15,10-4 1,-2 1 0,-2 1 0,-1 1-1,-1 1 1,-1 0 0,-1 0 0,0 0-1,0 1 1,0 0 0,0-1 0,1 1-1,1-1 1,1 0 0,1-1 0,1 0-1,3-1 13,-8 4 0,4-2 1,1 0-1,2-1 0,-1 1 1,0 0-1,-2 2 0,-3 2-6,8-4 0,-2 1 0,-2 0 0,0 2 0,-1 1 0,-1 0 0,-1 0 0,0 1 0,0 0 0,-1 1 0,2-1 0,-1 0 0,1 0 0,1-1 0,2 0 0,0-1 0,2-1 0,1 0-5,-6 4 0,2-1 0,2-1 0,1-1 0,1 0 0,-1 2 0,-2 1 0,-2 3 5,7-6 0,-2 2 0,-1 1 1,0 1-1,-2 1 0,0 1 1,-1 0-1,1 0 0,-1 1 1,1 0-1,0-1 0,0 0 1,2 0-1,0-2 0,2 0 1,1-1-1,2-1-5,-7 7 0,2-3 0,3-1 0,1 0 0,0 0 0,-1 3 0,-2 3 6,6-6 0,-1 2 0,-2 1 0,0 2 0,0 2 0,-1 0 0,0 0 0,1 1 0,0 0 0,0-1 0,1-1 0,1-1 0,2-1 0,1-1 0,1-3 9,-3 7 0,3-4 0,1-1 0,2 0 0,0 2 0,-1 3-7,3-4 0,-1 3 0,0 2 0,0 2 1,0 0-1,1 1 0,0-1 0,2-2 0,1-1 1,1-3-1,3-3-8,1 11 0,5-4 0,5 1 25,-1-8 1,3 4 0,2 0 0,2 1-1,0-2 1,0-2 0,-1-4-26,6 3 0,0-4 0,6-1 11,-6-5 0,3 0 0,3 1 1,2 0-1,0-1 0,0-1 1,-2-2-1,-3-1-11,5 1 0,-3-3 0,2-2 0,5-1-56,-10-2 1,2 0 0,3-1-1,1 0 1,2-1 0,1 0-1,0 0 1,1-1 0,1-1-1,-1 0 1,-1 0 0,-1 0-1,-1-1-64,-1-1 0,0 0 0,0-1 0,-1-1 0,0 0 0,0 0 0,0-1 1,1 1-1,-1-1 0,0 0 0,1 1 0,1 0 57,-1 0 1,1 0 0,0 1 0,0-1-1,1 1 1,0-1 0,0 0 0,-1 1-1,1-1 1,-1 0 0,0-1 0,0 1-1,-1-1-35,-1 0 1,1-1-1,-1 1 1,-1-1 0,1 0-1,-1 0 1,0 0 0,0 0-1,0-1 1,0 0 0,1 0-1,0 0-94,-1 0 1,1 0-1,0 0 1,0-1-1,1 0 1,-1-1-1,1 1 1,-1 0-1,0 0 1,-1 0-1,-1 1 1,0-1 0,-1 1 191,6-2 0,-2 1 0,-1-1 0,-1 1 0,1 0 0,0 0 0,1-1 0,2 0 0,-6 1 0,2 0 0,1 0 0,1-1 0,1 0 0,-1 0 0,1 0 0,0 0 0,-1 0 0,-1 0 0,-1 1 0,-1 0 0,-2 0 0,4-1 0,-1 0 0,0 0 0,1 0 0,-1 0 0,1 0 0,-1 0 0</inkml:trace>
  <inkml:trace contextRef="#ctx0" brushRef="#br0" timeOffset="19263">11250 2931 12570,'-4'-13'0,"1"3"180,23 3 44,4 11 1,3 2-1443,-2-5 0,5 0 1292,-7 1 1,4 1 0,3 2 0,1-1 0,-2-1 0,-4 0-798,5-2 1,-4 0-1,5-1 734,-5 1 0,4 0 1,3 0-1,1 1 0,1-1 1,-2 0-1,-1 0 0,-5 0-334,3-1 0,-3 1 0,-1-2 0,5 1 323,-7-1 0,4 0 0,1 0 0,2 0 0,1-1 0,0 1 0,0-1 0,-2 1 0,-2-1 0,-2 1-288,4-1 0,-4 1 1,0 0-1,0-1 0,5 0 279,-5 0 1,2 0 0,2-1 0,2 0 0,1-1 0,0 1 0,0 0 0,-1-1 0,-1 1 0,-2 0-1,-3 0-143,7-1 1,-5 1 0,0 0 0,1 0 0,4-2 142,-7 1 1,3 0 0,2-1 0,2 0 0,1-1 0,0 1 0,-1-1 0,0 0-1,-2 1 1,-2-1 0,-3 2-46,6-3 0,-3 2 0,-3-1 0,2 0 0,4-2 45,-6 2 1,1-1 0,3-1 0,2 0 0,0-1 0,0 1 0,0-1-1,-1 0 1,-1 1 0,-3 0 0,-2 1 7,4-2 0,-3 2 0,-2-1 1,2-1-1,3-1-24,-4 1 1,3-1-1,2-1 1,1-1-1,1 0 1,1-1-1,-1 0 1,0 1-1,-3 0 1,-2 1-1,-3 1 17,3-2 0,-4 2 1,-1 0-1,0-1 1,4-2-11,-3 1 0,2-2 0,2-1 0,2-1 0,0 0 0,-1-1 0,0 1 0,-2 0 0,-3 1 0,-3 2 18,4-4 0,-5 2 0,-1 0 0,3-3-12,-4 1 1,3-1 0,1-3 0,1 0-1,-1-1 1,-1 1 0,-1 2 0,-3 2-19,5-7 0,-4 2 0,2-2 15,-3 2 0,2-4 0,2-1 0,-2 0 0,-1 2 0,-3 3 15,-1 1 0,-2 2 0,-1-2 0,0 0 0,0-4 0,0-1 0,-1-1 0,-1 0 0,-4 3 45,-3-2 0,-3 1 0,-2 0 0,1-1-23,2-2 1,1-2-1,-1 1 1,-3 2-1,-3 4 1,-1 1-1,-3 1 1,-2 1 22,-6-2 0,-4 1 0,-1 1 0,2 2-16,0 0 1,2 2 0,-5-1-8,6 4 1,-4-1-1,-2-1 1,-1-1 0,-1 0-1,1 2 1,2 0-1,1 2 0,-4-1 1,3 1 0,-1 1-1,-4-1-4,7 2 0,-4 0 0,-1-2 0,-2 0 0,-1 0 0,0 0 0,1 0 0,1 1 0,1 1 0,3 1 0,-4-2 0,2 2 0,2 0 0,-2 0 0,-4-1 4,7 3 1,-3-1-1,-1 0 1,-2-1-1,-1 0 1,-1 0-1,0 0 1,1 1-1,0-1 1,2 1-1,2 1 1,2 1-25,-5-2 1,4 2 0,2 0 0,-1 0-1,-2 1 1,-3-2 21,5 3 1,-2-1 0,-3 0 0,-1-1 0,-1 1-1,-1-1 1,0 1 0,0 0 0,1 0 0,1 0-1,1 1 1,2 0 0,2 1 0,-6-1 1,3 1 0,1 0 0,1 1 0,-1 0 0,-3-1-12,3 1 0,-1-1 0,-2 1 0,0-1 0,0 0 0,-1 1 0,0 0 0,0 1 0,1 0 0,-1 1 0,-1 1 0,0 0 0,0 1 0,0 0 0,1 0 0,0 0 0,2 0 0,0 0 5,-2 0 0,2 0 0,1 0 0,0 0 0,-3 1 0,-3 1-9,9-1 0,-3 1 1,-1 0-1,-2 0 1,-1 1-1,-1 0 1,-1 0-1,1 0 1,0 0-1,1 1 0,1-1 1,1 0-1,2 0 1,3 0 5,-5 1 1,3 0 0,2-1 0,1 1 0,-1 0 0,-2 1 0,-3 0-1,6 0 0,-2-1 0,-2 2 0,-1-1 0,-1 2 0,-1-1 0,0 1 0,0 0 0,-1-1 0,2 1 0,0 0 0,1-1 0,2 0 0,1 0 0,2-1 0,-5 2 1,2-1 0,3 0 0,0 0 0,0 0 0,-2 2 0,-3 0-1,5-1 1,-2 1 0,-1 0 0,-2 1 0,-1 1 0,0-1 0,-1 2-1,0-1 1,1 0 0,0 0 0,2-1 0,1 1 0,2-2 0,2 0 1,-8 3 1,5-1 0,1-1 0,1 1 0,-2 1 0,-4 2 4,8-2 0,-2 1 1,-2 0-1,-1 2 0,0 1 1,-2 0-1,0 1 0,1 0 1,-1 0-1,1 0 0,1 0 1,1 0-1,1-1 0,2 0-9,-3 3 0,1 0 0,2-1 0,1 1 0,0-1 0,1 1 0,-1 0 0,0 0 0,-1 0-1,0 0 0,-1 0 0,0-1 1,-1 1-1,0 0 0,1 0 1,0 1-1,1 0 0,0 1 0,2 0 0,0 1 0,1 2 0,-1 1 0,1 1 0,1 0 0,1-1 0,0 0 0,2-2 0,2-1 0,1-2-9,-3 4 0,4-3 0,0-1 0,1 5 25,-1 0 1,-1 4 0,1 2 0,-1 1 0,2-1-1,2-3 1,3-5-26,2 1 0,3-5 0,3 3 36,0 3 0,2 5 0,1 0 0,1-1 0,1-5-36,0-4 0,2-2 0,3 1 18,1 3 0,3 3 0,2 1 0,3-1 0,4-5-131,-2-8 1,3-1-1,2-3 1,2-1 0,2-1-1,1-1 1,1 0 0,0 0-123,-7-2 1,1 1 0,0-2 0,2 1 0,1-1 0,0-1 0,0 1 0,1-1 0,0 0 0,0 0 0,0 0 0,-1 0 0,0 0 0,-1 0 145,0 0 0,0 0 1,0 0-1,-1 0 1,1 0-1,-1 0 1,0 0-1,1-1 0,-1 0 1,1 0-1,0-1 1,0 0-1,1 0 1,-2-1-1,0 0 1,2-1-1,0 0 0,0 0 1,0-1-1,0 0 1,0 0-1,0 0 1,-1 0-1,-1 0 1,0 0-1,-1 0 0,-1 0 1,-2 0-1,4 0 1,0 0-1,1-1 1,-1 1-1,0 0 0,0-1 1,0 1-1,0 0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2T12:53:52.076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6995 2860 9781,'5'6'0</inkml:trace>
  <inkml:trace contextRef="#ctx0" brushRef="#br0" timeOffset="466">11386 3229 11041,'-10'-6'809,"1"1"-809,1 1-90,1 1-90,1-1-1978,2-2 808,2 3 1350,1-7 0,1 3 0,0-2 0</inkml:trace>
  <inkml:trace contextRef="#ctx0" brushRef="#br0" timeOffset="685">11053 2177 4392,'-10'-18'90,"1"-1"0,-5-6 0,0 0-90,4 7 0,-2-1 0,-3-2 0,-2-2 0,0 3 0,4 5 0,-2 1-30,-8-4 0,-4-1 0,3 3 30,6 6 0,-2 1-293,-5-1 1,-5 0 0,-2 0-1,3 1 293,3 4 0,2 1 0,-2 0 0,0-1 0,-1 0 0,-1 0 0,3 2 0,0 1 0,1 1 0,-1 0 0</inkml:trace>
  <inkml:trace contextRef="#ctx0" brushRef="#br0" timeOffset="1002">8856 3067 10231,'-8'0'1709,"-1"-7"-629,5-4-901,0-2 271,2 0-270,1 6-90,0 2-90,0 2 0,0 2 0,7 0 0,0 1 0</inkml:trace>
  <inkml:trace contextRef="#ctx0" brushRef="#br0" timeOffset="1934">10334 2514 8072,'6'11'1260,"-1"-2"89,-1-2-989,-2-3 719,3 3-719,-4-5 809,2 0-809,-2-2 809,1 0-1079,-1-6 270,0 0-270,-1-7 90,1-9-90,-1 5-45,-3-3 0,0-1-45,-4-2-947,2 3 1,-2-3 0,0 2 946,1 3 0,-1 1 22,0-5 1,-1-4-1,-1 0 1,1 3-23,-1-1 0,-1 0 18,1 3 0,-2-3 0,-1-2 0,1 1 0,0 5-18,-2-6 0,-2 1 0,2 5 0,-2-2 0,-2-1 0,0 2 0,3 3 0,-4-3 0,-1 2 17,0 3 1,-5-3 0,-1 1 0,1 0 0,3 4-18,-4-2 0,-1 3 18,1 1 0,-4-1 0,-2 0 0,1 2 0,4 1-18,5 4 0,2 1 0,-3 0 15,-1 1 0,-4-1 0,-1 1 0,-1 0 0,2 1 0,3 0 15,-2 1 0,3 0 0,-3 1 0,0 2 0,-4 0 0,-2 0 0,1 1 0,1 1 0,4-1 0,-1 1 0,4 0 0,-4 1-15,1 2 0,-4 1 0,-2 1 0,0 1 0,2-1 0,4-1 15,-1 2 0,4-1 0,-4 3 21,3 0 0,-4 2 1,-2 2-1,-1 1 1,2 0-1,1-1 1,5-1-22,-4 2 0,4 0 0,-3 2-18,5-1 1,-3 3 0,-3 1 0,1 1 0,1 0 0,2-1 0,4-3-13,-1 3 0,4-3 0,-1 4 15,1-3 0,-2 4 0,-1 1 0,0 0 0,2-1 0,2-4-15,1 0 0,3-2 0,-2 1 0,0 2 0,-2 2 0,-1 1 0,2-1 0,2-3 45,0 1 0,1 0-45,-2 6 0,-2 4 0,4-4 0,4-9 0,2 0 30,-1 11 0,0 5 0,2-4-30,1-11 0,2 0 0,-1 7 0,1 5 0,1-4-207,2-6 1,1-2 206,-3 1 0,1 0 0,8 5 90,-8-13-90,6-6 0,-6 2-90,2-21 2854,-3 4-2764,-3-12 0,-3-5 0,0 3 0,0 1-1407,-1-3 0,-1 0 1362,2 3 0,-1 1-1090,1 2 1,-1 1 1134,-1-3-224,0 2 1,0 2 223,4 6-90,-3-2 90,5 18 2137,1 5-2092,6 10 0,6 7-45,-3-6 0,2 3 0,1-1 100,3 5 0,3 1 0,-1-1-100,-3-5 0,0 0 0,2-1 22,1-2 1,2 0-1,0-2 1,-2-2-23,-2-3 0,1 0 0,7 4 0,4 2 0,-4-4 649,2-1-649,2-3 0,-2-1 0,-4-5-135,0-1 0,-1-2-225,-4-7-765,1 0 1,-2-2 225,-2-7-180,6-5-560,-9 7 1,0-1-686,2-3 2324,3-1 0,1 2 0,2 2 0,7-4 0</inkml:trace>
  <inkml:trace contextRef="#ctx0" brushRef="#br0" timeOffset="3201">9070 3705 14369,'-8'-9'899,"1"0"-809,4 7 180,0 0-180,2-1 90,0 2 1349,0 0-4806,1-2 0,-5 2 2457,0-6 1,0 6 0,1-3 0</inkml:trace>
  <inkml:trace contextRef="#ctx0" brushRef="#br0" timeOffset="3733">4194 5172 7713,'-7'6'-270,"-3"-1"0,4-1 0</inkml:trace>
  <inkml:trace contextRef="#ctx0" brushRef="#br0" timeOffset="5368">4059 5992 9602,'-11'-13'629,"1"0"-89,1 1-270,2 3 0,-1-2 449,1 2-629,3 3 0,-3-2 450,6 6-180,10 11-271,-2-1 91,9 5 0,1 2-90,1-1-60,-2-3 0,4 2 0,-2-2-320,-3-2 0,1 0 350,9 3 0,6 2 0,-4-1-601,-6-4 1,1 0 562,3 0 1,5 1 0,1 1-1,-5-3-551,1 1 1,0-1 546,-4-1 0,5 0 0,1 1 0,-1-1 0,-4-1 27,6 2 0,1-2-27,-5 0 0,4 0 0,2 0 0,-1-1 0,-5 0-472,-3-1 1,-2-1 0,2 1 453,0-1 0,4 1 0,1 0 0,1 0 0,-2-1 0,-3 0 0,1 0 0,-4 0 0,5 0 12,-2-1 1,4 1 0,2 0 0,1 1 0,-1-1 0,-2 0 0,-3-1-322,4 1 1,-4-1 0,4 1 320,-4 0 1,4-1 0,2 1 0,1 1 0,-1-2 0,-2 1 0,-4-1-428,3 1 0,-4-1 0,2 1 437,3-1 1,3 1 0,0 0-1,-2-1-22,-5 0 0,-1 0 0,-1 0 0,0 0-60,1 0 0,-1 0 0,3 0 78,2 0 0,4 0 0,2 0 0,-2 1 0,-3-1-48,-2-1 0,-2 1 0,3 0 30,0-1 0,3 1 0,3 0 0,-1 0 0,-1 0 0,-5-1 0,1 0 0,-4 0 0,4 0 0,-1 0 0,3 0 0,3 0 0,0 0 0,-3 0 0,-4-1 0,1 1 0,-4-1 0,3 0 0,-1 1 0,4-1 0,1 0 0,0 0 0,-2 0 0,-4 0 0,1 0 0,-4 0 0,5 0 0,0-1 0,5-1 0,2 1 0,0-2 0,-2 1 0,-4 0 0,-1-1 0,-4 0 0,4 0-15,0-1 0,4 0 0,3 0 0,-1-1 0,-2 1 0,-4 0 15,-3-1 0,-3 0 0,3 0 0,4 0 0,5-1 0,1-1 0,-1 1 0,-4 0 0,-5 1 0,-3 1 0,3-2 0,4 0 0,4-2 0,1 0 0,-1 0 0,-5 2 0,-3 0 0,-4 0 0,3 0-15,0-1 0,4-1 0,1-1 0,1 0 0,0-1 0,-3 1-94,0-1 0,0-1 1,-2 0-1,1 1 0,-1-1 109,1 1 0,0 1 0,0-1 0,1 0 0,-1-1 0,4-3 0,2-1 0,-1-1 0,-2 2 0,-4 1 468,3-2 0,-1 0-468,0 0 0,4-3 0,-1 1 0,-3 2 0,-3 0 0,0 1-23,1-1 1,4-1 0,1-2-1,-3 2-7,0-1 0,-1 2 0,1-2 30,-2 2 0,1-2 0,0 0 0,-1 2-247,0-1 0,-2 1 0,-1 0 247,3-3 0,-2 1-45,-5 2 1,-1 0-210,-3 3 1,0 0 253,2-3 0,1-2 148,3-7 0,-1-1-193,-7 10 0,0-2 75,4-9 0,1-3 0,-2 2-30,-5 9 0,-1-2 0,1-3 0,0-5 0,0-1 0,-2 2-23,-1-2 1,-3 0 0,0-1 44,0 1 1,1-2-1,-1 0 1,-2 2-23,-1 0 0,-1 2 0,-3-2 18,1 5 0,-2-1 0,0 0 0,-2 0 0,-1 1-18,-5-4 0,-2 1 0,-1 1 0,2-1 146,1 0 0,3 0 0,-2 0 0,-3 0-146,0 6 0,-2-1 0,-2 1 0,0 0 0,2 3 0,1 2 0,0 1 0,1 4 0,-3-2-15,-1 0 0,-4-1 0,-2-1 0,0 0 0,1 1 0,2 2 162,-2 0 0,2 2 1,-4-2-161,3 3 0,-4-3 0,-2 0 0,-2 0 1,1 0-1,2 1 0,3 2-49,0 0 0,2 1 1,1 0-1,-5-1 52,4 2 0,-3-2 0,-3 0 0,0 0 0,-2-1 0,1 1 0,1 0 0,2 0 0,3 2 10,-1-1 0,3 2 0,1-1 0,-2 1 0,-4-2 0,5 2 0,-4-1 0,-2 0 0,-2-1 0,-2 0 0,0 0 0,0 0 0,1 0 0,0 0 0,2 1 0,2 0 0,2 1-118,-3 0 1,4 0-1,1 1 1,1 0 0,-3-1-1,-4 0 118,6 1 0,-4 0 0,-2-1 0,-1 0 0,-2 0 0,0 0 0,-1 0 0,0 0 0,2 0 0,0 0 0,2 1 0,2 1 0,3 0-83,-5-1 0,4 1 0,2 1 1,0 0-1,-2 0 0,-3 0 90,3 0 1,-2 0-1,-2 0 1,-2 0-1,0-1 1,-1 1-1,-1 0 1,2 0-1,0 0 1,2 0-1,2 1 1,2-1-54,-4 1 0,3 0 0,2 1 0,0-1 0,-1 1 1,-5-1 52,6 1 0,-4 0 1,-1 0-1,-2-1 1,-1 1-1,0 0 1,-1 0-1,1 0 1,2 0-1,0 0 1,3 0-1,3 0-23,-10 0 0,5 1 0,2-1 1,-2 1-1,-4 0 38,9 0 1,-3 0-1,-1 0 1,-2 0-1,-1 1 1,0-1-1,-1 1 1,1-1-1,2 1 1,0 0-1,3 0 1,2 0 13,-7 1 0,4 0 0,1 0 1,-1 0-1,-6 2-9,10-2 1,-3 1 0,-2-1-1,-2 1 1,-2 1 0,0-1-1,0 1 1,0-1 0,1 1-1,1-1 1,1 1 0,3 0 0,3-1-13,-6 2 0,5-1 0,1 1 0,1 0 0,-2 0 0,-4 1-1,4 0 1,-4-1 0,-1 2 0,-2-1 0,-1 1 0,-1 0 0,1 0 0,0 0 0,1 0 0,3 0 0,1 0 0,4-1 3,-6 1 0,5 1 0,1-1 0,0 0 0,-4 3 0,3-3 0,-2 2 0,-1 1 0,-2 0 0,-1 1 0,1-1 0,0 1 0,2-1 0,1-1 0,4 0 40,-8 3 0,4-2 1,1 1-1,-4 1-48,7-2 0,-3 0 0,-1 2 0,-1 0 0,-1 0 0,1 0 0,2 0 0,1-1 0,4-1 12,-4 2 1,4-2-1,1 0 1,-3 3-11,0 0 1,-2 1 0,-1 2 0,-1 1 0,1-1 0,3-1 0,3-1-13,-3 3 0,4-2 0,-1 3 15,1 0 0,-2 3 0,0 2 0,0 0 0,1-1 0,4-3-15,0 2 0,3-2 0,-1 2 15,1 0 0,-2 3 0,-1 2 0,0-1 0,2 0 0,2-4 15,0 0 0,2-3 0,-1 4 0,1-1 0,-2 3 0,0 1 0,0 1 0,1 0 0,2-1-32,1 4 0,2 0 0,1-1 0,0 0 2,-3 0 0,-1 0 0,1 0 0,2 1 0,5-3 0,1 3 0,2 0 0,1-2 0,0-5 400,0 3 0,4-2-378,1 0 1,3 3-1,2 0 1,-2-5-23,1-2 0,2-2 22,2 0 1,4 2-1,1 0 1,-3-4 474,2-1 0,1-2-475,3 1 1,4 1-1,2 0 1,-5-3-23,1-1 0,2 0 15,-5-3 0,4 0 0,3 2 0,0-2 0,-1 1 0,-5-2 169,1 0 0,-3-1 1,4 0-170,0 0 0,5 1 0,3 0 0,-1-1 0,-2 1 0,-5-2-15,-2 0 0,-4-2 0,4 1 0,2 0 0,3 1 0,2-1 0,-2 0 0,-4-1 0,2 1 0,-1-1 0,-2 0 0,2 0 0,1-1 0,-6 1 0,-4-1 0,-2 0 1122,13 0 0,-2 1-1392,-11-2 12,-5-3-1361,-13 1 94,-8-7-274,1 2 1799,3-14 0,2 5 0,3-6 0</inkml:trace>
  <inkml:trace contextRef="#ctx0" brushRef="#br0" timeOffset="6716">4083 5161 12030,'-4'10'810,"4"-2"-181,-8 5 1,0 12-450,0-5 45,-1 0 0,0-2-46,1-2 91,-7 9 0,-1-4-90,4-5 90,-4-1 0,0 0-90,-3 0-90,4-3 0,-1-1 89,-5 0 1,0-2-345,8-2 1,-2-1 194,-9 3 0,-4 0 0,3-1-348,6-2 0,0-1 363,-2 1 0,-5-1 0,1 1 0,3-1 0,1-1 0,-1 0 0,-5 0 0,-4 1 0,-2-1 0,3-1-15,-1-1 0,1-1 0,0 1-367,5-1 1,-1 1 0,0 0 0,-1-1 336,-5-1 0,-1-2 0,1 0 0,3 0-1254,0-2 1,1-1 1253,0 2 0,-3-1 0,1-1 0,0-3 0,1-1 0,2 1-198,0 1 0,-1-2 198,6 2 0,-4-2 0,-1-1 0,2 1 0,3 1 0,-5-4 0,1 0 0,5 1 0,-4-2 0,-1-1 0,1 0 0,3 2 0,-4-3 0,1-1 0,5 2 0,-3-2 0,-1-1 0,2 0 0,3 3 0,-3-3 0,1-1-23,1 0 1,-2-3 0,0 0-1,4 2 23,3 2 0,1 0-30,-4-7 0,-2-4 0,3 3 30,7 8 0,1 0 0,-5-9 0,0-1-45,4-3 1,1 2 44,3 9 0,1-1 0,-2-9 0,0-4 0,1 3 0,2 10 0,1-1 0,-1-7 0,0-4 0,1 5 0,2 9 0,0 2 0,0-16 0,0 3 0,1 8 143,4 3 0,1 0-143,2 3 0,4-2 955,-7 9-865,1 2-90,-3 3 2972,5-3-2972,-6 4 1269,2-2-1269,-1 2 0,0-1 0,-1 2 90,1-2-90,-1 2 0,0-1 0,0 1-1169,-1 0-630,-4 6 1259,4-2-1979,-4 13 1260,4-6-2018,0 17 3129,0-11 0,5 9 1,2-11-1</inkml:trace>
  <inkml:trace contextRef="#ctx0" brushRef="#br0" timeOffset="58755">3846 6017 9422,'0'-14'809,"0"3"-629,0 5-90,0 1 0,0 1 270,0-3 89,0-2-359,0 2 360,0-2-450,0 6 270,0-2-180,0 4 540,0-1-450,12 10-91,2-1 1,1 0-90,13 7-831,-9-5 1,3-1 0,-3 0 920,11 3-30,-7-3 0,5 1 0,-3 0-15,-7-3 0,2 0 22,1 0 1,5 2-1,0-1 1,-3 0-23,-1-1 0,2 0-27,-1 0 0,5 1 0,2 1 0,0-1 0,-1-1-520,-2 0 1,1 0-1,-1-1 1,0 0 0,0 1 501,0-1 0,-1 1 0,0-1 0,1 1 0,2-1 12,-3 0 1,2 0 0,1 0 0,-1-1 0,0 1 0,-2-1 0,-3-1-358,4 1 1,-3-1 0,3 1 344,0-1 0,5 1 0,1 0 0,1 0 0,-2 0 0,-4-1 30,1 0 0,-3-1 0,3 1-30,-4 0 0,3-1 0,3 1 0,0 0 0,0-1 0,-3 1 0,-3-1-309,6 1 1,-3-1 0,3 0 320,-5 0 1,4-1 0,2 1 0,2 0 0,-2 0 0,-2 0 0,-3-1-18,-2 1 0,-3-1 0,0 0 0,3 0 17,2 0 1,5 0 0,1 0 0,2 0 0,-2 0 0,-1 0 0,-5 0-13,0 0 0,-4-1 0,0 0 0,2 1 0,3-1 0,2 1 0,2 0 0,-1-1 0,0 1 0,1-1 0,0 0 0,0 0 0,-2 0 0,-1 0-54,-3 0 1,-3 0 0,1 1 0,3-2 53,-2 1 0,3-1 0,2 1 0,1-1 0,1 0 0,-2 0 0,-2 1 0,-3-1 0,2 1 0,-4 0 0,0-1 0,4 1 0,-3-2 0,4 1 0,1-2 0,2 1 0,0 0 0,-2-1 0,-1 1 0,-4 0 0,2 1 0,-4-1 0,0 1 0,4-1 0,1 0 0,3-2 0,3 1 0,0-1 0,0 1 0,-3-1 0,-4 1 0,6 0 0,-5 0 0,4-1 0,-6 1 0,2 0 0,3-1 0,1 1 0,-2-1 0,-1 0 0,-5 1 0,5 0 0,-3-1 0,2 0-15,-2 0 0,4 0 0,1-1 0,1 0 0,-3 0 0,-4 1 15,-1 0 0,-3 0 0,4-1 0,-1 0 0,3-1 0,2-1 0,1-1 0,-1 1 0,-2-1-118,4-4 1,-1 0 0,-1-1 0,1 1 117,-6 3 0,0 0 0,1 1 0,-1-2 0,1 0 0,2-4 0,2-2 0,-2-1 0,-1 1 0,-4 2 392,2-2 0,-1-1-410,-2 1 0,3-3 0,1-2 0,-1 2 0,-4 2 591,2-2 0,0 0-573,-3 3 0,3-4 0,0 0 0,0 1 0,-5 3-45,2-1 0,-2 1 22,1-2 1,2-2-1,-1 0 1,-2 2 22,-2 1 0,-2 0 0,0-1 0,0-3 0,0-2 0,-3 0-30,-2-7 0,-4-2 0,0 1 273,-1 5 0,1 1 0,-3-3-266,-3-2 1,-2-4 0,-2 1-1,0 6 23,-3 4 0,-4 0-36,3 2 0,-2-3 0,-1-2 0,-1 0 1,1 2 12,0 1 1,-1 2-1,1-1 1,-1 0 221,-1-2 0,-1-1 0,0 0 0,-1-1-217,0 2 0,-2-2 0,0 1 0,1 1 0,1 3-544,1 2 0,2 2 0,-2-1 562,-1-2 0,-2-1 0,-2 0 0,0 1-36,2 5 0,0 1 0,-1 0 0,-2 1 1,0-1-164,-2 0 0,-2 0 0,-1 1 0,-1-1 0,1 0 0,1 1 184,2 1 0,2-1 0,0 1 0,0 0 0,-2 0 0,-1 0-73,1 2 1,-2-2-1,-1 1 1,-1 0-1,0-1 1,1 1-1,0 1 1,3 1-1,2 0 88,-4-1 0,3 1 0,1 1 0,-5-1-46,5 1 0,-4-1 0,-1-1 0,-2 0 1,0 0-1,0 0 0,2 0 0,1 2 1,3 0 45,-6-2 0,4 1 0,-1 0 0,-3 0-10,5 1 0,-3-1 0,-3-1 0,0 0 0,-2 0 0,2 1 0,0-1 0,3 2 0,2 0 10,-6-1 0,5 1 0,-1 0 0,-4 0 0,8 2 0,-2-1 0,-3 0 0,0 0 0,-2 0 0,0 0 0,1 0 0,2 0 0,1 1 0,3 1 13,-4 0 0,5 0 0,0 1 0,-1 0 0,-5-1-13,5 2 0,-3-1 0,-2 0 0,-2 0 0,-1 0 0,-1 0 0,0 0 0,0 0 0,2 1 0,1 0 0,2 0 0,3 0 0,-8 0 0,5 0 0,2 1 0,-3 0 0,-4 0 0,7 1 0,-3-1 0,-2 0 0,-2 1 0,-1-1 0,0 0 0,-1 1 0,1-1 0,1 1 0,2 0 0,3 0 0,2 0 0,-6 0 0,4 0 0,2 1 0,-2 0 0,-3 0 8,5 1 0,-2 0 0,-2 0 0,-1 0 1,-1 1-1,-1-1 0,1 1 0,1 0 0,1 0 1,2-1-1,3 1-8,-7 0 0,5 0 0,1-1 0,-2 2 0,-3 0 8,6 0 0,-2 0 0,-2 1 0,-2 0 1,0 1-1,-1 0 0,1 0 0,0-1 0,2 1 1,2-1-1,3 0-8,-5 2 0,3-2 0,2 1 0,-1 0 0,-4 1 0,4 0 0,-3 1 0,-1 0 0,-2 1 0,-1 0 0,1 0 0,0 0 0,2 0 0,2-1 0,4 0 44,-9 3 0,5-2 1,1 1-1,-5 2-44,8-2 0,-3 1 0,-2 1 0,-1 0 0,-1 1 0,0 0 0,1-1 0,2 1 0,1-2 0,4-1 0,-6 3 0,4-1 0,1-1 0,-4 3 0,3-1 0,-3 1 0,-2 1 0,-2 1 0,1 0 0,2 0 0,2-2 0,5-2 30,-5 3 0,6-2 0,-3 3-15,2-1 0,-3 3 0,0 1 0,-1 0 0,3-1 0,2-2-15,2 1 0,2-1 0,-1 2 0,0 0 0,-3 3 0,0 2 0,0 0 0,1-1 0,3-2 30,-1 1 0,2-3 0,-1 3-30,0 0 0,-1 2 0,-2 1 0,0 0 0,2-1 0,2-3 0,0 0 0,3-3 0,-2 2 0,0 1 0,-3 3 0,1 1 0,1-1 0,2-4 0,0 2 0,2-1 30,0-1 0,0 2 0,2-2-30,4 2 0,1-2 90,0 10-90,1-11 0,2 1 45,4 5 0,1-1-45,5 6 0,0 1 0,2 0 0,2-6 291,-1-1 0,-1-1-291,-2-6 1207,8 10-1207,-11-17 2156,6 6-2246,-8-10-90,1 2 347,-2-3-1157,-1-1-1261,1 0 1442,-1-2 959,1 0 0,0 0 1,0 0-1</inkml:trace>
  <inkml:trace contextRef="#ctx0" brushRef="#br0" timeOffset="59738">3957 5683 8522,'5'-9'1349,"-6"3"-1169,-9 13 180,-8 6-180,1 3-90,0 1 45,5-5 0,0-1-45,-5 5-1651,-4 5 0,-1 0 1650,1 0 31,4-5 0,-2 3 0,1-3-196,6-4 0,-2-1 196,-5 6 0,-4 1 0,2-2-120,7-5 0,-2-1 22,-2 0 1,-5 3-1,0-1 1,0-2 7,-3-1 0,0-2 0,0 1-396,-2 1 0,-1 0 0,-2 0 348,5-4 0,-3-1 0,0 0 0,1-1 0,3 0-581,1-1 1,2 0 0,-1-1 598,-4 1 0,-1 0 0,-2 0 0,1-2 0,-2 0 0,1-1 0,-2-1 0,0-2 30,5 1 0,-1-2 0,-1-1 0,1 1 0,-1-1 0,2 1-12,-3 0 0,1 1 0,1-1 0,-1 0 0,-1-3-100,2 1 1,-1-3 0,0 0-1,-1-1 1,1 0 0,2-2-1,2 0 64,-1-4 0,2-2 0,2-1 0,1 1 0,-1 0 18,0 3 0,1 1 0,0 0 0,0-1 0,1-2-15,1-2 0,-1-3 0,1-1 0,0 1 0,3 1 0,2 3-30,-3-7 0,3 0 27,3 4 0,-1-3 0,0-2 0,0 2 0,3 3 63,-1-6 0,1 1-45,0 0 0,0-1 0,1 0-45,2-2 0,0 2 45,2 8 0,0-1 0,1-2 0,-1-2 0,1 3-89,0-8 89,0 9 0,2 1 125,0-4-125,8 9 1127,0-11-1127,8 17 0,5-7 0,-6 9 0,11-5-90,-14 8 2222,10-5-2132,-12 6 90,4-2-90,-8 3 1834,1 0-1834,-4 1-1964,-1 1-105,0 5 2069,-5 7 0,3 1 0,-3 3 0</inkml:trace>
  <inkml:trace contextRef="#ctx0" brushRef="#br0" timeOffset="61640">426 5558 13199,'-16'6'2249,"2"0"-1979,6-4 1259,2 0-1439,12-7-90,-1 4 45,8-9 0,2-2-45,5 2-856,-3-1 0,3-3 0,-3 2 856,-3 3 0,1 1 0,6-5 0,2-1 0,-2 2 0,-7 3 0,-1 1 0,6-3 0,2-1 0,-3 1 180,4-2-90,5-3-90,-34 33 0,-2-4 0,-1 3 0,-4 3 0,2-2-121,2-4 0,1 0 121,-7 6 0,-1 3 0,1-2 0,5-7 0,0 0 30,-5 7 0,-2 2 0,3-4-30,-2 2 0,2 1 0,2-2 0,9-9 90,4 7-90,2-12 180,24 3-180,-13-7 30,6-1 0,5-2 0,1-2-264,-2-2 0,0-2 0,0 0 234,0 3 0,0 0 0,0-2 30,4-3 0,1-2 0,-5 2-30,1 1 90,-5 0 0,-2 1-90,-7 5-3277,0-4 2457,-8 3 1,-2 2 0,0-2 0</inkml:trace>
  <inkml:trace contextRef="#ctx0" brushRef="#br0" timeOffset="61823">1017 5377 13199,'-6'-11'900,"-3"2"-990,8 3 0,-3 3-540,4-3 1,6 4-2609,7-3 1708,2 3 1530,9 1 0,-11 0 0,3 1 0</inkml:trace>
  <inkml:trace contextRef="#ctx0" brushRef="#br0" timeOffset="61955">1029 5557 11400,'-7'7'-2698,"16"-7"1439,3-9 269,15-4 348,-5-1 1,2 0-1,1-1 1</inkml:trace>
  <inkml:trace contextRef="#ctx0" brushRef="#br0" timeOffset="62722">1354 5151 12390,'-9'0'899,"2"0"-89,1-5-540,1 4-180,1-3 0,1 1-270,2 2 180,0-1 90,0 6 0,1 1-90,0 13 0,0-6 0,4 7 90,-3 0-90,9-4 0,-9 4 0,13 4 90,0 0-90,2-2 90,3-2-90,-12-14 179,5 1-179,-8-5 180,1-1-180,-4-11 0,0 2 0,-1-14 0,0 10 90,0-4-90,0 11-90,-3-3 990,2 6-900,-3-3 0,4-1 0,0-9 0,0 0 0,0-2 0,0 8 0,0 1 0,0 6 0,0-1-90,0 3 90,0-1 90,0 6-90,0 3 90,0 16-90,0-5 0,1 5 0,-2 1 0,-4 0-45,2 6 0,0 0-225,-4-4-450,0 3 1,1-1-91,4-5-829,-6 1 1,0-1-1639,3-2 2999,-4 4 0,5-13 1,1-6-1</inkml:trace>
  <inkml:trace contextRef="#ctx0" brushRef="#br0" timeOffset="62988">1291 5168 13110,'-12'-7'449,"3"2"-539,1 1 180,12 8 0,13 14-90,0-2-877,3 5 1,0 0 876,-2-1 45,-3-4 0,0 1-45,-3-4 0,-1 0-2628,6 6 2583,-6-8 0,0 2-540,4 1 0,-1-1-134,3 4-920,3-1 1,0 0 148,-3-6 1397,8 4 1,-13-10 0,0-3 0</inkml:trace>
  <inkml:trace contextRef="#ctx0" brushRef="#br0" timeOffset="63506">1635 5128 12750,'-14'-9'989,"1"1"-1079,7 6 180,2 5-90,3 4 0,6 5 0,0 6 0,1-6 0,7 12 0,-11-13 90,16 13-90,-12-14 0,12 8 0,-9-12 90,8 3-90,-10-7 0,4-1-90,-6-1 0,-2-20 90,0 9 0,-2-7 0,-1 0 0,0 5-90,-5-8 0,3 12 90,-3 9 0,12-2 0,-5 12 90,18-3-90,-13 3 0,20 5 90,-15-7 0,16 3 0,-14-8 270,3-5 0,-1-1-91,-1 2 91,2-10 0,-1-4-90,-4-11-270,-3 11 0,-2-1 0,-7-6 0,-2 1 0,0 3 0,-9-3 0,0 1-90,3 4-90,-6 1 0,0 2-270,3 6-1888,-10-2 809,13 14 1529,-9 10 0,10 0 0,-3 6 0</inkml:trace>
  <inkml:trace contextRef="#ctx0" brushRef="#br0" timeOffset="63974">2255 4933 14099,'-8'-4'0,"-5"-2"-180,8 1 270,-2 7-90,19 20-90,-2-4-585,4 6 1,0 0-226,-1-4-739,-2 4 1,-1 1-1483,-1-5 3121,-3-4 0,1 0 0,-1-2 0,1 1 0</inkml:trace>
  <inkml:trace contextRef="#ctx0" brushRef="#br0" timeOffset="65654">1515 5617 12120,'0'-8'810,"0"-1"89,-5 2-719,3 2 450,-3-1-271,5 11 1,7 11-270,2-1 135,2 4 0,1-1-135,3-1-45,0 4 0,0 0-45,-3-2 45,3 1 0,-2 0-135,-1-3-855,-1 2 1,0 0-675,-2-2 1619,0 3 0,0-1 0,-4-4 0,3 9 0</inkml:trace>
  <inkml:trace contextRef="#ctx0" brushRef="#br0" timeOffset="66821">1305 6271 13379,'4'-20'1979,"-7"-10"-1529,2 15 44,-6 1 1,-1 0-405,5 4 0,-19-4-90,16 11-180,-18 5 180,16-1-90,-9 20 90,12-11 0,1 8 0,2 2 0,0-2 0,9 6 0,3 2-90,-2-9 1,2-1 44,3 3 0,0 0 0,1 0 0,-1-3-45,0 1 180,3 4 90,-11-12-180,-7-4-180,1-15 90,-3 3-90,4-14 90,8 10 90,-6-4-1639,11 5 1,2 0 1433,-4-3-929,9-1 0,2 2 1134,-4 2-329,1 2 1,0 1 328,-4 3-201,13 0 201,-18 3 1776,8 8-1776,-11-2 2858,10 12-2858,-1-3 0,0-3 0,5-1 90,-12-9 1091,8 2-1181,-10-3 592,2-12-592,-7-8 0,1-1 0,-8 3 0,-2 0 0,-1 2-1551,-8-3 1,-2 0 1550,3 4-1080,-2 1 0,0 1 1080,6 6-270,-6-2 0,12 7-1169,-1-1 270,10 2 3176,-3 0-2997,19-4 721,-10 0-46,9-4 0,0-1 225,1-2 51,-4-2 0,3-3 0,-2 1 219,4-7 59,-6 3 1,2-4 0,-4 3-196,-5 7 1,-3-1 285,2-5 0,0-3 0,-1 2 29,-2-6 91,-2 1 0,0 2-270,-2 7-90,-5-8-90,3 19 180,2 24-180,1-3 29,4 4 1,2 5 0,-1-2 15,-3-6 0,0 0-764,5 11 1,2 5 0,-2-4 718,-2-8 0,0 1 0,-1-1 0,2 3 0,-1-2-444,2 3 0,1-3 489,-3-4 0,1-1-45,2 4 0,1 1 0,0-2 0,-2-5 0,-1 0 0,9 13 0,0-1 0,-3-8-90,5 8 1252,-8-14-1252,-5-6-225,2 1 136,-6-12 89,-8-9 90,-2-1 0,-3-1 0,-2 0 0,-5 0 90,-2-3 0,1 1 2437,-1 3-2213,-4 0 1,-1 2 1621,7 5-1891,-1 2 0,1 0-45,9 5 856,-2-1-856,10 1 0,19-2-89,-5 0-496,12-4 0,3 0-788,2-3 280,-5 1 1,4-2 0,-3 1-547,-6 2 1,0-1 1386,1 0 1,1-1 0,-2 0-1,-2 1 1,-2 0 0,0-1-1,1 0 1</inkml:trace>
  <inkml:trace contextRef="#ctx0" brushRef="#br0" timeOffset="67206">2402 6335 13649,'0'-18'2519,"-5"7"-1080,4-3-1259,4 25-225,7 3 0,3 2-45,-4-1 0,1 2-1003,4 3 1,2 3 0,-3-3-547,-4-6 1,1 1 1440,4 7 1,3 3 0,-3-3 0,-3-6 0,-1-1 0,7 8 0,0 1 0</inkml:trace>
  <inkml:trace contextRef="#ctx0" brushRef="#br0" timeOffset="68172">2868 6593 15268,'0'-19'90,"7"4"-90,2-4 0,5 6 0,-3-2 0,0 0 0,1-1 0,-2 3 0,0 0 0,3-8 0,-5 4 180,0-4 0,0-1-90,-4 3 0,0-2 0,-1 1 0,-3 9-270,0-2 180,-4 10 0,3 9 0,-8-4 0,4 28 0,-4-18 0,6 9 0,2 1 90,-2-3-90,9 4 0,5 0-45,3-6 0,1-1 0,-1 2 0,2-2-180,7 0 0,-1-3 45,-5-5-45,0-3 1,0-2 134,-4-1 0,9-18 90,-14 7 0,-2-8 0,-1-2-90,-3 1 135,0-5 0,-1-1-45,-1 4 90,1-2 0,1 0-90,6 3 0,-2 1 90,10 9-90,-9 8 0,16 13 0,-11-9 134,5 11 1,0 3 225,5 0-1381,-9-4 0,-1 0 1021,3 1-2146,-6-5 2326,-4-4 359,1 0-539,-15-11 0,1-8 0,-8-1-45,10-1 0,2 1-45,-2 0-89,3-10-991,11-2-359,8 11 0,2 1 809,-6 1 1,1 1-374,6 4 1,4 0 0,-3 3 882,4 2 0,-5 1 0,0 2 0,-1 0 0</inkml:trace>
  <inkml:trace contextRef="#ctx0" brushRef="#br0" timeOffset="68405">3792 6394 14639,'6'9'1529,"-1"-1"-1169,10 3-360,-6-4 0,5 4 0,0 1 0,1 0-630,2 6 0,-1 2-269,-1 0-740,0 4 1,-1 1-1570,-2-2 3208,-1-1 0,0-1 0,0-4 0,4 5 0</inkml:trace>
  <inkml:trace contextRef="#ctx0" brushRef="#br0" timeOffset="68638">4328 6548 13020,'-10'-5'1259,"-2"1"-1079,11 0-180,-3 3-90,4-1 0,0 2-1529,6-2 359,-1 1-538,1 0 1798,5-3 0,-10 1 0,6-2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7:05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5325 1462 7533,'0'-7'3276,"0"1"0,0 3-2812,0-3-464,0-2 0,10-11 90,1 1-910,4 5 1,6-2 0,2-1 0,-2 2 360,-1 1 1,-1 1 0,4-2 93,-3 4 1,3-2 0,3-1 0,1 0 0,2 0 0,-1-1 0,1 1 0,-3 1 0,-2 1-292,6-2 1,-3 2-1,-1 0 1,2 0 0,2-2 551,-6 4 0,1-2 1,2 0-1,1 0 0,0-1 1,0 1-1,-1 0 1,0 0-1,-3 1 0,4 0 1,-3-1-1,0 2 0,0-1 1,0 1-1,0-1 1,0-1-1,1 1 0,0 0 1,0-1-1,0 1 0,-1 0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7:19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3024 2578 13199,'-11'-11'540,"0"1"-450,6 4 0,-1-2 180,-4-1-90,3 1 90,-10-6-270,10 8 90,-13-7 89,2 7-89,0-1 0,-10 4 0,15 3-45,-3 5 0,0 1 45,0 1 135,-3 7 0,0 2-135,2 0 60,3 2 0,-3 4 0,3 1-392,4 0 1,2 0 0,0 2 286,0 1 0,0 1 0,0 1 0,2-3-15,-1 2 0,2-3 0,1 2 0,3 2 0,2 1 0,1-5-30,6 1 90,1 1 0,1-2-90,5-6-96,4 0 1,3-1 185,-2-11 0,-1-1-90,3 3 0,0-1 0,-3-4 0,0-3 45,1-3 0,0-1-277,5-6 232,-6 2 0,3-2 0,-3 0 0,-6 0 0,0-1 0,6-5 0,1-2 0,-3 2 152,-5 3 0,-1-1-182,4-9 0,0-4 1,-3 2-204,-4 6 0,-2-2 233,-1-1 0,0-5 0,0 0 0,-2 3-45,1 0 0,-4 0 45,-2-1 0,-1-3 0,-2 0 0,1 4-45,-1 2 0,-3 2 45,-6-6 0,-5-1 0,1 4-45,5 10 0,-1 2 15,-13-2 0,-4 2 0,2 4 30,10 7 0,0 3 0,-3 2 0,-5 1 0,1 2 0,4 0-567,2 6 1,1 3-19,0 2 0,-4 5 1,0 1-1,5-3-630,1 3 1,2 2 558,4-3 1,-1 4-1,1 3 1,1-2 0,2-3 327,2-3 0,3-2 0,0 2 1,-1 2-1,0 3 0,1-1 1,1-3-1,2 3 0,0 0 1</inkml:trace>
  <inkml:trace contextRef="#ctx0" brushRef="#br0" timeOffset="2951">5196 2512 12390,'-9'-12'180,"2"-2"180,-1 8-270,4-2-90,-9-3 0,8 7 0,-10-5 0,8 6 0,-12-1 0,9 2 90,-15 1-90,12 1 0,-8 0 89,1 7-89,4 0 135,-6 6 0,-2 3 0,4-1 0,2 2-304,-4-1 0,0 2 288,5 1 1,1 4 0,2 0-1060,3-1 0,2 1 1,0 0 969,-2-1 0,1-1 0,1 2 30,0 6 0,1 1 0,2-4-197,0 4 182,3 1 0,1-1-45,6-6 90,2 1 0,2-2-90,4-4 90,9 3 0,1-2 0,0-6-90,-2-4 0,4 1 0,-2-3-105,-7-4 1,1-1 104,8 1 0,4-1 0,-4 0 0,-6-2 0,0-1 0,7 0 0,4-2 0,-4 0 0,-8-1 0,0-1 0,7-2 0,3-1 0,-4 1 0,-8-1 0,0 0 0,7-3 0,3-1 0,-4 0 0,-7 3 0,0 0 0,7-8 0,3-3 0,-4 2 0,-8 5 0,0-1-30,3-7 0,3-5 0,-5 3 30,-5 7 0,-2 0 0,1-10 0,0-4 0,-2 4 0,-2 6 0,-1-1-30,-1-8 0,-2-5 0,-1 4 30,-2 9 0,-3 1 0,-1-6 0,-2-4 0,-1 5 0,1 8 0,-2 2-30,-4-3 0,-3-2 0,2 4 30,3 6 0,0 2 0,-13-1 0,-5 1 0,3 2-189,8 6 0,0 1 189,-3 1 0,-5 0 0,-1 2 0,6 0 0,1 3 0,2 2 0,-2 0 0,-4 2 0,0 1 0,5-1-90,1 0 0,2 3-383,1 2 1,-3 3 0,0 1 0,5-2-68,3 1 1,2 1-281,2 2 1,-1 5 0,2 1 0,2-5-242,2 1 0,1-2 1061,1 2 0,-1 2 0,3-3 0,4-4 0,1-3 0,1 1 0,0-1 0</inkml:trace>
  <inkml:trace contextRef="#ctx0" brushRef="#br0" timeOffset="7236">5196 2478 7083,'-4'20'450,"5"4"-360,-11 3-1729,9-10 1,1 1 1140,-5 4 1,0 0 497,4 3 0,1 2-753,-6 1 0,0 2 753,5-10 0,2 2 0,-2-1-252,-2 1 0,-1 1 1,1 0 251,2 0 0,1 1 0,-1 0-364,-1 0 1,-1 1 0,1 0 363,1 1 0,1-1 0,0 1 0,-1 0 0,0 0 0,0 1 0,0-1 0,2 1 0,-1 0 0,-1 0 0,1 0 0,1 1 0,0-1 0,2 0 0,-1 0 0,-1 0 0,-1 0 0,0 0 0,3 0 0,-1 0 0,0-1 0</inkml:trace>
  <inkml:trace contextRef="#ctx0" brushRef="#br0" timeOffset="8284">5210 3877 8072,'-7'-9'90,"1"-2"0,1 6-90,0-2 180,-5-7 0,3 7 540,-13-13-1,0 7-629,-1 0 0,-8 6 0,17 6 180,-16 7-180,16 1 0,-2 2 0,0 3 0,2 2 179,-2 11 1,0 5-210,8-6 0,2 2 0,-1-1-425,0-2 0,-1-1 0,1 3 387,3 2 1,2 3-1,0-1 1,1-5 21,-1-3 1,1 0-15,6 7 0,2 3 0,-1-4-30,-3-9 0,1-2 0,5 5 0,4 3 0,-2-4 0,4 4 45,4 0 0,1-1-45,-3-6-1,-4-6 0,4 2 0,0-3 1,4-4 0,0-2 0,0 2 0,0-3-45,6-9 0,-3-4 45,-6-7 0,1-5 0,-1-1-442,-3-2 412,-6 3 0,0-4 0,-1 2-349,-4 5 1,-1 0 378,0-4 0,0-4 0,-1 0 0,-1 3-27,0-1 1,-2 0 48,0-1 1,-2-6 0,-1 1-1,1 5-22,-2 0 0,-1 1 135,-3-1 0,-2-4 0,-2 0 0,1 6-135,1 4 0,-3 3 30,-6-6 0,-6-1 0,3 5-30,6 12 0,0 2-30,-10 1 0,-4 2 0,3 3-60,6 1 0,0 3-383,-1 3 1,-4 2 0,0 2 0,4-1-158,0 3 1,2 2 629,0 4 0,-3 4 0,1 2 0,5-4 0,1 4 0,3-1 0,0 3 0,0 0 0,-1-1 0</inkml:trace>
  <inkml:trace contextRef="#ctx0" brushRef="#br0" timeOffset="8867">5104 4448 10861,'4'-16'314,"0"-1"1,3-10 315,-6 20 270,2 3-1,3 8-629,-2 9 89,1 4 1,0 3-180,0 11-1221,-2-6 1,1 4-1,-1-2 1086,-1-6 0,-1 2-23,1 2 1,-1 5-1,1 1 1,-1-5-108,0-2 1,0 1 84,1 2 0,0 5 0,-1-1 0,1-5-258,0-5 0,-1-1 258,1 5 0,1 3 0,-1-5 0,0-1-90,2 5-899,-2 1 179,-1-11-829,-1 0 1,1-2-1471,-1-3 3109,0 3 0,0-10 0,0 0 0</inkml:trace>
  <inkml:trace contextRef="#ctx0" brushRef="#br0" timeOffset="9685">5380 4983 12570,'-9'0'1259,"1"0"-359,3 0-541,2 0 361,-2 0-540,2 0 270,-1 0-360,2-4-90,1 0 0,18-9 0,-6 4 0,13-5 0,4 0 0,-6 4 0,0 0 0,2-3 0,1 1-45,5 2 0,-2 1 45,-8 4 0,-1 1 0,-3 1 0,-9 2 269,1 1 91,-6 8 0,-8 14-270,-4-2 45,-4 3 0,-2 0-202,-5-2 202,0 2 0,0 0-45,4-4-45,0 0 0,2 0-45,5-5 0,-3 12 179,10-17-89,7 1-90,13-7 0,0-10 0,6 4 0,1 0 0,2-12-802,-6 9 0,3 1 0,-3 0 802,8-7 0,-8 6 0,3 0 0,-4 1 0,6-2-549,1 1 1,-2 0 548,-6 1 121,10-1-121,-21 4 0,0 0-1349,-15 14 269,0-6-559,-3 5 1,0 1-1639,-2-1 3344,-3 5 0,10-7 0,-1-1 0</inkml:trace>
  <inkml:trace contextRef="#ctx0" brushRef="#br0" timeOffset="11501">5872 5482 9152,'-14'-8'2878,"-1"-1"-1439,0 1-1079,4 2 180,-1 0-360,8 5 90,-1-1 449,1 1-539,1-1 360,-1 1-450,3 1 0,0-1 269,7-2-269,5 1 0,5-3 0,2-1-90,8 0-955,-5 1 1,3-2 0,-2 1 954,-4 2 0,1 0 30,10-2 0,4-1 0,-3 1-30,-8 2 0,1 0 0,1 1 0,4-1 0,0 1 0,-3 0 0,-1 1 0,0 0 0,0 0 0,5 0 0,0 1 0,-5-1 0,0 2 0,-2-1 0,0 1 0,2-1 0,-2 1 0,7-1 0,-2 1-43,-11 0 1,1 0 42,12-1 0,-1 0 90,-10 1 90,8-2-90,-20 1 90,4 0-180,-7 0 90,4-1 0,-4 0 2829,1 1-2739,-3 0-61,4 0-209,-1-1 0,3 0 90,-2-1 0,-1 1 0,-1 1-3277,-2 1 0,6-1 0,1 1 2946,0-5 0,6 3 1,-5-3-1</inkml:trace>
  <inkml:trace contextRef="#ctx0" brushRef="#br0" timeOffset="14189">9989 5356 7713,'-2'-8'179,"0"-1"-268,1 2 178,0 1-89,0-2 90,1 0 0,0-1 90,-1 1 180,1-4-90,-1 4 629,-1-11-629,1 10 810,-8-15-361,-6 7-539,1 1 270,-11 4-360,14 10 180,-18 0-90,15 1 89,-3 0 1,1 2-90,1 7 90,-2 1 0,0 2-180,3 9 0,-2 4 0,1 2 90,2 1-61,4-2 1,0 5 0,2-3-410,3-10 1,0 2 289,0 9 0,0 4 0,1-4 0,2-12 0,1 0 0,1 7 0,1 3 0,1-4 0,4 5 45,1 3 0,3-1-45,2-6 0,1 0 0,0-2 0,1-5-17,7-2 0,5-4 17,2-9 0,0-4-375,-3 2 1,2-4 344,1-3 0,1-4 0,-4 0 30,-8 0 0,-1-2-45,0 0 0,3-2 0,0-1 0,-3 3 45,-1-2 0,-2-1-45,2-4 0,1-6 0,0-1 0,-3 1 45,-4-2 0,-2 1 0,0-1-285,0 5 1,1 0 0,0 0-1,-3-1 330,-3-2 0,-2-1 0,-1 1 0,-1 4-1019,-1 2 0,-2 2 1064,-1-11 0,-5 2 90,-8 11 0,-2 3-180,7 5 0,-2 1 0,-10 0 0,-4 1 0,3 3-197,6 4 1,-1 3 196,-2 0 0,-4 2 0,0 0 0,4 2-213,0 2 0,1 3-305,0 2 1,-5 3 0,2 2 0,4-2-158,1 1 1,3 3-146,1 2 1,-1 5 0,1 1 0,4-4 449,3 0 0,3 0 1,-1 0-1,1 3 1,2-3-1,4-5 1,0-1-1</inkml:trace>
  <inkml:trace contextRef="#ctx0" brushRef="#br0" timeOffset="15400">9958 5725 8972,'4'-10'989,"-3"0"-629,3 2 0,-4 1 0,0-1 89,0 1-89,2-1 0,-1 1-90,2-1 90,-2 1-1,-1 0-89,3 2-90,-3-1-90,2 2 1259,-2 1-269,0 26-900,0-9-61,0 8 1,0 7 0,0 1-531,-2-6 0,-1 0 1,-1 1-1,2 0 447,1 0 0,1 1 0,0 1 0,0-1 0,-2-1-36,0 2 0,-2-1 0,0-1 0,1 1 22,2 3 1,1 0-1,1-2 1,-2-3-23,0-5 0,0-1 0,2 7 0,1 2 0,0-4-90,-1 0-851,2 0 0,-1-1 312,-2-4-1010,-3 1 1,-2-1-505,-1-2 2143,-1 1 0,0-1 0,-2-2 0,0 8 0</inkml:trace>
  <inkml:trace contextRef="#ctx0" brushRef="#br0" timeOffset="16317">9994 6703 9691,'0'-19'2249,"-5"-8"-1979,-1 7 90,1 4 0,-2 2-91,-2 2 451,-8-11-450,7 14 89,-3-1 1,-1 2-180,-1 1 225,-6 0 0,0 2-45,-1 1-1,-5 1 1,-1 3-180,2 8 0,5 0 0,-2 2 0,2 4-1273,4 6 1,4 3 0,0 1 387,-3-6 1,1 0-1,1 2 727,4 5 1,0 3 0,3-1-1,1-3 328,2-1 0,2-1-350,0 2 0,2 4 0,-1 0 0,1-4 45,0 0 0,1-1-45,4 2 0,2 2 0,1 1 0,-1-4 0,-1-3 0,1 0-68,4 3 1,3 3-1,2-1 1,-1-3-53,0-5 0,0-4 0,0 2-281,1 4 0,1 0 1,1-3 355,3-1 0,1-6-45,3-4 0,0-4-20,-9 1 0,2-2 110,8-1 0,5-2 0,-5-2 0,-6-1 0,-1-2 0,2 0 0,3-1 0,1-1 0,-5 1 0,-1-4 0,-1 0-23,1-1 1,3-1-1,-1 0 1,-4 1 76,-1 0 0,-1-1-24,5-7 0,2-4 0,-3 3-30,-7 7 0,0-1-30,2-7 0,2-4 0,-2 3 219,-6 6 0,-1 1-189,4-9 0,-1-2 44,-5 3 1,-2 2-697,-1 4 1,0 0 741,0-6 0,-1-1 0,-4 3 0,-1-2 0,-1 2 526,1 1 1,-1 0-505,-4-1 1,-1-3-1,-2 0 1,1 5 21,-1 2 1,-1 1 45,-3 1 0,-3-1 0,-1 0 0,2 4-90,-1 3 0,0 2-23,-3 1 1,-3 0-1,-1 1 1,4 2-23,0 2 0,0 2-23,-3 0 1,-4 1-1,-1 1 1,5 3-23,4 3 0,2 2 0,0 0-376,-5-3 1,-1 1 0,4 2 375,0 6 0,6 3 0,4 3 0,3-1 996,-2 8-1026,6-6 0,-1 3 0,2-4-150,1 10-240,3-10 1,1 3-1,0-3-299,5 7-856,1 0 1,1-1 45,3-4 1453,-4-7 1,0 0 75,12 7 0,-8-10 0,8 5 0</inkml:trace>
  <inkml:trace contextRef="#ctx0" brushRef="#br0" timeOffset="16667">9792 6944 12030,'0'0'0</inkml:trace>
  <inkml:trace contextRef="#ctx0" brushRef="#br0" timeOffset="17167">9685 7009 7982,'-31'0'-900,"3"0"1,-2 0 899,5 0 0,-1 0 0,4-1 0,-2 0 0,3-1 0,3-1 0,0 0 0</inkml:trace>
  <inkml:trace contextRef="#ctx0" brushRef="#br0" timeOffset="19333">2303 7110 7443,'-5'-8'180,"-2"-2"449,2 5 91,-4-2 449,-1 1-899,3 2 540,-4 1-541,6 2 361,-6 0-450,5 0 270,-5 1-450,7 0 0,-3 0 270,6 0-91,-1 4 91,15 1-270,-5 4 180,6-4 0,3 0-180,3 2 0,1-1 45,-5-1 0,1-1-746,5 1 1,1-1 0,-2 0 700,6 0 30,-5-1 0,4 1 0,-1-1 15,0-1 0,-1 0-45,4 0 0,0 1 0,-8-2 0,0-1 45,-1-2 0,-1-1-54,6 2 54,2-8 0,0 0 45,-5 6-90,4-11 0,-2-2 0,-3 7 45,2-9 0,-1 0-45,-3 1 45,1-4 0,-1 0-45,-4 1 0,-4 3 0,0-3 0,-1 0 45,-4-6 0,-1 0-249,3 0 0,-1-1 204,-7 3 0,-1-2 0,0 4 0,0-8 30,-4 7 0,-3-3 0,1 4 15,4 5 0,-1 2-45,-5-8 0,-3-2 0,1 4 0,4 6 0,0 2 45,-5-8 0,-2 1-45,3 8 0,-1 0 2078,-9-5-2048,4 6 0,-4-2 0,2 3-257,5 2 0,-1 1 317,-8-3 0,-5-1 0,3 3-90,11 4 0,-1 1 0,-8-1 0,-5 0 0,5 1 0,6 2 0,0 0 30,-8 2 0,-4 0 0,3 1-30,9-2 0,-1 1 30,-6 5 0,-4 2 0,5-1 15,7-3 0,1 2-45,-5 5 0,-3 4 0,4-2-1113,7-3 0,1 1 1157,-7 5 1,-1 3 0,4 4 0,1 3-648,3-2 1,0 3-1,1-1 633,0-4 0,1-1 0,0 2-30,1 3 0,0 3 0,2-2 0,0-3-559,3-3 0,0-2 559,-2 12 0,1-1 45,4-7 0,0-2-45,0-4 0,0-1 0,2 5 0,1 1 0,0-1 0,2-6 0,1 1-921,4 7 1,3 3 0,0-5 515,-1-8 1,2-1-689,8 4 1,3 1 0,-1-4-411,-4-7 1,0-3 1502,1 1 0,2 1 0,-1-4 0,1-3 0,-1-3 0,2 0 0,-1 0 0</inkml:trace>
  <inkml:trace contextRef="#ctx0" brushRef="#br0" timeOffset="20086">603 6307 10501,'0'-13'1259,"0"0"-179,0-5 89,-6-6-1169,2 7 90,-2-5-180,3 17 90,3-2 0,5 11 90,15 13-90,-6-2-90,4 3 0,0 0-180,-4-1-360,1 3 1,1 1 89,-4-1-854,2 3 0,-1 1 135,-2-2 1259,-1 3 0,0 1 0,-2-3 0,-3-5 0,0 0 0</inkml:trace>
  <inkml:trace contextRef="#ctx0" brushRef="#br0" timeOffset="20400">608 6773 11311,'-23'10'629,"4"-4"45,2-1 1,0-2-495,1 0 0,-8 2-180,26-4 135,13-10 0,6-7-75,2 0 0,2-2 0,-1-1-732,-1 2 1,-1 0 0,2-2 671,-5 2 0,2-1 0,0-2 0,0 0 0,-1 2 22,3-3 1,-2 1-1,1 0 1,-1 1-23,-3 1 0,0 1 0,1 0 0,0 0 0,2-1 0,1 0 0,1-1 0,-2 3 0,-3 2 0,0 1 0,-1 1-30,4-2 0,2-1 0,-4 3-60,-1 0-2505,5-3 1425,-25 21-89,3 0 1259,-12 9 0,-3 2 0,2 3 0,-3-3 0,1 1 0</inkml:trace>
  <inkml:trace contextRef="#ctx0" brushRef="#br0" timeOffset="20700">875 6866 11580,'0'-17'1709,"-5"-7"-1529,4 13-90,-3-10-180,4 15 90,0 4 90,5 3-90,-3 11 0,16 4 0,-11 1 0,6 3 0,1-1 0,-3 2-495,3 3 1,0 1-46,-1-3-719,0 2 0,1 0 89,-3-5 1170,0 1 0,0-1 0,-2-6 0,4 6 0</inkml:trace>
  <inkml:trace contextRef="#ctx0" brushRef="#br0" timeOffset="21149">982 6849 11760,'-17'-19'1170,"4"6"-676,1 0 1,0 2-405,1 0-90,-3-9 0,11 14 0,8-7 0,-3 9-45,11-2 0,5 1 45,1 2 0,11-3-3212,-11 18 3302,-15-1-1731,1 18 1641,-5-12 45,1-2 0,-2 1-135,-9 8 90,8-2 0,-8-4 0,10-14 2670,5-2-2670,0-7 2453,5 4-2453,10-12 0,-6 11 0,4-3 0,0 0 0,0 4 0,0 0 0,0 0 0,-5 1 450,8 9-181,-16-7 1,-5 24-270,-16-7 0,0 7-1093,2-11 1,-3 1 0,2-2-1181,-6 6 1180,6-4 1,-2 3 0,2-3-1236,1 2 2328,3-1 0,2 0 0,4-3 0,0 4 0</inkml:trace>
  <inkml:trace contextRef="#ctx0" brushRef="#br0" timeOffset="21983">2373 7334 11311,'-15'-4'1169,"-1"0"315,-7-2 0,-1 0-1124,3 1 45,-5-2 0,2 1-226,15 4 1,-4-3 270,23 0-450,-4 0 90,11 0 0,4 0-90,1 0-908,-3 1 0,4-1 1,-3 1 907,-4 1 0,1 1 0,8-2 0,4 0 0,-3 1 0,-7 1 0,0 0 45,11-2 0,1 1-45,-5 0 0,-2 1 0,-5 0 0,2-1-860,8 0 0,4-2 0,-3 1 860,-5 0 0,1 0-72,-4 0 0,5-1 0,1 0 0,-1 1 0,-4-1-307,7 0 1,0-1 0,-5 1 0,6 0 0,1-1 1,-2 0-1,-5 2 153,1-1 0,-2 1-735,9-2 1,2-1 0,-14 7-840,-19 5 720,3-4 1079,-23 7 0,-10 1 0,1-7 0,4 3 0,-1 0 0</inkml:trace>
  <inkml:trace contextRef="#ctx0" brushRef="#br0" timeOffset="22334">2271 7340 11670,'-20'1'1092,"0"0"0,-1 0 0,1 0-212,-2-1 1,3 1-341,-1-1 180,37 0-540,4 0-525,2 0 1,1 0 389,-5-2 0,3-1 22,-2 1 1,4 0 0,2-1-1,-2 0-67,2-1 0,-1-1 0,1 0 0,0 0-719,-1 1 0,1 0 0,0 1 0,-1-1 749,3-1 0,0-1 0,-1 1-30,3 0 0,-1 0 0,-2 1-343,1-1 1,1 0 327,-7 1 0,4-1 0,2 0 0,0 0 0,0 0 0,-3 0-120,4 0 0,-2 1 0,-1-1 1,2 0 80,-4 1 0,1-1 0,1 0 0,-1 1 0,0-1-324,2 1 0,0-1 0,-1 0 1,-2 1-1,-3 1 63,0-1 0,-1 1-105,3-1 1,2 0-1,-6 1-2857,-7 2 0,-11 0 2095,-8 1 1182,-12 5 0,2-4 0,-2 4 0</inkml:trace>
  <inkml:trace contextRef="#ctx0" brushRef="#br0" timeOffset="22685">2404 7378 13379,'-26'3'494,"0"0"1,-1 0 0,0 1 0,2 0-225,2-1 0,11-1 180,29 0-270,-5 1-1000,7-2 1,9-3 0,1 0 0,-3 0 601,0-1 1,2-1 253,-2 1 0,6 0 0,2-1 0,-2 1 0,-4-1-85,-5 1 0,-4-1 1,4 0 30,3 0 0,5 0 0,1-1 0,-1 1 0,-5 0 48,-4 1 0,-3 0 0,3-1-30,3 0 0,3-1 0,2 0 0,-1-1 0,-5 2 45,5-2 0,-2 0 89,0 0 1,4-2 0,0-1 0,-6 2 0,-3 0 0,-1 0 255,3-3 0,3-1 0,-5 1-211,-3-5-179,4-2-179,-26 6-1,1 8-1080,-8-2-2017,-7 17 2612,-2 4 0,-3 4 0,8-3 1</inkml:trace>
  <inkml:trace contextRef="#ctx0" brushRef="#br0" timeOffset="28334">2740 5025 6273,'-12'16'90,"1"1"0,-1 3-1008,5 1 1,-1 5 0,2 1 917,0 3 0,1 0 0,0 1 0,1-6 0,-1-1 0,0 2 0,1 1-18,2 1 0,1 2 0,0 0 0,2 0 0,1-2-71,2-4 0,2-2 0,1 0 0,1 1 89,0 1 0,2 1 0,0-1 0,1 0 0,0-3 0,3 3 0,0-3 0,3-4 30,7-1 0,4-4 0,0-4-667,-2-5 0,1-5 0,-1-1 637,-4 2 0,0-1 0,1-2 22,3-4 1,3-2-1,-1-2 1,-5-3-149,-4-3 1,-4-3-1,-1-3 126,0 1 0,1-4 0,-2 0 0,-1 2 30,-2 0 1,-2 1-1,-3-2-8,-5-4 1,-4-2 0,-1 0-1,1 4 23,0 2 0,-2 0 45,-2-1 0,-2-5 0,-1 1 0,1 5-45,1 2 0,-2 1 67,0 3 1,-3-3-1,-1 0 1,2 5-23,0 4 0,-1 1 59,-6-1 1,-4-1 0,3 3-60,-9 3 30,10 4 0,-4 1 0,4 2-30,-6 6 73,6 1 1,-4 2 0,3 2-119,0 11 0,2 2-45,-3-5 0,1 3 30,8 1 0,2 3 0,3-3 60,0 8-90,5-8 0,0 5 0,0-4 0,2 8 30,2-9 0,1 2 0,0-4 60,-1 6-45,4 1 0,0-1 45,0-8 45,-2 0 0,1-1 44,0-7 3097,0 5-2649,-4-11 2422,2 1-2690,-2-14 1273,1 5-1183,-1-10 2799,0 9-3068,-2 2-90,0 5 0,-1 1-90,1 1 90,1-1-1260,0-2-2107,-5 10 618,-3-8 500,-3 15 2159,-12-7 0,5 2 0,-9-1 0</inkml:trace>
  <inkml:trace contextRef="#ctx0" brushRef="#br0" timeOffset="28836">3321 4911 8252,'0'8'450,"0"-2"-180,-5-4-90,-1-1-180,-3 0 0,2 0 0,2-1 0,2 0-180,0 0 0,0 0-450,-2 0 271,0 6-181,-3-5 540,-8 15 0,5-10 0,-8 8 0</inkml:trace>
  <inkml:trace contextRef="#ctx0" brushRef="#br0" timeOffset="29367">3036 5141 12480,'-9'-10'1259,"4"3"-1079,-1 3 450,3-6-450,1 3 449,0-19-539,2 10-45,3-6 0,0-1-45,-1-2-1093,2 5 1,2-4 0,-1 2 912,-4 5 1,0-1 156,1-7 1,3-4 0,-1-2-1,-1 2-493,-2-1 1,-1 1 0,0-1 537,2 5 1,0-1-1,0 0 1,-1 0 89,-3-3 1,-1-1-1,-1 1 1,2 5-90,1 4 1,-1 1 36,-5-5 0,-2-3 0,2 6 30,4 4-90,-6 3 0,0 1 0,7 7-90,-6-3 90,7 8 1197,0-1-4435,-8 10 4057,2-1 0,-3 2 0,5-5 0</inkml:trace>
  <inkml:trace contextRef="#ctx0" brushRef="#br0" timeOffset="33786">2666 4277 8432,'-8'-3'900,"1"-1"-630,4 2 269,-1 0 810,1 0-1079,0 6 0,7 2 0,1 8-180,6-5 180,5 9-180,-5-11 180,16 8-180,-13-9-1,3-1 1,2-1-90,0-2 90,8-2 0,5-3-60,-10-1 0,0-2 0,2-2-850,2-1 1,3-2 0,0-1 0,-2 1 780,1 0 1,-2-1 0,1-2 56,-5 1 0,0-2 0,1-1 0,-2 0 0,-4 2-363,2-4 0,-2-1 345,0-1 0,2-4 0,-1-1 0,-4 4 0,-1-1 0,-3 0 0,0-1 0,0-4 0,-1 0 0,-2 4 0,-2 1 0,-2 1 67,0-3 0,-1-3 1,-2-1-1,-2 3 76,-6 1 1,-3 2 0,-1-1-144,0 1 0,-1-1 0,-1 1 0,-1 2-30,-1 1 0,-1 2 0,-2 3 7,-3 4 1,-2 2 0,0 2 0,2 2-268,0 1 1,0 3 289,-3 3 0,-5 4 0,-1 0 0,5 0 778,-1 0 1,0 2-797,6 0 0,-4 3 0,-1 2 0,2-1 1,3-2 17,-4 3 0,1 1 17,4-2 1,-4 3 0,-1 2 0,1 0 0,3-1 12,-2 4 0,3 1 0,0 0-30,1-5 0,0 1 0,0 0 0,2 2 22,0 5 1,1 4 0,2-2-1,2-3-22,3-2 0,2 0 22,0 1 1,-1 4 0,2 0-1,3-5-22,3-6 0,4 0 30,0 4 0,2 2 0,2-3-30,10 2 94,0-7 0,4 1 0,0-4-4,5-4 0,2-3-90,-8 1 0,1 1 0,-1-2 0,7-2 0,-1-3 30,-7-4 0,1-2 0,-1 1-30,-1 1 0,2-1 0,1-2 0,3-4 0,1 1 0,-4 1 0,-1 1 0,1-1 45,-2 1 0,5-2 0,-2-1 0,-3 3 0,-3 0 0,-1 1 180,13-7 0,-4 0-135,-11 6 737,3-4-827,-15 10 919,0-3-919,-2 4 1282,0-2-1282,0 2 891,-4-1-891,3 2 0,-2 0 0,3 0 0,-2-1 0,1 2-89,-1-1 89,2-1 0,0 2 0,4-2 0,1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9:13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10429 2386 12570,'-8'-7'899,"2"2"-539,2 4-270,-1 1-90,-1 5 90,-2-3-90,4 11 0,-3-7 0,2 8 0,-1-3 90,2 1-90,0 1 0,2-1 90,1 0-90,0-1 0,1 0 0,0-1 0,6-2 0,-5-1 0,10-1 90,1-1-90,0-2 0,15-7 0,-14-5-45,1-2 0,-1-1 135,-3-6-90,-4 0 0,-1 0 0,-3-1 90,-9-3 0,-3-1 0,2 3 0,-8-4 0,-1 2-180,6 9-90,-13-2 0,16 20-990,-2 10 1,2 3-450,-1 6 1270,2-2 1,-1 4 0,2-3-1,1-3 1,1-1 0,-1 1 0,0 1-1,0 0 1</inkml:trace>
  <inkml:trace contextRef="#ctx0" brushRef="#br0" timeOffset="381">10364 2937 11760,'-13'6'630,"-1"2"-540,4 14-90,1-6-45,5 0 0,4 1-45,10 5 180,-7 2-90,11-14 0,1-4 0,-6-4 0,9-3 0,0-3 90,-3-7 180,2-3 0,-1-1-180,-4-6 134,-3 0 1,-3-1-45,-8 2-45,-6-3 0,-5 1-180,-1 14 0,-2 2-839,1-7 0,-1 4 884,-11 17-180,12 1-429,2 9 0,-1 5 609,2 2 0,0 3 0,1-1 0,1-7 0,1-1 0,0 2 0,0 7 0,0 0 0,0 0 0</inkml:trace>
  <inkml:trace contextRef="#ctx0" brushRef="#br0" timeOffset="750">10384 3544 14369,'-6'8'270,"-2"15"-180,-6-12-90,7 9 0,0 0 0,-5-1 0,7 2 0,1 0 0,-1-3 0,7 1 0,1-1 0,-1-4 0,9-1 0,2-3 0,-2-4 89,12-5 1,2-3-90,-3 0-1639,6-13 1,-2-2-25,-7 3 1843,-3-12 0,-3-2 1079,-7 3-1259,-8-4 0,-4-1 0,-4 3-60,-2 9 0,-2-2 0,0 3-210,-6-4-809,-4 2 0,0 2-181,5 6-379,-1-1 1,2 1 1198,5 1 0,-5-7 0,12 6 0</inkml:trace>
  <inkml:trace contextRef="#ctx0" brushRef="#br0" timeOffset="1134">10408 2347 13289,'0'-8'720,"0"1"629,0 6-899,16 21-270,-5-10-135,1 3 0,2 1 45,8-3 0,1-2-518,-8-2 1,2 0 449,4 0 1,5 0 0,1 0-1,-4-1-638,3 1 1,1-2 561,-4 0 0,4 0 0,1 0 0,-1 0 0,-3 0-126,6 0 0,0 0-216,-7-1 0,5 1 1,0 0-1,-2-1 0,-3 0-99,4 1 1,-1 0-326,-1-1 1,5 1 0,-2 0 0,-4-1 272,-7-1 1,0 0 0,10 2 0,-3-2 0,-15-2 0</inkml:trace>
  <inkml:trace contextRef="#ctx0" brushRef="#br0" timeOffset="1451">10452 2928 12840,'-14'5'1619,"3"0"-1349,15-4-181,9-6 1,5-3-90,7 0 0,3 0 0,0-1-491,-5 1 1,-2 0-1,3-2 491,2 2 0,3-2 0,2 0 0,-2 1 0,-4 0-345,-4 2 0,-3 1 0,4-1 345,3-2 0,5-1 0,1 0 0,-1 0 0,-4 1-30,-5 2 0,-2 1 0,2-1-60,3-1 0,4-1 0,1-1 0,-2 1 0,-4 2-45,3-2 0,0 1-113,-2-1 1,4 0 0,-2 0 0,-4 1-878,-6 2 1,-2 0-1934,9-4 2069,-28 7 989,-20 17 0,9-7 0,-1 7 0</inkml:trace>
  <inkml:trace contextRef="#ctx0" brushRef="#br0" timeOffset="1784">10452 3574 12300,'-10'10'2429,"4"-3"-2160,8-3 271,23-21-360,-2 6-887,-5-1 0,4-2 0,-2 1 707,0 0 0,0 0 0,-1 1 0,1-1 0,1 0 22,4-3 1,1-1 0,1 1-1,-2 0-404,-2 2 1,-3 1 0,5-2 381,-2 0 0,4-1 0,2-2 0,0 1 0,-2 1 0,-3 2 0,0 0 0,-3 2 0,3-1 0,0 0 0,4-1 0,1-1 0,1 1 0,-2 0 0,-3 2 30,4-2 0,-3 2 0,1 0-8,-2 2 1,1-2 0,-1 1-1,-3 1-22,6-4 0,-8 3-632,-10 3 362,0-2-1953,-15 3 1053,3 3-2107,-17-5 2792,11 4 0,-11-1 0,8 1 0</inkml:trace>
  <inkml:trace contextRef="#ctx0" brushRef="#br0" timeOffset="2237">11294 2444 13199,'-9'-3'1260,"-4"1"-1170,1 14-90,0-4 45,4 6 0,1 1-45,2-2 0,-2 9 0,6 0 90,7-8-90,9 13 0,1-17-90,0 0 0,1-2-90,0-3-45,3-1 0,1-1 135,-3-3 45,1-2 0,1-2 45,-5-5-90,8-5 180,-11-14 45,-8 12 0,-2-1-1609,-2 1 1,0-1 1608,1 1 0,-3 0-231,-8 2 0,-1 1 96,3-2-209,-6 4 0,-1 2 209,2 5-90,-5 9 0,0 7-1259,3 5 0,2 3 1349,1 1 0,1 2 0,1-1 0,-2 4 0,4 0 0,4-1 0,0 1 0</inkml:trace>
  <inkml:trace contextRef="#ctx0" brushRef="#br0" timeOffset="2700">11488 2971 13649,'-11'-13'3148,"-1"3"-3058,4 4 90,-2 3-90,6 10 90,-10 7-180,6 1 0,-3 1 0,0 0 0,0 1 0,-1 5 0,2 3-90,10-7 0,1 0 45,-6 1 0,4 0 0,13 1 0,3-4-45,-3-5 45,10-2 0,2-1-45,-4-4 90,5-4 0,0-3 0,-4-8 0,2-2 0,-2-3 0,-7-7-45,-2-4 1,-4 0-347,-11-1 421,-1 7 0,-2-2 0,0 2 15,-2 7 0,-1 0-75,-6-3 0,-2-2 0,1 4 30,-6 2-270,-6 6 0,1 5-360,6 10-1009,-2 7 1,1 2-1392,5 1 3030,1 1 0,3 0 0,3-1 0,-1 6 0</inkml:trace>
  <inkml:trace contextRef="#ctx0" brushRef="#br0" timeOffset="4900">10460 2376 11850,'-9'-8'1260,"2"0"-811,4 6-179,1 0-90,0 1-90,1 0-90,-1 0 90,1 0 450,0 0-361,0 6 91,6-4 360,-4 9-360,16 1 0,-10 0 89,17 9-89,-1-3 0,2 2-210,-5-6 0,0 1 0,0-1-323,1 2 1,0-1 0,2 2 284,2 0 1,2 2-1,-1-1 1,-3-1-556,-2-1 1,1 0 550,-4-1 0,4 2 0,0 2 0,1-1 0,-2 0-18,1 0 0,-1 0 0,0 0 0,0-1 30,3 4 0,-1-1 0,3 1-30,-6-5 0,3 2 0,0-1 0,-2-2 0,-3-1 45,1-1 0,0-1-45,7 4 0,2 2 0,-3-3 0,-9-5 0,-2-1 0,8 3 0,-1 1 0,-7-3 0,-1-2 0,3 3 90,10 6-90,-18-11-450,4 2-2827,-9-6 1758,1-5 1519,-16-10 0,2-1 0,-11-6 0</inkml:trace>
  <inkml:trace contextRef="#ctx0" brushRef="#br0" timeOffset="6016">10598 2969 10501,'-14'0'810,"1"0"-361,4 0 1,-1 0-90,-1 0 90,1 0 629,-9 0-809,7 0 359,-10 0-449,14 0 270,-4 0-180,15 0-180,2 0 270,22 0-270,-5 0 29,2 0 1,5 2 0,-3-1-570,-6 1 1,2-1 471,3 0 1,6 1-1,1-1 1,-6 1-23,-1 0 0,0 0 0,1 0 0,4-1 0,0 1 0,-4 0 45,-2 0 0,1 1-45,0-1 0,3 1 0,1 0 0,-4-1-1212,-2 1 1,0 0 1211,-1-1 0,2 1 0,0 0 0,-3 0 0,0 0 0,0-1-714,10 3 1,-1-1 713,0 0 0,0 1-880,0 0 1,-5 0 879,-10-2-3277,7 2 0,-26-4 2457,-4-1 1,-9 0 0,-1 0 0</inkml:trace>
  <inkml:trace contextRef="#ctx0" brushRef="#br0" timeOffset="7667">10462 3529 15808,'10'-16'630,"0"2"-540,0-2 0,1 0-90,2-3 89,1-1 1,2-4 0,-1 3-472,-4 6 1,0 0 441,7-8 0,4-4 0,-3 5-15,-7 8 0,0 2 15,5-6 0,3-1 0,-2 2-60,4-4 60,-6 6 0,1-1 0,-2 2 30,4-5-90,2-2 0,-1 1 0,-3 1 0,4-2 0,-1-1 0,-2 2 0,-2 1 0,3-3 0,-3 3 0,-5 5 0,-1 1 30,6-8 0,3-4 0,-4 4-30,-6 7 0,0 1 60,3-5 0,1-3 0,-2 3-60,3-6 45,1 0 0,-2 0-45,-3 5 45,0 1 0,-1 1-45,-3 4 276,5-11-276,-5 13 0,0-2 90,0 5-90,-5 6-3277,2-2 2457,-9 8 1,5-4 0,-4 5 0</inkml:trace>
  <inkml:trace contextRef="#ctx0" brushRef="#br0" timeOffset="14650">8579 3319 15538,'-7'0'2519,"1"0"-1980,5 3-179,1-1-180,0 3 270,11-1-180,-4-2-1,9 0 1,2 0-180,1 0-1036,1-1 1,5 0 0,-3 0 945,-3-1 0,2 0 22,3 0 1,6-2-1,-1 0 1,-3 0-23,2-2 0,-1 0 18,-3 1 0,3 0 0,2-1 0,-2 0 0,-3 1-18,5-3 0,-1 0 0,-4 3 0,3-2 0,2 1 0,-2 0 0,-4 1 45,5-2 0,0 1-45,0 0 0,5-1 0,-1 0 0,-5 1 0,-2 1 0,0 0 0,0-1 0,4-1 0,0 0 0,-6 1 0,-4 1 0,-1 0 0,4-1 0,3-1 0,-3 0-812,4-2 812,-1 1-143,-4 0 143,-15 5 0,5-2 0,-8 2 2544,2 0-2544,-4 0 932,0 1-1022,-1-5 315,-8-7-315,6 2 180,-11-6-180,6 3 90,-3 1 45,0-1 0,0-1-45,0 1 180,-1 0 0,0 0-90,3 5 270,-8-5-180,9 9-90,-8-3-90,10 5-90,-6 0 0,8 1 0,-1 1 180,8 6 0,9 4-90,1 1 45,2-2 0,1 0-45,1-3 0,8 2 0,3-1 45,-6-2 0,1-1-697,4 1 1,0 0 651,-8-2 0,-3 0 0,1-1-90,-9 0 90,-5-1 90,1 1-90,-4-2-90,-1 2 180,0 1 1213,0-1-1303,-6 9 0,-2-4 45,-6 10 0,-2 2-45,-4 1-1093,3 0 1,-2 3 0,1-2 944,5-5 1,0 0-146,-3 3 1,-2 3 0,-1 1-1,3-3-444,-1 0 1,-1 0-84,0 1 1,-4 3 0,1 0 0,3-3-820,0-2 1,1-1 1580,1-1 0,-2 2 0,1 0 1,3-4-1,-7 8 0,8-6 1,-1-1-1</inkml:trace>
  <inkml:trace contextRef="#ctx0" brushRef="#br0" timeOffset="15652">11495 2481 13469,'-11'0'2339,"1"0"-1979,6 0 90,1 0 989,-4 0-720,2 0-629,-2 0 540,5 0-540,9 0 0,-1 0-45,9-2 0,2-1-45,6-4-930,-2 3 1,4-2-1,-3 1 930,-4 0 0,1 0 0,8-1 0,4 0 0,-4 0 0,-8 3 0,-1-1 21,7-1 1,4 0 0,-2 0 383,-4 2 0,-1-1-315,2 0 0,-1 0 360,6 0-360,-25 4-630,0-2-1799,-12 2-899,-7 4 1799,-1-3-1838,-12 6 2589,16-6 1,-6 1 0,9-2-1</inkml:trace>
  <inkml:trace contextRef="#ctx0" brushRef="#br0" timeOffset="17317">11639 3095 15088,'-7'5'1709,"-4"-4"-809,4 3-270,-3-2-361,4-1 361,2 2-450,2-3 450,0 2-361,1-2 901,-1 0-451,0 1-269,1-1 90,0 1 89,0 0-449,0 0 720,0 0-361,0 0-89,1 0-270,4 0 0,14-4-90,-1 2-90,9-3 0,-5 0 0,3-1-703,-4 2 1,1 0 0,0 0 702,-1-1 0,0 0 0,2-1 0,5 1 0,3 0 0,0 1 0,-5-1 0,-1 1 0,-1 1 0,1-1 0,4 0 0,0-1 0,-6 2 0,-5 0 0,-1 0 0,15-1 0,-2 0 0,-10 1 0,-2 0 0,-1 0 0,-6 1 0,8-1 0,-12 1 0,5 0 0,-9 1-90,4-1-3187,-5 1 0,-14 0 2457,2 0 1,-14 0 0,7 0 0</inkml:trace>
  <inkml:trace contextRef="#ctx0" brushRef="#br0" timeOffset="19166">11989 2391 12570,'-10'2'-270,"1"0"450,4-2-3457,0 0 2904,6 0 1,2 0-1,4 0 1</inkml:trace>
  <inkml:trace contextRef="#ctx0" brushRef="#br0" timeOffset="19600">12286 3317 14819,'-5'-7'1529,"3"5"-2069,-3 7-1529,0 5-270,-1-1 2339,-9 1 0,5-5 0,-4-1 0</inkml:trace>
  <inkml:trace contextRef="#ctx0" brushRef="#br0" timeOffset="20034">8685 5451 12300,'7'0'-1889,"0"0"0,-5 0 990,1 0 899,3-4 0,-1 3 0,4-2 0</inkml:trace>
  <inkml:trace contextRef="#ctx0" brushRef="#br0" timeOffset="21565">8537 2860 9961,'7'-9'630,"-1"0"989,2-3-809,0 0-631,1 0 181,-2 1-360,-5 9 0,0-1 0,-2 9 0,-5 15 0,4-2 0,-3 2 0,0 1 0,1-2 45,-2 6 0,-1 0-45,1-5-270,0 3 1,1-1-181,2-8-1709,-2 13 1170,3-18 989,0 4 0,1-10 0,0-1 0</inkml:trace>
  <inkml:trace contextRef="#ctx0" brushRef="#br0" timeOffset="21766">8416 2914 11400,'-13'-15'270,"4"5"-90,13 11-135,9 8 0,3 3-45,7 2-214,-3-1 0,1 0 214,1-3 0,-1-2-45,-7-3 1,1 1-286,7 3 0,3 0 0,-4 0 60,-6-3 0,0-1-823,8 5 1,3 0 0,-3 0 1083,-7-3 1,-1-1-1,7 3 1,-1 0 0,-3-1-1</inkml:trace>
  <inkml:trace contextRef="#ctx0" brushRef="#br0" timeOffset="22782">8847 3033 11311,'-5'-8'809,"1"3"-629,9 18-90,-4-4 0,6 14-90,-6-13 90,1 6-90,-2-8 0,0 2 270,0-5-360,-3-14 90,2 1 0,-2-13 0,3 10 0,5-5 0,1 11 90,9-2-90,-6 6 90,10 5-90,-11-3 0,11 10 0,-11-7 90,9 5-90,-10-3 90,9 0-90,-8-2 0,13-2 89,-4-1-89,2-7 0,6-6 0,-15 0-89,7-12 89,-14 14 89,0-17-89,-3 16 90,-5-13 0,-2 16 0,-4-3-90,2 9 0,-1 0 0,3 2 0,-6 12 0,7-9 0,-2 14 0,3-11 90,3 5-90,0 0 0,8-3 90,1 1-90,21-4 0,-12-1 0,4-2 0,0-3-90,-6-5 90,15 1 0,-20-3 0,1-1 0,-3 2 0,-3-7 0,0-5 0,-3 6 0,-1-6 0,-5 12-90,4-3 180,-3 14-90,4 1 0,8 6 0,-7-2 0,18-3 0,-12-3 0,16-1 0,-13-2-90,14-4 90,-10-7 0,2 4-90,-5-7 0,-8 13 180,3 3-90,-4 4 0,3 6 0,-1-2 90,7-2-90,-5-1 0,15-3 0,-12-3 0,14-6 0,-12-3 0,2 1 0,2-18 0,-8 15 45,-1-7 0,-2-2-135,-3 4 0,-8-2 0,-3 1-89,2 2-631,-7 1 0,-1 1-179,4 4-2288,-16-1 3129,17 8 0,-7 8 1,8 2-1</inkml:trace>
  <inkml:trace contextRef="#ctx0" brushRef="#br0" timeOffset="23318">8625 3161 12750,'-24'7'-180,"9"-2"450,4 8-90,35-1-135,-4-4 0,3-1-1684,2-1 1,1-2 1240,1-1 1,2-2 427,-5-2 0,1-1 0,-2-1 56,0-1 0,2 0-86,0-1 0,5 0 0,0-1 0,-4 0 0,-1-2 0,-1 0 0,2-1 0,4-1 0,0 0 0,-4 1-367,-1 0 0,0-2 367,1 0 0,4-3 0,1 0 0,-6 1 0,0 0 0,0-2 0,-5 3 0,2-3 0,2-1 0,-2 0 0,-3 2 0,3-4 0,-1-3 0,-4 2 0,3-5 0,0-2 0,-1 0 0,-4 0-23,-4-1 1,-4 1-1,-1-1 1,2 0 44,2 0 1,1 0-1,-2 0 1,-4-1-1,-5-1 1,-4-2-1,-4 2 1,0 6 21,-4 4 1,-4 4 0,-4-1 0,-5-1 0,-2 0 0,4 4-459,-5 1 0,-2 3 429,7 3 0,-5 1 0,-2-1 0,-1 1 0,2 0 0,3 1 242,-4 1 1,4 0 0,-7 3-208,9 0 0,-3 1 0,-3 1 0,-3 0 0,0 1 0,0 0 0,0 0 0,1 1 0,2 1-212,-2 0 1,1 2 0,1 0-1,1 0 1,-1 1 0,0 0 0,-1-1 172,1 0 0,-1 0 0,0 0 1,0 0-1,0 1 0,1-1 0,0 1 1,1 0-90,2 1 1,0 0 0,0-1 0,1 2 0,1 0 0,1 0 0,0 2 122,-2 2 0,1 1 0,1 1 0,1 1 0,1-1 0,2-1-23,-2 0 1,2-1-1,1 1 1,-2 3 15,3 0 1,-2 2-1,-1 3 1,0 0 0,1 0-1,3-2 1,3-2-39,-1 3 0,5-2 0,0 3 36,0 2 0,0 5 0,2 1 0,0-1 0,4-5 9,3 5 0,4-1-45,0-5 0,1 4 0,2 0 0,0 0 0,0-5 45,6 5 0,3-1-27,-2-6 0,2 4 0,2 0 0,1-1 0,-3-5 27,7 4 0,2-3-27,-1-6 0,4 2 0,2 0 0,-1-2 0,-3-3-48,-2-2 0,-2-3 0,4-1-369,1-2 1,5-1 0,3-1-1,1-1 1,-1 0 0,-1-1-1,-5 0-153,-1-1 0,-3-1 0,-1-1 0,5-1 552,-2-1 0,3-1 0,2 0 0,2-2 0,1 0 0,-1-1 0,-1 1 0,-3 0 0,-3 0 0,5-2 0,-4-1 0,0 0 0,2 0 0,-3 0 0,-1 0 0,1 1 0,0-1 0,0 0 0,-1 1 0,1-1 0</inkml:trace>
  <inkml:trace contextRef="#ctx0" brushRef="#br0" timeOffset="24265">11968 2287 11311,'-3'-7'989,"1"-3"-719,1 9 90,0-6-180,0 6-1,-1-6 1,1 6-90,0-5 90,0 6 0,0-4-90,0 3 0,0-2 0,0 3-90,0-1-90,-1 1 90,1 0 0,5 0 0,-4 3-90,10-2-180,-2 2 0,0-3-1439,5 0 720,-8 1-91,2 0-2197,-4 2 3241,-1-2 1,0 1 0,-2 0 0</inkml:trace>
  <inkml:trace contextRef="#ctx0" brushRef="#br0" timeOffset="24700">11948 2296 12120,'0'-15'1439,"0"4"-269,0-2-901,0 8 91,0-3 270,0 6-180,4 16-270,3-7 89,0 8 1,1 0-90,2-3 360,8 12-360,-10-15 719,7 8-449,-9-11 1169,4 3-989,-6-6 179,6-1-809,-3-9 0,9-5 0,1-3-45,-6 2 0,1-1-436,8-6 0,3-3 188,-6 5 1,2-2 0,-1 0 0,0 1-587,-2 1 0,-1 1 1,3-2 441,-2 2 0,3-3 0,2-1 0,0-1 0,0 0 1,-2 2-1,-1 2-376,0 1 1,-3 1 0,2 1 0,2-2 402,-1 1 0,4-2 1,1-1-1,1-1 1,1 0-1,-2 1 0,0 2 1,-3 2-411,3-2 1,-2 3 0,0 1 0,1-2 566,0 2 1,1-3 0,2 1 0,-1 0 0,0 1 0,-3 1 0,6-1 0,-3 3 0,1-1 0,0 0 0,0 1 0,0-1 0</inkml:trace>
  <inkml:trace contextRef="#ctx0" brushRef="#br0" timeOffset="26652">11362 2099 11670,'-8'-8'900,"-2"1"-810,7 6-90,-6 0 0,-1 12 0,-3 12 0,5-3 45,4-3 0,2-1-45,1-6 0,0 13 90,6-15-90,1 8 90,5-11-90,5 3 0,-4-7 90,13-6-180,-10-17 90,0 5 0,-9-3 0,-5 0 0,-8 3 0,4-3 0,-2 1 0,-10 2 45,8 0 0,0 1-45,-5 5 0,2-4-90,3 13 0,-3 7-1619,0 14 539,0-1-469,5-1 1,1-1 1557,2-3 1,0 6 0,2-10 0</inkml:trace>
  <inkml:trace contextRef="#ctx0" brushRef="#br0" timeOffset="26836">11553 2141 13649,'-4'-11'900,"3"4"-990,-4 2 90,5 4-1979,0-2-1298,0 2 2882,0-1 0,0-1 0,0 1 0</inkml:trace>
  <inkml:trace contextRef="#ctx0" brushRef="#br0" timeOffset="27466">11683 1977 11221,'2'-25'899,"-1"9"1,-1 0-631,-1 0 1,-1 0-2397,1-12 2307,-3 9 179,0 7-359,0 5 730,-6-2-730,4 8 299,-8-1-299,7 2 0,-12 13 0,11-10 0,-10 21 0,13-17 0,-2 11 0,6-10 90,1 3-90,5-6 90,2 4-90,-1-6 1279,8 1-1189,-10-2-90,14-1 0,-7-7 0,1 5 180,1-12-90,-8 11-1,3-7 91,-2 6-180,-3-1 0,3 1 0,-5 2-90,2 0 90,-2 1 90,3 7-90,-2 1 90,4 16-90,-2-7 45,1 4 0,-1 2-315,0 1 0,-1-4 1,0 1-1370,0 5 1,0-1-1,-1-8 1,1-1 1233,0 10 0,1-1 0,3 0 1,-1-1-1</inkml:trace>
  <inkml:trace contextRef="#ctx0" brushRef="#br0" timeOffset="28302">11586 2769 11400,'-4'16'360,"3"7"0,-2-5-360,3 1 90,5 5-90,-3-16 90,8 12 0,2-11-90,-3-1 90,9-2-90,-11-5 0,7-8 0,-9-1-3212,5-19 3392,-7 10-1045,-1-2 1,-1 1 954,-6 2-34,2 0 0,0 0 34,-10 4 0,-2-9-90,4 15-90,-9 0-180,8 15-89,-1-6 211,4 23 148,8-5 0,5 2 0,3-1 0</inkml:trace>
  <inkml:trace contextRef="#ctx0" brushRef="#br0" timeOffset="28516">11785 2873 14279,'-6'-8'360,"-1"0"-1800,6 6-718,-3 0-991,4 1 1890,0 0 1259,0-1 0,0-1 0,0 0 0</inkml:trace>
  <inkml:trace contextRef="#ctx0" brushRef="#br0" timeOffset="28770">11938 2634 16348,'-5'11'270,"7"6"-181,4-4-1728,3 4 1,1 2-925,2 1 1933,-3-1 0,2 2 0,-1 0-1009,-1 0 1,0 0 1194,2 3 1,0 0 0,-4-7 0,-2-2 0,-1 0-1</inkml:trace>
  <inkml:trace contextRef="#ctx0" brushRef="#br0" timeOffset="32300">11679 2251 11041,'-11'0'90,"-1"0"0,3 0 89,1 0-89,-1 6-90,1 0 0,-5 9 0,6-5 90,-6 12-90,9-12 90,-1 11-90,4-12 90,5 10-90,3-12-539,11 6 89,-5-10-1709,14 1 1170,-13-4 989,11 0 0,-13-6 0,2-1 0</inkml:trace>
  <inkml:trace contextRef="#ctx0" brushRef="#br0" timeOffset="32483">11799 2327 11400,'-12'0'90,"5"4"0,3 9-90,4-1-585,2 4 1,1 1-765,-2 2 1349,6 7 0,2 1 0,-3 0 0,2-4 0,-1-1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39:59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9897 2511 11490,'-11'0'-90,"1"-5"180,2 3 180,-1-3 0,1 5 270,-1-4-90,2 3-91,0-2-89,0 3-90,2 0 0,1 0 0,1 0-90,0 0 1619,1 0-1529,10 0 0,-3 0 0,7 0-90,-4 0 89,2 0 1,3 0 0,12 3-60,-4-2 0,3-1 0,2 0-901,2 0 1,2 0-1,2-1 1,-2 1 802,-4 0 1,-1 0-1,1-1 1,2 1 7,-1-2 0,2-1 0,2 1 0,-1-1 0,-1 0 0,-5 1-471,2 2 0,-5-1 1,4 0 455,1-1 0,4 0 0,2-1 0,-1-1 0,0 2 0,-5 0 15,2 1 0,-3 1 0,4-1-30,-1 0 0,4 0 0,2-1 0,0 0 0,-2 0 0,-4 1 0,1 0 0,-5 1 0,5 0 15,-3-1 0,3 0 0,3 0 0,0 0 0,-3 1 0,-4-1-15,0 0 0,-4 1 0,3 0 0,2-1 0,5 1 0,0-1 0,-2 1 0,-4-1 0,3 1 0,-2-1 0,-2 0 0,4 1 0,-1-1 0,-5 0 0,-4 1 0,-1 0 0,7-1 0,-2 0-90,2 1 0,-11 0-3187,3 0 0,-47 5 2730,12 1 1,-8-3 0,-1 0 0,9-1 0,1 0 0</inkml:trace>
  <inkml:trace contextRef="#ctx0" brushRef="#br0" timeOffset="453">9520 2774 12930,'-25'-5'269,"9"-2"1800,2 0-719,25-1-991,-4 5-1998,15-2 1,4 0 1743,5-2 52,-9 1 1,5 0-1,1-1 1,-3 1-349,4-1 1,3-1 280,-7 2 0,5-1 0,3 0 0,0-1 0,-2 1 0,-3 1-406,-2 1 0,-5 0 0,2 1 1,5-2 347,-6 3 1,3-2 0,3 1-1,2-1 1,1 0 0,1 0 0,0 0-1,-2 1 1,0-1 0,-3 1-1,-2 1-302,6-2 0,-5 2 0,0-1 0,1 1 1,5-1 276,-7 1 1,3 0-1,3 0 1,1 0-1,1-1 1,1 1-1,0 0 1,0 0-1,-2-1 1,-1 2-1,-3-1 1,-3 1 10,8-1 0,-5 1 0,-2 1 0,1-1 0,5 0-10,-7 1 0,2-1 0,3 1 0,1-1 0,1 1 1,0 0-1,0-1 0,-2 1 0,0 0 0,-3 0 1,-3 0 24,6 0 1,-4 0-1,-2 0 1,2 1 0,3-1-14,-2 1 0,3-1 0,2 1 0,1-1 0,1 1 0,-2-1 0,0 1 0,-3 0 0,-4 0 2,4-1 0,-5 1 1,1 0-1,2 0 3,-1 0 1,4 0 0,1 0 0,0 0 0,0 0 0,-3 0-1,-5 0-25,3 0 0,-4 0 0,1 0 0,8 0 0,3 0 0,-1 0 0,-6 0 367,-6 0 0,-2 0-337,4 0 0,1 0 0,-4 0-30,0 0-90,3 0-535,-16 0-2652,-6-3 2763,-21 2 0,3 6 0,-2 0 0,1-1 0</inkml:trace>
  <inkml:trace contextRef="#ctx0" brushRef="#br0" timeOffset="1950">13195 1394 14639,'0'-11'1709,"0"0"-900,-5 4-179,4 2-180,-4-1-271,0 2 91,4 0-180,-6 1-90,6 8 0,-2 4-629,8 18-1,-4-7-1009,5 2 1,0-1-842,-5 0 2480,7 3 0,0 0 0,-1-5 0,0-4 0,0 0 0</inkml:trace>
  <inkml:trace contextRef="#ctx0" brushRef="#br0" timeOffset="4184">12990 1974 13829,'-5'-9'1169,"1"3"-989,4 4 0,0 1-90,0-1 90,0 1-90,0-1 0,0 1-90,0 0 0,0-1 0,5 1 0,1 0 0,4 1 0,-1 0 0,-1 0 0,-1 0 90,0 0-90,0 0 270,0 5-90,-3 1 0,0 11-180,-11-3 179,-3 6 1,-2 3 0,-2-5 0,0-1-135,-1 3 0,2 1 180,-1 1 0,2-3-135,6-7 270,-3 12-270,9-18-1,0 3-89,6-6-89,6 0-91,2-2-1215,4 0 1,2-1-245,-3-3 1,1 0-1,1 0 1,2 1 1561,0-1 0,-1-1 0,0-3 1,5 3-1</inkml:trace>
  <inkml:trace contextRef="#ctx0" brushRef="#br0" timeOffset="4350">13322 2162 15628,'-11'-24'810,"3"3"-1350,-4 0-1889,7 6 1350,5 12 1079,21-7 0,-9 6 0,16-3 0</inkml:trace>
  <inkml:trace contextRef="#ctx0" brushRef="#br0" timeOffset="4700">13524 1927 14908,'-6'-20'3059,"-2"5"-2969,-3 4 0,4 6-90,9 14 90,6-2-90,12 14 0,-5-9 0,1-1 0,0 0 0,2 5 0,-6-3 0,-1 1 0,0 3 0,-7 7 0,-4-13 0,1 13 0,-6-14 0,-1 12 0,0-14 0,-7 9-90,9-12-810,-10 5 271,9-8-2648,-4 1 1426,6-8-1426,-1-8 2994,3-2 1,1-4-1,0 5 1</inkml:trace>
  <inkml:trace contextRef="#ctx0" brushRef="#br0" timeOffset="4884">13584 1930 13829,'0'-11'1619,"-4"2"-629,3 1-810,-2 3-91,3-7-89,6 6 0,12-9 0,1 7-315,5-1 1,1 0-136,2 2-600,-5 1 1,5 1 0,-2 1-590,-2 2 1,-1 0-1,5-2 1,-2 2 1452,3 10 0,-21-6 0,-2 6 0</inkml:trace>
  <inkml:trace contextRef="#ctx0" brushRef="#br0" timeOffset="5284">12927 2507 14998,'0'-8'2609,"0"2"-2519,0 21 0,0 5-135,0 1 0,0 0-225,0 9-1214,0-3 0,0 0 404,0-4-559,-1 4 1,2-1-1471,4-8 2965,-4 8 1,8-16-1,-3 0 1</inkml:trace>
  <inkml:trace contextRef="#ctx0" brushRef="#br0" timeOffset="5434">13156 2708 16977,'1'-16'990,"0"2"-271,-7 1-629,5 4-90,-4-2-809,1 4-810,3 4-810,-3-2-848,9 5 3039,9-1 0,0 1 1,6 0-1</inkml:trace>
  <inkml:trace contextRef="#ctx0" brushRef="#br0" timeOffset="5902">13493 2588 14998,'12'-23'2429,"-1"3"-5706,-2 5 1433,-3 5 3632,10-12-1518,-8 11 1072,3-11-1072,-7 13 90,-1-9-271,-10 12-89,-13-3 0,3 7 1553,-2 4 0,-2 1-1598,5 3 0,0 1 495,-12 2-495,15 4 0,3-1-44,7-4-91,10 19 180,5-15 27,1 1 0,4 2-27,3-4 0,0 0-45,-5-1 0,1 1 45,5 1 0,-3 0 90,-8-5-90,2 8 0,-18-11 0,-10 6 0,0-7 45,-1-1 0,1-1-45,1-1 0,-1-4 0,1-3 0,4-1-405,2-5 0,2-3-134,3 0-1100,9-10 1,3-2-1639,3 1 2184,1 5 1,4-3 0,-1 3-547,-5 8 1,1 1 1503,3-4 0,2-1 0,-1 2 1,-4 3-1,-1 2 0,4-5 1,0 1-1</inkml:trace>
  <inkml:trace contextRef="#ctx0" brushRef="#br0" timeOffset="6271">12624 1532 13739,'8'-9'180,"-4"1"1349,0 4-1259,-10 15 0,-4 9-31,1 2 1,-1 4 0,0 0-867,0-3 0,1 0 1,-2 3 656,3-3 0,-1 3 0,0 2 0,0 1 0,1-3 0,1-2-488,-1 2 1,1-4-1,0 5 470,1-3 1,0 4 0,-1 2 0,0 1 0,1-1 0,0-1 0,1-4-436,0 1 1,1-5-1,0 1 1,1 4 396,-1 1 0,1 5 1,-1 1-1,1 2 0,0-2 1,0-2-1,1-3-34,-1 4 0,1-3 0,3 3-249,1-5 1,1 3 0,2 2-1,1 1 1,1-1 0,0-2-1,2-4-511,4 1 1,2-3 0,1-2 0,1 1 163,-3 1 1,-1 1-1,1 0 1,2-2 0,1-4 534,6-2 1,2-4 0,0-2 0,-2-3 0,2-2 0,-1-3 0,-2-1 0,0 0 0,0 0 0</inkml:trace>
  <inkml:trace contextRef="#ctx0" brushRef="#br0" timeOffset="6720">13538 1372 15628,'-14'-10'135,"1"-1"0,-3-3 269,3 3 1,1 0-405,6 4-179,-1-4 179,6 9 0,20-4 0,10 2 0,-12 2 0,2 0-384,5 0 1,4 0 0,0 1 383,-5 0 0,-1 1 0,2-1-984,2 0 0,0 0 1,0 0 953,-4 3 0,-1 0 0,0 1 30,1 2 0,0 0 0,-2 0-204,0 3 0,1 2 226,-1 1 1,4 1-1,-1 2 1,-4-1-23,-1 1 0,-2 4 36,-1 1 0,1 5 0,1 3 0,-2 0 0,-2-1-481,-2 3 0,-3-1 1,-1 1-1,1 1 463,0-4 0,1-1 0,0 2 0,-1 0 0,-2 1-18,-2 1 0,-2 1 0,-1 2 0,-1-1 0,0-1 0,1-4-320,-1 3 1,1-3 0,-2 1 319,-1-2 0,-1 1 0,-1 1 0,0 0 0,-1-1 22,-1 5 1,-1 0-1,-1-1 1,-1-3-53,0-2 0,0-2 0,-3 3-233,2-4 0,-1 3 1,-1 1-1,-1 0 1,1-2-1,2-3 23,-2-2 0,1-3 0,-2 2-416,-3 3 1,-2 2-1,-2 2 1,1-2 0,2-4-450,-3 5 1,-1-2 1104,2-2 0,-3 2 0,0 1 0,2-4 0,0 1 0,1-2 0,1-2 0,1 0 0,0 0 0</inkml:trace>
  <inkml:trace contextRef="#ctx0" brushRef="#br0" timeOffset="10663">8009 3950 18327,'6'7'719,"8"-4"-539,-7 6 45,10-6 0,2-1-45,4 7-1273,-2-6 1,4-1 0,-2 0 170,-5 1 0,1-1 1012,3-1 0,3 0 0,1-1 0,-4 1 246,1-1 1,1 1-270,2-1 0,6 0 1,-1 0-1,-4 0 40,1-3 0,0 0-89,-3 2 0,4 1 0,1-1 0,-1 0 0,-3-1-321,-3-1 1,-3-1-1,4 0 303,-1 2 0,5 0 0,1 0 0,1 0 0,-3 0 0,-2 0 30,0-1 0,-2 0 0,3 0-43,-2 0 0,4 1 0,2-1 0,1 0 1,0 1-1,-1-1 0,-3 1 31,2 0 0,-2-1 0,-1 1 0,0 0 0,2 0-18,2 0 0,1-1 0,1 1 0,-1-1 0,2 1 15,-3 1 0,1-1 0,1 1 0,-1-1 0,-3 1 0,-3 0-15,-1 1 0,-3-1 0,2 1 0,4-1 0,5 1 0,1-1 0,-2 1 0,-6 0 0,-1 0 0,-1 0 30,7 0 0,3 0 0,-5 0-30,-12-1 0,0 2 135,13 0 0,-2 2 2123,-10-2-1898,10 3-180,-20-4 1221,5 0-3470,-10 0-1208,-14-5 2922,-15-2 1,12 4 0,-2 0 0,-1 0 0,0 0 0</inkml:trace>
  <inkml:trace contextRef="#ctx0" brushRef="#br0" timeOffset="12700">8172 3466 12750,'4'7'809,"-1"0"-449,-3-6 270,0 1 179,0-1-359,0 0 2788,0 1-3058,0-6 0,-6-22-180,5 6 45,-3-9 0,0-2-427,4 2 501,-1 5 1,0-3 0,0 3 15,0 7 0,1 0 165,-1-6 0,0-3 0,-1 4-120,1-5 179,-2 2 1,0 0 0,-1 6-360,-1-4-90,0 13-90,3 8-3097,0-1 0,2 8 2717,0 6 1,6-3-1,3 2 1</inkml:trace>
  <inkml:trace contextRef="#ctx0" brushRef="#br0" timeOffset="13317">7854 2841 12480,'0'-12'1709,"0"3"180,-11-2-1439,8 5 539,-25-1-809,20 5 90,-8 4 0,0 0-91,2 0 1,-2 8 0,0 3-180,1-3 45,0 7 0,1 3-45,2-5 0,3 3 0,2 0 0,2-3 0,2 6 0,8-7 0,-3-4-135,11 0 0,4-1-314,-4-2-991,15 0 1,4-3-135,-11-6 0,0-2 944,3 2 1,0-2-1010,2-5 1,-4-1 1071,-5-2 1,7-3 0,-15 7 0</inkml:trace>
  <inkml:trace contextRef="#ctx0" brushRef="#br0" timeOffset="13534">7925 2933 15628,'0'20'-720,"4"6"1,-3-5-920,3-1 1,0 0-1639,-3-1 2790,5 11 0,-3-13 0,4-1 1</inkml:trace>
  <inkml:trace contextRef="#ctx0" brushRef="#br0" timeOffset="14252">8929 3451 16977,'1'-12'990,"0"2"-361,-1 1-359,0 1 360,6-17-450,-2 2 0,2-1-567,0 5 1,0-2 506,0-4 0,-1-4 0,1 3-30,-2 10 0,0-1-1,0-7 1,0-3 0,-2 4 0,2-4-135,-3 2 0,1 2 45,-1 10-1071,-1-5-1538,0 14-668,-4 0 0,-1 4 0,-2 0 3216,0 0 0,0 0 1,1 0-1</inkml:trace>
  <inkml:trace contextRef="#ctx0" brushRef="#br0" timeOffset="14570">8894 2689 12840,'-13'-17'2158,"1"0"-1888,1 8-180,-3 2-90,4 6 360,-10 17-270,9-3 0,1 1-90,1-1 0,0 2 45,-2 8 0,2 0-45,6 3-90,6 5-989,11-3 359,1-17-269,4 4-2288,8-7 797,-9-5 2250,12 1 1,-13-4 0,0 0 0</inkml:trace>
  <inkml:trace contextRef="#ctx0" brushRef="#br0" timeOffset="14921">9059 2809 13020,'-7'-7'1888,"-2"-3"-1618,8 5-270,-3-2 0,13 4 180,4 8 0,3 0 90,-2 11-180,-10-6 90,-2 11-90,-2-10 270,-5 13-270,-2-14 269,-4 11-359,4-13 90,4 2 0,3-3-90,0-3 0,0 2 90,0-4-90,4 0-270,9-2-89,1 0-856,4-5 1,2-2 45,2 4-470,6-9 1,1 0-1639,-1 6 2872,-6 0 1,-1-1-1,3 0 1,0 1-1</inkml:trace>
  <inkml:trace contextRef="#ctx0" brushRef="#br0" timeOffset="15454">9720 3644 15808,'5'-17'1169,"1"-13"-944,-3 12 0,0 0-646,-1 0 0,1-2 600,-1-3 1,0-4 0,0 3-512,-1 5 0,-1-1 511,1-2 1,0-3 0,0-1 0,-1 4-1309,0 1 1,0 1 1218,1-11 0,-1-1 45,0 9 0,0 2-135,0-5 0,-2 5 0,-1 2 0,2 8 200,-4-3-290,5 10-547,0 0-2602,-1 4 5372,-1-1-5410,-3 6 0,2-4 3184,0 4 0,0-5 0,0 0 0</inkml:trace>
  <inkml:trace contextRef="#ctx0" brushRef="#br0" timeOffset="15756">9940 2781 13739,'-8'-8'1889,"-2"-3"-1619,4 6-270,-4-2 0,1 6 180,-9 9-90,7 3 45,-3 0 0,0 3-45,5 3 0,0 0-90,-8 8 0,10-6 0,4-2 0,10-4-630,8 14 0,0-16-179,6 4-2468,8-5 3154,-12-7 0,0-1 0,1 1 0,-1-1 0,0-1 0,-1-1 0</inkml:trace>
  <inkml:trace contextRef="#ctx0" brushRef="#br0" timeOffset="16239">10144 2893 14639,'12'-6'719,"3"2"-539,-8 4 0,1 0 270,-2 10-360,-3-8 180,2 20-270,-5-16 90,-7 18-90,-2-13 0,-2 2 0,0 1 0,-4-2-45,2 1 0,0 1 45,5 1 0,-5 1 0,12-8 0,8-3 0,-5-2 90,22 1-90,-14-2-45,7-1 0,0 1 45,-3 0 179,16 4 181,-16 1 90,2 4-180,-10-2-90,-4-2 359,-2 2-449,-7-3 180,0 6-180,-8-8-90,-5 6 0,6-6-1709,-16 2-1568,10-5 0,-4 1 2623,7-2 0,7-8 0,1-1 0</inkml:trace>
  <inkml:trace contextRef="#ctx0" brushRef="#br0" timeOffset="24197">4923 6507 8342,'-6'-7'720,"0"0"-360,4 5-91,-1 0-89,1 0 90,0-1-90,0 1 270,-1-1-360,1 1 360,-2 0-361,2 1 271,-4 0-270,4 1 360,-4-2-180,3 1-180,-1 0 180,0 1-180,3 0 809,-1 0-629,2 3-180,4 0 0,1 2-90,0-1 90,6 0 0,-7-2 90,8 1-1,7 2-179,-9-2 90,11 1-90,-16-3 90,5 0 0,-6-1 0,7 1-90,-6-1 90,9 0 0,-7 0 180,12 0-270,-10 0 0,7-4 0,2-1 0,-6 0 180,16-7-180,-16 8 0,8-7 0,-5 4 0,-4 1 0,16-8 90,-8 1-90,4-1 0,-9 3 0,-3-2 0,-4 5 90,7-13-90,-10 11-90,8-17 90,-8 13 0,1-5 0,-1 0 0,0 1 0,0-3 0,0-1 90,-2 2-45,0-1 0,0-1-45,-1 3 45,0-7 0,-1 1 45,0 3-1729,-2-4 1,-1 0 1523,-4 5 115,-1-3 0,0-1-64,-5 3 109,1-3 0,-1 1-45,0 4 45,-2 0 0,-1 1-45,0 5 45,-1 0 0,0 2-45,2 3 0,-4 1 0,0 1 0,3 3 0,-1 1 0,0 1 0,3 1 0,-6 1 0,-7 6 0,8 1 0,-1 0 0,-3 3 45,-1 5 0,0 2-16,5-2 1,0 1 0,1-1 974,1-2 0,1 0 1,0 2-975,-1 4 0,0 3 0,4-3 60,-5 6-60,7-7 0,-2 3 0,1-1 60,2 7 0,1-1-45,-1-4 0,2 2-16,3-2 1,1 1 0,3-3-30,7 4 45,0 5 0,1 0-45,8-3 30,-5-8 0,2 3 0,0-4-30,7 6 0,-1-8 0,4 0 0,-2-2-1622,-2-5 0,-1-2 1532,1 1 0,3-1 1,0 0-601,9-3 0,2-2 1,-2-1-125,-9-2 0,-2 0 0,4-1 267,1 0 1,5-1 0,1 0 0,1-1 0,-1 0 0,-5 0-547,5-3 1,-4-1 0,2 0 876,-3 1 1,3 0-1,1 0 1,-1-1-1,-3 1 1,2-2 0,-3 0-1,1 0 1,0-1-1,1 0 1,0 0 0</inkml:trace>
  <inkml:trace contextRef="#ctx0" brushRef="#br0" timeOffset="25632">10010 5262 10321,'0'-10'1619,"0"0"-1169,-5 4-90,4 1-90,-3 0-91,4 2-89,-3 0 0,2 2 360,-5 0-360,5 8 0,-3-5 0,3 14 0,0-10-90,1 7 0,0-3 90,0 0-90,0 0 0,6-1 90,-4 0-90,10-1 0,-6-1 0,4 0 0,-1-1 0,6 1 90,10-3-90,6-6 45,-13-6 0,-2-2 45,5-5 44,-12-1 1,-3 0 45,-3 4 0,3-13-180,-5 17-90,1-4 180,-1 10-90,1 7 0,0-4 0,9 27 0,4 0 0,-8-12 0,0 0 45,1 4 0,0-1-45,-4-5 0,1 14 90,-4-17 90,-7 11-180,-1-14 180,-14 7-90,0-10-90,3 1 0,2-5-90,13-8-360,-2 2 90,5-8-1169,6-2 720,2 3-830,6 0 1,1 0 1434,0 3 1,-1 0-1,1-1 1,0 0 0,9-6-1</inkml:trace>
  <inkml:trace contextRef="#ctx0" brushRef="#br0" timeOffset="25815">10394 5199 11400,'-6'-13'1530,"-2"5"-1440,7 23-90,2-4-855,1 11 1,2 2-766,6-2 1620,-3 6 0,-1 1 0,4-3 0,-4-5 0,-1-1 0</inkml:trace>
  <inkml:trace contextRef="#ctx0" brushRef="#br0" timeOffset="27082">9161 5926 10141,'-3'-16'1349,"1"2"-809,0 6-90,0 0-90,-1 2-90,0 0-181,0 2 1,-3 1 360,0 6-360,0-3 90,-2 24-180,5-14 45,-1 7 0,1 2 45,1-5-45,0 3 0,2-1-45,9 0 0,-6 3 0,20-10 0,-16-7 45,9-4 0,0-3-45,-4-5 0,4-3 0,-3-2 0,-4-4 0,-2 0 0,-1-1 0,-4 2 0,-1-1 0,0 0 90,-1 4-90,0-10 0,0 18 0,0-1 0,0 28 0,0-8 45,2 10 0,0 1-45,4-3 0,-2 4 0,0 0 0,3-3 0,-4 2 0,-1 0 0,0-4 135,-1 1 0,0 1 404,-1 2-359,0 1 90,-6-8-180,5-12 0,-13 1-90,4-4 0,-3 0-360,1-11-539,10-6 449,4-1-945,5-1 1,3 1 315,4 3-560,4-4 1,0 0 1555,-1 5 1,-3 3 0,-1 1 0,3 0 0</inkml:trace>
  <inkml:trace contextRef="#ctx0" brushRef="#br0" timeOffset="27415">9513 5889 10681,'-6'-27'1709,"1"9"-1439,5 0-180,6 12 180,8-1 269,3 6-89,2 11-360,-10 1 90,-11 18 45,-2-13 0,-2 0-225,-1 8 134,-2-8 1,0-2-135,7-6 90,-8 5-90,9-10 180,-1 0-180,17-8-90,-5 4-675,10-10 1,2-3-315,2 3-14,-5-1 1,4-3 0,-2 1 545,-6 5 1,0 0 0,10-6 0,0 0 0,1 1 0</inkml:trace>
  <inkml:trace contextRef="#ctx0" brushRef="#br0" timeOffset="28383">9148 6402 11221,'-4'-8'449,"1"1"-89,0 5-180,2 1 90,-1 1-270,1 6 90,1 2-90,0 7 0,0-2 90,5 3-90,1-5 0,0 0 0,11-2 0,-9-4 0,18 3 90,-3-7-90,-3-6 0,0-1 0,-16-7 0,1-4 0,-5 5 180,-6-15-90,5 16 269,-8-14-179,9 17-90,-4 4-90,4 11 90,5 17-90,-4-6 0,6 3 0,-1 1 0,-4 0 0,5 8 0,1 0-134,-4-3 134,3 3 0,0-1 0,-3-5 45,0 0 0,-2-1 135,-1-6-999,0 7 999,-1-15 0,0 2 360,-12 0-540,9-3 90,-16-3-90,11-12 0,-3 0 201,-2-17-381,10 3 0,-3 1-1799,19-4 1080,-10 16-740,12-4 1,2 2-122,-6 1 1794,3 2 0,1 0 1,1 0-1,0 0 0</inkml:trace>
  <inkml:trace contextRef="#ctx0" brushRef="#br0" timeOffset="28834">9544 6443 11490,'-3'-14'810,"2"0"-540,10 4 180,7 3-360,3 3 179,-4 15-179,-11 3-90,-11 4-90,-6 7 90,-1-11 0,-1 3 90,10-6-180,10-9 90,9 0 0,0-2 0,12-5 0,-15 4 0,12-4 0,-15 5 90,8 0-90,-12 0 360,1 10 0,-16 9-270,2-1-45,-3-5 0,0-1-45,0-4 0,-9 8-90,14-10-3187,-11 6 3174,8-7 0,-1 2 1,5-3-1</inkml:trace>
  <inkml:trace contextRef="#ctx0" brushRef="#br0" timeOffset="43005">9525 6365 12480,'-7'-6'540,"2"1"-271,3 5-89,1 0 270,-2 0-360,2 0 360,-2 0-270,2 0 3096,-1 0-1335,7 0-1851,8 0 179,10 0-134,-5 2 0,0 1-45,7-2-1606,-7 5 0,-1-1 1606,-3-3 0,8 8-435,-4-7 345,-4 1 44,2-1 1,0 0-45,1 0 45,5-1 0,1-1-45,-2 0 45,5 0 0,0-1-45,-1 0 30,-3-1 0,4-1 0,-2-1-30,3-1 0,-1-1 0,3 1 0,2 0 30,-6-1 0,0-1 0,-4 1-120,6 2 135,4-4 0,-1 1-45,-10 1 0,10-2 0,-8 1 0,-6 1 45,2-2 0,3 0-45,-4-1 0,0 0-1062,9-4 0,-1-1 1107,-8 5 0,-1-1-45,2-3 0,-1 1 2034,-5 1-1989,1-2 0,-1 0-45,-1 1 0,-1-2 0,1 1 0,-3 1 0,6-13 90,-10 15 345,0-12-435,-3 12 270,-7-13-270,-1 13 90,-12-13-90,5 14 45,-2-1 0,-1 1-135,-1 1 135,-5-1 0,-1 1 45,2 1 45,-4 0 0,0 0-45,2 1-45,-3-1 0,-3 1-45,6 1 0,1 1 0,0 0 0,0 0-30,1 1 0,0 1 0,2 0 1740,-8 1-1710,6 0 0,-2 0 45,4 3 0,0-1 44,-11 0 1,10 0 0,-1 2 0,2-1 0,-12-2 135,1 2 0,1 1-45,8-4-457,0 3 1,1-1 276,5-1 44,-2 0 1,1 0-45,4 0 90,-18 0 0,18 2-90,-16 2 90,15-1 0,-2 0 0,0 1 0,1 0 0,-1 1 0,-1 0 0,2 0 0,-1 0 0,-1 2-90,3-2 135,-5 2 0,1 0-45,4-1-1311,-2 2 0,0 0 1311,6-1-347,-10 11 347,13-9 990,-4 19-1080,8-6 0,0 3 245,7-10 0,4 0-245,12 8 0,-10-12 0,1 0 45,8 2 0,0-3-45,0-3-90,5 0 0,2-1 2709,0-2-4058,4-2 0,2-1-90,-3-1 436,-7-3 1,3 0 0,-2-2-365,-7 0 0,0-1 364,9-3 1,4-1 0,-4 1-547,-5-2 1,-1 1 1228,0 1 0,3 0 1,-3 0-1,0 1 1,-2-1-1,1 0 0,0 1 1</inkml:trace>
  <inkml:trace contextRef="#ctx0" brushRef="#br0" timeOffset="43439">10641 6056 13919,'-13'1'1169,"2"-1"630,-1 0-1619,5 0 630,-2 0-360,22-5-271,-4 0 91,16-5 0,5-1-135,-4 1 0,0-1-404,-6 4 0,0 0 0,1 0 419,4-2 0,1 0 0,-3 1-1564,-7 3 1,0-1 1503,7-2 0,0 0-238,-6 2 0,-3 1 508,4-2 180,7-3-720,-20 7 430,-6-1-3527,-12 2 1363,-7 2 1914,3 4 0,5-3 0,9 4 0</inkml:trace>
  <inkml:trace contextRef="#ctx0" brushRef="#br0" timeOffset="43725">11494 5764 14549,'4'-13'1349,"1"1"810,-5 3-1800,1 3 451,-6-1 359,-7 13-629,-6 3-360,3 3 0,-1 2-90,-3 5-90,3 0 0,2 0 0,3-2 0,3 3 0,2 0 0,3-4-180,4 1 0,3-1-270,8-3-1079,5-1 0,4-2-110,-1-7 1,1-1-1,1 3 1,-1-3-1,-4-4 1,1-2 1410,-1 0 0,-1-1 1,6-11-1,-5 7 1,0 1-1</inkml:trace>
  <inkml:trace contextRef="#ctx0" brushRef="#br0" timeOffset="44189">11789 5911 16258,'-8'-5'2248,"0"3"-2248,7-7 90,-1 6 180,10-5 90,9-2-180,-1 4-1606,0 3 0,0 0 1695,-3 2-519,17 7 790,-19 1 942,7 11-1032,-14-5 450,-8 15-631,-9-13 226,-4 7 0,-3 1-135,2-8-1,-1 0-269,1 3 0,-1-1 45,0 1 0,2-4-135,7-4 540,-7 5-450,30-13 2576,-2 0-2666,12-7 0,3-2 0,1 4 549,-1-6 0,4-3 1,0 0-490,-7 5 0,-1 0 0,0 0-30,2-2 0,-1 0 0,0-1 29,1 1 1,0-1 0,-5 2 347,0 0-407,-4 1 0,-1 1 0,-7 2-1169,-7 0-2108,-29 9 0,5-4 2184,4 4 1,-4 4 0,3-3-2185,-9-3 2621,5 7 1,1 0-1,0-4 1,0 6 0</inkml:trace>
  <inkml:trace contextRef="#ctx0" brushRef="#br0" timeOffset="46056">12907 7587 8972,'-19'0'0,"0"0"0</inkml:trace>
  <inkml:trace contextRef="#ctx0" brushRef="#br0" timeOffset="47087">9916 6311 7623,'16'-14'-300,"-1"1"0,-2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41:35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1291 2735 7982,'0'8'270,"0"-1"-180,0-5 0,0 0 90,0-1-90,0 1 180,0 0 90,0 0 539,-6 0-539,0-1-180,-3 0 360,-2 0-271,5-1 271,-9 0-360,8 0 450,-12 0-450,10 0 539,-16 0-89,4 4-181,-6 3-449,9-1 0,9 2 90,7-7 90,11 5-90,-1-3 0,14 0 0,3-1-45,-10 0 0,2-2-404,3-1 1,6-1 0,2 0-1,1-1 1,0 0 388,-4 0 0,1 0 0,0 0 0,0 0 0,2 0 0,1-1-338,-3 1 0,1 0 1,1 0-1,1-1 1,0 1-1,1 0 1,-2-1-1,0 1 0,-2 0 308,6-1 0,-2 1 0,0-1 0,-1 0 0,1 1 0,1 0 0,-1 0 0,3-1 0,0 1 0,0 0 0,-2 1 0,-2-1 0,-5 1-236,1 0 1,-4 0 0,3 0 235,1 1 0,3-2 0,1 1 0,-1 0 0,-5 1 0,1-1 0,-2 1 30,4-1 0,2 1 0,-6 0-30,0 0-235,4-1-215,-22 2-2827,-1-2 2839,-8 1 0,-4 0 0,-5 0 0</inkml:trace>
  <inkml:trace contextRef="#ctx0" brushRef="#br0" timeOffset="2650">6361 1941 7083,'0'-8'360,"0"1"-180,0 5 0,0-1-91,0 1 91,0 1 180,0-1 90,0-1 90,0 0-450,0 0 899,0 0-719,4 7 180,3 1-181,4 11-179,-2-6 45,-2 5 0,-1-1-135,-1-2 45,2 6 0,-1 0 45,-1-3-90,0 2 0,0 1 0,-1-3 135,0 3 0,2 1 135,3 1 629,4 5-719,-2-13 180,12-23-360,-7-2-1093,4-4 1,5-5 0,0 1 1083,-9 8 1,-1 2 0,4-3 8,-2 2 0,3-2 0,2-1 0,2 0 0,1-2 0,2 1 0,0-1 0,0 1 0,0 0-182,-3 3 0,1-1 1,0 1-1,1 0 0,0 0 1,0-1-1,1 1 0,1 0 1,0-1-1,1 0 0,1 0 182,-6 2 0,2 0 0,0 0 0,0-1 0,1 0 0,1 1 0,0-1 0,0 0 0,0 0 0,1 0 0,0 0 0,0 0 0,0 0 0,0 1 0,1-1 0,-1 1 0,0 1-80,0-1 1,0 1 0,1 0 0,0 0-1,0 0 1,1 0 0,-1 0 0,1 1-1,0-1 1,0 1 0,-1 0 0,0 0 0,0 0-1,0 0 1,-1 0 0,0 1 0,-1 0-1,-1 0 80,4-2 0,-1 1 0,0 0 0,-1 0 0,-1 0 0,0 1 0,0 0 0,0 0 0,0 0 0,0 1 0,0-1 0,1 2 0,-1-1-134,2 1 1,1 0 0,1 1-1,0-1 1,1 1 0,-1 0-1,0 1 1,-1 0 0,-1 0-1,-1 1 1,-2 0 0,-3 0-1,-1 1-46,10-2 0,-6 2 0,-1 1 1,4-1-290,-3 1 1,2-1 0,2 1 0,0 0 0,-1 0 0,-3 0 0,-5 1-308,9-2 1,-5 4 801,-2 2 0,1 2 1,-8 1-1,-6 4 1,-8 13-1</inkml:trace>
  <inkml:trace contextRef="#ctx0" brushRef="#br0" timeOffset="6867">11418 1620 14459,'0'-11'1079,"0"1"-539,-6 3-270,4 2 0,-4 1-270,1 0-180,3 2 180,-3 7 0,5 6 0,4 5 0,0 1 90,2 6-180,0 1 0,0 0-90,-2-5-630,-1 3 1,-1-1-1,-1-3-829,0 0 1,0 0-932,-1-4 2570,0 10 0,0-14 0,0 1 0</inkml:trace>
  <inkml:trace contextRef="#ctx0" brushRef="#br0" timeOffset="7116">11281 1782 13739,'-18'-18'659,"1"0"1,5 4 0,1-1-660,-1 1 0,3 0 0,9-7 0,10 13 0,15-6 0,-5 10 0,2 0 0,1 1 0,0 1-180,5 1 0,0 0-270,-3 1-674,3 4 0,0 1 134,-7-3-649,1 7 1,-1 2 1130,-8-4 1,6 6 0,-14-5-1</inkml:trace>
  <inkml:trace contextRef="#ctx0" brushRef="#br0" timeOffset="7382">11665 1588 13199,'-6'-10'1620,"-4"3"-1171,9 0-629,-6 5 270,6 6-90,2 12 0,0 0 45,3 2 0,0 0-45,-3-1-270,1 5 1,1 0-181,-2-2-585,1 3 1,0 0-45,-1-4-560,0 2 1,0-2 1400,1-3 0,1 6 1,-2-12-1</inkml:trace>
  <inkml:trace contextRef="#ctx0" brushRef="#br0" timeOffset="7649">11666 1661 13289,'-8'-15'675,"0"0"0,-2-5-585,3 1 0,1-1-90,3 5-90,-2-10 90,5 18 0,20-3 0,2 15 0,8-4 0,-8 9 0,-2 1 90,-4-3-90,1 5 0,-3 3-90,-8-5-900,-8 20 450,-5-17-899,-6 4 0,-3 0-180,-1-2 1619,-4 0 0,1 1 0,3-5 0,-8 6 0</inkml:trace>
  <inkml:trace contextRef="#ctx0" brushRef="#br0" timeOffset="7916">12035 1530 15898,'-7'-9'180,"2"3"-180,5 12 0,0 3 0,0 4 0,4 14-405,-1-11 0,-1 0 180,1 0 1,0 0-586,1 9 0,0-2-2467,-3-2 2320,2-6 0,0 2-2320,-1 10 2513,1-10 0,0 7 0,-2-13 0</inkml:trace>
  <inkml:trace contextRef="#ctx0" brushRef="#br0" timeOffset="8117">11975 1740 13469,'-14'-9'1350,"2"1"-811,1 1-539,4 4-270,-2-1-269,15 4-811,17-1 811,-1 1-554,-1-3 1,3-1 0,-2-1-547,-6 0 1,-1-1 982,14-3 1,0 0-1,-2-4 1,-1 2 0</inkml:trace>
  <inkml:trace contextRef="#ctx0" brushRef="#br0" timeOffset="8316">12473 1432 14099,'0'-8'630,"0"1"-451,0 5-179,-5 2 0,4 19 0,-3-8 0,3 14 0,2 4-315,-1-9 1,0 0 134,-1 4 0,2 0-1459,4 7 1,1-3-1069,-4-5 2707,5-2 0,0-1 0,-6-7 0,2 2 0</inkml:trace>
  <inkml:trace contextRef="#ctx0" brushRef="#br0" timeOffset="8499">12377 1622 13649,'-8'-19'1214,"0"-1"1,0-1-1215,0-1 0,1 0-90,5 0 0,7 3-900,10 1 361,2 12-1010,3-1 1,0-1-752,0 3 2135,1-1 1,0 0-1,-1 1 1,6-1 0</inkml:trace>
  <inkml:trace contextRef="#ctx0" brushRef="#br0" timeOffset="8703">12738 1356 15178,'2'-8'1170,"0"0"-1170,-2 27 0,0-9-45,-2 12 0,0 3-45,1-4-450,-3 8 0,1 3-1079,2-10 0,1-1 809,-2 2 1,1-1 809,3-2 0,1-4 0,2-7 0,5 2 0</inkml:trace>
  <inkml:trace contextRef="#ctx0" brushRef="#br0" timeOffset="9100">12752 1398 13919,'-5'-27'1979,"3"10"-1979,2-1 0,7 20 0,7 6 45,-3 3 0,1 0-45,6 5-1639,5 2 1,-1 0 713,-3-3-65,4 1 1,1 0-650,-8-10 1,0 0 598,13 6-85,-12-12 1,-2-2 854,-6 0 2339,3-25-810,-9 15-135,-5-10 1,-1-1-675,2 2 539,-7-4 1,0 0-361,6 3 315,-7-1 1,0 0-585,4 8-180,-6-9-270,6 20 3366,3-1-3250,0 23-26,1-7-270,1 11 0,0 2-179,0 0-644,1-3 1,1 2 0,1-1-547,-1-6 1,2 1 1599,-1 7 1,1 4-1,0-4 1,-1-7 0,0-1-1,-1 9 1,0 0 0</inkml:trace>
  <inkml:trace contextRef="#ctx0" brushRef="#br0" timeOffset="9615">10597 2259 15088,'-24'6'315,"1"1"0,0 0 0,-4 1 0,2 0-315,7-3 0,3 0 719,2 3-269,10-5 989,19 1-720,6-6 1,6-3-450,-2 0 0,5-2 0,0 0 0,-1 0-1019,-6 1 0,-1 1 1,1-1-1,2-1 800,0 0 1,3-1-1,1-2 1,1 1-1,-1-1 1,-1 1-1,-4 1-426,0 0 0,-3 1 1,0 0-1,3-2 385,-2 2 0,2-1 0,3-1 0,1-1 0,1 0 0,-1 1 0,-1-1 0,-1 2 0,-3 0-464,7-2 1,-3 1-1,-1 1 1,6-2 453,-9 2 0,3 0 0,3-1 0,1 0 0,1 0 0,0-1 0,-1 1 0,-1 0 0,-2 1 0,-2 1-243,3-1 0,-3 1 1,-2 1-1,2-1 1,4-1 250,-6 2 0,3-1 0,2 0 0,2-1 0,0 0 1,1 1-1,-1-1 0,0 0 0,-2 1 0,-2 1 1,-2 0-57,6-1 1,-5 0 0,0 2 0,1-1 0,5-1 40,-9 2 0,2-1 0,2 0 0,2 0 0,1 0 0,1 0 0,0-1 0,0 1 0,1-1 1,-2 1-1,0 0 0,-2 0 0,-1 1-17,4-1 1,-2 0 0,-1 1 0,0 0 0,-1 0 0,0 0 0,1 0 0,0 0 0,1-1 23,-1 1 0,1-1 0,1 1 0,0-1 0,0 1 0,0-1 0,-1 0 0,0 1 0,0 0 0,-2 0 43,4-1 0,0 1 0,-1 0 0,-1 0 1,-1 0-1,1 0 0,-1 1-73,4-1 0,-1 0 0,0 0 0,0 1 0,-2-1 0,-2 1 30,2 0 0,-3 0 0,0 0 0,4-1-12,-5 2 1,3-1 0,1-1 0,2 1 0,-1 0-1,-1-1 1,-2 2 0,-4-1-19,6 0 0,-4 1 0,3-1 12,0 0 0,4-1 0,1 1 0,-2-1 0,-6 2 18,0-1 0,-1 0-90,1 1 0,1-1 0,-5 0 828,-3 0-4015,0 0 0,-49 3 2730,10 0 1,-5 1 0,-1 0 0,11 0 0,-1 0 0</inkml:trace>
  <inkml:trace contextRef="#ctx0" brushRef="#br0" timeOffset="10500">11058 2479 12930,'0'-10'1349,"0"2"-1079,-5 2-180,4 11-90,5 22 0,-2-6-90,4 5 0,-1 0-90,-5-6-360,2 4 0,0 0-89,0-3-766,-1 2 1,1 0-45,0-5 1439,0 0 0,-1-2 0,0-4 0,0 3 0</inkml:trace>
  <inkml:trace contextRef="#ctx0" brushRef="#br0" timeOffset="10700">10937 2576 12120,'-11'-17'989,"0"0"1,-2-8-990,1 3 0,23 11 0,-2 8 0,9 0 0,3 0 0,0 1-270,8 1 0,2 0-179,-1 0-644,-6 2 1,4 1 0,-3 0 615,-4 3 1,-2 0 0,6-1 0,-1 0-1,-1 4 1</inkml:trace>
  <inkml:trace contextRef="#ctx0" brushRef="#br0" timeOffset="10932">11276 2481 12120,'-7'-13'2339,"-9"-8"-2249,7 10-180,-3-3 180,5 27-90,12 13 0,-4 3-90,4-6 0,1-2-90,-2-4-405,3 3 1,1 0 44,-2-2-1099,1 1 1,1 0-122,-2-4 1760,6 11 0,-7-17 0,2 1 0</inkml:trace>
  <inkml:trace contextRef="#ctx0" brushRef="#br0" timeOffset="11184">11306 2437 13919,'-8'-16'1079,"-1"-4"181,-9-5-1350,6 8 0,4-3 90,5 16 0,17-1 0,-6 5 0,8 2 0,2 2 0,-2 3-180,5 5 0,0 0 0,-6 3-180,-2 0 1,-1 1 89,-9-4-900,-13 16 631,2-16-721,-7 1 1,-1-2-90,0-2 1349,-1-1 0,0-1 0,4-3 0,-6 0 0</inkml:trace>
  <inkml:trace contextRef="#ctx0" brushRef="#br0" timeOffset="11433">11700 2319 14549,'5'-7'629,"-1"0"-629,-9 5 0,4 17 0,-4-7-90,3 9 0,4 4-1549,3-4 1,0-1 501,-4 0 1,1 0-503,8 6 1,0-3-1092,-8-4 2663,12 10 0,-12-16 0,3 3 0</inkml:trace>
  <inkml:trace contextRef="#ctx0" brushRef="#br0" timeOffset="11616">11616 2455 13469,'-14'-5'450,"-2"-1"-450,10 2 90,-1 0-630,30-2-1099,-2 1 1,2-1 193,-2 1 0,2 0 1445,-2 0 0,1-1 0,-2 0 0,7-3 0,-9 2 0,0 1 0</inkml:trace>
  <inkml:trace contextRef="#ctx0" brushRef="#br0" timeOffset="11818">12093 2213 14459,'0'-8'629,"0"1"-719,-5 6 180,3 5-90,-3 3 0,5 14 0,0-6-270,3 1 1,-1 1-91,0 0-1279,3 4 1,2 1-392,-2-5 2030,1-1 0,-1 0 0,0-6 0,-1 2 0</inkml:trace>
  <inkml:trace contextRef="#ctx0" brushRef="#br0" timeOffset="11999">11974 2303 13649,'-9'-14'585,"1"0"0,-4-13-585,-1 1-180,13 2-1170,17 15 541,1-1-830,7 4 1,4 1 1386,-10 1 1,0 1-1,7-2 1,1 0 0,-10 1-1,1 1 1</inkml:trace>
  <inkml:trace contextRef="#ctx0" brushRef="#br0" timeOffset="12183">12317 2104 14729,'-2'18'0,"-3"-1"0,0 1 0,0-3 0,1 2 0,1 1-90,2 0-315,-1 2 0,0 0-135,2-4-899,-1 1 0,2-1-180,3-4 1619,-3 6 0,4-13 0,-5 0 0</inkml:trace>
  <inkml:trace contextRef="#ctx0" brushRef="#br0" timeOffset="12399">12310 2217 12660,'-5'-25'629,"-1"-1"1,1 9 0,0 0-585,2-1 0,0 2-135,-1 7 90,13 3 90,-2 12-90,16 12 0,-10-6-45,3-1 0,1 1-135,-1-2-405,3 2 0,0 0-44,-2-2-945,1 1 0,-1-1 134,-2-3 1440,10 3 0,-15-8 0,3 0 0</inkml:trace>
  <inkml:trace contextRef="#ctx0" brushRef="#br0" timeOffset="12583">12495 2051 11940,'-8'-20'360,"2"7"-180,-2-8-180,4 15 0,0 5 0,4 32-225,2-13 0,1 0 45,-3 3 0,1 0-1459,5 7 1,1-3-1639,-1-5 3100,1 1 0,0-1 0,2-7 0,0 3 0</inkml:trace>
  <inkml:trace contextRef="#ctx0" brushRef="#br0" timeOffset="12835">12750 1973 13469,'5'27'45,"-1"-7"0,0 1-1684,-2 3 1,0 0 41,1-4 1,1 0 337,-1 3 0,1-3 1139,1-6 120,5 12 0,-5-17 0,2 2 0</inkml:trace>
  <inkml:trace contextRef="#ctx0" brushRef="#br0" timeOffset="13049">12776 2131 13469,'-17'-4'1080,"-3"0"-900,8 3-90,-9 0-180,12 1 180,-3 0-540,16 3-1889,27-8 1350,-8 2-104,-4-3 1,4-1 0,-3 0-2185,6-7 2975,-5 4 0,-1 0 0,1-2 1,-2-1-1</inkml:trace>
  <inkml:trace contextRef="#ctx0" brushRef="#br0" timeOffset="13250">13051 1902 14549,'0'18'45,"-1"-3"0,2 2-1684,3 4 1,1 0 311,-2-3 0,1 0-300,5 13 0,1-3 368,-2-6-82,-2 0 1,1-2 1340,-1-6 0,3 3 0,-2-7 0</inkml:trace>
  <inkml:trace contextRef="#ctx0" brushRef="#br0" timeOffset="13449">13093 2130 13199,'-16'-11'1620,"4"3"-1441,2 1-179,2 3-179,4 0-1081,16-1 811,-3 2-496,8-2 1,2 1-46,-3 0-649,6-2 1,-1 0 778,-2 1 633,-4 0 1,0 1-1,-1-2 1,-1 1-1</inkml:trace>
  <inkml:trace contextRef="#ctx0" brushRef="#br0" timeOffset="13632">13123 1959 12570,'-30'-5'1889,"2"-1"-1799,0 0-90,5 2 0,18 3-90,-2 1 0,6-1-270,8 0-1079,8-1 719,1 0-919,3-1 1,1 0 238,1-1 1079,0 0 0,1 0 0,0 0 0,7-2 0</inkml:trace>
  <inkml:trace contextRef="#ctx0" brushRef="#br0" timeOffset="14086">13321 1871 13379,'8'-5'1260,"-3"3"-1170,-4 0 0,1 2 179,1 6-179,-1 1 180,5 14-270,-3-7 45,2 4 0,0 2-45,-2 0 0,0 0-135,2 9 0,1 0 0,-4-9 0,1 0-405,0 3 1,-1-4-91,-1-8 630,1-2 90,-8-7 450,-2-28-360,1 14-1337,-1-15 1,0-2 1516,1 3 0,2 5 0,-1-2 0,1 2-181,-2-2 46,1-1 0,2 1-135,1 6-180,0-10 90,2 20-90,5-5 90,1 9-90,15 0 90,-7 3 0,2 4 0,1 2 0,-3-4 0,1 9 0,0 1 0,-4-7-90,8 17 0,-15-13-629,2 9 89,-14-10-1978,-6 9 1258,-2-10 1350,-1 1 0,0-1 0,3-2 0,-11 2 0</inkml:trace>
  <inkml:trace contextRef="#ctx0" brushRef="#br0" timeOffset="14348">13717 1818 14819,'-6'6'179,"6"7"-358,9 17-91,-2-7-585,1-3 1,-1-1-46,-4-4-739,2 3 1,0-1 1355,-1-4 1,1 8-1,-3-12 1</inkml:trace>
  <inkml:trace contextRef="#ctx0" brushRef="#br0" timeOffset="14550">13705 1953 14099,'-14'-9'2519,"0"-1"-2609,7 5 0,2-2 90,4 5-360,6-1-90,2 1-180,-1-1-2158,22-5 1349,-15 3-200,12-3 1,1-1 982,-2 0 1,-4 1-1,0 0 1,1-1 0</inkml:trace>
  <inkml:trace contextRef="#ctx0" brushRef="#br0" timeOffset="14749">14007 1733 15268,'-5'-8'630,"4"15"-630,-7-1 0,8 12 0,-2-3 0,2-3 0,4 5 0,2 1-180,-4-1-720,8 5 1,1-1 90,-6-5-830,4 0 1,1-1-932,-2-3 2570,4 5 0,-5-12 0,0 0 0</inkml:trace>
  <inkml:trace contextRef="#ctx0" brushRef="#br0" timeOffset="15319">14084 1844 12570,'-11'-5'540,"1"0"359,-2-3-809,5 3-360,-7-2 180,10 4-1799,-2 1 180,21 2-360,14-1 2024,-7 2 0,2-2 899,0 0 1,-3-2-405,9-2 630,-16-3-811,-12-1 541,-16-6-630,6 6 135,-7-1 0,-3 0 44,1 2 1,0 1-315,2 0 0,1 0 0,-7-2 0,3 1-45,7 4 0,-5-3-90,11 5-270,3 0-269,0 0 179,9 2 0,-5-1-449,22-1 449,-13 1-1189,13-1 1,2 1 264,-3-1 464,6-1 1,-1 0 1359,-8 0 26,0-1 1,-1 1-28,-6-1 674,9-4-764,-16 5 2275,1-3-2544,-6 5 2817,1-1-2817,-2 12 1074,0 0-1164,0 17 90,0-10-90,0 3 0,0 1 0,0 10 59,0-13 1,0 0-330,0 1 0,0-2-180,0-2-2788,0 12 1889,0-19 1349,0 4 0,0-11 0,0 0 0</inkml:trace>
  <inkml:trace contextRef="#ctx0" brushRef="#br0" timeOffset="15532">14291 1761 12030,'-4'-26'3276,"0"0"-2684,-2 0-682,3 9 180,10 17-90,1 7 0,4 4 0,1 2-45,1-1 0,-1 0-45,0 1 0,1-1-1349,6 5 0,-2-2 0,-2-4-200,2 1 1,-1-2 1242,-5-6 1,5 1 0,-9-5 0</inkml:trace>
  <inkml:trace contextRef="#ctx0" brushRef="#br0" timeOffset="15718">14486 1606 14189,'-9'-18'1889,"1"6"-1709,3 4 0,3 23-90,2-5-90,0 10 0,0 2 0,0 0-270,4 6 0,0 1-540,-2-1-283,3-6 1,2 4 0,-1-4 436,-4 5 1,3-3-1,1-1 1,-3-6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42:06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8540 2353 11131,'-7'5'1169,"-1"-1"-809,6-4 0,-1 1-91,0-1 91,0 0 0,0 0 0,0 0 0,-1 0-91,1 0 91,0 0-90,0 0 0,0 0 0,1 0 0,0 0-90,0 0 89,1 0 271,-1 0 0,1 0-450,-1 0 1709,1 0-1080,16 0-539,-8 4 90,11-4 0,1 1-180,-2 4 90,11-4 0,2-1-558,-14 1 0,2 0 423,3-1 0,5 0 0,0 0 0,-3 0-534,3-3 0,1 1 524,0 1 1,4 0 0,3 0 0,0 0 0,-3 0-711,-1-2 1,-1 0 0,0-1 0,1 1 674,-3 2 0,1 0 0,0 0 0,-1 0 0,0 0-194,0-1 1,-1-1 0,-1 0 0,1 0 215,3 1 1,0 0-1,0 1 1,-2-1-208,-2-1 1,-2 1 0,4-1 184,-2 1 0,4-1 0,2 1 0,0 0 0,-1 0 0,-5 0 0,1 0 0,-3 0 0,3 0 15,-1 0 0,3 0 0,2 0 0,0 0 0,-2 1 0,-3-1-15,-1 0 0,-2 1 0,2 0 0,4-1 0,5 1 0,1-1 0,-2 1 0,-5-1 0,-4 1 0,-4 1 0,3-1 0,3 0 0,4-1 0,1 1 0,-1 0 0,-4 0 45,7-1 0,-3 1-45,-4 0 0,1-1 0,-4 1 500,9-1-320,-18 0-180,-5 1 2379,1-1-2379,-5 1 1143,-1 0-1143,2 0 1735,-4 1-5012,1-1 2457,-13 0 1,0 7 0,-10 2 0</inkml:trace>
  <inkml:trace contextRef="#ctx0" brushRef="#br0" timeOffset="1849">4194 3631 10231,'0'-15'720,"0"1"359,0 0-809,0 6 450,0-12-451,0 12 451,-4-10-360,-2 11 899,-5-9-359,0 5-721,3 1 451,1 1-450,5 8 0,-1-3-90,1 4 90,0-1 0,1 1 1079,-1 25-810,0 4 1,0 3-879,1-5 1,0 3 554,0-7 0,-1 4 0,0 1 0,0-1 0,1-3-859,-1 7 1,0 0 791,1-8 1,-1 4 0,0 2 0,0 0 0,0-1 0,0-4-30,1 2 0,-1-3 0,1 4 15,-1-2 0,0 5 0,0 1 0,0 0 0,0-2 0,0-4-15,1 1 0,-1-5 0,1 4 24,0 3 0,-1 3 0,0 2 0,1-2 0,0-5-9,0 3 0,0 0 27,0-5 0,0 3 0,1 2 0,-1-1 0,2-3-142,0 2 0,0-1 1,1 0 91,0-1 1,0 2-1,1-1 1,-1-3-23,1 6 0,1-4 45,1-7 0,0-4-45,-2-8 437,0 1-3714,0-6 0,-2-4 3013,-12-5 1,4 2 0,-10-1 0</inkml:trace>
  <inkml:trace contextRef="#ctx0" brushRef="#br0" timeOffset="7731">5128 3584 7892,'2'17'90,"-2"-1"-90,3 5-2181,-2 0 2181,1 4-1020,-1 4 1020,0-13 0,0 2 0,0 1 0,0 0-488,0 2 1,0 1 442,-1 2 0,1 0-135,0 1 0,0 2-90,0 0 1,0 0-906,1 1 1,-1 0 949,0 1 0,1 0 225,-1 0 0,1-1 0,0 1 0,0-1 0,0 0 0,0 0 0</inkml:trace>
  <inkml:trace contextRef="#ctx0" brushRef="#br0" timeOffset="26915">6773 3511 14189,'-4'-8'1529,"-3"1"-1349,7 6-180,-3 0 90,3 6 0,0 0-90,4 8 0,-3-3 0,8 2 90,-4 6-90,4-6 0,-3 7 0,2-1 0,-4-7-180,3 13-90,-4-14-1619,3 10 900,-4-12-2288,2 6 617,-3-10 2660,0 1 0,-1-4 0,0 0 0</inkml:trace>
  <inkml:trace contextRef="#ctx0" brushRef="#br0" timeOffset="27168">6687 3541 13469,'-3'-10'270,"11"-1"-270,-5 5 0,24-2 0,-19 4-450,10-1 1,2 1-1530,7-2 989,3 0-359,-6 2 1349,1-1 0,-10 2 0,10-3 0</inkml:trace>
  <inkml:trace contextRef="#ctx0" brushRef="#br0" timeOffset="27449">6989 3395 13199,'-7'4'180,"0"-1"0,5 8-180,1-5 0,-1 17 0,1-13 90,1 18-90,0-5 0,0 2-180,4 4-90,-3-16-179,3 6-1260,-4-6 359,2-3 1350,-2 7 0,2-9 0,-2 3 0</inkml:trace>
  <inkml:trace contextRef="#ctx0" brushRef="#br0" timeOffset="27815">6944 3463 12390,'-5'-13'1349,"0"2"-1169,4 2-90,1 3-90,0 0 0,6-2 0,1 4 0,11-5 0,-5 7 90,13-2-90,-14 4 90,13 5 0,-16-3 450,8 13-1,-13-1-359,-6 2-180,-10 5 0,-2-11-270,0 0 0,0 1-719,0-1-650,-3 0 1,1-1 905,1-2 1,-6 3 0,12-7 0</inkml:trace>
  <inkml:trace contextRef="#ctx0" brushRef="#br0" timeOffset="51198">791 3203 11850,'-5'-9'1619,"0"2"-989,4 3-90,-2 0-1,1 0-89,1 0-90,-1 1 0,0 0-90,1 0-91,0 2-89,1-1 0,-1 1-180,0 0 270,0 14-180,6-4 45,-2 6 0,1 1 45,9 1-90,-5 4 0,-1 1 0,5-1 0,-3 5 0,-1 0 0,0-3-405,-1 1 1,1-1-136,-2-4-585,0 0 1,0-1 45,-2-4-560,2 2 1,-1-1 995,-2-4 1,3 7-1,-4-13 1</inkml:trace>
  <inkml:trace contextRef="#ctx0" brushRef="#br0" timeOffset="51431">888 3409 12480,'-12'-11'1349,"2"-1"-90,2 0-809,1-3-450,0 2 0,3-1-90,4 8 90,7-9 0,1 6-270,7-3 0,1 0-89,4 1-496,3-2 1,0 0 44,-3 4-627,-1-1 1,-1 1-93,-1 0 359,6-3 1170,-4 1 0,-5 3 0,2-2 0</inkml:trace>
  <inkml:trace contextRef="#ctx0" brushRef="#br0" timeOffset="51682">888 3083 11400,'-23'4'2159,"1"-3"-1979,1 3-90,2-4-90,14 0 0,-1 0-90,17-5 0,-3 4 0,12-8-539,1 3 179,-3-3-675,3 0 1,1 1-135,2-1 1259,4-2 0,0 1 0,-4 1 0,-5 2 0,0 0 0</inkml:trace>
  <inkml:trace contextRef="#ctx0" brushRef="#br0" timeOffset="51948">1209 2929 13199,'-9'7'630,"1"-3"-540,7 0 90,0-3 0,1 3-90,0-2 270,0 5-270,0 0-1,5 11-89,1-6 45,1 2 0,0 1-45,3-1 0,0 5 0,2 2-270,-3-4 1,0-1-563,1 1 1,-1-1 651,-1-1 0,-1-2-899,2 3 269,-3-5-2467,7 11 1607,-6-13 1670,2 5 0,-4-8 0,-1-2 0</inkml:trace>
  <inkml:trace contextRef="#ctx0" brushRef="#br0" timeOffset="52248">1256 3001 12120,'-9'-13'2069,"-7"-8"-1439,3 0-630,0 0 0,6 4 0,5 4-90,2 5 90,14-7 0,-5 9 0,6 1 0,2 2 0,-2 1 45,3 3 0,0 2-45,-3-2 179,1 9 1,-2 2-90,-5-3 0,-2 6 0,-3 3-180,-8-5-360,-2 5 1,-2-1-451,-5 0 180,4-4 1,0 0-2558,-7 6 203,5-6 3074,-3 2 0,10-7 0,1-1 0</inkml:trace>
  <inkml:trace contextRef="#ctx0" brushRef="#br0" timeOffset="54714">11761 1246 11850,'-4'-17'450,"-1"2"-90,2 5 0,-2 2-91,1 0-89,-1 3-90,1 0 0,0 2 270,0 1-90,4 15 0,4 9-210,-1 4 0,0 4 0,0 0-593,0-4 0,0-1 0,0 4 548,0-4 0,0 3 0,1 2 0,0 0 0,-1-2 0,0-3-528,-1 1 1,-1-4 0,1 4 542,0 0 0,1 3 0,1 2 0,-1 0 0,0-2 0,0-4-30,-1 1 0,0-3 0,-1 3 0,1-1 0,1 3 0,-1 1 0,0 1 0,0-3 0,0-3 0,0 0 0,-1-3 0,1 2 0,-1 2 0,1 5 0,0 0 0,-1-2 0,1-4-90,-1 3 0,0-2-203,0-2 1,0 3 0,0-1 0,0-4 22,-1-5 0,1 0-1369,2 14 1,1-2-1201,0-13 2839,3 7 0,-2-21 0,0-1 0</inkml:trace>
  <inkml:trace contextRef="#ctx0" brushRef="#br0" timeOffset="55433">12014 1151 12030,'0'-16'540,"0"-7"-360,0 12 179,18-5 1,12 0-270,-5 7 0,6 1 0,1 0 0,-1 0-910,-4 1 1,0-1 0,0 1 0,5-1 591,-8 3 1,3-1 0,2 1 0,2-1 0,0 1 0,-1-1 0,0 1 0,-3 1 0,-2-1-14,2 1 1,-3 1 0,-2-1 0,3 1 0,3-1 240,-4 1 0,3 0 0,3-1 0,1 0 0,1 0 0,1 0 0,0 0 0,-2 1 0,0-1 0,-3 1 0,-2 0-81,3 0 1,-4 0-1,-1 0 1,0 1-1,2-1 1,3 1 72,-3-1 1,3 1-1,2-1 1,2 0-1,0 1 1,2-1-1,-1 0 1,0 0-1,-1 1 1,-2-1 0,-2 1-1,-3 0-148,5 0 0,-5 0 0,-1 0 1,-1 1-1,3-1 0,4 1 149,-5-1 0,2 1 0,3-1 0,1 1 0,2-1 0,0 1 0,1-1 0,-1 1 1,-1-1-1,-1 1 0,-1-1 0,-3 1 0,-3 0 7,9 0 0,-5 0 0,-2 0 0,1 0 0,5 0 0,-8 0 0,3 0 0,2 0 0,1 0 0,2 0 0,-1 0 0,0 0 0,-2 0 0,-2 0 0,-2 0 0,-4 0 0,13 0 0,-7 0 0,3-1 15,-5 1 0,2-1 0,1 1 0,0-1 0,-2-1 0,-3 0 255,4-2 0,-5 0 0,1-1-211,-1 2 1,1 0 0,-2-1 91,10-5 0,-6 0-151,-9 5 45,0 0 0,0 1 1111,-5 4-706,12 17-360,-13-6 797,-3 1 0,0 3-708,-1 7 1,-2 0-135,-1-7 0,-1 1 331,1 6 1,0 3 0,-1-2-332,0-3 0,-2-1-45,1 7 0,0 2 30,-2-2 0,1 2 0,-1-1 15,0 0 0,1 2-27,-1-4 0,0 4 0,0 2 0,0-1 0,0-4-18,0-3 0,0-2 0,0 3 0,0 0 0,-1 3 0,1 3 0,0-1 0,0-2 0,1-3 30,1 1 0,0-4 0,0 3-12,-1 3 0,0 3 0,0 2 0,1-2 0,0-4-18,5 3 0,0-1 0,-4-1 0,0 4 0,-1 0 0,1-5 0,3-3 0,-1-1 29,-2 0 1,-2 1 0,1-1 60,0 7 0,-1-3-90,0-9 0,-2-1 135,-1 15 0,-1-1 45,2-10 958,-8-2 0,-2-1-1048,1-7 45,-9-1 0,-3-2-45,-1-3-60,1-2 0,-6-1 0,3 0-30,5 0 0,-3-2 15,2 0 0,-6-1 0,-2 0 0,-1-1 0,2 1 0,3 0-533,-2 1 0,2 1 1,-4-2 528,5 1 0,-4-1 0,-2 0 1,-2-1-1,0 1 0,1 0 0,2 0 1,4 0-490,-4 1 1,5-1-1,0 2 1,-5-1 477,3 0 0,-2 0 0,-3 1 0,-1-1 0,-1 1 0,0-1 0,1 1 0,3-1 0,2 1-173,-1-1 0,3 0 0,1 0 0,-1 0 1,-4 1 172,4 1 0,-2 0 0,-3 0 0,-1 0 0,-1 1 0,-1 0 0,1 0 0,0 0 0,2 0 0,2-1 0,3 1-168,-8 0 1,5-1 0,0 1 0,0 0-1,-6 0 160,10 1 1,-4-1-1,-1 1 1,-2 0-1,-1 1 1,-1-1 0,1 1-1,0-1 1,1 1-1,1-1 1,3 0-1,2 0-60,-5 0 0,5 0 1,1 0-1,0 0 1,-2 0-1,-3 0 38,4 1 0,-2-1 0,-2 1 0,-1 0 0,-2 0 0,1 0 0,-1 0 0,1 0 0,0 1 0,3-1 0,1-1 0,3 1-18,-8 0 0,3 1 0,3-1 0,-1 0 1,-5 1-88,7-1 0,-4 1 0,-1 0 0,-2 0 0,0 0 0,1 0 0,0 0 0,1 0 0,4 0 1,2-1-1,-6 1 0,4 0 0,1-1 0,-2 1-9,-2 0 0,-3 1 0,0 0 0,2-1 0,2 0-949,-1 0 1,3 0 0,3-1 32,2 0 0,2-1 1226,-1-5 0,7-3 0,21-8 0,4 1 0,0 0 1</inkml:trace>
  <inkml:trace contextRef="#ctx0" brushRef="#br0" timeOffset="56081">13417 925 10411,'0'-10'540,"-3"2"1439,2 3-1710,-3 29 46,4-3 0,0 3-905,0 2 1,0 3 661,0-5 0,0 4 0,0 2 0,0 1 0,0-1-504,0-2 0,0 0 1,0 1-1,-1 0 0,2 0 1,-1-1 446,1-1 0,0 0 0,0-1 0,0 0 0,1 2 0,-1 0 7,0-1 1,-1 2-1,1 1 1,-1 0-1,1 0 1,0-2-1,0-2 1,1-3-376,3 5 0,1-4 0,-1 3 338,-1-3 0,-1 4 0,0 1 0,0 0 0,0-2 0,1-4-75,1 0 0,0-4 0,0 2-180,-1 2 0,0 4 1,1 0-1,-1-1 0,-1-5-90,1 3 1,0-2-734,0 6 1,0 2 0,-1-5-758,0 1 1850,-2-8 0,1-3 0,-2-5 0,0-3 0</inkml:trace>
  <inkml:trace contextRef="#ctx0" brushRef="#br0" timeOffset="56464">12008 1810 10040,'-18'-2'30,"-1"-1"0,-5 0 0,1 1 150,-7-4 180,6 1 0,2 1-270,7 3 1986,3-6-1716,32 3 0,12 2-1047,-12-2 0,2 1 732,4-1 0,5 0 0,1 0 0,-4 1-536,-3-1 0,-1 0 1,0 0 490,1 1 0,2-2 0,1 1 0,1-1 0,0 0 0,2-1 0,1 0 0,1-1 0,-1 1 0,-3 0-229,-3 1 1,-2 1 0,0-1 0,1 0 0,4 0 219,-4 0 1,3-1 0,1 0 0,3 0 0,0 0 0,1-1 0,0 0 0,-1 1-1,-1 0 1,-3 0 0,-2 1-208,3-1 0,-3 1 0,-2 0 0,0 0 0,2 0 0,3-1 216,-5 1 0,3 0 0,1 0 0,2-1 0,1 0 0,1 0 0,0 0 0,-1 0 0,1 0 0,-2 1 0,-2-1 0,-1 2 0,-2-1-65,6 0 1,-4 0-1,-1 0 1,-1 1-1,3-1 1,3 0 64,-7 2 0,3-1 0,1-1 0,1 1 0,2 0 0,0-1 0,1 1 0,0-1 0,1 0 0,-2 1 0,0 0 0,-1 0 0,-1 0 0,-2 1 10,5-1 0,-1 0 0,-2 1 0,0-1 0,-1 1 0,0 0 0,1 0 0,-1 0 0,1 0-20,2-1 0,0 1 0,1-1 0,-1 1 0,1-1 0,-1 0 0,-1 1 0,0-1 0,-2 1-42,3-1 1,0 1-1,-1-1 1,-1 1 0,-2 0-1,-3-1 1,-3 1-84,4-2 0,-4 0 371,5-1 0,-3-3-1450,-9-2 0,-4 0-226,2-5-199,-12-2 1,-5 0 1431,-8 2 0,-1 3 1,-1 1-1,-9-1 1</inkml:trace>
  <inkml:trace contextRef="#ctx0" brushRef="#br0" timeOffset="56865">12606 1222 13020,'2'-16'2248,"0"0"-2248,-1 8-90,-1 1 180,-4 35-90,0-14-1639,1 12 1,0 2-416,-4-7 1244,4 4 1,-1 1 871,-1-2-1701,2 4 1,0-1 58,0-4 1470,2-5 1,0-2 0,0-1-1,1-2 1</inkml:trace>
  <inkml:trace contextRef="#ctx0" brushRef="#br0" timeOffset="57298">12388 1304 12300,'-7'-16'899,"-1"0"1,-1-7-990,2 2 90,12 12 0,13 3 0,0 1-180,5 1 0,1 1-90,2 0-823,-6 2 1,4-1 0,-3 0-582,10 1 1434,-9 0 0,2-1 0,-3 1 846,6-1-606,-1 0 0,-1-1 90,-8 0 449,10-4-179,-20 3 0,1-1 719,-5-2-719,-2 3 360,1-4 2092,-1 5-2452,-1-2-86,0 3-94,0 11-90,5 1-90,0 18 90,1-10-90,-3 3 0,0-1 0,0 0-270,1 5 0,-1 1-89,1-3-541,-1 4 1,-1 1 179,0-4-919,-1 1 1,0-1 58,0-4 1580,-1 10 0,0-20 0,0 1 0</inkml:trace>
  <inkml:trace contextRef="#ctx0" brushRef="#br0" timeOffset="57548">12742 1244 11850,'-7'-18'869,"1"0"1,1 0 0,1 1-960,-2-8 180,22 0-90,-5 19 0,10 0 0,2 1 0,-1 3 45,6 0 0,1 1-45,-4 1 0,1 6 0,-1-1 0,-7-2 45,-4 8 0,-2 0-45,-7-5 90,-1 10-180,-16-3-270,3-2-180,-12 4-1099,5-4 1,-1 0-1291,-4 4 2678,3-4 1,1 0-1,1 1 1,0-1 0</inkml:trace>
  <inkml:trace contextRef="#ctx0" brushRef="#br0" timeOffset="58031">13911 1721 13199,'0'-14'1889,"0"3"-1709,0 3-180,0 12-270,4 17 1,0 6-181,-2 1-643,1-4 1,0 5 0,0-5-1628,-3-1 1081,-3 2 1,1 0-849,1-3 2487,-1-3 0,0-2 0,-2-1 0,0 2 0</inkml:trace>
  <inkml:trace contextRef="#ctx0" brushRef="#br0" timeOffset="58418">13821 1839 11940,'-9'-19'1214,"0"-1"1,-1-1-1125,0-1 0,1 2-90,4 8-270,-2-5 0,6 12-1169,16-2 809,-5 6 1,16-1-721,2 1-1405,-3 1 2530,-9 0 0,2 0-180,8-1 0,-1 1 405,-9 0 0,1-1 210,6 0 0,4 0 0,-5 0 240,7-2 539,-2 0 1,-2-2-361,-7 1 1440,9-8-900,-21 5-899,2-2-180,-8 5-90,-4 2 2216,3 13-2216,-7-3 0,7 21 0,-2-15-90,3 5 0,0 0-90,0 0-360,0 3 1,0 0 89,0-3-1124,2 4 0,0 0 225,3-5 1349,-1 0 0,2-1 0,1-8 0,1 2 0</inkml:trace>
  <inkml:trace contextRef="#ctx0" brushRef="#br0" timeOffset="58631">14264 1707 11940,'-4'-28'2519,"3"12"-2249,-7-12-270,7 22 0,-2-2 0,8 15 0,2 1 0,13 16-180,-6-7-360,2 0 0,1-1-179,-1 0-920,7 3 1,1 0-1639,-3-6 3019,-3-1 0,-1-1 0,-3-5 0,-1 0 1</inkml:trace>
  <inkml:trace contextRef="#ctx0" brushRef="#br0" timeOffset="58814">14523 1660 12210,'-13'-19'1709,"6"5"-540,-4-9-1079,9 15-90,-8-3 0,9 9 90,-5 20-90,3-6-225,-1 11 1,1 3-496,-1 0 135,2-6 1,-1 3-1055,1 2 1,0 0 1091,0-9 1,1 0 0,-2 9 0,1 0 0,-2 1 0</inkml:trace>
  <inkml:trace contextRef="#ctx0" brushRef="#br0" timeOffset="59302">12420 1885 15088,'6'-13'1619,"-2"5"-1529,-3 2-90,-1 26 0,0-10-45,0 9 0,0 2-134,0-5-406,1 4 0,1 1 46,2-1 224,-2-5 0,0 1-1124,4 9 269,-4-6 1170,4 1 0,0 1 0,-1-4 0,6 11 0</inkml:trace>
  <inkml:trace contextRef="#ctx0" brushRef="#br0" timeOffset="59514">12481 2084 13469,'-10'-11'1619,"5"1"-1169,0 4-450,4 1 0,0-1-90,1 4 0,0-1-180,0 2-1079,18 0 630,-5-1-91,16 0-829,-9-1 1,0-1-1639,8 0 3230,-6 0 1,0-1 0,1 0-1,0-1 1</inkml:trace>
  <inkml:trace contextRef="#ctx0" brushRef="#br0" timeOffset="59915">12444 1885 11311,'-23'-4'539,"-7"-2"-539,17 4-1889,-5 0 1530,39 2-91,-5 0 0,3 0 270,2 0 0,3 0-913,6-2 1,3-2 0,-3 0 245,-10 0 0,1 0 1117,8 0 0,5-2 0,-6 1 1039,0-6-545,-4 6 1,-3-1-225,-9-2 899,4-2-1079,-13 5 449,2-2-629,-4 4 360,0-1-360,-1 4 539,2 9-629,0-3 90,3 18-90,-2-12-90,0 4 0,1 2 90,-2-1 1548,2 7 0,0 5-2570,0-5 1,0-1 235,-1 2 0,1-1-294,1 2 1,0-3-450,-1-6-90,1 3 1529,-1-7 0,-1-4 0,0 0 0</inkml:trace>
  <inkml:trace contextRef="#ctx0" brushRef="#br0" timeOffset="60164">12844 1842 11940,'-2'-21'1259,"1"6"-809,-1-10-360,2 15-180,6-10 90,2 14 180,18-4-90,2 8 0,0-2 0,-12 9 0,-2 1 0,-4 3 0,4 12-90,-12-9-270,-20 8 0,7-11-1079,-6 0 0,-2-1-360,4-2 1709,-11 2 0,19-7 0,0 0 0</inkml:trace>
  <inkml:trace contextRef="#ctx0" brushRef="#br0" timeOffset="60566">13962 1087 13020,'0'-12'3238,"0"0"-2878,-6 3-1,5 1-359,-4 3-180,2 2 270,2 6-90,-1 8 0,2 2 0,0 4 0,0 7-269,0-8-541,0 3 0,0 1-829,0-1 1,0-2-122,0 14 1760,-1-9 0,2-3 0,4-6 0,1 7 0</inkml:trace>
  <inkml:trace contextRef="#ctx0" brushRef="#br0" timeOffset="60780">13937 1192 12570,'-13'-6'1799,"4"1"-1439,0 0-360,6 3 0,-2-1-180,4 3-360,6-1-1169,13 1 899,-1 0-764,5 0 0,1 0 405,0 0 836,0-2 1,0-1 0,-1 2 0,6-3 0</inkml:trace>
  <inkml:trace contextRef="#ctx0" brushRef="#br0" timeOffset="60965">13914 1071 11221,'-16'-1'1619,"0"-1"-1529,5 0-90,3 0 0,13 1-360,6 0 0,12 0-675,-3 0 1,2-1 539,-7 1 1,2 0 168,4-1 0,3 0 1,-4 0-1,10-1 1,-7 0-1,0 0 1</inkml:trace>
  <inkml:trace contextRef="#ctx0" brushRef="#br0" timeOffset="61183">14253 990 14459,'0'20'360,"0"1"-360,0 10 0,0-11-810,0 3 0,0-2 1,0-6-1350,0 14 720,0-19 1439,0 5 0,0-9 0,0 2 0</inkml:trace>
  <inkml:trace contextRef="#ctx0" brushRef="#br0" timeOffset="61401">14245 1014 12570,'-2'-11'1709,"-1"-2"-1709,8 8 0,2-1 0,11 17 0,-5-8 0,0 10 0,1 0 0,-2-5-135,2 6 0,0 0-225,-3-3-269,7 5-991,-4-6 541,-4-3-270,4 1-990,-2-4 2339,-4-2 0,3 0 0,-5-2 0</inkml:trace>
  <inkml:trace contextRef="#ctx0" brushRef="#br0" timeOffset="61597">14426 953 11131,'-3'-20'2248,"-1"6"-898,-1-7-901,2 11 1,-1-6 0,3 11-180,-2 5-180,7 25 0,-2-4-225,0 7 0,1 2-3074,-3-1 2579,0-6 1,0 1-1010,-7 4 1,1-1 1091,5-9 1,-1 0 0,-7 11 0,0-1 0,1 2 0</inkml:trace>
  <inkml:trace contextRef="#ctx0" brushRef="#br0" timeOffset="76231">7270 4303 10141,'8'-10'720,"-1"3"-540,-5 6 0,1 1 89,3 0-179,-1 0 270,7 4-360,-6 1 270,10 4-270,-9-2 270,12 2-270,-9-4 180,19 2-180,-11-5 90,9 0 0,5-2-45,-3-5 0,0-1-138,0 5 0,1-1 93,-7-5 0,1-3 0,-4 1 0,3 1 0,2-7 0,-2-2 0,-5 1 0,2-5 0,-1-2 0,-4 0 0,-5 5 0,0-4 0,-1 2 0,-3 5 0,-1 0 0,2-11 0,1-5 0,-2 5 0,-3 8 0,-1 1 0,1-8 0,-1-2 0,0 3 0,-2 0 0,-5 0 0,-3 1 0,1 5 45,-7 1 0,-2 1-45,2 3 45,-3 1 0,-2 2-45,1 1 45,-4 2 0,-1 1-45,1 2 0,1 2 0,-3 0 0,2 1 90,-8 0-120,5 5 0,-3 1 0,3 0 30,10-2 0,0 2 30,-7 3 0,-2 2 0,3-1-30,-6 4 60,9-3 0,-2 1 0,3-1-60,-5 6 135,0 2 0,1 2-135,4-2 135,1 5 0,0 2-45,4-1-60,5-4 0,-2 4 0,3-3-1162,2-5 0,0 0 1132,-2 9 0,1 2 45,1 1 0,2-2-45,0-9 0,1 0 60,-1 6 0,0 4 0,2-5-60,6 7 45,1 0 0,2-2-186,8-6 96,5-2 0,2-3-314,6-6-461,-9-8 1,5-1 0,1-1 0,-3-1-820,6-2 1,-1-1 818,-5-1 1,3 1 0,-1-2 0,-1 1 669,-2-1 1,-2-1 0,1-1 0,2 0-1,-1 0 1,1-1 0,1-1 0,-1 1 0,0-1-1</inkml:trace>
  <inkml:trace contextRef="#ctx0" brushRef="#br0" timeOffset="103930">10667 3745 8882,'-8'-7'1079,"-2"0"-629,9 4 0,-5 0-180,5 0-1,-3 0-89,3 1 0,-1-1 90,1 1-90,0-1 270,-1 1-270,2 1 1349,-1 0-900,0 10-359,6 4-180,0 3 180,9 7-180,-3-14 0,0 2 0,2 0-90,1-2 135,10 2 0,1 0-135,-1-3 60,-4-3 0,3 0 0,-3 0-60,6-2 0,4-1 0,1-1-142,-5 0 97,5-7 0,-1 0 135,-3 4-90,-8-6 0,2-3 0,-3 2 0,7 0 0,0-8 0,0-1-90,-5 3 90,-5 0 0,3-3 0,-4 2 0,4-7-30,-6 5 0,1-5 0,-3 4 30,-1-7 0,-2-3 0,-4-1-89,-11 3 89,2 8 0,-2-3 0,0 3-215,-3 6 1,-1 0 214,-5-5 0,-1-2 0,1 2 0,4 6 0,-2 1 0,-6-4 0,-4-1 0,2 2 0,6 6 0,0 1 0,-7-2 0,-5 0 0,4 3-1320,7 2 0,0 1 1320,-8 0 0,-2 0 0,2 2 0,1 1 45,9-1 0,0 1-15,-7 1 0,-2 1 0,4 2-273,-7 8 303,8-2 0,-2 2 0,4 0-15,5 1 0,2 2 75,-5 5 0,-2 3 0,3-1-189,5-7 0,1 2 99,-2 7 0,0 4 0,1-3-30,4-8 0,1 0 60,-1 9 0,0 4 0,4-2-945,5 1 0,2-1 885,-3 2 0,2 0 30,6-9 0,4-1 0,-1-4 1419,8 2-1419,0-6 0,4 1 0,-1-2-120,-6-5 0,3 0-566,1-2 1,6 0-1,1 0 1,0-1 0,-4 0-984,6-1 1,1 0 1490,-6-2 1,4 0-1,2-1 1,-1 0-1,-5-1 1,-2-2-1,-3 0 1,1-1-1,8-2 1,0 0-1,0 0 1</inkml:trace>
  <inkml:trace contextRef="#ctx0" brushRef="#br0" timeOffset="142279">7860 3645 11221,'-10'0'2338,"0"0"-2338,5-5 90,6-2-90,7-3 0,12-11 0,-4 8 45,-1-3 0,0 0 45,-2 2 180,0 1 0,-1-1-90,-4 6 90,1-5-181,-14 11-89,-3 6 90,-15 8 0,7 0-90,-6 5 45,7-5 0,1 1-45,-5 4-1639,-3 2 1,0 0 1613,4-3-380,1-1 0,2 0 405,4-5 90,-3 3-90,19-9 0,-5-8 0,17 3 0,-4-11 0,1-3 0,11 3 1191,-6-3 0,0-1-1191,-1 3 0,0 0 565,-5 4 1,1-1-521,10-8 0,-1 2-968,-2 2 923,5-4 0,-37 21 0,3 5 0,-10 3 0,-1 2 0,2 4-45,-2 0 0,1 0-458,4-3 323,-5 8-1259,15-12 540,15-3-2340,13-2 2384,-8-7 1,1-2-358,5 0 1,0 0 1211,-1-4 0,0-1 0,3 0 0,1 0 0,1-1 0,1 0 0</inkml:trace>
  <inkml:trace contextRef="#ctx0" brushRef="#br0" timeOffset="143246">9393 3695 13110,'-9'0'2158,"-1"0"-1258,5 0-990,14-7 180,-2-4-135,11-3 0,3-1 45,2-7-1093,-5 7 1,4-2 0,-3 2 976,-5 5 1,0-1 325,4-3 0,3-2 0,-4 3-30,0-1 514,-1 2 0,-6 4-694,-13 11 90,-8 7-90,-3 2 0,-5 6 0,-2 0 0,3-3 0,-1 0 0,1 0 0,-1 0 0,1-1 0,2-1 0,6-4 0,-3 2 0,10-6 2839,6-4-2839,6-3-180,18-5 180,-7-7-45,3 4 0,0 0-1276,-2-4 1321,-5 5 0,0 2-227,1-1 137,-9 2 90,-6 2-90,-27 16 90,4-4-1440,-4 5 1,-1 1 1439,3-4-35,1 2 0,1-2-55,7-2-480,-6 3-420,31-9 271,-3-5-91,18 2-829,1-12 1,0-2-1,-7 8 1,0 0 1473,2-3 0,2-3 0,-2 2 0,1 0 0,-1 1 0,1-1 0,1 0 0</inkml:trace>
  <inkml:trace contextRef="#ctx0" brushRef="#br0" timeOffset="144111">11170 3586 11311,'9'-12'629,"-1"2"-89,3-2-360,-4 4-90,3-2 270,2 2-181,-2 2 1,1-1 0,-3 3 180,0 0-180,-3 2 1259,3 0-899,-12 12-450,0-8 45,-6 11 0,0 2-45,-4-7-1,-5 14 181,0-4-270,6-7 45,0 1 0,1-1 45,2-3-90,-7 7 0,11-10 90,-1 2-90,21-18 0,-5 5-1639,10-8 1,1-1 1523,-1 1-1019,4-4 0,0-1 1044,-5 3-207,1 0 1,-2 0 296,-6 5 90,5-5-90,-13 19 2155,-10 6-2155,4 4 0,-12 3 0,8-3 0,-3-3 2953,4 2-3133,0-1-90,5-5-743,6 2-427,3-7-199,10-6 1,2-2 1124,4-2 0,-2-1 0,-1-1 1,6-4-1</inkml:trace>
  <inkml:trace contextRef="#ctx0" brushRef="#br0" timeOffset="156696">7371 5095 12390,'-1'-16'630,"-1"1"-181,1 6 1,-1 1 90,0 1-91,1 2-89,-1 0-90,1 2 0,0 0-180,0 2 719,1 0-359,-3 10-270,1-7 0,-4 24-180,4-17 90,-3 20 0,3-17-90,1 14 0,7-13 90,-1 2-90,12-8 0,-7-6-180,14-1 180,-10 0-90,2-2 0,1-1 90,-2 2 0,14-8 0,-19 8 0,5-3-90,-8 4 90,-3 0 90,1 0-90,-4 5 0,-1 2 0,-6 5 0,-1 6 0,-7-5 0,-3 10-90,4-13 0,-1 4-360,4-5 1,3-3-1980,-10 3-848,3-12 707,-1 4 2570,2-20 0,9 9 0,0-11 0</inkml:trace>
  <inkml:trace contextRef="#ctx0" brushRef="#br0" timeOffset="156878">7336 5075 12030,'-13'-8'180,"1"1"180,2 0-180,4 1-90,-1-1-90,5-3-90,0 3-450,21-9 180,-7 8-450,11 0 1,1 1 0,-1 1 30,-4 2 1,1 1-1111,11 1 1626,-8 1 1,6 1 0,-10 0 0</inkml:trace>
  <inkml:trace contextRef="#ctx0" brushRef="#br0" timeOffset="157196">7661 5027 14279,'1'-13'90,"-4"2"-90,25 4 90,-14 4-90,21 1 90,-7 8 0,-3 1 629,1 15-539,-17-8 360,3 13 0,-16-7-361,7-1-89,-6-5 0,-1-2-90,5-4 90,-5 9-90,7-13 90,9 2-90,13-5 0,-3-5-90,11 3-359,-5-9-1,-3 3-1189,6-2 1,2-1-1639,-1-3 3130,2 1 0,0 1 0,-6 2 0,-7 3 0,-1 0 0</inkml:trace>
  <inkml:trace contextRef="#ctx0" brushRef="#br0" timeOffset="161627">9116 5103 13020,'-4'-10'0,"0"2"90,2 5-1,0 1 631,0 0-540,1 14-90,1-5 270,4 22-270,-3-16 179,8 17-269,-4-17 90,7 15 0,-5-16 0,8 13-90,-8-16 0,9 10 90,-9-13-90,8 4-90,-9-8-269,8 0 89,-7-2-900,12-11 631,-10 8-586,3-10 1,0-2 224,-1 5-584,2-6 0,0-1 855,-1 4 497,5-7 1,-10 11 0,-1 0 0</inkml:trace>
  <inkml:trace contextRef="#ctx0" brushRef="#br0" timeOffset="161844">9330 5109 11580,'-13'0'630,"3"0"-360,1 0 360,0 6-271,3 9-359,-1-2 90,4 14-90,2-15 0,0 19 0,1-16-45,2 3 0,1 0-135,2-3-180,0 1 1,2 0-1,1-4-2518,10 10-181,-7-14 3059,3 2 0,-6-8 0,-5-2 0</inkml:trace>
  <inkml:trace contextRef="#ctx0" brushRef="#br0" timeOffset="162212">9433 5092 13199,'0'-8'270,"0"1"900,-5 4-1080,4 7 179,-5 1-179,10 7-90,3-1 0,5 1 0,11 4 90,-7-6-90,0-2 0,-1-1 0,-4-3 0,11 4 90,-16-6 90,5 4 0,-6 0-180,-1-1 90,-1 2 0,-3-4-90,1 0 0,-1 2 0,0-2 0,-4 5 0,3-4-90,-3 2-540,-6 3 181,5-4-1440,-14 7 989,12-8-2377,-8 2 1337,8-4 1940,-2-1 0,3-1 0,2 0 0</inkml:trace>
  <inkml:trace contextRef="#ctx0" brushRef="#br0" timeOffset="162395">9489 5062 13379,'-4'-13'1170,"11"-4"-2809,7 6 1,4 1-1285,8-7 1830,-5 7 1,4 0 0,-3 1-304,6-2 1396,-1-1 0,-1 0 0,-3 2 0,-8 3 0,0 0 0</inkml:trace>
  <inkml:trace contextRef="#ctx0" brushRef="#br0" timeOffset="167278">10945 5349 12570,'4'-9'540,"0"1"-181,-4 5 91,1-1 809,-1 2-449,0 7-720,0 10 360,0 6-360,5-1 89,6 0-179,0-13 0,11 5 0,-11-8 90,7 3-90,-1-4 0,1 2 90,-1-1 270,-1 0-270,-13-1 90,2 2-90,-4-1-90,-1 7 0,0-5 0,-10 11 0,8-10 0,-13 5-180,7-3-1169,-8 1-1440,-1-1 1980,4-3-2468,-1-12 1607,10-5 1670,-3-10 0,5 2 0,-1 0 0</inkml:trace>
  <inkml:trace contextRef="#ctx0" brushRef="#br0" timeOffset="167445">10985 5338 12660,'-15'-16'1709,"5"6"-1529,-1-2-180,8 7-90,6-8-180,-2 5-315,11-2 1,4-1-46,-3 0-899,12-3 0,1 1-1748,-1 1 2283,-6 4 0,0 0 994,1 2 0,0 0 0,-1 1 0</inkml:trace>
  <inkml:trace contextRef="#ctx0" brushRef="#br0" timeOffset="167778">11334 5163 13289,'-10'-5'1530,"4"1"-1530,2-5 0,21 0 0,-8 3 0,7 3 0,0 2 0,-2 0 224,2 4 1,-1 1 45,-3 4 450,7 14-540,-16-8 179,-3 2 1,-3 1-90,-6 0-1909,-1 4 1,-1-1 1383,-4-2 478,2-1 1,1 0-224,5-6 41,-6 8 139,13-14-180,2 0-45,11-11 0,3-4-135,7-1 1308,-3-1 1,2-2-1759,-4 3 1,1-1-1,-2 2-536,1-1 1,-1 0 625,2 0 1,0-1-1,0 1-1099,3 0 1,-2 1-1,-4 2 1,-1 0 1441,5-1 1,-1 1 0,4-1 0,-1 1 0</inkml:trace>
  <inkml:trace contextRef="#ctx0" brushRef="#br0" timeOffset="171812">11931 3296 14009,'-6'16'270,"12"2"-180,6-5-90,5-2 0,-2-3 0,3-1 0,-7-2 0,14 6 0,-14-5 180,11 7 0,-14-7-1,7 7 1,-11-8-180,2 4 180,-4-1-180,-1 3 0,0-1 0,-6 5-180,-2-9-1079,-6 8 540,3-8-2558,-8 8 1696,8-9 232,-5 3 1349,7-5 0,-1-2 0,0 0 0</inkml:trace>
  <inkml:trace contextRef="#ctx0" brushRef="#br0" timeOffset="172294">11959 3348 12210,'0'-19'989,"8"-11"-629,8 10-360,1-4 0,5 10 45,-7 8 0,0 2 45,5-3-45,4 1 0,0 1-45,-3 3 90,2 0 0,0 1 0,-4 1 135,1 1 0,0 3 404,-2 7-449,3-3 0,-13 7 90,-4-4-180,-2 0 0,1 14-90,-2-13 0,2 16 0,-1-15 0,1 5 0,2-6 0,-1-3 0,12 8-180,1-7 0,3 2 90,-2-7-180,5-4 180,-7 0-1549,3-7 1,1-3 1523,-3 1-251,0-9 1,-2 0 455,-7 1 270,-4-5 0,-4-1-90,-7 3-1,-7-4 1,-3 1-180,-2 5-60,2 6 0,-5-1 0,3 3-120,-6 2 90,-1 0 0,1 3 0,6 10-180,-3-5-899,9 12 0,1 2-451,-2-2-109,2 12 1,2 2 1052,5-3 0,3-3 0,0-2 1,2 3-1</inkml:trace>
  <inkml:trace contextRef="#ctx0" brushRef="#br0" timeOffset="179211">12070 4107 9691,'3'-8'720,"-2"1"-450,2 3-90,-3 1-90,0 1 90,0-1-90,0 1 89,0 0 1,0 0 90,0-2-180,0 1 360,0-1-270,0 1 270,0 0-181,0 1-179,0 0 270,-3 1-90,2 7-180,-2 2 90,3 3-90,0 14 0,0 2-90,0 0 45,0-8 0,0-2-45,0-2 0,4 13 0,-3-18 90,7 12-90,-5-15 90,7 6-90,-5-9 90,5 1-90,-4-4 0,10 0 0,-7-1 0,13-5-90,-11 4-270,16-13 180,-16 8-450,13-8 450,-17 7-809,5-3 539,-8 6-989,2-5 899,-5 5-1259,0-5 990,0 5 179,-1-2 630,0 1 0,-6 1 0,-2-2 0</inkml:trace>
  <inkml:trace contextRef="#ctx0" brushRef="#br0" timeOffset="179493">12208 4129 10501,'-1'-8'1079,"1"0"-449,0 5 270,0 0-811,0 21-89,0-9 45,2 9 0,0 0 45,0-5-90,2 8 0,0-5 0,-4-5 0,6 12 0,-4-12-449,3 15 89,-3-16-1529,3 11 899,-4-14-2068,5 6 3058,-4-10 0,3 3 0,-3-5 0</inkml:trace>
  <inkml:trace contextRef="#ctx0" brushRef="#br0" timeOffset="183750">12430 4058 11041,'0'-13'3276,"-4"6"-2415,2 1-501,-2 0-360,4-3-3277,-5 3 0,-2 0 2891,-4 6 1,0 4 0,2 2 0</inkml:trace>
  <inkml:trace contextRef="#ctx0" brushRef="#br0" timeOffset="184296">12190 4116 12030,'2'-12'2069,"0"-3"-1799,-2 9 269,0-6-359,-4 8 1170,3-1-991,-3 9-89,2 7-90,2 16-180,-2-8 90,2 4 0,0-9 0,5-6-90,1 9 0,1-12 90,9 5-90,-10-7 0,19-1 0,-14-1 0,15-1 0,-14 0 0,6-5 0,-5 4-90,-4-4 90,2 5 90,-1 0-90,-4 0 0,1 0 0,-4 6 0,-2-5 0,2 13 90,-2-2-90,-1 0 0,0 1 0,-6-3 0,5-3-540,-16 11 90,11-10-1349,-17 10 1080,12-10-2519,-15 9 1529,14-11 1709,-17 4 0,16-7 0,-7-1 0</inkml:trace>
  <inkml:trace contextRef="#ctx0" brushRef="#br0" timeOffset="184878">12097 4128 12120,'-2'-15'1529,"0"3"-899,1-3-630,1 8 270,6-7-180,-4 8 0,22-6-90,-15 8 45,9-2 0,1 1-45,-2 0 0,4 0 0,1-1 0,-2 1 0,-5 1 0,1-1 0,8-2 0,-5 1 0,2-1 0,0-1 0,-2 1-1639,1 0 1,-2 0 1612,-7 2 206,6-2-180,-13 5 270,1 0 0,-5 6 0,1 1-180,-1 8 0,4-2 0,-3 12-90,4-8 45,-4 2 0,0 1-45,0-1 0,2 0 0,1 1 0,-2-3 45,4 0 0,1-1-45,-1-3 3276,7 6-3160,0-8-116,0-3 0,4 2 0,4-4 0,-4-2 0,4-1 0,-1-1 0,3-6 0,-5 6 0,0-1 0,-1-9 0,-1-1 0,3 2 45,-2-6 0,-2-1-45,-7 2 0,-5-4 0,-2-1 0,-2 2 90,-12-3 0,-4 0-90,4 4 0,-3 3 0,-2 3 0,0 5 0,0 2-90,-6-2-675,1 5 1,0 3 45,0 8 179,9-5 1,-1 2-1100,-4 9 1,2 1-1639,-4 3 2968,5-3 0,1-1 0,2 2 0,2 0 0</inkml:trace>
  <inkml:trace contextRef="#ctx0" brushRef="#br0" timeOffset="186494">11956 4781 11131,'2'-15'899,"-2"1"-359,2-1-873,-2 0 873,0 0-1,0 1 271,0-3-360,-6 5 449,1-7-719,-1 11 704,-1-2-435,7 19-359,1 6-90,0 3 0,12 5 90,-8-16-90,21 8 0,-14-11 0,5 0 0,0-1 0,-2-1 0,1-2 0,0 1 0,-3-1 0,13 1 0,-16 0 0,8 2 0,-12 0 130,5 7-130,-9 4-540,-4 11 90,-4-7-1618,-9 10 1168,4-18-2377,-9 12 797,12-13 1131,-6 2 1349,7-7 0,0-2 0,0-1 0</inkml:trace>
  <inkml:trace contextRef="#ctx0" brushRef="#br0" timeOffset="186944">11970 4688 12570,'-8'-12'989,"1"2"-449,3-4-450,2 6 90,15-14-90,-3 12-90,14-6 90,-8 7 0,1 0-90,6-1-1639,5-1 1,0 2 753,-4 3 930,3 1 0,-1 2 904,-4 2-814,-1 0 0,-1 1 45,-6 0 270,10 13-270,-18-6-90,-1 10 0,-1 2-90,-2-4 45,-1 4 0,1 1-45,-2-5 0,5 16 0,-2-19 90,7 12-90,-4-15 0,13 6 0,-8-11 0,5 0 0,2-3 0,0-10 0,0-4 90,3 0 0,0 0-937,-4-5 0,-3 0 937,-6 2 0,-2 0 180,-4-3 269,-8-6-359,-7 6-45,-2 4 0,-3 1 2242,-9 4-2422,-1 1 0,0 5-225,2 12-764,-3 2 0,1 3-316,6 9-289,4 2 1,2 0 982,9-3 1,2-5-1,2 0 1,3-2 0</inkml:trace>
  <inkml:trace contextRef="#ctx0" brushRef="#br0" timeOffset="193760">5301 3790 10231,'-7'-3'90,"2"2"-90,4-3 450,0 4-270,-1-2 989,1 2-1079,4-2-90,2 2 270,10 0-180,-6 4 90,9-3-90,-10 3 0,13-2 0,-10-1-3367,14 1 3341,-13-2-376,15 0 312,-15 0 0,16 0 90,-14 0-90,8 0 0,3 0 0,-9-4 45,3 4 0,1 0-45,-1-2 0,0 0 0,-3 2 0,0 0 44,10 0 1,-3 0-45,-4 0 0,9 0 0,-7 0 3193,-5 0-3148,0 0 0,0 0-45,1 0 692,9 0-692,1 0 0,-9 0 0,-1 0 0,0 0-804,0 0 804,5 0-3035,7 0 3035,-10 0-307,1 0 0,1 0 307,-4 0 0,2 0 0,-1 0 0,-3 0-251,15 0 251,-19 0 90,16 0-90,-18 0 0,14 0 90,-14 0 366,10-3-456,-9 3 0,4-3 90,3-1-90,-6 2 0,10-4 90,-13 4 2878,3-1-2968,-7 2 1296,-1 0-1296,-2 1 0,0 0 0,-1 0 0</inkml:trace>
  <inkml:trace contextRef="#ctx0" brushRef="#br0" timeOffset="195593">12596 3112 13739,'2'11'630,"-1"-1"-270,-1-5 359,0 2 271,0-2-361,0 1 631,0-3-1081,6-2-89,4-6-90,6-1 0,1 0 0,8-7-1093,-4 3 1,3-1 0,-2 1 927,-4 2 1,1-1-492,1-1 1,4-3-1,2 0 1,-2 0 0,-3 1-945,5-2 1,0 0 1599,-4 1 0,5-2 0,1-1 0,-2 0 0,-4 3 0,1-1 0,-2 0 0,1 0 0,0 0 0,1-1 0</inkml:trace>
  <inkml:trace contextRef="#ctx0" brushRef="#br0" timeOffset="196854">6522 4140 5824,'8'-7'0,"1"2"0</inkml:trace>
  <inkml:trace contextRef="#ctx0" brushRef="#br0" timeOffset="197577">12772 3904 14279,'-12'-4'2428,"-2"3"-1708,9-3-630,-2 4 0,4-3 0,1 1-90,9-6 0,-1 1-225,10-4 0,3 0-315,6-4-553,-1 2 1,7-2 0,-4 1-547,-3 3 1,1 0 1340,-1 1 0,4-3 0,1 1 0,-4 0 0,-4 3 0,-3 1 0,1-1 0,8-3 1,-1 0-1,0 0 0</inkml:trace>
  <inkml:trace contextRef="#ctx0" brushRef="#br0" timeOffset="199144">12742 4633 13110,'-5'-9'899,"-2"2"-89,6 1-631,-2 2 361,3-9-270,0 5 180,16-16-360,-6 10-206,1 3 0,3-1 71,8-4 0,0 1-842,-7 4 0,2 0 257,8-3 1,3-2-1,-2 1-1009,0 3 1,1 0 545,-3 1 1,2-1 0,2 0 1012,-3 2 1,2-1 0,1 0 0,-2 1 0,3-1-1,0-1 1,1 1 0,-6 1 0,1 1 0,-1-1-1,0 1 1,0-1 0</inkml:trace>
  <inkml:trace contextRef="#ctx0" brushRef="#br0" timeOffset="-210937.73">12479 5260 8792,'0'6'0</inkml:trace>
  <inkml:trace contextRef="#ctx0" brushRef="#br0" timeOffset="-209829.73">7812 5379 7443,'11'0'0</inkml:trace>
  <inkml:trace contextRef="#ctx0" brushRef="#br0" timeOffset="-191036.73">11385 5305 12750,'7'0'899,"-1"0"-359,-3 4-270,0-4 90,-1 4 179,2-2-359,-2-1 630,7 3-720,-5-4 179,11 1-269,-7-1 0,12-5 90,-7 4-90,6-9 0,11 4 0,-10-3-120,-4 6 0,0 0 120,8-5-807,-6 6 807,5-2 0,-4 2 0,-4 2 359,13 12-269,-18-5-240,8 17 330,-16-10-90,0 5 0,-2-4 0,-8 9 0,6-6-90,-14 7 90,2 0-180,-5-6 45,-3 1 0,-1 0-90,9-9 0,0-1-658,-9 7 0,-3-1-467,0-3 1,-1 0-45,6-4 0,-2 1 1304,-1-1 0,-4 1 0,0 1 0,3-3 0,-4 2 0,0 0 0,7-3 0,-1 0 0,0 0 0,1 1 0</inkml:trace>
  <inkml:trace contextRef="#ctx0" brushRef="#br0" timeOffset="-186737.73">7297 3808 12750,'-11'1'1169,"2"-1"-1079,3 0 0,2-3 180,1 2-180,2-3 180,-2 1-91,1 1-89,1-1 180,0-1-180,1 3 90,0-1-90,-1 1 360,1 0-450,5 0 0,-1 0 180,13 1-180,-8 4 90,11-3 0,-10 7 0,2-7 89,9 5-179,-7-5 90,5 1 0,1 1 0,0-3-90,5 1 0,0-1 90,-2 0-90,3-1 0,-1-3-1131,-4-2 1131,9-1 0,-3-6 0,-10 11 0,1-5 0,-1-1 0,-3 5 45,1-3 0,0-1-45,-4 3 0,15-6 0,-16 6-212,11-5 212,-13 5 0,4-2 90,-2 0 180,0-1-180,-1 0 0,0-4-90,-7 6 0,2-10 0,-3 7 0,0-13 0,-1 9 90,0-5-180,0 2 90,0 5 0,-8-17 0,2 15 0,-9-13 0,8 15 0,-9-13 0,7 12 0,-2-2 0,0-1 0,1 4-45,-1-1 0,-1 0 45,1 1 0,-2 0 0,0-1 90,0 3 1015,-6-5-1105,3 5 0,3 2 238,-4-2-148,-1 2 0,4 1-90,-3 0 90,0 1-90,5 1 0,-4 1 0,-3-1 0,7 2 90,-15-1-90,16 2 0,-7 0 90,4 0-90,4 6 0,-4-4 0,1 10 0,3-11 45,-2 9 0,-2 0-45,1-3 0,-2 4 0,0 0-819,2-3 819,-3 2 90,-4 3-90,8-4 0,-5 4-378,5-4 468,3-1-90,-8 8 0,8-7 90,-3 5-90,3-2 0,4-3 0,-6 16 0,6-12 45,0 3 0,0 1-45,3-3 90,-2 17-90,3-18 0,1 8 0,0-7 0,5-3 0,1 9 0,7-11 0,-3 6 90,7-7-90,-4-2-135,8-1 0,3 0-225,2-2-732,4-1 0,1 0 13,0-2 404,-10 0 0,0 0-964,2-3 1,-2 0 218,-4 2 1,0 0 654,4-1 1,0-1 764,6-2 0,-4 4 0,-1-4 0</inkml:trace>
  <inkml:trace contextRef="#ctx0" brushRef="#br0" timeOffset="-183652.73">6103 3560 7173,'5'9'0</inkml:trace>
  <inkml:trace contextRef="#ctx0" brushRef="#br0" timeOffset="-182652.73">7349 2987 10501,'-9'0'270,"0"0"-270,5 0 0,1 0 0,1 0 0,1 0 0,0 0 0,0 0 0</inkml:trace>
  <inkml:trace contextRef="#ctx0" brushRef="#br0" timeOffset="-181705.73">7780 3617 9152,'-11'0'0</inkml:trace>
  <inkml:trace contextRef="#ctx0" brushRef="#br0" timeOffset="-176871.73">6319 4323 7713,'0'0'0</inkml:trace>
  <inkml:trace contextRef="#ctx0" brushRef="#br0" timeOffset="-176105.73">7408 3049 9332,'0'0'0</inkml:trace>
  <inkml:trace contextRef="#ctx0" brushRef="#br0" timeOffset="-175255.73">7819 4210 10681,'-7'0'0</inkml:trace>
  <inkml:trace contextRef="#ctx0" brushRef="#br0" timeOffset="-171037.73">6315 4872 9602,'-12'1'179,"2"-1"271,1 0 2339,2 0-2699,7 0-90,-1-5 0,6 4 0,-4-4 0,2 5 0,-1 0 0,-1 0 0,0 0 0,1 0 0,-1 0-3277,1 0 2477,10-6 0,-7 5 0,8-5 0</inkml:trace>
  <inkml:trace contextRef="#ctx0" brushRef="#br0" timeOffset="-170269.73">7717 2956 8702,'1'-6'0,"1"-4"180,-2 8 270,1-2-270,2 1-90,-1 0-90,1 0 0,-1 0 179,-1 3-179,1-2 0,-1 2 0,1 0-90,0 0-269,0 4-1260,0-3 719,0 7 900,0-7 0,0 6 0,0-3 0</inkml:trace>
  <inkml:trace contextRef="#ctx0" brushRef="#br0" timeOffset="-169338.73">7810 4654 13199,'6'-14'45,"-1"2"0,-5 9 0,0 1 0</inkml:trace>
  <inkml:trace contextRef="#ctx0" brushRef="#br0" timeOffset="-165522.74">7909 4557 6993,'0'-9'0,"0"1"0</inkml:trace>
  <inkml:trace contextRef="#ctx0" brushRef="#br0" timeOffset="-165288.74">7992 3895 8612,'8'-2'0</inkml:trace>
  <inkml:trace contextRef="#ctx0" brushRef="#br0" timeOffset="-165122.74">7946 3433 7533,'12'-12'0</inkml:trace>
  <inkml:trace contextRef="#ctx0" brushRef="#br0" timeOffset="-136673.74">7630 3605 11221,'2'-15'989,"-1"2"-989,-5 8 0,3 1 0,4 9 0,5 0 0</inkml:trace>
  <inkml:trace contextRef="#ctx0" brushRef="#br0" timeOffset="-135889.74">9158 4116 12300,'-9'0'0</inkml:trace>
  <inkml:trace contextRef="#ctx0" brushRef="#br0" timeOffset="-135387.74">11074 4706 14009,'-6'-6'-540,"-3"5"540,8-9 0,-2 9 0,3-2 0</inkml:trace>
  <inkml:trace contextRef="#ctx0" brushRef="#br0" timeOffset="-133836.74">9705 8068 11041,'7'-9'809,"1"4"-629,-8-1 90,4 5 180,-2-5-180,0 3-1,0-2 181,0 1-180,0 2 270,1-2-360,-2 3 629,2-1-539,-2 2 450,3 0-451,-2 0-89,0 0 630,1 0-630,-2 0 359,4 4-359,-3-3 630,4 10-630,-3-10 629,3 10-449,-4-9 630,5 4-631,-5-4 271,10 1-540,-3-3 0,8-9-270,-4 2 0,1-3-1283,-1-2 1,1 0 1012,5-4 0,4-2-370,-1 0 1,2-3 0,1-1 0,-2 1-274,0 2 1,-2 0 0,4-4 968,-6 7 0,2-2 1,1-2-1,3-2 0,-1 0 1,1 0-1,-1 1 1,-1 1-1,-3 2 0,4-3 1,-3 2-1,0 1 0,0-1 1,2-2-1,0 2 1,-1-1-1,1 0 0,-1 0 1,0 1-1,1-1 1,-1 0-1,1 0 0</inkml:trace>
  <inkml:trace contextRef="#ctx0" brushRef="#br0" timeOffset="107537.27">4692 3600 13559,'-7'6'2429,"1"-1"-2159,17-10 0,12-11-315,-9 9 0,0-1-1290,5-5 1,0-1 1334,-2 4 0,-1 0 0,4-2 0,0 0-872,2-2 1,1 1 691,0 0 0,2-2-180,-3 3 0,3-2 0,-2 2 0,2-2 1,0 0-541,3 0 1,1-2-1,-3 1-739,-7 4 1,-1 1 1600,4-3 1,-3 2-1,-8 3 1,-7 6-1</inkml:trace>
  <inkml:trace contextRef="#ctx0" brushRef="#br0" timeOffset="107904.27">4801 4098 12660,'-8'0'539,"0"0"991,3 0-1171,1 0 271,-1 0 449,4 0-1079,3-3-179,18-13-1,-4 3-540,8-6 0,1-1-130,-12 10 1,-1 0 309,6-2 1,1-3-1,-2 2-944,-3 4 1,-1 0 853,4-3 1,0 1-1010,3 0 1,-1 1 1330,3-2 1,-5 4 0,-1 1 0,-2 2 0</inkml:trace>
  <inkml:trace contextRef="#ctx0" brushRef="#br0" timeOffset="108173.27">4702 5124 14099,'-4'9'360,"1"-1"-90,3-6 269,-1 1-449,8-3-360,12-10-179,2 1-745,-5-1 1,0-2 743,-4 3 0,2 0-1189,10-9 1,1-1-1,-4 4 1,1-1 1624,-3 1 0,3-1 0,0 0 0,-2 0 0,-1 2 0,-2 1 0,1-1 0,7-4 0,-1 0 0,1-1 0</inkml:trace>
  <inkml:trace contextRef="#ctx0" brushRef="#br0" timeOffset="115338.27">5090 3407 12750,'5'7'539,"-1"-2"-179,-4-4 989,0-1 181,0 2 538,-3-1-1888,-6-19-90,4 8-45,-5-10 0,0-2-45,3 3 45,-7-8 0,-1 0-404,1 1 419,3 7 0,-1-3 0,0 2 30,-5-6 30,4 9 0,-1-3 0,2 3-30,-5-5 119,4 5 1,-1-1 0,1 2-120,-2-3 90,-1-2 0,0 1 0,4 8-90,-1-1 0,1 1-90,1 3 0,-8-8 0,13 11-90,-5-4 0,8 7 90,-1-1 0,3 3 0,0 1 0</inkml:trace>
  <inkml:trace contextRef="#ctx0" brushRef="#br0" timeOffset="116088.27">3974 2664 13110,'0'-14'1888,"0"-1"-538,0 2-1350,0 5-180,0-3 270,0 16-90,0 1 0,4 10 0,1 1 0,-3 4-90,5 5 0,-1 0 0,-5-4-360,4 3 0,-1 0-89,-2-5-766,1 2 1,1-1-135,0-5 1439,6 13 0,-5-19 0,3 3 0</inkml:trace>
  <inkml:trace contextRef="#ctx0" brushRef="#br0" timeOffset="116473.27">4167 2605 12210,'-6'15'90,"1"0"-90,5-5 0,5 7 0,-4-4 0,10 9 0,-6-9 0,5 2 0,7 1 0,-6-7-90,6-2 0,0-1-90,0-4 90,6-2 0,-1-4 90,-2-8 135,0-2 0,-2-2-1781,-4-8 1690,-5 9 1,-1-2 284,-4-1 0,-4-1 31,-6-1 0,-1-1-315,4 1 0,-2-1 90,-11-2 0,-1 3-135,1 5 0,-8-3 0,-3 15-90,10 12-675,-3 4 1,0 3-875,10-2 1,2 2 1552,-5 7 0,-1 5 1,2-3-1,3-4 0,1 0 1,0 2-1,0 0 0,0-1 1</inkml:trace>
  <inkml:trace contextRef="#ctx0" brushRef="#br0" timeOffset="117553.27">4377 4136 14279,'1'-13'1889,"-1"2"-1619,-5 6 539,-5-4-359,-7 3 0,-3 0-270,-6-5-1020,5 4 1,-4 0 0,3 2 929,6 1 0,0 0 120,-8-1 0,-4-1 0,3 2-165,8 0 0,-1 2 15,-5-2 0,-4 0 0,4 1-325,-6 0 265,7 1 0,0 0-479,-3 0 389,8 1-270,-10 1-2917,19 0 2457,1 0 1,18 0 0,7 0 0</inkml:trace>
  <inkml:trace contextRef="#ctx0" brushRef="#br0" timeOffset="118957.27">2989 3956 12300,'0'-13'899,"0"0"-449,0 2 0,0 1 90,-5 1-91,4 2-89,-4 2-90,5 2-180,-2 1-180,1 0 360,-3 2-90,2 5-90,0-4 90,1 13 0,0 10-180,-1 0 0,2-4 0,-1 3 0,0-2 0,0 8 29,1-7 1,-1 3 0,1-4-30,0 2 0,5 0 0,0 0 0,-3-7-135,9 0 1,5-2-496,-1-6 0,2-3 180,6-1 1,0-2 449,-3-3 0,-1-2 0,0-7 0,-4-3 0,-6-2 135,-3-1 0,-1 0 45,-3 2-1,-7-1 1,-2 1-90,4 3-135,-11 3 0,-1 1 45,6 4 0,-7 4 0,-1 3 0,3 7 0,-7 3-90,2 12-1349,5 1 720,0-2-1890,8 4 1260,13-22 1349,8 3 0,1-8 0,5-1 0</inkml:trace>
  <inkml:trace contextRef="#ctx0" brushRef="#br0" timeOffset="119354.27">3297 3863 14549,'-7'-5'180,"-10"1"-90,11 9-1,-7-4-89,8 12 0,1-3 0,3 4 0,-2 4 0,2 11 0,1-9 45,-1 4 0,2-1-45,4-3-45,-2 0 0,1 0-134,10-5-271,-4-2 0,1-2 180,4-4 180,5 0-90,-3-6 90,-4-8 90,5 5 45,-8-11 0,0-3-45,1 2 225,0-11 0,-2-3-291,-5 4 426,0-7 0,-3 0-90,-9 3 179,2-1 1,-3 0-270,-7 9-135,0 1 0,0 4-135,-6 15 90,-4-1-90,7 17-810,8 2 1,1 2-864,-3 7 670,4-4 1,-1 4 0,2-2 623,2-6 1,2 0 0,-4 12 0,2-1 0,3-13 0,1-1 0</inkml:trace>
  <inkml:trace contextRef="#ctx0" brushRef="#br0" timeOffset="120504.27">4824 4788 13919,'-6'-2'1529,"0"-1"-539,1 2-631,-1 1 451,-12 0-540,5 0 89,-4 4 1,-1 2-90,-4-4-1329,2 5 1,-4 3 0,2-2 1147,4-5 1,-2 1 18,-1 2 0,-6 1 0,-2 1 0,0 0 0,5-2-78,3 0 0,1-2 0,-2 1 45,-3 0 0,-4 2 0,-2 0 0,-1 0 0,3-1 0,4-1 15,0 0 0,3 0 0,-2 0 14,0 0 1,-3 0 0,-2 1 0,0 0 0,1-1 0,5 0-15,-1-1 0,3 0 0,-2 1 54,-2 0 0,-4 0 0,0 1 0,1 0 0,4-1-99,-1 0 0,1-1-15,-4 2 0,-3 1 0,6-2 776,2 0-896,-8 1-1259,26-4-1928,4-1 2457,1-6 1,-3-1 0,-6-5 0</inkml:trace>
  <inkml:trace contextRef="#ctx0" brushRef="#br0" timeOffset="126540.27">3482 4810 12570,'-12'8'3276,"0"-2"-1515,0-6-1581,0-5 180,-11 3-180,7-3-46,-4 5 1,0 0-45,1 0-90,0 3 0,-1 1 0,5 3 0,1 2 0,1 2 0,6 2-90,-3 14 90,16-14 45,1 2 0,1 0-45,8-1 0,2 2 0,0 0 0,1-2 0,3 2 0,0-1 0,-3-1 0,0 0 0,-1 0 90,-5-2-90,7 12 0,-16-15 0,0 5 0,-11-4 0,-3-3 0,-11 4 0,7-8 0,-9 0-449,11-19 359,1 6 0,5-14-90,11-4 180,4 9-570,-1 0 0,1 0 570,7 1 0,1-4 0,-5 11 0,0 1 0,4-2 0,2 2 0,-1 1 0,-2 5 0,16-1 0,-17 5 0,13 12 0,-16-10 0,1 10 0,-1 0 90,-2-6-90,10 14 0,-12-13 0,5 2 0,-3-4 0,-2-2 1050,7-1-1050,-7-9 0,8-11 0,-9 0 45,-2-2 0,-1-1-45,-1 0-45,-9-4 0,-3 1 45,0 4-135,-12 2 0,-2 3-315,4 7-1189,-5 12 1,0 6-1639,4 7 3059,8-2 0,0 3 0,0-1 1,3-2-1,1-1 0,-3 6 1,0 0-1</inkml:trace>
  <inkml:trace contextRef="#ctx0" brushRef="#br0" timeOffset="129005.27">4344 2476 13649,'-2'-16'810,"2"-5"-720,-3 11 449,-4-19-269,3 15-135,-4-3 0,-2 0-45,0 3 0,-4-2 0,-2 1 0,-1 1 45,-5-1 0,-2 1-555,0 3 510,5 4 0,-3 0 0,2 0 0,-10 1-60,6 2 0,-6 1 0,2 2 30,1 5 0,1 2 0,-1 0-445,2-3 1,-1-1 0,0 3 473,-2 4 1,-2 3 0,0 1 0,5-1-476,1 0 1,-1 1 457,3-1 0,-4 3 0,-1 1 0,0 0 0,4-2-579,2 0 0,3-2 0,-4 3 532,3-1 1,-2 2 0,-2 1-1,-1 2 1,0-1 0,2-1 0,3-2-484,-6 5 1,3-2 0,-3 4 468,7-6 0,-2 2 1,-1 2-1,-1 1 0,0 0 1,1 0-1,1-2 0,3-2-295,-2 2 0,2-1 0,1-1 0,-1 1 302,-2 3 0,-2 2 0,0 0 0,0 0 0,1 0 18,3-1 0,0 0 0,1 0 0,0 1 0,0 1-96,0 2 0,1 1 0,-1 1 0,0 0 0,0 0 0,1-1 60,1-3 0,0-2 0,0 1 0,0-1 0,1 2 0,-1 1-28,1 0 0,0 3 0,0 1 0,0 1 0,0-1 0,1-1 0,2-2 1,0-3 57,-2 6 0,3-3 0,-1 3-40,3-5 1,-2 3-1,0 2 1,0 1-1,1 0 1,0-3-1,2-3 70,-1 5 0,1-3 0,1 3-45,0-1 0,1 3 0,-1 3 0,1 0 0,0-2 0,1-5 15,0 1 0,1-4 0,2 4 0,0-2 0,2 3 0,0 3 0,1-1 0,-1-2 0,1-4 0,0 0 0,1-3 0,1 3 21,1-3 0,2 4 1,1 2-1,1 1 1,0 0-1,-1-3 1,-1-4-22,2 4 0,0-4 0,1 3-1,0-3 1,1 4 0,1 1 0,0-1 0,0-1 0,-2-4 0,1-1 0,-1-3 0,1 0 236,2 5 1,2 0 0,0 1-222,0-3 0,1 0 0,0 0 0,-1-1 204,-1-3 0,-2 0 0,3 2-231,2 2 0,3 2 0,2 2 0,-2-2 0,-2-3-18,-3-3 0,-2-2 0,2 1 0,3 2 0,3 3 0,0 1 0,0-1 0,-3-4 45,3 3 0,1-1-45,-1-1 0,4 3 0,0 0 0,-4-4 0,-2-2 0,0-1 44,1 0 1,4 1 0,1 0 0,-4-2 0,2-2 0,0-1-45,0 0 0,3 1 0,-3-3 0,-5-3 0,-1-1 45,5-2 0,-2 0-45,5-1 0,-9-4 0,0-1 0,8 3 0,-6-9 0,0-2 0,-5 8 0,2 0 0,5-7 0,2-4 0,-2 2 0,-4 4 0,1-2-23,0 0 1,4-4 0,-1 0-1,-3 2 23,0 1 0,-1-2 0,-1 1 0,2-3 0,1-2 0,0-1 0,0 1 0,-2 1 0,0-1 0,0-1 0,0 1 0,-1 0 153,5-3 1,-1-1-1,0 1 1,2-3-169,-3 3 0,1-1 0,1-1 0,0-1 0,-1 0 0,0 1 0,-2-1 0,-1 1 0,1-1 0,-2 1 0,1-1 0,0 2 15,1-2 0,0 1 0,-1 1 0,1-2 0,0-3-20,-5 5 0,1-2 0,1-1 0,-1-2 0,1 0 0,-1 0 0,-1 1 0,-2 0 0,0 2-176,-1-3 1,-1 1-1,-2 1 1,0 0-1,0 0 1,1-1 182,0 2 0,0-2 0,1 1 0,0 0 1,-1-1-1,0 2 0,-1 0-36,0-5 1,-1 1 0,-1 0-1,0 0 1,0 0 33,-1 3 0,-1 0 0,-1 0 0,1 0 0,-1-1 0,1 0-83,-1-2 0,0 0 0,0-1 1,-1 0-1,1-1 0,-1 1 83,1 0 0,0 0 0,0 0 0,0 0 0,0 0 0,-1 1 94,0 2 1,0 0 0,0 0-1,-1 0 1,1 0 0,-2 1-98,0-3 0,0-1 0,-1 1 0,0 0 0,0 3 221,2-4 1,0 3 0,-2-4-204,-1 4 0,-2-4 0,0-2 0,-1 1 0,1 2 0,0 4 0,1 2 0,1 3 0,-2-2-18,-3-3 0,-2-4 0,-1 0 0,1 1 0,1 4-27,-2-2 0,-1 0 22,0 2 1,-3-3-1,0 1 1,2 3 22,1 4 0,-1 1-23,-3-1 1,-2-3 0,-2 1-1,4 4 23,2 3 0,-1 0-30,-8-4 0,-4-3 0,4 5 30,9 8 0,-1 2-30,-3-2 0,-3 1 0,2 1-601,-12 0 631,11 4 0,-2 1 0,0 3 0,-3 3 0,2 0 341,-2 0 0,-1 2-449,1 1 0,-5 2 0,-2 1 0,2 0 1,2-1-131,2 0 0,3 0 0,-4 2 13,6-1 0,-4 1 0,-1 1 0,-1 1 0,-1 0 0,1 0 0,2 0 1,3-2-85,-4 3 0,3-2 0,1 1 0,-5 4 11,8-4 0,-4 3 0,0 0 0,-3 2 0,0 1 0,-1 1 0,1 0 0,0 0 1,1-1-1,2 0 0,2-2 162,-3 3 1,3 0 0,1-1 0,1 0 0,0 0 0,-2 1-1,0 0 1,0 0 0,-1 1 0,-1 1 0,-1 0 0,1 0-1,0 1 1,0-2 0,2 0 0,2 0 0,0 1 0,1-1-1,-1 1 1,1 0 0,-1 0 0,1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48:04.5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1883 3208 12840,'-7'-16'1349,"1"2"-719,1 5-1,1 1 1,-1 0-90,-1 1-91,2 1-89,-1 1 0,1 1 359,-3-2-629,3 4 0,-4-1-90,6 8 0,5 14 0,-2-2 0,6 4 0,2 1 0,-2 0-180,4 5 1,1 1-417,-2-2-214,0 3 1,1 0 90,-2-5-496,0 0 1,-1 0 225,-1-7-650,0-1 1,-1 0-33,-1-6 1671,2 4 0,-6-11 0,0 0 0</inkml:trace>
  <inkml:trace contextRef="#ctx0" brushRef="#br0" timeOffset="216">1854 3340 12210,'-11'-17'929,"-1"0"1,-2 0-1,-2-1-614,0-3 0,-1 1-315,4 6 0,1 2 0,-2-8 0,12 14 0,8-5 0,-5 5-90,26-6 90,-15 6-180,10-1 0,2 1-179,-2 1 134,-5 1 0,1 1-720,-1 1 1,-2 1-46,5-1-649,-3 1 1,0 1-32,-6 5 1670,2-4 0,-10 4 0,0-5 0</inkml:trace>
  <inkml:trace contextRef="#ctx0" brushRef="#br0" timeOffset="616">1900 3190 12120,'0'-13'2609,"-4"2"-2430,3 2-179,-6 4 90,6 18-90,-2-5 45,5 10 0,2 4-45,-3 0-848,3-3 1,1 4 0,-1-2 802,-3-5 0,0 0-225,4 8 0,2 3 0,-2-3 0,-3-8 1,1-1-1,2 9 0,1 0-1124,-1-5 0,0-2-245,1-2 1,0 0 1404,0 1 0,0-2 0,4 5 1,-4-13-1</inkml:trace>
  <inkml:trace contextRef="#ctx0" brushRef="#br0" timeOffset="833">1945 3397 12660,'-8'-12'899,"0"1"-89,1 1-720,3 4-180,-2-4 90,10 5-90,-4-1-495,14-1 1,3 1 134,-3-1-1189,12-3 1,1-1-1639,-4 1 1638,5-1 1,-1 0 1435,-3 3 1,-5 2 0,-2 0 0,1 0 0</inkml:trace>
  <inkml:trace contextRef="#ctx0" brushRef="#br0" timeOffset="1033">1996 3156 12120,'-27'-9'1349,"9"3"-1978,9-2-1080,25 1 989,2 2-809,4 0 0,1 1 719,-1 1 503,-4 0 1,0 0 0,1 1 0,1 0 0</inkml:trace>
  <inkml:trace contextRef="#ctx0" brushRef="#br0" timeOffset="1318">2368 3119 13020,'-10'-10'1799,"4"1"-1889,-1 3 90,6 23 0,-3-9 0,4 12 0,0 2 0,0-4-180,3 6 0,0 0-90,-1-2-180,3 3 0,1 1-2505,-3-4 2730,1-6 0,0 1-854,1 3-569,-1-5 838,1 1-2422,0-3 2602,-2-6 630,2 1 0,-5-7 0,1-1 0</inkml:trace>
  <inkml:trace contextRef="#ctx0" brushRef="#br0" timeOffset="1550">2340 3223 10681,'-7'-24'1349,"2"7"-359,-4-11-721,5 16-179,-2-5-90,5 13 0,4 6 90,4 5-90,4 5 0,2 0 0,2 1 0,3 3 0,1-1 90,-2-3-225,4 1 0,1 0-134,-2-3-541,2 1 0,1 0 1,-2-2-720,0-1 0,0 0 629,-5-3 808,8 1 1,-14-6 0,-2 0 0</inkml:trace>
  <inkml:trace contextRef="#ctx0" brushRef="#br0" timeOffset="2050">2600 3015 12660,'0'-6'719,"0"21"-2358,0 0 1,0 3 446,0-1 1,0 2 831,3 11 0,1-1-49,-2-4-41,3-5 1,1 1-785,-4-5 0,1-1-25,5 9 1125,0 5 0,-3-10 0,1-2 0</inkml:trace>
  <inkml:trace contextRef="#ctx0" brushRef="#br0" timeOffset="2383">3177 2800 13649,'0'-10'180,"0"1"360,0 1-540,0 11 90,0 18-90,0 1-1082,0-3 0,0 4 1,0-2 1081,0-5 0,0 0-180,1 10 0,0 5 0,1-5 45,-1-6 0,1-1-195,2 10 0,0 3 1,0-4 59,-1-8 0,1 0-660,2 8 1,1 4 0,-1-5 254,-1-8 0,1-1 675,1 5 0,1 2 0,-1-4 0,-1-5 0,0-2 0,1 5 0,1 0 0</inkml:trace>
  <inkml:trace contextRef="#ctx0" brushRef="#br0" timeOffset="2684">3762 2831 13829,'10'-7'90,"-2"2"270,-2 12-270,-2 3 0,7 19-90,-5-6-1639,2 2 1,0 1-656,-2 0 2294,-2-7 0,1 4 0,-2-2 1190,0 8-1220,-1-8 0,-1 4 0,0-3-150,-1 8-210,1-8 0,-1 2 1,0-3-151,1 8-540,0 2 1,0-1 90,1-5 989,0-1 0,1 0 0,0-7 0,1 6 0</inkml:trace>
  <inkml:trace contextRef="#ctx0" brushRef="#br0" timeOffset="3066">3804 3082 13020,'13'0'1709,"-4"0"-360,5-4-1259,-6-3 0,17-6-90,0 1 0,1 2 0,-7 5 0,-2 1-270,0 1-405,3 0 1,0 1 134,-2 0-585,2 0 1,0 0-45,-5 2-2108,14-3 3106,-20 2 1,4 0 0,-8-1 0</inkml:trace>
  <inkml:trace contextRef="#ctx0" brushRef="#br0" timeOffset="3300">3904 2879 12750,'-11'-4'899,"-7"-2"-539,7 1 0,-7-3-360,14 5-180,-1-3 0,4 4-630,14-7 541,-4 4-721,12-5 1,5 0-650,1 2 1,0 0-1,0-1 1,0 0 1573,1 2 1,-3 1 0,-2 0 0,-1 2 0</inkml:trace>
  <inkml:trace contextRef="#ctx0" brushRef="#br0" timeOffset="3533">4296 2706 14369,'2'25'360,"0"-7"-315,0 2 0,1 0-45,-2 1 44,6 4 1,-1 1-45,-4-2-180,7 4 1,0-1-91,-5-3-720,4 2 1,-1 0-2288,-2-5 1638,-2-5 1,1 0-1639,2 10 3250,-3-11 1,2 7 0,-3-13 0</inkml:trace>
  <inkml:trace contextRef="#ctx0" brushRef="#br0" timeOffset="3833">4308 2784 13649,'-9'-18'585,"2"4"0,0-2-136,-4-13-359,1 1-90,13-2 0,-1 20 0,10 1 0,5 1 0,1 5 0,1 2 0,-1-1 0,1 1 90,11 6 0,-3 3 0,-6 0-45,-5 1 0,-1 1 225,2 4-1591,-5-2 1501,-1 3 643,-6 7-868,-13-3 0,-4 0-445,6-3 1,-2 0-604,-11 3 1,-4 2 0,1-3-547,4-5 1,0-1 1538,-5 4 0,-4 1 0,3-1 1,4-4-1,1-1 0,-6 3 0,0 1 1</inkml:trace>
  <inkml:trace contextRef="#ctx0" brushRef="#br0" timeOffset="4319">1571 4039 16168,'-12'-22'1169,"10"-2"-899,1 5 90,16 4 0,6 2-271,-7 6 1,2 1-1593,10-5 0,3-1 1623,-4 4 0,0 1 0,1 0-476,-5 0 1,0 2 0,3-2 400,1 0 0,4 0 0,2-1 0,1 0 0,-1 0 0,-3 1-340,-1 1 1,-3 0 0,1 0 0,4-1 304,-4 1 0,4 0 0,2-1 0,2 0 0,1 0 0,-1-1 0,-1 2 0,-2-1 0,-3 1-311,3 0 0,-3 1 0,-2 0 0,1 0 1,3-1 300,-4 1 0,1 0 0,1 0 0,1-1 0,0 1 0,1-1 0,-1 1 0,1 0 0,1-1 0,2 1 0,0 0 0,0-1 0,0 1 0,-1 0 0,0 0 0,-3 0-99,1 0 1,-3 1 0,0 0-1,0 0 1,1 0 0,4-1 98,-6 1 0,2 0 0,2-1 0,2 0 0,0 0 0,1 0 0,1 0 0,-1 0 0,0 1 0,-2-1 0,0 0 0,-3 1 0,-2 1-62,7-2 1,-4 1-1,-2 0 1,0 0-1,2 0 1,4-1 61,-7 2 0,2-1 0,2 0 0,2-1 0,1 1 0,0-1 0,1 1 0,-1-1 0,-1 0 0,0 1 0,-2 0 0,-2 0 0,-3 1-20,6-2 0,-3 2 0,-3-1 0,0 1 0,2-1 0,4 0 11,-4 0 1,4 0 0,1 0 0,2 0 0,0-1 0,1 0 0,0 1-1,-2-1 1,-2 1 0,-2 0 0,-2 1 27,3-1 1,-4 0 0,-2 1 0,2-1 0,2 1-43,1-1 1,3-1-1,2 1 1,1-1 0,-1 0-1,-1 1 1,-3 0 0,-4 0-8,5 0 0,-4 0 0,1 0-186,-1 0 0,2 0 0,1-1 0,-3 0 0,-5 2-144,-3-1 1,-3 0 463,6 0 0,-4-2-3381,-12-3 0,-13 3 3262,-8 0 1,-4 1-1,2 3 1,-1 0-1,-9 0 1,0-1-1</inkml:trace>
  <inkml:trace contextRef="#ctx0" brushRef="#br0" timeOffset="4752">1555 4214 14459,'-18'7'-360,"1"0"0,-6 2 450,8-5 1259,12-3-89,23 0-901,-6-6-1449,7 1 0,6-1 0,-1-1 1225,-4-1 0,2-2-45,0 1 0,7-1 0,1-1 0,1 0 0,-5 0-60,0 1 0,-2 0 0,5-1 3,-7 2 1,4-2 0,3 0 0,1-1-1,1 0 1,-2 1 0,-1 0 0,-3 1-17,-2 1 1,-2 0 0,-1 1 0,1-1 0,5-1-12,-5 3 1,2-2 0,3 0 0,1 0 0,2-1 0,1 0 0,0 0 0,0 0 0,0 0 0,-1 1 0,-2 0 0,-2 0 0,-2 2-254,6-2 0,-4 1 0,-1 0 0,-1 1 0,3-1 0,4 0 247,-8 1 0,2 0 0,2 0 0,2 0 0,1-1 0,0 0 0,2 0 0,-1 0 0,1 0 0,-1 0 0,-1 1 0,-2-1 0,0 2 0,-3-1 0,-2 2-259,9-2 1,-4 0 0,-2 2 0,-1-1 0,3 1 0,3-1 258,-6 1 0,3-1 0,1 1 0,2-1 0,0 0 0,2 0 0,0 0 0,-1 0 0,0 1 0,-1-1 0,-2 1 0,-2 0 0,-2 1-173,6-2 0,-3 2 0,-1-1 1,-2 1-1,2 0 0,2 0 173,-4 0 0,3-1 0,0 1 0,1-1 0,0 1 0,0 0 0,0-1 0,-2 1 0,-1 1-8,4-1 1,-1 0 0,0 1 0,-2-1 0,0 1-1,-1 0-10,-1 0 0,-2 0 0,0 0 0,1 0 1,2 0 28,-1 0 0,1 0 0,3 0 0,0 1 1,0-1-1,-2 0 0,-1 0 0,-3 1-11,3-1 0,-3 1 0,-1-1 0,4 1 38,-2 0 1,3-1 0,2 0-1,0 1 1,0-1 0,-4 1-1,-4 0 52,8-1 0,-3 1-90,-3-1 0,2 0 0,0 1 0,-7-1 0,-1 0 796,4-2-1155,-17 3-1651,1-1 2010,-5 2 0,1 5 0,-2 2 0</inkml:trace>
  <inkml:trace contextRef="#ctx0" brushRef="#br0" timeOffset="76614">11564 2722 14549,'1'-13'1079,"-1"1"-269,0 1-1,0 1-269,0 2-270,0 1-180,-5 2-90,4 2 0,-4 0 0,5 2 449,0 0-89,0 8-180,0 3 270,0 5-405,0 0 0,0 3 135,0 3 0,0 1-1742,0 6 1,0 1 1561,0-6 0,0-2 45,0 1 0,0-4-45,0-8 90,11 7-90,-4-12 0,20 2 0,-14-6-180,4 0 1,0-1-91,-2-5 0,2 2 0,0-1 90,-4-2 0,11-13 180,-15 3 0,0-4 90,-7-5 0,-2 16 180,-6-10-270,1 11 90,-1-4-180,-1 8 3366,6 0-3160,-4 20-116,5-5 0,-1 9 0,1 2 0,0-2-360,2 5 0,0 0-179,-1-2-766,4 1 1,0 0 135,0-4-470,2 1 1,-1-1 818,0-7 1,4 8 0,-6-16 0</inkml:trace>
  <inkml:trace contextRef="#ctx0" brushRef="#br0" timeOffset="77048">11869 2755 14549,'0'-12'2428,"-6"-3"-2158,1 3-270,-5 8 0,2 1 0,1 26 0,3-14 0,1 7 0,1 1 0,1-5 90,5 12-90,-3-14 0,10 2 0,5-3 0,2-6 0,2 0 0,9 4 0,-2-5 0,-2 0 0,-4-2 45,-1 1 0,-1 0-45,-5 0 0,9 3 90,-18 2-90,2 0-3277,-11 5 3252,3-6-66,-9 10 91,3-8 90,-9 12-180,6-11-225,-2 2 0,-1 1-2204,-7 2 880,5-5 1,0-2-1639,-3 2 3026,4-7 1,8-9 0,0-2 0</inkml:trace>
  <inkml:trace contextRef="#ctx0" brushRef="#br0" timeOffset="77249">11899 2763 14459,'-12'-12'1889,"-4"-6"-3528,7 4 1,0-1 604,-2-5 1382,2 2 1,4 2-349,10 4 0,4-1 0,1 0 0,11 2-30,-3 2 0,3 0 0,-2 1-15,-3 2 0,1 1-465,9-3 0,3 0 1,-3 1 14,-7 3 0,-1 1-598,7-1 1,3 0 0,-5 2-1927,4 0 3019,-4 5 0,-3 2 0,-9-3 0,1 7 0</inkml:trace>
  <inkml:trace contextRef="#ctx0" brushRef="#br0" timeOffset="77965">11082 3368 11041,'-10'-1'2069,"-5"1"-720,2 5-900,1-4 91,2 4 540,3-5-541,2 3 990,-4-1-1259,4 2 540,-3-1-540,6-3-1,0 2 631,2-1-1,6-1 451,21 1-1201,-6-6 1,4-3 0,-1 1-1789,6 2 1,0-1 1659,-3-2 1,1-2 0,1 0 23,-4 3 0,2 0 0,-1 0 0,-2 0-485,-1 1 0,-2 0 1,4 0 454,1 0 0,3-2 0,3 1 0,-1-1 0,-1 1 0,-3 1-436,2 0 0,-4 0 0,4 0 421,-4 1 0,4-1 0,1 0 0,2-1 0,-1 1 0,-2 0 0,-4 1-349,7-1 1,-4 1-1,4-1 349,-5 2 0,3-2 0,3 0 0,0 0 0,0 1 0,-3-1 0,-3 2 0,5-2 0,-3 2 0,3-2 0,-6 2 0,4-1 0,1 0 0,2 0 0,-2 0 0,-1 0 0,-5 1 0,6-1 0,-4 1 0,4-1 0,-3 1 0,4-2 0,2 1 0,-1-1 0,-1 1 0,-5 1 0,0-1 0,-4 1 0,2 0 0,1-1 0,2 1 0,1-1 0,-3 0 0,2 0 0,-1 0 0,-3 0 284,-1 0 0,0 0-284,4 0 0,2-2 0,-5 2 0,2-1 0,-5 1 0,-1 0 0,-8 1 1032,8-1-1481,-15 4-2828,3 0 2621,-30 6 1,8 1-1,-3 0 1,1 0 0</inkml:trace>
  <inkml:trace contextRef="#ctx0" brushRef="#br0" timeOffset="80432">9280 2734 13649,'-4'-10'360,"2"3"-180,-2 3 270,0 2-360,-1 0-90,0 8 90,-3-5-90,5 14 89,-4-7-89,-2 17 0,3-8 0,-1 4 0,0-1 0,1 2 0,1 1 0,1 0 0,2-5-225,3-1 1,3 0-136,4-7-989,12 4 899,-5-12-225,1-10 1,0-4 404,-1-1 135,2-11 0,0-3-248,-3 1 623,-6 4 0,0-4 0,-2 3-16,-2 6 1,-2-1 494,1-10 1,-1-5 0,-1 3-136,-4 7 1,0 1-540,0-7 0,-1 1 45,-7 3-180,5 20 180,3 5-90,3 24 90,0-4-265,0-3 1,0 1 174,2-2 0,0-1 0,3 11-45,2 1 1,1 0-46,1 0-240,-1-7 0,1 1 0,0-2-435,1-6 1,0-1 449,1 4 0,1-2 232,5-4-1716,0-14 1349,-6 3 360,1-10 0,0-3 270,-2 4 404,0-8 1,-1-2-225,-2 6 630,4-14-631,-8 19 91,0-5-450,-2 11 180,-1-1 90,0 14 186,0 1-366,4 7 179,3-7-179,0-5 0,2-4 0,-2-2 0,-2-7 0,3 5 270,3-21-270,-5 15 180,0-8 0,-1-1-1,-2 4 181,1-15-360,-3 19-90,0-5 0,-1 16 0,-5-3 0,4 13-90,-6 3 90,6 0-450,-2 14 270,3-17-449,15 14 449,-8-15-90,6 0 0,1 0 0,-4-4-1169,8 9 810,-14-12-2648,2 6 2056,-6-7 1221,0 1 0,-7-3 0,-3 0 0</inkml:trace>
  <inkml:trace contextRef="#ctx0" brushRef="#br0" timeOffset="80732">9958 2572 14189,'5'-13'2608,"0"-3"-2428,-3 10-180,0-2 360,1 14-270,-2-5-90,6 23 0,-4-13-90,2 10 0,-1 2-360,0 0-1189,-1 7 1,0 1-942,-1 0 1487,-1-9 1,0 3 0,0-3 650,-1 6 0,0-6 0,0-1 0,0-2 1</inkml:trace>
  <inkml:trace contextRef="#ctx0" brushRef="#br0" timeOffset="81032">9281 3090 17405,'-19'3'180,"0"1"0,-10 1 0,1 0-45,12-3 0,0 0 179,-9 3 1,3-1-45,12-1 955,15 1-1045,11-2 0,5-2-180,-2-3 0,3-1-820,1 0 1,4-1 0,0 0 0,-3 0 545,4-4 0,1-1 274,-8 3 0,3 1 0,0 0 0,1-1-68,2-1 1,1-1 0,0 1-1,-2 0-22,-3 1 0,-1 0 0,3-1-105,-1 0 0,4 0 0,1-2 1,1 1-1,-3 0 0,-3 1 75,0 0 0,-3 1 0,3-2-114,3 0 0,3-2 0,2 0 1,-2 1-1,-5 1-36,3-1 0,-1 1-248,-4 0 1,2-1 0,-1 1 0,-4 1 447,6-3-1569,-7 3 1,-8 1 1068,-22 4 0,1 9 0,-16 5 0</inkml:trace>
  <inkml:trace contextRef="#ctx0" brushRef="#br0" timeOffset="81298">9123 3357 16707,'-24'13'720,"0"0"0,-1 1 449,7 2-989,29-14-90,15-9 0,4-4-45,-11 6 0,2-2-701,0-1 1,5-2-1,1-1 1,0 1 0,-4 1 390,0 1 0,-3 0 0,4 0 277,-1 0 1,4-1 0,2-1 0,1 0 0,0 0 0,-1 0 0,-2 1-259,0 0 0,-1 1 0,-1 0 1,0 0-1,1-1 291,-1 1 0,1 0 0,0-1 0,0 1 0,-1 0 0,-1 1-52,2-2 0,-1 1 0,-1 0 0,-1 0 306,3-1 1,-2 1 0,-3 0-165,0 1 0,0 0-15,0-1 0,1 0 0,-4 1-120,-2 1-2519,-1-3-758,-25 8 0,1-1 2871,-12 1 0,1 7 0,-1 1 0</inkml:trace>
  <inkml:trace contextRef="#ctx0" brushRef="#br0" timeOffset="85134">11191 3846 14009,'-2'-16'1529,"-1"3"-899,1 5-1,0 1-269,0 1 0,0 1-180,-1 0-90,1 2-90,0 1 90,1 0-90,-1 1 90,1 1 0,-1 5-90,1-3 90,-1 10 0,0-4-90,0 7 90,0-2-90,-2 9 0,3-4 0,0 2 0,3 1 0,1 1 44,-1-3 1,2-2-45,6 0 0,2-3 0,2-7-45,2-2 1,1-2 44,-1-4 0,0-3 0,13-5 0,-11-2 0,-3-1 0,-6-4 44,-3 0 1,-2 1-45,-2 1 0,-1-15 0,-6 17 90,0-8-90,-1 14-90,2-1 90,4 12 0,0 2 0,0 4 0,0 8 0,0-6-45,0 5 1,0 1-46,0 2 0,2-5 0,2 2-315,-2-1 0,2 0 45,8 4-450,-5 1 1,1-2 90,3-4-766,-1-2 1,0 0 45,-1-4 1439,12 4 0,-12-10 0,6-2 0</inkml:trace>
  <inkml:trace contextRef="#ctx0" brushRef="#br0" timeOffset="85465">11570 3913 13199,'0'-24'3149,"-5"12"-2610,3-8-269,-7 16-180,6 11-90,-2-5 0,2 18 0,2-14 0,6 16 45,3-7 0,1-1-45,5 7 0,0-3 0,1-3 0,-4-6 0,5 4 0,-6-4 180,-4-2-90,1 2-90,-6-3 0,-7 1 0,0-4-630,-9 4 181,5-4-1890,-9 0 1170,11-3-2108,-12-4 77,12-3 3200,-5 1 0,8-6 0,-1 3 0</inkml:trace>
  <inkml:trace contextRef="#ctx0" brushRef="#br0" timeOffset="85647">11564 3832 13020,'0'-26'2068,"0"8"-2068,0 2 0,0 12 0,12-8 0,-4 7-180,17-5-179,-10 6-1,5-1-2069,10-2 1170,-9 3-380,2-1 1,0 0 1068,-3 1 0,11-2 0,-16 2 0</inkml:trace>
  <inkml:trace contextRef="#ctx0" brushRef="#br0" timeOffset="85865">11959 3657 15088,'0'15'90,"0"2"-90,0 13 0,0-11-135,0 3 0,0-1-224,0-3-541,0 2 1,0-1-181,0-3-2197,0 15 2927,4-21 0,-2 5 0,2-9 0</inkml:trace>
  <inkml:trace contextRef="#ctx0" brushRef="#br0" timeOffset="86165">11867 3846 14729,'-30'-1'2698,"-1"-1"-2608,2 2 0,7-1 270,37 1-90,-5 0-46,16-6 1,4-1-1864,-14 4 1,0-1 1241,9-5 0,3 0 457,-6 3 0,0 0 0,0 0-132,1 0 1,0 0 0,-1-1 131,2 1 0,-1-1 0,0 1 30,5-2 0,-2 0 224,-8 2 1,-3 1-135,3 0-719,5-5-901,-24 9 271,-6-1-2108,-21 9 0,6 1 3081,6-4 1,-1 0 0,-4 10 0,-1-4 0</inkml:trace>
  <inkml:trace contextRef="#ctx0" brushRef="#br0" timeOffset="104930">12526 3548 14369,'-16'-3'1259,"2"0"-899,6 1 0,2 2-270,2-2 359,0 2-179,19 0 90,4-4 0,4-2 224,5-1 1,1-2-405,-2 2 0,-1-1 314,-3-3 1,-4 2-225,-10 3 180,6-3-360,-12 5-180,3-1 0,-5 4 90,1 15 0,-2-5 0,1 15 45,-1-7 0,0 2-45,1 6-1034,-1-4 1,0 2 0,1-2 583,-1 10-180,0-9 1,0 3-1,0-4-180,0 7-829,3 1 1,0-1 58,-2-7-59,4-2 1,1-2 1085,-1-6 1,2 3 0,-4-10-1</inkml:trace>
  <inkml:trace contextRef="#ctx0" brushRef="#br0" timeOffset="105130">12630 3802 15268,'-13'0'2519,"-5"-3"-1800,4 2-719,1-1 180,20 0-180,23-4 0,-15 3 0,1 0-1047,7-2 0,2-1 0,-2 1 732,-4 0 0,-1 1-225,11-4 1,1 0-1100,-2-1 1,-2 0 1179,-6 1 1,0 0 0,4-2 0,-2 1 0,2-5-1</inkml:trace>
  <inkml:trace contextRef="#ctx0" brushRef="#br0" timeOffset="105897">4996 3702 15358,'0'7'3276,"-5"-1"-2054,24-18-1132,-8 4-1183,9-4 1,7-2 0,-2 0-55,-3 3 0,0-1 1147,0 1 0,5-3 0,1 0 0,-1 0 0,-3 2 55,-2 0 0,-2 3 0,4-3-197,-2 1 1,2-1 0,4-1-1,0 0 1,0-1 0,0 1-1,-3 1-290,2-1 0,-1 1 1,-1 0-1,0 0 0,1 0 306,1 0 0,0-1 0,1 0 1,-1 0-1,-1 1-414,2-1 0,0-1 1,-3 2-1,-6 2-449,1-1-2288,2-3 2839,-28 12 0,-1 0 0,-10 2 0</inkml:trace>
  <inkml:trace contextRef="#ctx0" brushRef="#br0" timeOffset="106115">4979 3916 15628,'-15'11'135,"0"-1"0,-3 4 1484,1-3-1169,20-9-1,15-12 1,11-10-342,-10 10 0,4-1 0,1 0 0,0 0 0,-1-1-903,2-1 0,-2-1 0,2 0 1,2 0 794,-2 1 0,3 0 0,3-1 0,-1-1 0,0 2 0,-2 0 0,-3 2 0,4-2 0,-3 2 0,3-1-116,-5 2 0,3-1 1,3-1-1,0 0 0,-1 0 1,-2 1-1,-4 1-124,5-1 0,-4 1 1,3 0-308,-5 0 1,4 0 0,2-1 0,-2-1 0,-1 2 0,-5 1-1093,6-2 1,-3 1 1486,1-2 0,1-1 0,-6 2 0,-5 0 0,-1-2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50:29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11426 2614 8162,'-12'0'-90,"1"0"0,1 0 0,0 0 1,3 0-91,0 0-90,2 0-720,2 0 990,1-6 0,1 4 0,1-3 0</inkml:trace>
  <inkml:trace contextRef="#ctx0" brushRef="#br0" timeOffset="760">10790 1732 10051,'7'-8'1439,"-2"0"-1169,-3 5 0,-1-1 0,1 2 450,1-2-541,-1 1 451,3-5-540,-2 3 180,0-8-270,-2 7 0,-6-7 0,3 9 0,-16-1 0,9 4 0,-8 6 0,-2 3 0,-1 1 0,4 1 0,-2 1 0,-3 2 0,2 0 0,-6 5 0,0 1 0,3 0-1071,8-3 1161,-4 8-552,15-9 462,1-4 180,6 15-270,10-15 0,4-2-585,4 3 1,1-1-965,2-4 1,1-1 890,-2-3 0,0-2-891,5-3 1,0-1 1391,-11 2 1,0 0 0,11-4 0,-2 0 0,1-2 0</inkml:trace>
  <inkml:trace contextRef="#ctx0" brushRef="#br0" timeOffset="1012">11083 1777 11131,'2'-12'989,"0"2"1,-2 2-990,0 2 0,-3 28 0,2-11 0,-1 13 0,-1 1-180,3-7-495,-2 2 0,2 1-224,4-3 899,0 4 0,0 0 0,9-6 0,1 12 0</inkml:trace>
  <inkml:trace contextRef="#ctx0" brushRef="#br0" timeOffset="1258">11564 1865 12570,'7'-7'360,"0"0"539,2 1-809,-1 0 0,20-7-90,-11 5-30,1 3 0,4-1 0,1 1-915,7-2 1,1 1 104,-11 1 1,1 1-1,0-1-90,2 0 1,0 0 0,-3 1-2348,7-3 3204,-9 3 1,0-1 0,9-4 0,0 0-1</inkml:trace>
  <inkml:trace contextRef="#ctx0" brushRef="#br0" timeOffset="1509">12510 1485 12390,'3'-13'1979,"1"-6"-1799,-3 12-270,2-6 0,-2 12 90,0 4 90,6 17-90,-2-2-135,0-1 1,1 2 134,2 11-45,-2-6 0,-1 0 0,-1-7 1,-1 0-541,3 11 0,-2-1-44,-1-5-856,0 2 1,-1-1 45,-1-6 1439,-1 15 0,0-20 0,0 3 0</inkml:trace>
  <inkml:trace contextRef="#ctx0" brushRef="#br0" timeOffset="1791">12596 1529 11760,'-10'-18'509,"1"1"1,1-4 0,1 0-510,-1-1 0,2 0 0,7-9-90,17 16 90,0 13 45,3 4 0,1 0-45,0 0-45,3 7 0,0 1 45,-3-2 0,-2 5 0,-1 2 90,-7-4-90,3 5 90,-20 1-90,-1-5-270,-11 4 1,-2 0-541,-5 1-283,3-5 1,-3 3 0,3-2 545,5-4 1,1 0 0,-9 5 0,0 0 0,2-1 0</inkml:trace>
  <inkml:trace contextRef="#ctx0" brushRef="#br0" timeOffset="2441">13046 1732 11490,'0'-16'2609,"-6"-5"-2159,5 5-180,-8 0-1,8 7-179,-2 4-180,3-1 90,0 20 90,0-6-90,4 22-180,1-7-1459,-1-2 1,0 1 44,0-7 1,0 1 1593,-1 9 0,0-2 0,2 2 0,-3-9 0,1 1 0</inkml:trace>
  <inkml:trace contextRef="#ctx0" brushRef="#br0" timeOffset="3157">10863 2462 11131,'1'-13'899,"-1"1"630,-5-1-1169,4 6 0,-16-6-360,11 9 90,-19 1 0,13 2 90,-7 9 0,-4 5-136,0 3 1,-1 3-1138,4-1 1,0 1 0,2-1 668,1-3 1,2 0 0,2 2 453,1 4-1,3 2 1,5-4 1041,8 7-1386,7 3 0,4-3 45,-2-16 1,3-4-824,7 4 1,5-1 0,-2-1-462,-6-5 1,0-1 1553,8-1 0,2-1 0,-3-1 0,-6 1 0,-1-1 0,7-2 0,1 0 0</inkml:trace>
  <inkml:trace contextRef="#ctx0" brushRef="#br0" timeOffset="3610">11078 2827 12570,'0'-18'270,"0"2"0,0-1-181,0-6 1,6-6-90,-5 13 90,23 6-90,-14 5 0,7 1 0,0 2 90,-4 8 0,10 8-90,-16 1 45,-1 5 0,-3 2 45,-9-3 0,-1-1-1729,3 4 1,0-1 1335,-6-4 0,-1-1 618,0-1 0,1-3-225,-3 3-99,1-1 0,0-3 99,6-4 90,-4 1-270,34-16-540,-5 2 0,4-1-30,0 0 1,2-1-1,0 0-360,-3 2 0,-1 0 0,0 0 390,8-2 1,1 1 629,-7 0 0,1 1 0,-3-1 0,2 1 0,-1-1 0,0 0 0,1-1 0,0 1 0</inkml:trace>
  <inkml:trace contextRef="#ctx0" brushRef="#br0" timeOffset="3910">11885 2578 13020,'-25'-6'929,"0"0"0,-3 1 1,5 0-930,13 4 90,-3-2 0,21 2 0,7-4-90,0 3 0,3-1-1092,2 0 0,2-1 0,0 0 1137,2-1 0,3 1-113,-1 0 1,5-1-1,1 1 1,-2 0-755,-1 0 0,-1 0 0,1 0 349,-2 0 1,1 0 0,0 0 0,-2 1 232,-2-1 0,-2 1 1,-3 0-211,0-1 0,-2 0-1798,2-2 554,-6 0 795,2-3 891,-8 2 0,-1-1 0,-1 0 0</inkml:trace>
  <inkml:trace contextRef="#ctx0" brushRef="#br0" timeOffset="4125">12393 2355 11311,'-15'-1'1169,"1"1"-1079,7 0 0,3 4 0,3 1-90,6 0 90,1 11 0,7-11-90,7 18 0,-6-14 0,-2 2 0,-1 1 0,-5-2 90,5 13-90,-17-12-405,-3 4 0,-3 0-45,-6-1-1189,-3 2 1,0 1-1639,3-5 3135,3-2 1,1 0 0,7-3 0,-1 0 0</inkml:trace>
  <inkml:trace contextRef="#ctx0" brushRef="#br0" timeOffset="4378">12909 2251 13739,'-4'25'90,"0"-3"0,1 1-135,2 6 0,1 0-271,-2-4 0,1 0-14,1 2 0,0 2 1,0-2-1310,0 2 1,0 0 545,-2-5 1,0 1 0,1-1 578,1 2 0,-2-3 0,-7 6 0,4-18 0</inkml:trace>
  <inkml:trace contextRef="#ctx0" brushRef="#br0" timeOffset="4659">12885 2578 11670,'0'-22'655,"0"-1"0,0 0 1,0 0-1,0 1 0,0-1-488,0-2 1,0 0-1,0 2-1806,4-2 1,-1 3-552,-1-6 3156,15 11-1056,-12 7 840,17-3-750,-14 10-90,13 6 180,-12-2-90,11 19 0,-12-12 0,4 13 90,-7-2 0,-11 4-90,7-2 0,-15-6 0,-3-3 0,4-2-360,-9 2 1,-2-1-181,5-2-854,1 2 0,1-1-46,6-1 2195,-4 7 0,13-10 0,0 1 1</inkml:trace>
  <inkml:trace contextRef="#ctx0" brushRef="#br0" timeOffset="5109">13237 2547 13379,'-13'-11'3276,"2"1"-3313,12-10-53,16 5 90,0 7 0,3 4 0,0 2 0,-3 1 45,1 3 0,-1 1-45,-5-1 89,5 8 181,-11-4-180,-3 6 360,-8 7-360,3-5 0,-11 1 0,-4 0 0,4 0 0,-10 2 0,-1 1 90,4-2-1,-1 2 1,1 0 540,6-2-450,-4 4 629,30-12-719,0-7-1741,11-4 0,3 0 1561,3 1 0,-5-3 0,3-3 0,-3 2-131,-7 3 0,0 0 131,6-4 0,3-1 0,-4 1 0,5-2-180,-1-1 1,-2 1-1980,-8 0-540,-3-2-578,-25 8 258,-9 2 3019,-3 3 0,-3 2 0,6 0 0,-1 2 0,2-1 0,-1 1 0,0-1 0</inkml:trace>
  <inkml:trace contextRef="#ctx0" brushRef="#br0" timeOffset="5542">11011 3430 12750,'5'-25'1979,"-3"10"-630,-13-11-1169,3 19 179,-7 2 1,-1 2-180,0 1 135,-6 11 0,0 3-225,0 0-1183,6 2 1,-3 3 0,3-1 174,-6 6 339,7-4 1,-1 4 0,3-2 668,-1 4-236,2 3 1,6-2 145,14-8-705,5-2 1,2-2 74,13-4-463,-7-5 1,4 0 0,-3-1-103,-5-1 0,2-1 1195,8-2 0,5-1 0,-5-1 0,-7-1 0,-1-1 0,11-3 0,0 0 0</inkml:trace>
  <inkml:trace contextRef="#ctx0" brushRef="#br0" timeOffset="6041">11194 3715 14189,'-3'-13'1259,"16"-2"-899,13 8-270,-1-1 360,4 8-270,-20 0 89,-3 6-269,-3 1 0,-3 3 0,-19 12 0,10-10 0,-7 2 0,-1 1 0,5-4 0,-8 10 0,11-13 0,3 5 0,3-9 0,3 2 0,6-4 0,6 2 0,2-3 0,13 1-90,-12-1 90,8 0 0,1 3 0,-9-1 0,12 6 0,-19-5 90,3 7 0,-9-6 0,-8 2 0,-4-1-90,-4-1 45,-5 1 0,-3 1-90,-1 1 0,-1 0-341,1-1 0,0 0 206,-3 1 1,4-1-181,6-2-1439,-13-1 989,15-3-269,-4 0-2198,10-14 797,5 5 2480,0-11 0,9 8 0,1 0 0</inkml:trace>
  <inkml:trace contextRef="#ctx0" brushRef="#br0" timeOffset="6341">11640 3452 14729,'-5'-13'1529,"-1"6"-810,-1-4-629,10 3 0,4 0-45,10 0 0,2 1-45,4 1 0,2-1 0,6 0 0,-5 0-182,-7 2 0,0 1 69,2-2 1,4 0 0,0 1-1,-4 0-112,-4 1 1,-1 0-346,6-1 0,3-1 1,-4 0-61,5-1-989,3-4 0,-1-1 180,-14 2 0,-1 1 944,4-1 0,-2-1 495,-1-10 0,-12 11 0,-1-3 0</inkml:trace>
  <inkml:trace contextRef="#ctx0" brushRef="#br0" timeOffset="6541">12139 3167 10321,'-12'-2'1259,"-1"0"-719,0 0-360,5 1 540,-2 1-271,7 5-179,0 1 0,3 5 450,11 12-361,-4 4-314,2-14 0,-1 1 90,-3 4 0,0 0-45,0-1-45,-5 5 0,-3 1-45,2-3-315,-13 4 0,-2-1-566,2-4-212,-1-5 1,-4 1 0,2-2-1399,-5 5 2491,1-2 0,1 0 0,2-4 0,-3 2 0</inkml:trace>
  <inkml:trace contextRef="#ctx0" brushRef="#br0" timeOffset="6858">12584 3167 13739,'-5'-11'0,"-1"3"540,3 0-270,0 11-180,2 15-90,1 0-1639,-2 8 1,-1 0 753,-3 1 705,3-4 0,-2 4 0,1-4 233,0-4 1,-1-1-534,1 9 1,0 3-1,0-3 210,1-9 0,1 0-823,0 7 1,0 2 0,0-4-308,1 4 1272,1-7 0,0-1 1,0-5-1,0-2 1</inkml:trace>
  <inkml:trace contextRef="#ctx0" brushRef="#br0" timeOffset="7140">12574 3256 12840,'-5'-19'539,"0"-3"1,5 8-360,9 0-90,2 0-90,5 8 0,12-2 0,-11 5 90,2 1 0,0 1 0,-2 1 179,0 4 1,-1 4 0,-7 15-180,-5 0-510,-9-5 0,-5-2 330,-12 0 90,9-5 0,-1 0-495,-9 7 1,0 0 179,8-7 0,-1 1-765,-4 5 1,-3 3 0,4-2 269,7-6 1,1 0 809,-6 9 0,3 0 0,8-4 0,2 4 0</inkml:trace>
  <inkml:trace contextRef="#ctx0" brushRef="#br0" timeOffset="7973">12966 3401 13559,'0'-15'1889,"1"6"-1349,-1 0 269,0 14-539,-4 18-180,3-7 0,-3 11 90,4-16-180,0-4 360,0 1 449,0-5-899,0-11 90,0-1 0,0-9 0,0 7-90,18-13 90,-9 16 0,7-4 0,0 1 0,-4 7 0,14-3 0,-16 5-89,12 0 89,-16 8 0,5 0 89,-10 7-89,1 5 0,-7-4 45,2 2 0,-1-1-45,-10 0 0,4 3 0,0 0 0,-3-4-45,2 1 0,1 0 45,3-5 90,-2 11-90,13-12 0,14 3 0,-3-6 0,2-4 0,0 0 0,-5-1 0,16 5 0,-17-1 0,15 12 90,-14 3 0,-4 10 0,-18-12 0,-5-2-90,-5 6-206,2-11 1,0-1 385,-5 0-90,4-3-46,0 0 1,-2-1 45,0 0-90,-1 0 0,-1 0 0,6-2 0,-13 1-179,23-4 89,2 0-180,12-1 90,5 0-1169,5 0 449,-5 4-2377,11-3 0,-13 7 3161,12-7 1,-11 3-1,4-4 1</inkml:trace>
  <inkml:trace contextRef="#ctx0" brushRef="#br0" timeOffset="8909">13134 1167 8882,'13'-12'1709,"-4"3"-1349,3-2-270,-6 4-90,1-2 539,1-7-449,-5 5 90,2-18-90,-11 15-45,-1-4 0,-3 1-45,-5 2 0,-5-2 0,0 2 90,-3 2-525,5 4 1,-1 1 523,-1 4 1,1 1-45,4 1 0,-2 1 45,-5 1 0,-3 0 0,-2 2 0,4 0-526,-1 3 1,-1 2 547,-3-1 1,-5 2-1,0 1 1,5 0-23,5 3 0,0 1 22,1 1 0,-5 2 1,2 0-1,3-1-22,3 0 0,0 3 0,0 3 0,-2 5 0,1 1 0,3-3-592,1 2 0,2 3 579,4-8 0,-1 5 0,0 2 0,0 1 0,-1 1 0,2-3 0,2-3-602,-3 6 1,3-3-1,-1 5 592,2-8 1,-1 3-1,-1 2 1,1 2-1,0 0 1,0 1-1,0-1 1,2-2-179,1 2 0,0-1 0,2 1 0,-1-1 0,1-1 0,0 1 0,0-1 141,-2 1 0,1 0 0,-1-1 0,1 0 0,0 1 0,1 3-89,1-5 0,1 3 1,0 1-1,0 1 0,0 0 1,1-1-1,0-1 0,0-3 1,0-3 80,-1 3 1,1-5-1,1 1 1,0 3-51,1-2 1,0 3 0,1 3-1,0 0 1,0 1 0,1-2 0,-1-2-1,-1-3 50,0 1 1,0-4-1,1 1 1,0 2-12,1 1 0,1 3 1,1 3-1,0-1 1,0 0-1,0-2 1,-1-4 18,2 4 0,-2-4 0,3 3 0,-1-2 0,2 4 0,0 1 0,1 0 0,-1-2 0,-1-4-30,1 0 0,0-3 0,1 1 179,0 3 0,1 1 0,0 1 0,2-2-157,2-3 1,0-1-1,1-1 1,-1-2-23,-1-1 0,-2-1 0,4 0 18,2 1 0,3 2 0,2 1 0,0-2 0,-4-4-18,5 2 0,1-3 0,1-1 0,4 1 0,0-1 0,-3-3 0,-2-2 0,0-3 22,0 0 0,5 0 1,0-1-1,-5-2-22,-1-3 0,0-1 0,1-1 0,4-1 0,-1 0 0,-4-1 0,-1-1 0,0-3 0,-2 0 0,4-2 0,2-1 0,-2 0 0,-4 2 0,3-4 0,0-1-18,-3-1 0,4-3 0,0-2 0,0 0 1,-5 3 17,-4 1 0,-3 1 0,1-1 0,2-2 0,2-2 0,-1-1 0,0-1-36,-2 0 0,-1-1 0,0-1 0,0 1 0,-1 1 36,3-4 0,-2 1 0,2-2-18,-2 2 0,0-1 0,2-2 0,-2 2 0,-1 1 18,1-2 0,-2 1 0,-1 0-30,2-1 0,-2 0 0,2-3 0,-3 6 0,1-2 0,0-2 0,0-1 0,0-2 0,-1 1 10,-2 5 0,-1 0 0,0-1 0,1-1 0,-1 0 0,0-1 0,0 2 0,0-1 0,0 1-71,1-3 1,1 1 0,0 0 0,0 0 0,-1 0 0,0-2 0,-2-2 60,-1 7 0,0-2 0,-1-1 0,1 0 0,-1-2 0,-1 1 0,1-1 0,-2 0 0,0 2 0,-1 0 0,-1 1 0,-1 2 42,-2-8 1,-3 2 0,-1 2 0,0 0 0,-2 0 0,2 0 0,0 0-25,3 2 1,0 0 0,2 0 0,-1-1 0,-1 1-1,0 0 1,-2 1 0,-2 0-1,-3-1 1,-2-1 0,-3 1 0,0 0 0,0 1-1,-1 2 1,2 3 0,1 3-19,-5-5 0,1 6 0,-4 0 30,0 0 0,-4 0 0,-2-2 0,0 2 0,1 1 0,3 3-30,-2 1 0,2 4 0,-3-1 30,4 3 0,-3 0 0,-2-1 0,-1 1 0,1 0 0,1 1 0,4 2 0,-6-2 0,4 3 0,-4 1 0,2 2 0,-4 0 0,-3 0 0,1 2 0,2 0 0,5 0-60,-1 1 0,3 1 0,-2 3-223,2 1 0,-3 1 1,-3 2-1,0 2 0,0 0 1,2 3-1,2 0-186,5 1 1,1 2 0,1 2 0,2 0 0,-1 0 0,0 1 0,-1-2-79,-4 1 1,-1 0 0,0-1 0,0 1 0,1 1 0,3 1 506,1 2 0,1 2 0,1 1 0,1-1 1,3-1-1,1-2 0,1 3 0,3-2 1,1 0-1,-1 2 0,0-1 0,-1 0 1</inkml:trace>
  <inkml:trace contextRef="#ctx0" brushRef="#br0" timeOffset="18041">12618 3664 12210,'-11'-11'0,"2"0"0,-1 4 90,3-1 90,1 1 0,-1 1 90,1 1 89,1 1-179,0 0 90,1 1-90,0 0 0,1 1-90,-1-1 0,2 1-90,0 0 0,0 1 180,1 1 90,0 0-1,0 7 1,-1 0-90,0 8-90,-1 1-895,0 2 895,-2 6-1458,0 3 1458,0 3-90,2-13 0,0 0-667,-1 1 0,1 1 667,0 0 0,0 1 45,-2 9 0,1 3-49,1-2 0,0 1 0,1 1 49,0-8 0,1 1 0,0-1 0,0-1-51,-1 6 0,1-1 0,0-2 6,0 5 0,2-7 89,-1-9-89,0 3 1009,0-4-919,0-6 1499,0 4-1589,-6-9 637,-5 0-727,-1-3 612,-5-8 1,-2-5-523,1-1 0,0-3 30,2 1 0,-2-2 0,2 1 93,-1-1 1,1 0-79,2 0 0,3 2-45,5 9 0,-1-3 0,5 14 0,8 5 90,3 8 0,1 4-90,5 2 0,0 1-133,-1 0 0,0 1 193,0-1 0,2 0 0,-3-3-60,-4-7 0,0-1 30,3 6 0,2 1 0,-2-2-30,-1-1 90,-1 0 0,-1-1-180,-3-5 360,2 5-90,-7-12 90,2 0-270,-3-8-90,12-23 90,-4 8-1452,6-8 1,3 0 911,0 3-540,-2 4 1,3-4 0,-2 3 179,-4 6 1,1-1 899,2-2 0,1-4 0,2 1 0,-4 2 0,1 0 0,-1 1 0,1-2 0,0 0 0,0 0 0</inkml:trace>
  <inkml:trace contextRef="#ctx0" brushRef="#br0" timeOffset="68022">13676 1609 8432,'-3'9'810,"1"-2"-361,0-4 1,2-1-90,-1 0 270,0-1-1080,8-1-270,-1-4-899,12 2 0,2-1 1619,6-10 0,-1 7 0,0 1 0,-7-2 0,0 1 0</inkml:trace>
  <inkml:trace contextRef="#ctx0" brushRef="#br0" timeOffset="68359">13783 2516 11311,'-7'-5'0,"7"-1"-765,18-3 0,9 1 135,-12 3 1,2 0 301,6-1 0,6 0 0,0 0 1,-4 0-1,0 1 0,-1-1 1,2 0-1,1 0 0,0-1 1</inkml:trace>
  <inkml:trace contextRef="#ctx0" brushRef="#br0" timeOffset="68740">13413 3312 12840,'-14'-6'-720,"5"-1"-989,1-5 90,15 6 1619,10-6 0,8 7 0,-8-1 0,0 0 0</inkml:trace>
  <inkml:trace contextRef="#ctx0" brushRef="#br0" timeOffset="78927">11278 1435 12480,'-3'-8'3276,"7"-12"-2594,9-2-1775,-3 5 1,2-3 0,-1 2 338,-1 3 0,0-1 776,4-5 1,3-5-1,1-2 1,-1 0 21,-2 3 0,0 0 0,0-1 0,1-1 0,-3 4 1,1-1 0,1-1 0,0 0 0,-1 1 0,0 0-199,0-2 1,0 1 0,0 0 0,-1 1 0,0 1 183,1-4 0,-1 3 0,-1 1 15,1 0 0,-3 6-45,-6 10-450,0 1-654,-7 5-1505,3 10 2908,-4-4 1,11 5 0,2-8 0</inkml:trace>
  <inkml:trace contextRef="#ctx0" brushRef="#br0" timeOffset="79656">10507 2814 13559,'-15'0'180,"-12"-5"315,5 3 0,0-1-406,4 1 1,-1-1-1183,-5-1 1,-3 0 0,4 1 849,6 1 1,1-1 482,-12-3 0,-3-1 0,2 0-150,7 2 0,0-1 45,-1 0 0,-4-2 0,0 0 0,4 0-90,0 1 0,1-1-23,0 0 1,-2-1-1,0 0 1,3 1-23,4 0 0,1 0-528,-7-2 0,-3-1 0,5 1 528,0 0 73,-1 0 1,2 1-434,9 4-1709,-5-1-1208,12 4 1045,6 8 2232,8 3 0,3 6 0,1 0 0</inkml:trace>
  <inkml:trace contextRef="#ctx0" brushRef="#br0" timeOffset="80056">10580 3847 15538,'-29'-9'719,"1"8"1,-5 2-608,10 1 1,-2 1-1,0 1 1,1-1-775,-3 1 1,0 1 0,-2 0 679,5 0 0,-2 2 0,-1 0 0,2 0 0,4-1-18,-4 1 0,0 1 0,-1 1 0,-4 2 0,0-1 0,4 0-45,2-1 0,1 1-180,1-1 0,-4 2 0,1 0 0,4-2-90,3-1 1,1 0-779,-5 1 1,-1 1 0,4-7 437,1-13 1,-5 0-1,21-17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52:15.4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1204 3006 15268,'7'0'2249,"5"4"-2159,11 4 0,2 2-45,-10-4 0,1 0-1138,5 0 1,3 1 0,-3-1 176,8 2 916,-6-2 0,4 0 0,-4 0 45,-6-2 0,0 0-45,9 2 0,5 0 0,-4 0 0,-8-2 0,0 0 22,3 0 1,4 1-1,-1 1 1,-2-2 21,0 1 1,0-1-45,0 0 0,1 1 0,1 0 60,1-1 0,1 0 0,-2 0-60,-1 0 0,2-1 22,1 1 1,5-1 0,0 1-1,-4-1-22,-1 0 0,1-2 18,-5 1 0,5-1 0,1 1 0,-1-1 0,-4 0 27,7 0 0,1-1-27,-6-1 0,5 0 0,1 0 0,-1-1 0,-4 2-18,-4-1 0,-3 1 0,3-1 15,1-2 0,5 0 0,2-2 0,0 0 0,-3 1 0,-3 0-15,-1 1 0,-4 1 0,4-2 15,-1 0 0,5-2 0,1 0 0,0 0 0,-2 0 0,-5 1-15,8-1 0,-2 0-18,-4 0 0,3 0 0,1 0 0,-2-1 0,-3 2 18,4-2 0,0 1 22,0-2 1,4 0-1,0-1 1,-5 2-23,-2 0 0,0-1 0,0 0 0,3-1 0,1-1 0,-5 2 0,-2 0 0,0 0 0,0-1 0,3-1 0,0 0 0,-4 1 0,-2 1 0,0-1 60,9-4 0,4-3 0,-6 2 30,-9 6 0,-2-1-60,6-4 0,2-3 0,-4 3-30,-1-3 45,-1-2 0,-2-2-45,-3 2 0,-1-6 0,0 0 1089,-3 2-1089,1-5 0,0 0 0,-1 3 0,1-3 0,-1 1 90,0 3-45,-1-2 0,-1-1 45,-1 5 45,-1-3 0,0 0-45,-2 3-45,0 5 0,-1 0 135,0-9-1145,-6 6 965,5-7-526,-8 8 0,-1 1 526,2-6 29,-1 5 1,-3-2 0,1 2-30,-5-8 30,2 7 0,-3-3 0,1 3-30,4 6 0,-1 0 0,-7-5 0,-5-3 0,3 4 0,6 5 0,-1 1 0,-2 0 0,-4-1 0,-1 0 0,4 2 0,1 1 0,-2 0 0,-6 0 0,-5-1 0,-1 0 0,5 1 0,1 2 0,0 0-18,2 2 0,-6-1 0,-1 0 0,1 1 0,5 0 18,-5 1 0,0 0 36,4 1 0,-5 1 0,-1-1 0,1 0 0,5 1-36,3 0 0,3 1 0,-3 0 18,-5-1 0,-4 1 0,-1 0 0,1 0 0,4 0-48,5 0 0,3 1 0,-3 0 45,-3-1 0,-5 1 0,-3 0 0,1 0 0,1 0 0,6-1-89,-1 1 1,4 0 0,-3 0 88,2 1 0,-4 0 0,-1 0 0,-1 0 0,3 0 0,5-1-526,-1 0 0,4 0 0,-1 1 511,-6 2 0,-1 1 0,0 0 0,2-2 0,-1-1 0,0 0 0,2 1 99,3 1 1,1 2-1,-3-1-63,-3-1 0,-4 0 0,-1-1 0,1 1 0,5 0-36,4 0 0,3 0 0,-3 1 36,-2-1 0,-4 1 0,0 1 0,0-1 0,5 0 9,-3 0 0,0 1 0,0 1 0,-4 0 0,0 1 0,5-1-45,2 0 0,1 0 22,-1 0 1,-4 2-1,0 0 1,5-2-23,0 0 0,1 1 0,-1 0 0,-3 2 0,-1 1 0,5-2 0,0 1 0,1-1 0,-1 1 0,-1 1 0,2 0 0,-3 4 0,2 1-329,4-4 0,1 0 284,-5 3 0,1 3 45,-4 4 0,2 0 423,9-8 0,-1 0-393,-4 6 0,-1 3 0,2-3-30,7-6 0,0-1 0,-2 7 0,-2 1 0,2-1 0,-2 6 30,5-5 0,-1 2 0,2-3-30,-1 9 90,3-3 0,1 5 0,0-4-90,3-9 0,1 1 30,1 11 0,2 5 0,-1-5-30,-1-10 0,2 0 30,5 9 0,3 3 0,0-3 15,-5-9 0,1-1-15,7 7 0,4 3 0,-1-5-30,-5-7 0,1-2 60,7 6 0,4 1 0,-3-3 603,-3-7 1,0 0-687,4-1 1,4 2 0,0-1-1,-2-2-22,0-1 0,3-2-315,-5-1 0,4 0 1,2-1-1,2 1 0,0-2 1,-1-1-188,1-2 1,0-2 0,1-1 0,0 0 0,-1 0 0,1 1-1,-2 1 1,0 0 0,-1 1 0,1-1 0,2-1 0,0-1 477,-1-1 0,1-2 0,3 0 0,-1-2 0,1 1 1,-1-1-1,-1 0 0,-2 1 0,-3 0 0,1 0 1,-3 0-1,-1 0 0,0-1 0,2 0 0,3-1 1,0 0-1,0 1 0,0-1 0,0 0 0,0 0 1,0 0-1</inkml:trace>
  <inkml:trace contextRef="#ctx0" brushRef="#br0" timeOffset="44796">14186 1174 13829,'7'-14'630,"-2"2"-181,-1 1 1,-1 2-270,-2 2 0,0 2-90,-1 2 0,0 9-90,0 3 0,0 4 0,0 2 90,4 13-90,-3-10-225,1 6 0,0-1-135,-2-2-360,0 1 1,0 1 0,0-6-920,0 3 1,0-1-1639,0-6 3251,0 6 0,0-15 1,0-2-1</inkml:trace>
  <inkml:trace contextRef="#ctx0" brushRef="#br0" timeOffset="45129">14362 1136 14639,'-5'17'90,"1"-2"-90,4-1 0,0-3-90,0 19 90,15-5-45,-3-9 0,2-2 45,10-6 0,1-6 179,-2-6 1,-1-4-90,-4 2 0,-4-4 270,-7-6 0,-5-1-180,-3 3 0,-11-1 0,-2 0-90,3 4-45,-7 0 0,-2 3-135,5 3 90,-7-1-450,6 6 90,7 5-1799,-3 1-449,10 6-669,-1 4 2056,10-6 1221,-5 3 0,12-7 0,-5-1 0</inkml:trace>
  <inkml:trace contextRef="#ctx0" brushRef="#br0" timeOffset="45446">14664 1119 13110,'-19'-2'1978,"-1"5"-2068,-1 7 90,8 2-269,6 5-1,18-2 180,-4-4 45,7-6 0,2-1 45,0-3 45,9-2 0,1-3 225,3-9-225,-11 10 0,-1-2 314,-3-15-179,-20 16-90,-16-10-90,4 11-180,-11-1-179,2 4-1710,2 6-810,1 1 2879,9 4 0,12-1 0,2-1 0</inkml:trace>
  <inkml:trace contextRef="#ctx0" brushRef="#br0" timeOffset="46079">14909 1104 13110,'11'0'3276,"-9"0"-2235,-13-5-1041,1 0 0,-6-1-90,10-1 90,2 4 360,-1 0-270,4 6-90,4 2 0,-2 6 0,6 6 0,-7-6 0,9 10 0,-6-14 0,10 8 90,-5-10-90,14 4 0,-11-7 0,17 0 90,-16-7-90,13-3 90,-16-6 0,4-8-90,-10 5 0,-1-5 90,-8 2-90,-1 5 90,-1-5-90,-13 0 0,13 8-45,-6 4 0,-1 1 45,3 4-630,-12 7 180,13 5-1978,-10 14 1258,13-7-469,1 1 1,0 1 818,4-5 1,-1 11 0,4-15 0</inkml:trace>
  <inkml:trace contextRef="#ctx0" brushRef="#br0" timeOffset="46713">15142 791 11940,'1'-12'990,"0"-1"719,-1-15-1125,-9 11 1,-3 0-46,-3-6 1,-2 2-2047,-2 4 1,-1 2 1641,0 3 0,-2 2 314,-7 1 1,0 3-360,10 2 0,-2 0 67,-2 1 1,-5 0-1,0 1 1,4 0-68,-2 1 0,0 1 0,4 1 0,-4 2 0,-2 0 0,1 0 0,4 0-1,-6 1 1,-1 1-18,6 1 0,-5 2 0,0 1 0,1 0 0,4-1-72,-5 2 0,0 3 36,7-1 0,-4 2 0,-1 2 0,2 0 0,3-2-6,4-1 0,3-1 0,-2 4-15,-1 1 0,-2 4 0,-2 3 0,0 0 0,1 0 0,3 0-348,0 1 1,1-1-1,2 1 1,-1 0 0,0 0 350,-1 0 0,0 0 0,0 0 0,0 0 0,2 2-3,2-3 0,1 3 0,0-1 0,2 1 0,1-3 0,2-3-775,0 6 0,2 0 790,0-1 0,-1 1 0,5 0-129,4-2 1,3-1 0,2-1 98,3 0 0,1-1 0,1 0 0,-2 2 0,1-1 0,4-1 22,6-3 1,4 1-1,2-3 1,-4-3 149,0-1 1,1-3-173,1 0 0,4 0 0,0 0 0,-4-3 0,-1-3 0,2-1 0,-2-3 0,4 0 0,3 0 0,-1-1 0,-5 1 0,-1 0 0,-4 0 0,5-1 0,-1-2 0,6-1 0,1-1 0,0-1 0,-2 0 0,-5 2 0,-2 0 0,-3 0 0,2-2 36,2-2 0,5-3 0,0 0 0,-1-1 0,-5 2 9,4-3 0,-1-1-9,-6 1 0,3-2 0,0-2 0,0 0 0,-5 2-36,5-4 0,-2-2 0,-4 1 0,2-3 0,1-1 0,-1 0 0,-3 3 0,-3 1 0,-2 3 0,1-2-23,1-2 1,1-2-1,0 0 1,-2-2 67,-2 0 0,-1-2 0,-2 0 0,0 2 248,-1 1 0,0 2 1,-1-3-205,-1 1 1,1-4 0,-1-2 0,0 0 0,-1 2 0,-2 4 0,-1-2 0,-2 4 0,-1-3 72,-1-2 0,0-5 0,-2 0 0,0 2 0,-1 4-72,-5-2 0,-4 3-1,-1 2 1,-4-2 0,-1 2 0,2 5-90,-2 3 0,-3 5 0,2 3 0,-4-1 0,-3 2 0,1 1 0,4 1-146,0 4 0,4 1 0,-5 2 146,3-1 0,-3 1 0,-3 1 0,-1 1 0,0-1 0,3 1 0,3 1 0,-1 0 0,4 0 0,0 2 0,-4 2-140,3-1 0,-4 2 0,-1 1 0,-2 1 0,0 1 1,0 0-1,2-1 0,2 0 0,4-1-40,-4 2 0,4-1 0,1 0 0,-3 4-169,3-2 1,-3 4-1,-2 0 1,0 2-1,1 0 1,1 0-1,2-2 1,5-3-42,-2 5 0,4-3 1,0 4-267,0 1 1,-1 4-1,0 1 1,1-2 0,3-3-900,2 3 0,2-1 1555,3 0 0,0 3 0,2 0 0,2-4 0,2-3 0,2-1 0,1 1 0,0 0 0,0 0 0</inkml:trace>
  <inkml:trace contextRef="#ctx0" brushRef="#br0" timeOffset="100411">9720 4373 10771,'0'-12'1079,"0"2"-629,0 4-90,-4 0 0,3 0-91,-3 1-89,4 0 0,-3 1-90,2 1 0,-2-1 0,3 1-90,0 1 540,-2 1-270,1 7-91,-1 3-134,4 5 0,2 4 0,0 5 0,1 1-45,-1-4 0,0 1-796,-1 1 1,1 2 0,-2-4 615,0 6-405,0 4 1,0 0-136,0-4-919,1 4 1,-1-1-1639,1-7 3048,0-3 1,-1-1 0,-1-8 0,1 2 0</inkml:trace>
  <inkml:trace contextRef="#ctx0" brushRef="#br0" timeOffset="100629">9629 4537 10141,'-8'-18'540,"0"0"449,-2-5-539,3 7 90,-3-12-450,6 15-90,0-10 0,3 14 0,16-6 90,-6 9-90,12-1 0,4 1-450,0 0 0,2 1-643,1 0 1,2 0 0,-2 0-1,-6 1 1,-1 1 0,1 0 623,3-1 1,1 1 0,-4 1 0,7-1 0,-10 1 0,-1 0 0</inkml:trace>
  <inkml:trace contextRef="#ctx0" brushRef="#br0" timeOffset="100861">10135 4265 10321,'0'-10'1979,"-5"-3"-1799,0 9-180,-1 4 0,2 15 90,9 0-90,-2 3 0,0 0 0,3 0 0,-1 8 0,1 3-405,-2-3 0,0 0-109,1 0 1,0 1-580,-1-5 1,0 1 0,0-4-914,1 3 2006,-2-4 0,1-2 0,-1-2 0,0 0 0</inkml:trace>
  <inkml:trace contextRef="#ctx0" brushRef="#br0" timeOffset="101145">10187 4304 11400,'-6'-15'855,"1"0"0,-6-15-766,2 1 1,2 1-90,6 19 0,12-4 0,-3 12 0,20 6 0,-13-3 0,2 7 0,1 2 90,-2-3-90,0 5 0,-1 2 90,-4-4-45,-2 4 0,-5 2-270,-10-3 1,-6 0-1415,-2 6 1,-2 0 83,0-5 0,-1-3 1310,-1 1 0,3-3 0,3-2 0,2-1 0</inkml:trace>
  <inkml:trace contextRef="#ctx0" brushRef="#br0" timeOffset="101662">10790 4204 13110,'1'-7'1079,"-5"1"-989,3 18-90,-3-4 0,2 8 0,1 1 0,1 0 0,-2 4 0,1 0-90,1-1-495,3 2 1,-1 0-136,-1-3-919,7 1 1,1 0-302,-6-5 1810,13 7 1,-15-13 0,3 0-1</inkml:trace>
  <inkml:trace contextRef="#ctx0" brushRef="#br0" timeOffset="101861">10818 4430 12480,'-18'-12'1349,"1"-1"0,-7-5-1034,9 9 0,2 2-315,3 2 0,-4-5-630,28 3-1009,5 0 1,3 0-1,-3 2 1,2 1 545,5-3 1,4 1 0,-3-1 587,-9 3 0,-1-1 0,12-3 0,-2 1 0,2-3 0</inkml:trace>
  <inkml:trace contextRef="#ctx0" brushRef="#br0" timeOffset="102078">11271 4011 12570,'0'-13'1259,"-5"1"-1079,3 7 450,-8 0-271,9 10-269,-4 3 90,5 17-180,0-6 45,3 6 0,0 0-45,-1-1 0,5 6 0,0-1-90,-5-6-405,7 2 1,1-1-136,-5-4-764,4 0 0,0-1-45,-3-4 1439,5 10 0,-9-17 0,2 3 0</inkml:trace>
  <inkml:trace contextRef="#ctx0" brushRef="#br0" timeOffset="102278">11168 4249 11670,'-21'-22'1170,"4"4"-406,1-1 1,1 0-1060,-1 0 474,3-1 1,1 0-1522,5 4 1342,-2-7 441,9 9-441,0 5 0,8-2-90,10 0-90,2 5-450,1 1 1,1 1-181,0 2-829,6 0 1,1 1-1639,-1 1 3217,-6 3 0,0 0 1,2-2-1,1 4 1</inkml:trace>
  <inkml:trace contextRef="#ctx0" brushRef="#br0" timeOffset="102512">11555 3991 11580,'6'-27'2429,"-1"8"-1889,-1-3-450,-2 14 179,2-3 1,-3 9 0,0 15-270,-1-3 45,-2 8 0,0 4-45,-1 5 0,0 0-349,-1-5 1,0 1 288,2 3 0,-1 2 0,1-4-210,-2 5-540,2 1 1,1-1-1,0-7-829,3 0 1,2-2-302,-3-6 1934,9 7 1,-4-16 0,4 1 0</inkml:trace>
  <inkml:trace contextRef="#ctx0" brushRef="#br0" timeOffset="102931">11572 4060 11940,'-8'-24'989,"-1"0"1,2 7-1,2 1-899,2-6 0,21 32-90,-1 5 0,5 4 0,0-1-186,-1-1 186,-5-5 0,3 1 0,-2-2 0,6 4-90,4 1 0,0-2-269,-2-2-361,-7-4 0,4 0 1,-2-3-676,0-5 1,-1-1 1079,2 5 1,-2-3-462,-4-15 1,-6-4 865,-13 4 0,-4-1 180,5-5 0,-1 0-278,-5 1 1,-3-1 0,2 3 637,-4-11-818,3 9 1,-1-4-1,2 5 638,-1-2-950,1 1 1,2 4 1309,4 10-361,1 17-449,1-1 45,7 11 0,1 2 45,-4-1-90,6-4 0,1 2-135,-3 3 1,-1 0 409,1-8 1,0 1-1206,0 5 1,1 4 0,-2-2-710,-1 2 1,-1-2 1608,2 1 1,-2-1-1,-1-4 1,-1-1-1,-1-2 1</inkml:trace>
  <inkml:trace contextRef="#ctx0" brushRef="#br0" timeOffset="103861">9857 4869 13199,'-8'8'720,"3"0"-360,4-5 809,20 4-809,-7-4 45,14 1 0,3 0-829,-14-3 1,2 0 662,11 1 1,6-1 0,-3 0-577,-7 0 0,2 0 408,0-2 1,5 0 0,3 0 0,0-1 0,-2 0-590,-4 0 0,-1-1 1,0 0-1,0 0 0,1 1 518,1-1 0,1 0 0,0 0 0,1 0 0,2-1 10,-7 0 0,3 0 0,0 0 0,2-1 0,0 0 0,-1 0 0,-1 0 0,-2 0 0,-3 1 12,7-1 1,-5 0 0,1 0-1,5-1-22,-8 1 0,4-1 0,3 0 0,1-1 0,1 0 0,-1 0 0,0 0 0,-1 0 0,-3 0 0,-3 1 0,7-2 0,-4 1 0,-1-1 0,5-1 0,-9 2 0,3-1 0,2 0 0,2-1 0,0 0 0,0-1 0,0 1 0,-2 0 0,-2 0 0,-3 1-18,4-1 0,-5 1 0,0 0 0,1-1 0,3-1-9,-3 1 0,2-1 0,2-1 0,1 0 0,1-1 0,0 0 0,-1 1 0,-1-1 0,-2 2 1,-3 0-343,7-3 0,-3 2 0,-2-1 1,5-3 348,-6 3 0,2-3 0,3 0 0,0-2 0,1 0 0,-1-1 0,-1 0 0,-2-1 0,-3 1 5,0-4 0,-2-1 0,-3 0 0,0-1 0,1 1 0,0 0 15,3 1 0,2 0 0,-1 0 0,0 0 0,-2-1 0,-3-2-15,-3-2 0,-2-3 0,-2 0 0,-1 0 0,-2 2 0,-2 4-30,1-7 0,-5 1 27,-2 6 0,-3-4 0,0-1 0,-1 1 0,0 4-27,-2-4 0,-4 0 30,0 7 0,-4-4 0,-3-1 0,-1 0 0,-2 2 0,-1 3 15,1 5 0,-2 2 0,0 2 0,-2 1 0,-1 0 0,-1 0 0,-1 0-90,3 2 1,-1-1 0,0 0-1,-2 0 1,0 1 0,-1-1-1,-1 1 1,0 1 0,-1 1-1,1 0 1,-1 2 108,2 1 0,0 0 0,-1 2 1,0 0-1,-1 1 0,-1 0 1,1 1-1,-1 0 0,1 1 1,0-1-1,0 1 0,1 0 1,0-1-1,2 1-82,-3-1 0,1 1 1,1-1-1,1 1 1,0 0-1,0 0 0,-1 0 1,1 1-1,-1 1 1,0 0-1,-2 1 75,2 1 1,-2 0 0,0 1 0,-2 1 0,0 0 0,0 1 0,0-1 0,1 1-1,0 1 1,1-1 0,1-1 0,1 1 0,3-1 0,1 0-13,-6 1 0,3 0 0,3 0 0,0 0 0,-2 1 0,-3 1 6,7-2 1,-3 1 0,-1 1 0,-1 1 0,-2 0 0,0 0 0,0 0 0,0 1 0,1-1 0,1 0 0,2-1 0,1 0 0,2-1-16,-5 3 0,4-2 0,1-1 0,1 1 1,-2 2-1,-4 1 22,6-2 1,-1 2 0,-3 0 0,0 1 0,-2 1 0,0 1-1,0 0 1,0 0 0,1 0 0,0 1 0,1 0 0,1-1 0,3 1 6,-3 2 0,1 1 0,2 1 0,0-1 0,1 1 0,1 0 0,-1-1 0,0 1 0,-1-1-11,-1 0 1,-1 0 0,0-1 0,0 1 0,0-1 0,0 1 0,1 0 0,1 2 0,2 0 20,1 1 0,0 3 0,0 0 0,1 1 0,2 0 0,0-1 0,2-1 0,1-1 0,3-4 118,-3 9 1,4-5 0,0 5-119,2-3 0,0 4 0,0 3 0,1-1 0,1-2 0,2-4-30,2 0 0,2-4 0,2 3 36,2 2 0,1 4 0,2 1 0,0-2 0,2-6-36,0-4 0,2-4 0,3 0 18,5 2 0,4 2 0,2 0 0,0-2 0,-2-4 115,0-2 0,-2-4 0,4 0-121,-3-1 1,5-1 0,2 1 0,1-1 0,-1-1 0,-1 0 0,-3-1 9,0 0 1,-3-2-1,1 0 1,4-1-23,-4-1 0,2-1 0,3 0 0,1 0 0,2-1 0,1 0 0,-1 0 0,1-2 0,-1 1 0,-2-1-32,0-1 1,0 0 0,-1-1-1,1-1 1,-1 0 0,0 0-1,1 0 1,-1 0 0,0 0-1,0 1 14,0 0 0,0 0 0,-1 0 0,0 1 0,0 0 0,0-1 0,1 0 0,0 0 0,1-1 0,0-1 18,-2 0 0,2-1 0,1 0 0,1-1 0,0 0 0,1-1 0,-1 0 0,-1 0 0,0 1 0,-2 0 0,-1 0 0,-2 1 0,-2 0 0,4-1 0,-3 1 0,-3 0 0,0 0 0,2-1 0,3-1-40,-4 2 0,2-2 1,2 0-1,1-1 1,1 0-1,1-1 1,-1 1-1,0-1 1,-2 1-1,0 1 1,-3 0-1,-2 1 22,7-2 0,-5 0 0,0 1 0,0 0 0,3-2-17,-2 1 1,2-2 0,2 0 0,1-1 0,1 0 0,-2 0 0,-1 0-1,-2 2 1,-3 1 11,1-1 1,-3 2 0,-1-1-1,3-2 23,-2 1 0,2-3 0,1 0 0,1-2 0,-2 2 0,-2 0 0,-4 1-30,2-1 0,-4 0 0,0-1 157,2-1 0,1-1 1,-1-1-1,-3-1-127,-2-1 0,-2 0 0,-2-2 0,0-1-36,-1-1 0,0 0 0,-1-2 0,0 0 0,0 1 13,1-2 1,1 1 0,-1 0-1,-1-3 8,-3 4 0,0-4 0,-2 0 0,0 0 0,0 3 0,-2 4 219,0 1 0,-2 4 0,-2-3-222,-2-3 0,-3-4 0,-2-1 0,-1 2 1,1 5 231,-1 3 0,0 5 1,-5-1-230,-2 1 0,-6-1 0,-2 0 0,-1 1 0,1 1 0,2 4-178,2 1 1,2 4 0,-1 0 0,-4 2 182,2 0 0,-4 1 0,-3 0 0,-1 1 0,-2 0 0,1 0 0,1 1 0,2 1 0,3-1 10,-4 1 0,5 1 0,0 0 0,-2 2 0,-4 0-14,10-1 0,-4 1 0,-1 1 0,-2 0 0,-1 0 1,0 1-1,-1-1 0,0 1 0,1 0 0,0 0 0,2 0 1,2-1-1,2 1-99,-7 1 1,3-1-1,3 1 1,-1 0-1,-2 1 1,-5 2 72,10-3 1,-2 1 0,-2 1-1,-2 0 1,-1 1-1,-2 1 1,1 0 0,-2 0-1,1 0 1,0 1 0,1-1-1,1 0 1,1 0 0,1-1-1,3 0 1,2-1-84,-8 4 1,4-2 0,3-1 0,0 1 0,0 0 0,-2 2 0,-3 1-25,7-2 1,-3 0 0,-1 1 0,-1 2 0,-1 0 0,-2 0 0,0 1 0,1 0-1,-1 1 1,0-1 0,2 0 0,0 0 0,2-1 0,2 0 0,1-1 0,3-1-20,-8 6 0,3-2 1,4 0-1,0 0 0,-1 1 1,-3 4-70,7-6 1,-1 2 0,-1 2 0,-1 0 0,-1 2 0,0 0 0,0 1 0,0-1 0,0 1 0,1-1 0,1 0 0,2-2 0,1 0 0,1-2-115,-4 7 1,2-3-1,3-1 1,0 1-1,-1 0 1,0 3 348,0-3 0,0 2 0,-1 1 0,0 1 0,0 1 0,1-2 0,0 1 0,2-3 0,2 0 0,-1 3 0,2-2 0,1-1 0,1 0 0,-1 1 0,1 0 0,0 0 0,-1-1 0,1 1 0,0 0 0</inkml:trace>
  <inkml:trace contextRef="#ctx0" brushRef="#br0" timeOffset="151011">950 3176 10411,'-28'3'-90,"-1"-3"180,2 2-2027,0-2 2027,2 1 90,1 0 90,2 2 90,1-1-1,3 0-89,3 1 0,2-1 511,3-1-781,3 0 407,2 0-407,1-1 359,3 1-89,1 0 1109,7-1-749,6 2-360,6-2 29,0 0 1,6-2 0,1-1-712,-2 0 1,0-1-1,3-1 1,1 0-1,1-1 445,-3 2 1,3-2 0,1 1 0,0-1-1,1 0 1,0 0 0,-1 1 0,-1-1-400,-2 1 0,0-1 0,-1 1 0,0 0 0,0-1 0,1 0 1,2 0 365,-2 1 0,1-1 0,1-1 0,0 1 0,1-1 0,1 0 0,-1 1 0,0-1 0,-1 1 0,0-1-181,0 1 1,-1 0 0,1 0-1,-1-1 1,0 1 0,0 0-1,-1 0 1,1 0 0,-1 0 180,0 0 0,0 0 0,0 0 0,-1 1 0,1-1 0,0 0 0,0 0 0,2 0-105,-2 0 1,1 0 0,2-1 0,0 1 0,1-1 0,0 1 0,-1-1 0,-2 1 0,-1 1 0,-2-1-1,-2 2 105,7-3 0,-4 2 0,-1 0 0,4-1 12,-5 2 1,2-2-1,3 1 1,1-1-1,0 1 1,0-1-1,-1 1 1,-2 0 0,-2 1-121,3-1 0,-2 1 0,-1 1 0,0-1 0,1 1 42,4-2 0,3 0 1,-1 0-1,-2 1 1,-5 1-880,5-1 1,-11 5 134,-19 5-240,-14 0 1,-12 1 0,1-1 509,5 1 1,-2 0 539,0-1 0,-5 1 0,0 0 0,2 0 0,3-2 0,1 0 0,-2 0 0,-7 2 0,-1 0 0,1 0 0</inkml:trace>
  <inkml:trace contextRef="#ctx0" brushRef="#br0" timeOffset="151359">532 3477 11400,'-22'7'60,"-1"1"0,5-2 0,1-1 120,-10 5 1080,31-4-901,9-5 1,16 1-90,-10-5 0,3-3 0,-1 1-1195,1 1 1,2-2 1067,0-1 1,3-2 0,2-1 0,3-1 0,-1 1-405,-3 1 0,2-1 0,0 0 0,1-1 1,0 1-1,-1 0 0,-1 0 276,1 0 0,-2 1 0,-1-1 0,1 1 0,2-1 0,2 0-181,-6 2 1,2-1 0,0 0 0,2 1 0,1-2 0,0 1 0,0 0 0,1 1 0,-1-1 0,0 1 0,0 0 165,-1 1 0,-1 1 0,1-1 0,0 1 0,0 0 0,-1 1 0,1-1 0,1 1 0,-1-1 0,1 0 0,0 0-99,-3 1 1,1 0 0,0-1 0,1 1 0,0-1 0,-1 1 0,1 0 0,0-1 0,0 1 0,-1 0 0,0 0 0,0 0 0,-1 0 98,3 0 0,-1-1 0,0 1 0,0 0 0,0 0 0,-1 0 0,0 1 0,0-1 0,0 1 0,-1-1 0,0 1-59,3 0 1,1 0-1,1 0 1,-2 0 0,0 0-1,-1 1 1,-2 0-1,-3 0 1,-2 0 58,7 0 0,-5 0 0,2 0-18,2 0 0,5 0 0,0 0 0,-1 0 0,-6 0-72,2 0 0,-1 1-90,-2 0 0,3 0 0,0 0 1,-5 0-1,-4 1 0,-2 0-66,5-1 0,2 1 0,-4 0-204,1 0-652,-3 0 1,-3 1-2176,-8 0 3587,-5-1 0,-10 1 1,-8 0-1</inkml:trace>
  <inkml:trace contextRef="#ctx0" brushRef="#br0" timeOffset="151743">639 3733 13829,'-11'1'-450,"-1"-1"810,14-5-90,0-1 0,14-5-1909,7-1 1,2 0 1555,-8 4 1,3-1 172,2 0 0,4-3 0,2 0 0,0 0 0,-4 2-415,2-1 0,-3 1 0,5-2 358,-5 3 1,4-2 0,2-1-1,1 0 1,1-1 0,0 1 0,-3 1-1,-2 1-359,0 0 0,-3 1 0,-1 1 0,1-1 0,5-1 334,-5 2 0,3-2 0,2 0 0,1 0 0,2-1 1,0 0-1,0 0 0,-1 1 0,-1 0 0,-2 0 0,-2 2-226,7-2 0,-4 0 0,-2 2 0,3-1 0,5-1 224,-11 4 0,2-1 1,2-1-1,2 0 1,1 0-1,1 0 1,0-1-1,1 1 1,0 0-1,-1-1 0,0 2 1,-1-1-1,-1 1 1,-2 0-7,5 0 0,0-1 0,-2 2 0,0-1 0,-1 1 0,0 0 0,1 0 0,0 0 0,1-1 0,-3 1 0,0 0 0,1-1 0,0 1 0,0 0 0,0 0 0,0-1 0,1 1 0,-1 0 0,1 0 0,-1 0-14,3 0 0,0 0 0,1-1 0,0 1 0,0 0 0,0 0 0,-1 1 0,-1-1 0,-2 1 0,-1 0 0,-4 1 14,4-1 0,-3 1 0,-3 0 0,2 0 0,2-1 0,2 1 0,4-2 0,2 0 0,0 0 0,0 0 0,-2 1 0,-3 0 0,-5 1 0,1-1 0,-6 2 0,3-1-30,4-1 0,2 0 0,-1 0 0,-5 1-240,5-2-715,-7 2 0,-7 1-2292,-22 8 1427,2-5 1850,-20 13 0,4-7 0,-2 7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55:00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6291 1820 10051,'-9'13'0,"-8"0"0,8-3-1182,-8 0 1272,3 2 0,0 2 0,0 1-635,-2 1 815,3 0-180,0-2 90,2 0 280,2-3-370,3-3 0,1-1 0,2-3 550,1-1 799,1-1-444,6-11-905,-4 3 89,9-22-179,-6 13 135,1-11 0,-1-4-135,-2 5 0,0 1-1639,0-5 1,-1 1 1621,-4 4 1,-1-1 61,-2-4 0,-2 2-235,1 9 0,-1-1 250,-2-9 0,-1-3 0,0 4-15,3 8 0,-2 1 15,-4-6 0,-5-2 0,3 3-60,3 9 0,-1 2 0,-8-3 0,-4-1 0,3 3 45,5 6 0,-1 2-45,-7 2 0,-6 1 0,-1 1 0,5 0-341,1 0 1,-1 2 357,3 3 1,-6 3 0,-1 1 0,1 0 0,6-1-445,-5 0 1,1 3 462,4 0 0,-3 4 0,-1 1 0,1 0 0,4-2 367,4-1 0,2-2 0,-3 3-373,1-1 0,-3 3 0,-1 2 0,-1-1 0,3 0 0,2-3 0,-2 2 0,4-1 0,-3 2 15,1-1 0,-4 4 0,0 1 0,-1 0 0,2-1 0,3-2-307,0 1 0,2-2 0,-2 4 277,2 0 0,-3 4 0,-1 3 0,0-1 0,2 0 0,3-4 15,0 3 0,3-3 0,-2 5-8,3-5 1,0 3-1,-2 2 1,0 2-1,0 1 1,0 0-1,2 0 1,0-2 2,2 1 1,1 1 0,0-1-1,1 0 1,1 0 0,-1 0-1,-1 0-196,0 0 0,-1 0 1,0-1-1,1 1 0,-1-1 1,2 2-1,0 1 211,2-3 0,0 1 0,1 2 0,0 1 0,1-1 0,0-1 0,0-1 0,2-3 0,-1-2-144,1 4 0,1-5 0,0 0 0,1 4 126,1-3 1,0 2-1,0 2 1,0 2-1,1 0 1,0 0-1,2-1 1,0-1-11,1 0 1,2 0 0,1-1 0,0 0 0,1 0 0,-1-1 0,0 0-106,-1 2 1,0 0-1,0 0 1,1-1-1,0 0 1,1 0 92,0 0 0,1 1 0,1-1 0,1 0 0,0-1 0,1-2 18,2 0 0,1-1 0,1-2 0,0-1 0,-2 0-29,3 3 1,0-1-1,2 2 23,-2-5 1,1 2 0,2 1 0,2 1 0,0-1 0,-1 0 0,0-2-13,1-1 0,0-2 0,0 0 0,0-1 0,0 0 0,0 1 15,0 0 0,0 1 0,0 0 0,-1-1 0,1 0 0,0-1-18,4 2 0,-1-1 0,1-1 0,0 1 1,0-2 20,2 1 0,0 0 0,1-1 0,-2 0 0,-1-1-18,-3-2 0,-2-1 0,0 0 0,4 1 11,-4-1 0,4 1 0,1 1 1,2 0-1,-1 0 0,-1 0 0,-1-2 1,-4-1-12,8 3 0,-3-2 0,3 1 0,-3-3 0,3 1 0,3 1 0,-1-1 0,-2-1 0,-4-2 0,-1-1 0,-4-1 0,4-2 18,2-1 0,3-2 0,2 0 0,-2-2 0,-4 0-18,4-4 0,-2-4-15,-6-1 0,3-3 0,1-3 0,1-1 0,-1-3 0,-2 0 15,-3 1 0,-2-3 0,0 0 0,-1-2 0,1-1 0,0-1 0,1-1-30,-3 6 0,0-1 0,0-1 0,1-1 0,0 0 0,1-1 0,-1 0 0,0 0 0,0 0 0,-1 1 0,0 0 0,-1 1 30,2-2 0,-1 0 0,-1 1 0,0 0 0,0 0 0,0-1 0,-1 0 0,1-1 0,0-1-48,-2 2 0,1-2 0,0-1 0,0-1 0,1 0 0,-1-1 1,-1 1-1,1 1 0,-2 0 0,0 2 0,-2 1 0,0 3 30,1-7 0,-2 5 0,0 0 0,-2-1 1,2-4-16,-2 7 0,0-4 0,0-1 1,0-2-1,1-1 0,-1 0 1,0 0-1,-1 1 0,0 1 0,0 3 1,-2 2-4,1-6 0,-1 4 0,-1 1 0,-1-1 0,1-4-44,-1 3 1,0-3 0,-1-2 0,1-1 0,-1-2 0,0 1 0,0 0 0,0 2 0,0 3-1,-1 2 62,0-2 0,-1 3 0,0 2 0,0-1 1,-2-4-19,1 4 0,0-3 0,-1-2 0,-1-1 0,1-1 0,-1 0 0,0 2 0,0 0 0,0 3 0,0 3 13,-1-9 1,0 5-1,-1 1 1,-3-4 2,1 5 0,-2-2 0,-2-3 0,0 0 0,-1-1 0,0 1 0,0 1 0,0 3 0,2 4-3,-3-3 1,2 5-1,-1 0 1,-4-2 10,0 2 1,-2-2 0,-2-2 0,-2 0 0,0 0-1,1 2 1,0 3 0,3 3-19,-6-2 0,1 5 0,-5-1 30,5 5 0,-5-2 0,-3 1 0,0 0 0,0 1 0,1 1 0,4 2 0,0 1 0,3 1 0,0 2 0,-6 2 0,7 1 0,-2 1 0,-4 0 0,-1 2 0,-1 0 0,-1 0 0,-1 1 0,1 1 0,0 0 0,2 0 0,1 0 0,-1 2 0,1 0 0,0 0 0,0 1 0,1 1 0,0 0 0,0 0 0,-1-1 0,0 1 9,-1-1 0,1 0 0,-1 0 0,1 0 0,-1 0 0,-1 1 0,1 0 0,-1 0 0,1 1 0,-1 0-2,2 1 1,0 0-1,-2 1 1,1 0-1,-1 1 1,0 0-1,1 0 1,1-1-1,0 1 1,2-1-1,1-1 1,2 0-8,-4 2 0,2-1 0,3-1 0,0 0 0,-1 1 0,-3 0 0,4 0 0,-2-1 0,0 2 0,-2-1 0,1 1 0,0 0 0,0 0 0,0 1 0,2 0 11,-1 1 0,0 1 0,0 1 1,1-1-1,0 1 0,2-1 1,-1 0-1,2-1-11,-3 2 0,2-2 0,0 0 0,0 1 0,-2 2 10,3-2 0,-2 3 0,-2 1 0,0 0 0,0 1 0,1 0 0,1-2 0,2-1 0,4-1-10,-7 5 0,4-2 0,0 3 0,4-4 0,-1 3 0,-1 1 0,1 0 0,2-1 0,3-4 45,0 6 0,4-1-45,2 0 0,-1 4 0,2 0 0,2-4 0,1-2 0,1-1 80,2 9 1,1 3 0,0-4-81,-2-10 0,1 0 213,2 5 0,1 3 0,-2-4-213,-1 4 0,2 0 0,0 0 0,-2-9 1008,3 13-1098,-2-23 1634,1 3-2084,-2-8-2737,1 0 3158,-1-2 0,0 0 0</inkml:trace>
  <inkml:trace contextRef="#ctx0" brushRef="#br0" timeOffset="12899">4650 3405 14099,'13'-5'360,"0"1"-270,3 2 0,2-1 0,7-5-1183,-1 1 1,4-1 0,-2 0-47,-5 0 1,0-1 1138,4 1 0,3-1 0,1 0 0,-4 1 0,-1 1 0,0-1 0,-1 1 0,4-2 0,-1 1 0,-4 1 692,-3 2 1,-1 0-693,5-2 0,1-1 0,-4 2 0,-1 0-1170,6-5 631,-22 9-683,-8-3 233,-5 4-1979,-20-1 2248,6 2 558,6-1 1,-1 2 0,-9 5 0,13-1 0,0-1 0</inkml:trace>
  <inkml:trace contextRef="#ctx0" brushRef="#br0" timeOffset="13082">4668 3298 9062,'-18'0'809,"6"0"-179,-10 0-360,12 7 0,-5 0-90,10 7 269,1 3-179,9-6-90,-4 3 90,23-1-180,-11-7-90,13 0 0,3-2-550,-13-5 1,1-2 324,5 0 0,5-1 0,1 0 0,-3-1-1027,3-3 1,1-1 1251,-4 3 0,6-2 0,2-1 0,-2 1 0,-4 1 0,-3 1 0,-3 0 0,2 0 0,4-1 0,0 0 0,-1 0 0,1 0 0</inkml:trace>
  <inkml:trace contextRef="#ctx0" brushRef="#br0" timeOffset="16365">1270 2880 10051,'-5'-8'810,"0"0"-360,2 5-91,0 0 1,1 0 0,-1 1-90,0 0-90,2 0-90,-1 1 0,1 0-90,0 0 0,0 6 0,1 2 90,-1 3-90,1 2 0,5-2 0,-4 7 89,8-4-89,-5 16 0,4-14-45,-3 1 1,0-1-46,2-3-1170,4 11 541,-7-14-2558,6 6 3129,-7-11 0,2 1 1,-3-5-1</inkml:trace>
  <inkml:trace contextRef="#ctx0" brushRef="#br0" timeOffset="16701">1196 2563 10051,'-8'-10'270,"-7"1"-180,-1 15-90,1 0 90,-4 15-90,14-7 45,-1 2 0,3 1 45,8 7-90,3 3 90,3-15 0,2-2 0,4-3 0,2-2 0,0-1 0,-4-3 89,0-6 1,-1-3 0,-7 0 0,2-21-180,-8 18 180,-13-15-180,8 17 90,-20-8-90,21 12-270,-16-1-90,16 5-1439,-4 15 900,5-6 899,5 8 0,1 1 0,-2-1 0,5 11 0</inkml:trace>
  <inkml:trace contextRef="#ctx0" brushRef="#br0" timeOffset="17152">1448 2864 11490,'8'10'270,"-2"-6"-180,0 16-90,-3-13 180,4 16-90,-5-14 90,2 7 1169,-3-10-1349,1-9 0,-2-17-45,0 1 0,0-2 45,0-9-1639,2 7 1,2 3 1523,2 7 25,4-8 90,-4 17-90,6 1 0,-7 3-89,11 11 89,-10-8-180,7 22 90,-8-17-360,6 18 180,-7-15-1349,3 13 810,-5-14-1710,2 11 2609,-2-14 0,1 3 0,-1-8 0</inkml:trace>
  <inkml:trace contextRef="#ctx0" brushRef="#br0" timeOffset="17383">1635 2473 11131,'-12'-13'449,"4"5"-449,2 17 90,9 0-90,-1 9 0,1 1 0,8-1-270,-4 6 1,0 1-3008,2-1 2676,-3-5 1,-1 1-30,0-2 1,0-2-1872,2 11 2051,-1-10 1,-1 1 449,1-2 0,0-1 0,3 7 0,3 4 0</inkml:trace>
  <inkml:trace contextRef="#ctx0" brushRef="#br0" timeOffset="18532">1711 2733 10411,'-13'-9'720,"2"1"-1,1 0-629,4 5-90,0-5-90,4 5 90,18-9 0,-2 3 0,1 1 45,-1 0 0,0 1-90,7-4 0,-2 1 225,1 1 540,6-5-540,-12 5 539,-1-5-539,-11 8 90,0-4-270,-2 7 0,-4-1 0,-6 3 0,1 0-90,-11 13 90,11-9 0,-9 22 90,11-18-180,-3 19 90,9-15-135,2 5 0,3 0-405,12 3 361,0 4-46,1-16 0,1-3 45,1-2 0,-1-6 0,4-4 0,-1-1 150,-2-1 0,-1-1 0,0-1-120,1 1 1,-1-1 0,0-1 209,0-3 0,0-1 0,-5 2 120,-2-2 179,-4-1 1,-1 0-90,-5 5 360,-12-13-630,-5 20 0,-2 2 90,-11 16-90,17 2 45,-1-1 0,1 1-45,2-1 90,-3 14-90,10-17 90,7 7 0,4-12 0,10 1-1,10-10-89,-7-4 0,-3 0 0,-2-2 0,-3-3 0,0 1 0,1 1-89,-4 2 89,9-7 0,-12 12 538,4 0-448,-7 4 90,5 11-180,-5-4 90,2 7 0,-1 1-90,0 3 44,0 8 1,0 3-1684,-3-13 1,0 0 1625,1 10 1,-1 3 42,-1-6 0,0 0 0,0-1-273,0 0 0,0 0 243,-1 1 0,1 2 0,0 1 0,-1-4 45,1-4 0,0 1 45,0 4 0,1 3 0,-1-5 89,1 3 1,1-2 0,-1-2-90,-1-7 1979,2 8-2159,-8-40 90,0 12-45,-3-16 0,0-3 45,-3 4 0,3 3 0,-1-4 0,2 3 2554,-4-7-2599,0-1 0,1 0 45,2 5-45,2-2 0,0-1 45,1-2 0,1 7 0,1-2-45,2-1 0,1 2 45,5-8-120,-3 9 0,0-2 0,1 3 30,11-5-45,-4-2 0,0 1 135,4 6 0,-3-1 0,-1 1-90,-3 4 270,-1 1 0,-1 1-180,-3 2-90,1-7 90,-3 13 0,0-2-90,-5 6 90,-2 1 0,-7 5 0,4 4-89,-7 10 89,10-5 0,-3 12 89,7-13-178,7 13-91,-3-14-630,11 2 1,1-1 269,-3-4-180,9 1 1,1-2 89,-4-4-674,3-1 0,1-1 314,-2-6-225,2 2 1,-1-1 1214,-3-11 0,7 2 0,-13-1 0</inkml:trace>
  <inkml:trace contextRef="#ctx0" brushRef="#br0" timeOffset="18817">2396 2442 10141,'-5'-16'1529,"4"5"-809,-8-1-720,8 7 0,-4-1 0,5 4 90,14-1-90,-5 3 90,7-1 0,1 1 0,-1 5 45,3-2 0,0 1-45,-3 2 89,1 2 1,-1-2 90,-5-3 0,4 9 629,-9-6-539,-3 2 810,0 1-721,-9-5 541,0 3-451,-6-5-269,-4 1-270,4-3 90,-9-13-899,11-11 179,-2-1-585,15 3 1,6-1-425,10 4 1,3 1-1,-5 1 1,1 1 1000,7-1 0,-1 4 0,0 3 0,-1 2 0</inkml:trace>
  <inkml:trace contextRef="#ctx0" brushRef="#br0" timeOffset="28164">5859 3310 12570,'-8'-8'90,"0"-3"0,0 7 270,2-5-1,1 4 91,1 1-90,2 1-90,0 2 359,1-1-179,1 1 90,4 0-270,3 0-90,3 1-1,3 0 361,11 5-270,0-2 0,3 1-668,-5 1 1,2 0 433,-2-3 0,5 0 0,1 0 0,0-1 0,-5 1-761,7 0 0,1 0 740,-8-1 0,4 0 0,3 0 0,-1-1 0,-2 1 0,-3-1-15,-2 0 0,-2 0 0,2 0 0,5 1 0,4-1 0,1 0 0,-1 0 0,-4 1 0,-4-1 0,-4 0 0,4 0 0,3 0 0,4 0 0,1 0 0,-2 0 0,-3 0-45,3 0 0,0 0-135,-6-1 0,4 0 0,1 0 0,0 0 1,-4 0-628,1 1 0,-2 0 0,1-1-153,6-2 1,1-1-1,-4 2 375,-3 2 1,-4-2-2693,0-10 3016,-27 8 1,-2-5 0,-8 4 0</inkml:trace>
  <inkml:trace contextRef="#ctx0" brushRef="#br0" timeOffset="28548">5644 3386 13739,'-10'0'360,"2"0"2916,7-5-2414,17 4-458,-1-1 1,2 0-270,0 1 0,1 2-1139,6-1 1,3 0 0,-2 0 1093,-6 0 0,1 0 0,5 0 0,5 0 0,2 0 0,-1 0-454,-3-2 0,0 0 1,-1 0-1,1 1 364,-1 0 0,0 1 0,0 0 0,1-1 0,1-1 0,3-1 0,0 0 0,-2 0 0,-5 0-295,5 2 0,-2-1 259,-5 0 0,4-1 0,1 0 0,-2 1 0,-4 0-54,4 0 0,0 0-293,1 0 1,4-1 0,1 1 0,-3 0-98,-4 0 0,-2 1 1,0-1 299,4 1 0,1-1 0,0 0-720,2-1 1,1 1 0,-4-1 494,-11 2 0,0-1-688,5-1 1,2 0 0,-4-1-938,-5 0 2030,4-6 0,-16 4 0,-1-2 0</inkml:trace>
  <inkml:trace contextRef="#ctx0" brushRef="#br0" timeOffset="28883">5387 3532 13469,'-8'6'2249,"25"3"-1889,-2-7-793,2 0 0,2 1 748,1-1 0,0 0-180,-3-2 0,1 1 15,11 0 0,4 0 0,-3 0-863,-4-1 1,2 0 748,-4 1 0,4-1 0,2 1 0,-1-1 0,-4 0-729,-2 1 0,-2-1 1,1 0 714,2 0 1,2 1-1,1-1 1,0 1-46,2-1 1,1 0-1,0 0 1,-3 0-325,-1 0 0,-3 0 1,4 0 241,-1-1 0,4-1 0,2 0 0,0 1 0,-2-1 0,-4 0-75,1 2 0,-4-1 0,3 0-240,-2-1 0,5-1 1,0-1-1,1 0 0,-2 0 1,-4 2 59,0 0 0,-4 0 0,3 0-296,3-1 1,3-2-1,2 0 1,-2 1 0,-4-1-984,4 0 1,-2-1 1528,1 0 0,1 0 1,-3 0-1,-6-1 0,-1 1 1,-1-1-1,1 0 1</inkml:trace>
  <inkml:trace contextRef="#ctx0" brushRef="#br0" timeOffset="31082">6279 2942 13739,'-2'-8'3276,"7"3"0,-3 2 0,8 3-3030,-5-7-246,-1 3 0,7-4 0,-7 3 0,10-5 0,-7 4 0,11-10 0,-9 9 0,3-3 0,0-1 0,-1 2-90,4-4 1,2-1-271,0-1-733,-1 2 1,3-3 0,-1 2-547,-5 2 1,2 0 818,4-3 1,3-4 0,1 0 0,-2 3-820,2-2 1,1-1 1420,-5 5 1,2-2 0,2-1 0,-1 0 0,-2 3 0,1-2 0,-2 3 0,0-1 0,2-1 0,-1 0 0,1 1 0,-1-1 0</inkml:trace>
  <inkml:trace contextRef="#ctx0" brushRef="#br0" timeOffset="35267">4961 3389 13739,'-9'0'1889,"17"6"-1619,2-5 0,16 4-3547,-4-5 3252,5 5 25,-12-5 0,2 1 0,1 1 0,2 0-45,1-1 0,2-2-949,1 1 1,1 0 813,2 0 0,2 0-420,0 0 1,4 0-1,-2 0 90,-6 0 1,-1 1-1,3-2 510,-1 1 0,3-1 0,2 0 0,1 0 0,-2 1 0,-3-1 0,-1 1 0,-3-1 0,-1 1 0,3 0 0,5-1 0,0 0 0,0 0 0,-1 0 0,1 0 0</inkml:trace>
  <inkml:trace contextRef="#ctx0" brushRef="#br0" timeOffset="40081">1139 3876 18237,'-6'-9'719,"-2"1"-629,5 4-90,-2 2-180,2 0-180,7 15-89,-4-4-1081,8 13 1,1 1-359,-2 5 795,1-2 1,2 5 0,-2-2 682,-2-7 0,-1 1 1,1 1-1,0 2 1,-1-2-1,-1-4 0,-1 1 1</inkml:trace>
  <inkml:trace contextRef="#ctx0" brushRef="#br0" timeOffset="40448">1187 4532 16258,'0'-16'-90,"0"4"629,0 0-449,0 7 180,6-2-180,2 7 90,10 4-90,-6 4 450,4 15-450,-11-7 45,-1 2 0,-2 1 44,-2-2 1,-1 3 0,-2 0-90,-3-3-90,3 0 0,0-2 0,-5-4 0,7 5 90,-2-12-180,8 0-1439,22-17 809,-7 5-360,-2-2 1,3-3 0,-2 1 267,-5 4 1,0 0-282,6-4 1,3-2 0,-3 3-2185,6-3 3205,-7 4 1,-2 1-1,-4 6 1,-2 1-1</inkml:trace>
  <inkml:trace contextRef="#ctx0" brushRef="#br0" timeOffset="40865">1422 4745 12930,'-16'15'1259,"4"-3"0,-4 3-1079,10-9-90,-5 6-90,9-7 360,-1 1-270,3-4 90,11 2-180,-9-2 45,13 1 0,2-1-45,-7 1 0,6 0 0,1 0 0,-8 1 90,7 6-90,-13-4 179,1 17-89,-9-4-90,-2 3 0,1-5 90,-3-4-90,4-5-90,1 6 180,0-9-90,4 2 0,6-4 0,0-1 0,12 1 0,-7-1 0,3 2-90,-8 6-359,-10 17-1,-3-4-675,-3 3 1,-1 0-502,-4-1-13,2 4 1,1-1 982,3-3 1,2-5-1,2 0 1,3 0 0</inkml:trace>
  <inkml:trace contextRef="#ctx0" brushRef="#br0" timeOffset="41155">1600 5297 17067,'-7'5'720,"2"0"-720,11 11 0,-4-7 90,15 10 0,-11-11-90,17 11 0,-14-10 90,11 9-90,-12-10 90,6 10-90,-9-9-90,-1 15-1529,-16-5 629,3 1-2287,-9-3 0,5-13 2666,5-8 1,-2 2 0,5-6 0</inkml:trace>
  <inkml:trace contextRef="#ctx0" brushRef="#br0" timeOffset="41282">1612 5282 15088,'0'-13'90,"0"-10"-180,1 4 0,3-1-135,0 4 1,2-1-869,2-3 1,2-3 0,0 3-547,0 5 1,2 0 1228,0-5 0,1-4 1,-1 3-1,-2 3 1,-1 0-1,3-7 0,0 0 1</inkml:trace>
  <inkml:trace contextRef="#ctx0" brushRef="#br0" timeOffset="45088">1123 3879 10501,'3'-19'360,"-1"4"-180,-2 2-90,-4 3 0,3-1 89,-8-2 1,8 1 90,-8-1-560,4 1 469,-4-1 1,1 1-90,-1-1 90,0 2 270,-4-5-270,2 4 270,-11-6-361,11 10 1,-14-3-90,14 9 0,-11 7 0,12 7 135,-3 11 0,0 8-23,6-6 1,2 1-1,0 4 1,0 0-600,1-1 0,0 1 0,1 2 0,-1 1 0,1-1 0,0-2 523,1 0 0,-1-1 0,2 0 0,-1 1 0,2 1-14,1-4 1,0 1-1,1 2 1,0 1-1,0-1 1,1-2-1,0-1 1,0-4-141,2 8 0,1-4 0,1 5 196,-1-7 1,0 3 0,1 4 0,1 1-1,0 0 1,0 0 0,1-2 0,-1-2-268,2 1 0,0-3 0,0 0 0,1 0 0,-1 0 0,0 0 189,0 0 0,-1 0 0,0 1 0,0-1 0,0 1 0,2 0 0,0 0 11,2 0 0,1 1 0,1 1 1,1 0-1,-1-2 0,0 0 0,-1-3 1,-1-2-172,0 0 0,-2-3 0,0 0 1,2 3 171,2 0 1,1 5 0,2 1 0,1 1 0,-1-2 0,-2-2 0,-2-4-13,0 0 0,-1-4 0,1 2 18,1 2 0,3 3 0,0 0 0,0-1 0,-3-4-18,2 3 0,-1-2 22,0 0 1,3 2-1,-1-1 1,-2-3 67,-3-3 0,0 0 29,5 2 1,2 1 0,-3-3-30,4 0 701,5-6 0,0-7-701,-9-13 0,0-4-90,2 4 0,0-4-147,-5-4 0,-1-6 0,-1-1 0,-1 4 147,0-1 0,-1-2 35,-1 2 1,1-5 0,0-2 0,0 1 0,-2 4 403,1-6 1,-1 0-425,-2 7 0,0-4 0,1-2 0,-1 0 0,0 2 0,0 2-15,0-2 0,-2 2 1,2-4-1,-2 4 0,1-3 0,0-3 0,1-2 0,-1 2 0,-1 1 0,0 4-289,0 0 1,-1 3-1,0 0 1,-1-4 288,1 2 0,-1-4 0,1-3 0,-1-1 0,1 0 0,-1 1 0,-1 2 0,0 4-23,-1-5 1,-2 4-1,1 1 1,-1-3 22,1 1 0,1-1 0,-1-2 0,0 0 0,-1 0 0,-1 2-115,-1-1 0,-2 0 0,-1 1 0,0 1 0,1 0 115,0 0 0,0 2 0,0-1 0,-3-4-53,1 8 1,-1-4 0,-2-1 0,0-2 0,-1 0 0,0-1 0,-1 1 0,1 2 0,1 1 0,0 3 52,-1-4 0,1 3 0,0 1 0,-2 0 0,-2-4-13,3 5 1,-3-2-1,-1-3 1,-1 0 0,0-1-1,-1 0 1,0 0-1,0 1 1,1 3 0,1 1-1,2 4-10,-6-7 1,3 5 0,-1 2-1,-4-3 11,3 4 1,-3-1 0,-2-2 0,-1 1 0,0 0 0,1 1 0,1 3-1,3 2-18,-7-3 0,2 5 0,-3 1 15,2 4 0,-4 0 0,-2 1 0,0 1 0,2 2 1,4 2 14,0 3 0,3 2 0,-2 5-15,1 1 0,-3 4 0,-2 2 0,1 1 0,1 1 0,5-2-45,-2 4 0,3 0 0,0 5-199,4-4 0,-1 3 1,-2 2-1,0 2 1,1 1-1,0-1 0,1-2 1,3-2-57,-3 5 0,3-2 0,1-1 1,-1 4 82,2-6 1,-1 1 0,0 2-1,0 0 1,0 1 0,1 0 0,1 0-238,1 2 1,0 2 0,2-1 0,-1 1 0,1 0 0,1-2 0,0-1 345,0 0 0,1-1 0,0-1 0,0 0 0,1 3 0,-1-1 0,0 2 0,0 2 0,0-1 0,1 0 0,0-1 0,2-4 0,1 1 0,1 0 0,0 0 0,-1 0 0</inkml:trace>
  <inkml:trace contextRef="#ctx0" brushRef="#br0" timeOffset="53664">7498 2345 11311,'-12'0'1799,"3"0"-1620,7 0 181,0 0-180,1 0 360,-1 0 89,0 0-449,0 0 1349,1 0-1349,-3 0-90,3-4 0,-5 3-90,4-5 0,-1 6 0,1-3 90,1 2-90,0-1 0,0-1 0,1 0 0,0-2 0,0 3 0,0 0 90,0 1-90,-3 0-90,3 0 90,-7 0 0,6 4 1349,-4-2-1259,8 2 0,-1-10-90,2 2 0,5-12-90,-4 8 90,13-12 0,-8 11 0,5-2 0,0-1 0,1 2 0,6-2 0,0 0 0,0 1-1092,5-2 0,1 1 1092,-2 2 0,-6 4 0,4-1 0,-4 1 0,10-1-890,-3 3 1,5 0 0,-3 2 889,-11 0 0,1 2 0,11 1 0,5 1 0,-6 0-112,-10-1 1,-2 1 111,9 5 0,3 2 0,-4-1 0,-8-3 0,0 1 30,6 4 0,2 3 0,-3-2-30,6 4 0,-9-4 0,1 2 0,-3-2 0,4 5 0,1 0 0,-1 1 0,-4-3 0,-4-4 0,0 1 0,9 6 0,1 1 0,-2-2 90,0-1-90,-16-11 1400,1 0-1041,-5-2 2893,1-5-3252,-8-12 0,0 2-1529,-3-9 0,-1-1 1529,-1 2 0,-2-6 0,1 0-13,2 7 13,0-2 0,1 1 0,1 5 0,1 0 0,1 1 0,2 5 0,-2-5-90,5 12 90,-1-1 0,8 15 0,7 11 0,0 0 45,2-2 0,-1-1-45,0-2-45,3 1 0,-1 1 135,-1-3-90,3 1 0,-1 1 0,-4-5 1638,1-1 0,-1 1-1528,-3-3-110,0 0 19,-4-4-19,-5-4 0,0 1 0,-1 2 0,-5-1 0,-2 8 0,1-5 0,-14 15-90,1-3-180,-3 1-1034,8-8 0,3 0-135,4-3-1838,-4 12 2477,9-10 0,9 5 0,4-7 0</inkml:trace>
  <inkml:trace contextRef="#ctx0" brushRef="#br0" timeOffset="55331">10916 2391 10681,'0'-12'-90,"0"2"360,10-7-270,-5 6 135,2-4 0,0 0-45,2 0 134,-4-7 1,-1 0-135,1-2-1183,-3 5 1,1-4 0,-2 2-841,-1-10 2564,2 6 0,-2-1-407,-4 1 1,-3-2-105,1 7 0,-2-1 0,-1 0 90,-5-6 0,-2 0 0,0 2-38,4 5 1,0 2-1,-2 0-22,-7-1 0,-3 1 0,3 3-60,6 7 0,0 0 90,-9-3 0,-4 0 0,4 1-135,6 4 0,-1 1 44,-9-2 1,-5 1 0,5 1-45,7 2 0,1 1 22,-3 2 1,-3 1 0,-1 0-1,4 0-312,1-1 1,-1 1 311,-1 5 1,-5 3-1,0 0 1,5-1-23,-1-1 0,1 1 62,1 3 1,-5 3 0,-1 3 0,2-2 0,4-1 442,4-3 0,2 0 1,-1 1-476,-1 2 0,-3 2 0,-1 1 0,0 1 0,2-1 0,3-2-30,-5 6 0,1 2 26,4-4 1,-2 4 0,-1 1 0,1-1 0,3-3-42,3-3 0,2-2 0,-1 3 24,-3 3 0,-1 3 0,-1 1 0,1-1 0,3-3-9,-3 3 0,1 1 27,3-2 0,-2 4 0,-1 2 0,1 0 0,2-1-27,2-2 0,3 1 0,0-2 0,-1 2-260,-1 2 0,-2-1 1,2 2-1,1 2 290,4-4 0,0 2 0,2 2 0,0 0 0,1-3 0,2-4-299,0 1 0,2-3 0,1 3 254,-1 1 0,1 5 0,0 2 0,0 1 0,1-4 0,0-4 0,2-2 0,1-4 0,1 3 0,0 0 0,0 4 0,1 2 0,0 0 0,-1-2 0,0-4 0,1 2 0,-1-4 0,2 3 0,-1-2 0,3 4 0,1 1 0,0 1 0,-1-3 0,-1-3-459,1 0 1,-1-3-1,1 1 451,1 2 1,1 2 0,0-1-1,2 0 45,-1-3 1,0-1 0,1 0-1,2 0-84,-1-2 1,0 1 0,2 0 0,0-1 0,1 1 46,1-1 0,1 1 0,1-1 0,0 0 0,0 0 0,-2-2-12,0 1 0,-1-1 0,-1-1 0,1-1 0,2-1-18,4-1 0,2 0 0,0-2 0,-2-2 0,-3-1-45,3-1 0,1-3 27,-5 0 0,4 0 0,2 0 0,-1-2 0,-4 0 18,6-4 0,1-2-30,-7 2 0,3-1 0,3 0 0,1-1 0,0-1 0,-2-1-6,1-2 0,-2-2 0,1 0 0,0-2 0,2 1 2,-6 2 0,2-1 1,1 0-1,1 0 0,-1 0 1,0-1-1,-1 1 1,-2 0 15,6-2 0,-2 0 0,-1 0 0,0-1 0,0-1-27,1 0 0,0-2 0,1-1 0,-2 0 0,-2 2 0,-3 1 15,-1 1 0,-3 1 0,2-2 0,-1 0 0,3-3 0,1-2 0,1 0 0,-3 2 0,-2 1 0,0-1 0,-2 1 0,1-3 15,0 0 0,2-3 0,1-3 0,0 0 0,-1 2 0,-4 3-46,2-3 1,-4 4-1,2-5 35,-3 5 0,1-3 1,1-2-1,0-1 1,0 1-1,-2 2 0,-1 2 26,2-5 0,-3 4 0,1-5-15,0 2 0,0-4 0,1-3 0,0 1 0,-2 1 0,-1 4 15,-1-1 0,-2 3 0,0-4 0,-1 2 0,0-5 0,0-2 0,-1 0 0,0 2 0,-2 4-236,1-1 0,-2 3 0,-1-2 236,-1-2 0,-1-3 0,-1 0 0,-2 0-18,-2 7 0,-1-1 0,-1 1 0,-1 0 0,1 2 140,-4-5 1,1 3 0,-4-4-136,3 6 0,-3-4 0,-2-1 1,0-2-1,0 2 0,0 2 0,2 3-101,-1 1 0,1 3 1,0 0-1,-3-2 114,-1 2 0,-2-2 0,-2-2 0,-1-1 0,-1 1 0,1 0 0,1 3 0,3 2-23,-3-1 1,2 3-1,0 0 1,-5-2 22,5 5 0,-2-2 0,-2-1 0,-2-1 0,-1 0 0,-1 0 0,0 0 0,2 1 0,0 1 0,1 2-64,-1-1 1,0 2 0,1 0 0,1 2-1,-1-1 1,0 0 0,-1-1 63,1 1 0,0-2 0,0 1 0,0-1 0,-1 0 0,0 1 0,0 1 0,-1 1-12,-1 0 1,-1 1 0,-2 1 0,1 0 0,1 1-1,1 1 1,2 0 0,3 2 236,-6-2 1,4 1 0,-4 2-211,2 1 0,-5 1 0,-1 0 0,0 1 0,2 1 0,6 0-15,-5 3 0,1 3 0,6 0 0,-5 1 0,0 2 0,1 0 0,5 0 0,-6 2 0,1 2 18,4-2 0,-3 2 0,-2 2 0,1-1 0,4-2 88,4-2 1,2-1-1,-2 2-106,-4 2 0,-4 2 0,-2 1 0,3-1 0,3-2 0,4-2 0,3-3 0,-3 3 0,-2 0 0,-3 3 0,-1 0 0,2-1 0,3-1 0,-2 0 0,1 1 22,-1 0 1,-2 3-1,-1 0 1,5 0-23,-2 4 0,2 0 0,4-7 0,0 1 0,1 0 0,1 6 0,4-3 1443,6-6-1443,-4 10 0,6-14 2393,-2 3-2303,4-9 184,0 1-2523,5-2 2471,0 2-1032,1 1-269,-2 1-2198,2 4 617,-2-4 2660,3 5 0,-4-5 0,-1 1 0</inkml:trace>
  <inkml:trace contextRef="#ctx0" brushRef="#br0" timeOffset="66964">7506 6310 7892,'-7'-6'180,"1"0"-180,5 5 2159,1 0-1889,0-4-90,0 0-180,0-5-3277,0 5 2971,-4 1 1,3 3 0,-2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5:56:40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6984 1787 12210,'0'-9'0,"0"0"90,-5 7 540,4 0-361,-3 24 181,4 1-360,0-7 0,0 1 90,-1 2 0,2-2-180,3-1 45,-2 2 0,1 0 854,4-1-629,-3 2 810,-2-12-990,-2-11-90,0-13 0,0 3 0,-1-8 0,2-1 0,4 3 0,1 0-45,-1-5 0,1 0 45,0 7 0,1 3 0,6-5 0,-8 18 0,2 5 0,4 12 0,-5 1 45,4 8 0,2 3-45,0 1 0,-1 1-347,0-1 0,1 1 377,-1-3 0,1 0 0,-2-3-30,4 5-120,-3-10 0,2 2 0,-2-4-150,6 5-540,2-4 1,0-2-1,-3-6-829,1-5 1,0-4-1291,-4-6 2929,4-8 0,-11-2 0,-2-3 0</inkml:trace>
  <inkml:trace contextRef="#ctx0" brushRef="#br0" timeOffset="419">7087 1593 12750,'-17'-6'539,"-10"-4"451,-1 5-810,2 5 179,9 8 1,1 4-270,2 10-1183,2-2 1,-4 5 0,3-3 134,2-2 1,0 0 1002,-1 5 0,-2 5 0,0 0 0,3-4 0,-1 2 0,3 1-1,3-7 1,0 5 0,-1 1 0,1 1 0,2-2 0,0-4-15,3 0 0,1-4 0,1 4-12,1 3 0,1 5 0,0 0 0,2-1 0,1-6-18,4 0 0,3-3 22,1 0 1,3 2 0,0-1-1,-1-5 23,0-2 0,2-2-45,7 3 0,4 0 0,1-4-377,-4-9 1,1-3-1,0-1 377,-4 4 0,0-1 0,1-4-18,-2-6 0,3-5 0,0-3 0,-2 0 0,-4 2 0,3-7 1,-3-3 17,-3 4 0,2-5 0,0 0 0,-1-1 0,-3 4 0,-2 0 0,-3 1 0,-1-3 0,-1 2 0,0-4 0,0-3 0,-1-1 0,0 1 0,0 1 0,-2 4 60,3-7 0,-3 3 0,-1-4 42,-2 6 1,-1-4 0,-1-3 0,0 0 0,-1 1 0,-1 3-1,0 4-42,-2 0 0,0 5 0,-4-2-24,-4-1 0,-2-3 0,-3 1 0,0 1 0,2 5-36,-5 0 0,-4 5 0,3 5 0,-4 2 0,-2 0 0,0 2 0,4 2 0,2 3 0,1 3 0,-2 1-105,0 3 0,-5 2 0,-1 1 0,0 1 0,2 0 1,4 0-106,-3 2 0,4 0 0,-2 3-176,5-1 1,-2 2-1,-2 1 1,1 2-1,0-1 1,2 0 0,3-3-65,-2 5 0,3-2 0,0 4-97,2-1 1,0 4 0,-1 3 0,0-1 0,3-1 0,2-3 306,3 1 1,2-3-1,0 3 1,0 2-1,-1 2 1,2 1-1,1-4 1,3 3-1,0 0 1</inkml:trace>
  <inkml:trace contextRef="#ctx0" brushRef="#br0" timeOffset="2648">6336 2988 12480,'-7'-5'1259,"1"2"-1079,6 3 1169,-1 0-1169,-1 0 0,1 0 270,-2 0-360,3 3 449,-2 1-449,1 1 180,0 3-90,1-6 360,6 8 179,12-5-584,7-5 0,2-2-135,-6 3 0,1-1-820,0-6 1,5-3 0,0 0 0,-4 1 761,1 2 1,0-1 75,-3-1 0,4-2 0,1-1 0,-1 1 0,-4 1-401,5-1 0,0 0 383,1 0 0,3-2 0,1 0 0,-6 2 0,-2 1 0,-1 0 0,0 0 0,3-2 0,0 0 0,-3 1-49,3-3 0,-1 0 19,-4 2 0,1-1 0,-2 1-60,-3 1 0,-2 1-990,1-4-2197,-12 11 973,-14 6 865,1-2 1439,-6 7 0,-1 2 0,-5-1 0,5 1 0,1-1 0</inkml:trace>
  <inkml:trace contextRef="#ctx0" brushRef="#br0" timeOffset="3033">6478 3071 13649,'-18'0'540,"2"0"449,2 0-539,4 0-90,0 0 270,5 0-91,2-4 181,16-2-421,3-1 1,5-3 0,0 1-255,2 0 0,4 0-530,-4 0 0,5-1 0,4 0 0,0-2 1,0 2-1,-3 0 521,0 0 0,0 1 0,-1 0 0,0 1 0,1-1-36,-2 0 0,0 0 0,1 0 0,0 0 0,0 0 0,1 0 15,1 0 0,1 0 0,0 0 0,0 0 0,-3 1 0,-3 0-805,1 1 1,-3 1-1,1-1 790,2 0 0,1-1 0,2 0 0,-2 1 22,-3 1 1,1 0-1,-2 0 1,-1 1-230,6-2 1,1 0 161,-4 1 0,4-1 0,-2 1 0,-4 1 0,-6 1 0,-1 0-990,9-1 1,-4 0-2243,-12 2 0,-6 1 2457,-15 1 1,-5 1 0,-4 0 0</inkml:trace>
  <inkml:trace contextRef="#ctx0" brushRef="#br0" timeOffset="9217">4292 3117 13020,'-4'-6'2968,"12"14"-2698,-2 1-90,9 10 179,10-4-269,-11-6 0,5 1 0,2 0 0,2-1-1183,-5-2 1,4 0 0,-2 0 728,-5-3 1,1 1 407,5-1 1,5 2 0,0-1 0,-3-1-45,-1 0 0,0 0 0,5 0 0,6 1 0,-1 0 0,-4-1 0,-2-1 0,-1 0 0,-2-1 0,3 1 0,1 0 0,0 0 0,-4 0 0,7-1 0,0 1 0,-6-1 0,5 0 0,1 0 0,-1 0 0,-5 0 45,7 0 0,-1 0-45,-5-1 0,4 1 0,1-1 0,-2 1 0,-3-1 0,4 1 0,1 0 0,-4-1 0,5 0 0,2 1 0,1-1 0,-3 0-139,0 0 1,-1 0 0,0-1-1,2 1 139,-4-1 0,1 1 0,2-1 0,0 1 0,-2-1 0,-1 1 0,2-1 0,-1 0 0,-1 1 0,0-2 0,4 1 0,2-2 0,-3 1 0,-4-1 0,-5 2 0,0-1 0,0-1 0,2-2 0,1 0 0,-1-1 30,0 0 0,0 0 0,-1 0-30,-2-1 0,-1 1 0,1-1 0,6-3 0,1-1 0,-6 1 914,0-2-914,3-3 0,-2-2 0,-8 5 44,1-4 1,0-1-45,-3 3 180,0-2 0,0 0-90,-3 2 0,-1-1 0,-1 0 0,-2 2 901,-2-4 0,-2-2-991,-4 2 0,-2 0 0,1 1 0,-2-1 0,-4-7 0,-4-1-45,-5 1 0,-1 1 619,5 3 1,-1-1-605,-3-1 0,-3-2 0,2 3 30,5 7 0,0 1 30,-8-7 0,-4-2 0,3 3-494,5 5 0,0 1 464,-3-1 0,-4-1 0,-1 0 0,4 3-498,0 0 0,-2 1 498,-2 0 0,-5-2 0,0 1 0,3 1-1263,0 1 1,1 1 1292,-1 0 0,-2-1 0,-2 1 15,6 2 0,-2 1 0,0 0 0,3 0-255,2 1 0,1 0 0,-3 0 255,0 0 0,-3-1 0,-3 1 0,1 0 0,1 0 0,4 0-45,-1 1 0,4 0 0,-4 0 29,3 1 1,-5-1 0,-1 0 0,0 0 0,2 0 0,4 1-30,-1 0 0,4 0 0,-4 0 18,-3 1 0,-4-1 0,-1 0 0,1 0 0,4 0-18,5 1 0,2 1 0,-3-1 18,-3 0 0,-4 0 0,-2 1 0,2-1 0,4 1-18,-5-1 0,0 1 0,7 1 0,-4 0 0,-1 1 0,1-1 0,4 0 0,-3 0 0,0 0 18,3 2 0,-5 1 0,-1 0 0,2 1 0,3-2-18,-1 1 0,-1-1 18,4 1 0,-3 2 0,-2 0 0,2 0 0,4-1 27,0 0 0,0 1-45,0 0 0,-3 2 0,0 0 0,3-1 0,4 0 0,0 0 60,-7 4 0,-2 2 0,4 0-15,8-4 0,0 1-45,-4 4 0,-3 4 0,3-2 0,7-5 0,0 2 0,-4 4 0,-1 4 0,2-2 468,-3 6-468,7-6 0,-1 5 0,2-5 90,1 6-90,1 4 0,3 0 90,3-7-45,9 3 0,3-1 556,0-2-572,2-7 1,4 3 0,-1-3 2361,7 5-2331,-2-6 0,4 1 0,-2-1 393,-4-5 1,0-1-432,4 1 1,3 1-1,1-1 1,-3 0-541,1-2 0,0 0 518,4 1 0,4 1 0,0-1 0,-4-1 0,-1 0 0,1-1 18,-2 0 0,5 0 0,2 0 0,-2 0 0,-4-1-505,4 0 0,0 0 487,-4-1 0,5 1 0,2 0 0,-2-1 0,-4 0 45,2-1 0,1 1-45,-6-1 0,5 0 0,2 0 0,-2 0 0,-4 0 0,-3-1 0,-4 0 0,4 0 0,1 0 0,3 0 0,2 1 0,1-1 0,-1 0 0,-1-1 0,0 0 0,-1 0 0,0 0 0,-1-1 0,1 1 0,-1 0 0,1 0 0,0 0 0,-1 0 0,2-1 0,-1 0 0,1 0 0,1-1 0,-2 0 0,-1 0 0,-4 0 0,8-2 0,-1 0 0,-5 1 0,3-1 0,1 1 0,-1-1 0,-5 0 0,6-2 0,-2-1 22,1 1 1,4 1 0,0 0-1,-5-1-22,-1 0 0,-1-1 0,0 1 0,5-1 0,0 0 0,-5 1 0,-2 0 0,1 0 0,-1 0 0,5-2 0,-1 0 0,-4 2 0,-2-1 0,-1 0 0,10-3 0,0 0 0,-4-2 0,-2 1 0,-9 3 0,1-1-30,5-2 0,3-3 0,-4 2 30,6-5-90,0-3 1,-1 0 89,-5 1-45,-1-3 0,-1-2 45,-4 3-45,-3-5 0,-1 0 45,-4 2-90,-1-4 0,-2-1 90,-8 3-30,1 6 0,0-3 0,-2 2 30,-1 6 0,-1 1 0,-3-8 0,-2-1-45,-8 0 0,-1 3 45,8 5 0,-2 1-23,-3-1 1,-5-1-1,0-1 1,2 3 22,-1 1 0,-1 0-18,2 2 0,-4-2 0,-1 0 0,0 1 0,4 2 18,3 0 0,1 2 0,-2-1-15,-1 1 0,-3-2 0,-1 0 0,-1 0 0,2 0 0,3 2 45,-1 0 0,3 0 0,-3 0-45,-2 0 0,-3-1 0,-3-1 0,-1 0 0,1 1 0,1 0 15,2 1 0,1 1 0,0 0 0,0 0 0,-3-1-291,3 1 0,-3 0 0,-1 0 0,-1-1 0,1 1 0,1 1 1,2-1 290,-1 1 0,3 0 0,-1 0 0,1 0 0,-2 1 0,0 1 0,-3 0 0,1 0 0,0 1 0,2 0 0,4 1-143,0 0 1,4 0-1,-4 1 143,1 0 0,-4 0 0,-2 0 0,1 1 0,1 0 0,3 1 0,0 0 0,3 1 0,-3 1 0,1 0 0,-4 0 0,-1 0 0,0 1 0,1 0 0,5 0-349,-2 1 0,3 1 0,-1 0 349,-3-1 0,0 1 0,-2 0 0,1 1 22,2 1 1,0 0-1,1 1 1,0 0-218,0 2 1,2 0 0,-1 1 0,0 0 194,-1-2 0,1 0 0,-1 1 0,2 3-36,3 3 0,0 3 0,1 2 0,1-1 0,4-3-144,-1 5 1,4 2-369,2-2 1,-1 5 0,1 2 0,1-1 0,2-4 52,1 5 0,3 0-161,3-5 1,1 4-1,2 2 1,0-1 0,-1-5 38,1-4 1,-1-2-1,4 1 617,4 4 0,4 3 0,1 1 0,1-2 0,-2-4 0,0-3 0,0-4 0,1 0 0,5 4 0,-1-1 0,0 1 0,0-1 0</inkml:trace>
  <inkml:trace contextRef="#ctx0" brushRef="#br0" timeOffset="11582">3719 3684 10861,'-8'-5'1079,"0"1"-719,6 3-90,0 1 0,1 0 269,0 0-269,-1-1 270,1 1 179,-1 0 451,1 0-1,-1 0-539,22 3-540,-7-2 45,16 1 0,2-1-540,-14-1 1,0 0 426,6-1 0,3 0 1,2-1-1,-4 0-590,2 0 0,1-2 583,-4 2 0,4-1 0,3 0 0,1 0 0,0 0 0,-2 0-352,-1 1 0,-1-1 1,0 1-1,1 0 0,0 0 1,2 0 336,-4 1 0,2-1 0,0 1 0,2-1 0,-1 1 0,0 0 0,0-1 0,-1 1 0,-2 0-273,5 0 1,-1 0-1,-1-1 1,0 1 0,0 1-1,1-1 273,0 1 0,1 1 0,1 0 0,0 0 0,-2 0 0,-2 1 0,-3-2 0,2 1 0,-3-1 0,3 1 0,-2 0 0,3 1 0,3 0 0,-1 1 0,-1-2 0,-5 1 0,1-2 0,-3 0 0,2 1 0,3 0 0,4 1 0,1 0 0,-2 0 0,-4 0 0,3 0 0,-2-1 0,-1 1 0,3-1 0,0 0 0,-5 0 219,-5 0 0,-1 0-219,5 0 0,2-1 0,-3 1-45,-5-1 0,-1 0 45,2 0 0,-2 1-629,9-1 89,-17 0-1468,6 0 569,-9 0 1902,-4 0 1,-7 7 0,-8 2 0</inkml:trace>
  <inkml:trace contextRef="#ctx0" brushRef="#br0" timeOffset="21482">686 3051 14189,'0'-14'180,"0"3"90,0 5-1,0 2 91,0 1-90,-6 1-270,5 7 90,-7-4-90,7 13-90,-2-7 90,3 10 0,0-2-676,0 4 676,0 1 0,0 1-991,0 2 721,0 0-179,0 0-181,5 0 0,-4 0-179,4-1-91,1-1-269,-5-1-270,10-2-487,-7-1 846,5-4 1063,-2-2 0,0-3 0,0-2 0</inkml:trace>
  <inkml:trace contextRef="#ctx0" brushRef="#br0" timeOffset="21833">897 3018 13469,'-5'6'180,"4"2"-180,-1 10 0,0 1 0,2 2 0,1-2 0,3 0 0,11-5 0,-2 3 0,2-15 0,2-4 0,-5 2 45,4-11 0,-1-2 135,-5 3 45,-2-9 0,-2-1-45,-3 3 44,-5-2 1,-1 0-45,1 4-45,-9-2 0,-4 2-225,-1 6-180,-6 2-719,6 17 179,12 4-269,0 3-2198,0 9 797,4-9 2368,6 8 0,-4-14 0,4 0 1</inkml:trace>
  <inkml:trace contextRef="#ctx0" brushRef="#br0" timeOffset="22164">1243 2817 14099,'-7'-5'0,"-5"2"0,5 3 0,-8 12 0,7-5 0,-3 20 0,10-14-270,-3 15 180,11-15 0,10 10 0,-1-17 0,2 0 0,-1-3 90,0-11 0,4 0 0,0-1 0,-1-10 270,-1 2 0,-2 0-90,-6 1 45,-2-2 0,-4 1-135,-12 3 0,-5-2 0,-3 2-90,-8 5-45,-1 0 0,-2 5-900,5 14 1,2 4 404,1-8 0,1 1-553,2 8 1,2 5 0,3-3 620,1 3 1,3-2 0,2-1 0,2 1-1</inkml:trace>
  <inkml:trace contextRef="#ctx0" brushRef="#br0" timeOffset="23316">662 3489 12300,'-13'-5'1349,"5"2"-1079,-1 1 0,6 2 270,0 4-1,8 6-359,-3 0 360,19 13-360,-10-12-90,14 8 270,2-7-271,-5-4 61,0-4 0,5-1 0,-3 0-473,-5-1 1,1-1 344,4-4 1,5-2-1,1 0 1,-5-1-659,-2 0 1,1-2 635,-3-1 0,4-3 0,1-1 0,-1 0 0,-3 1 0,-2 1 0,-3 1 0,3-3 15,1-1 0,5-4 0,1-1 0,1-2 0,-2 1 0,-2 0-561,-4 2 1,-1-1-1,0 0 1,-1 1-1,1-2 546,3 0 0,1-1 0,0 0 0,-1-1 0,-1 0-18,-1-4 0,-1-2 0,-1 0 0,-2 2 0,-2 2-164,-3 4 0,-3 1 1,0-3 181,-1-1 0,1-5 0,-1-3 0,0 1 0,-2 1 0,-2 5-84,-2 0 0,-2 3 0,-1-2 120,0-4 0,-2-6 0,0 0 0,-1 3 0,-2 5-36,-4 0 0,-3 4 67,-1 1 1,-4-2-1,0 1 1,2 4-68,-1 3 0,-3 4 72,0 2 0,-6 0 0,-2 1 0,0 2 0,1 3-27,-2 4 0,1 5 0,0 0 0,-1 0-90,4-4 1,0-2-1,-1 0 1,0 3-1,0 2 70,1 4 1,-2 3 0,0 2 0,0 2 0,2-1-1,1-1 1,3-1-26,-4 2 0,4 0 0,-2 3 0,3-2 0,-2 4 0,-3 1 0,1 2 0,0-1 0,3-1 0,4-2 254,-2 3 1,4-2-1,-1 3-242,3-4 1,-2 3 0,0 2 0,0 1 0,0-1 0,2-1 0,2-4-13,-2 6 0,2-3 0,0 3 15,2-2 0,-2 5 0,1 1 0,-1 1 0,2-3 0,2-3-15,1 1 0,2-4 0,1 3 0,1-1 0,0 3 0,0 2 0,2-1 0,0-1 0,1-4 0,1 0 0,1-4 0,2 3 0,4 6 0,3 5 0,1-2 0,0-5 0,1-5 0,4-2 0,2-3 0,4 1 0,2-2 0,-3-3 0,0-3 0,3-3 18,-1-4 0,6-1 0,3-1 0,-2-1 0,-5-1-18,-3-1 0,-3-1 0,4-2 0,1-1 0,5-3 0,1-1 0,1-1 0,-2 0 0,-5 1-253,1-2 1,-4 0-1,2-3 227,-2 2 0,2-3 1,1-2-1,2 0 1,-2-1-1,-1 2 0,-3 1-155,-1 0 1,-3 2 0,0 0 0,2-4 123,-2 2 1,3-4 0,1-1 0,0-1 0,1 0 0,-2 0 0,-2 2-1,-1 2 34,0-1 1,-2 2 0,-1-1-1,1-3-11,-2 2 0,2-4 1,0-1-1,0-1 0,0-1 1,-1 2-1,-1 1 1,-2 3-179,2-10 1,-3 4 0,0-2 193,-1 4 0,1-2 0,-1-1 0,-2 0 1,-3 0 17,-3 2 0,-3 0 0,-2 0 0,0 1 0,-1 2 88,1-3 1,0 2-1,-3-3-73,-2 4 0,-1-4 0,-2-1 0,0 1 0,0 2 0,1 3-15,-1 2 0,0 3 0,-3 0 0,-2-2 0,-4-2 0,-2 1 0,1 1 0,3 4 0,-6 0 0,-2 4-18,2 5 0,-3 1 0,-3 1 0,1 2 0,4 1 50,1 3 1,4 2-1,-4 2-45,2 1 0,-2 1 0,-3 3 0,0 0 1,1 0-1,1 0 0,3 0-13,0 0 0,4-1 0,0 2 0,-3 3-154,1-1 0,-2 3 0,-1 2 0,-2 1 0,1 0 0,1 1 1,2-2-1,2-2 25,-1 3 1,2-3-1,2 2 1,-3 3-186,5-3 0,-2 2 0,-1 3 0,-1 0 1,1 1-1,0 0 0,1-1 0,1-1 0,3-3-239,-3 6 1,2-2 0,2-1 0,-1 2 278,0-1 0,0 1 0,-1 2 1,0 0-1,2-1 0,2-1 300,0 5 0,2 0 0,2-2 0,0 0 0,0 1 0,1-1 0,0 1 0,1-1 0,1-1 0,-1 0 0,0 1 0</inkml:trace>
  <inkml:trace contextRef="#ctx0" brushRef="#br0" timeOffset="24383">975 2713 10501,'1'9'3276,"0"-2"-795,-4-6-1852,-2 0-359,-1-7-90,-2-8-90,3-2 45,0-3 0,1 0-135,-1-3 0,2 4 0,-1-3 45,2-5 0,1 0-455,0 8 0,0-2 500,1-2 0,-1-4 0,0-1 0,2 4-469,2-1 1,0 0 468,-1-2 0,-1-5 0,1 1 0,0 4-45,5 1 0,0 2 89,-4 0 1,0-3 0,0 0 0,0 5-90,2 3 0,0 2 90,-1-13 0,-1 3-135,0 9-106,1-6 106,-4 16-2,1-7 2,-1 10 182,0-3-3459,0 6 2457,-4 12 1,-2-4 0,-3 10 0</inkml:trace>
  <inkml:trace contextRef="#ctx0" brushRef="#br0" timeOffset="25867">799 1625 12030,'-9'-6'540,"-6"5"-180,8-5 179,-8 6-179,3 0 90,0 0-270,-1 0 0,3 0-90,-1 0-90,2 0 90,-2 5-90,4-3 89,-2 7-89,5-5 90,1 7-90,2-4 90,7 4-90,-5-6 180,12 3-180,-6-6 90,18-6-90,-9 3 0,0-9 0,1-3 45,-4 0 0,0-2 0,-1 2 0,-1-2 90,2-8 0,-3 1 45,-4 5 135,-2-2 0,-1-1-46,-2 0-359,0-1 180,-4 28-90,2 3 0,-1 10 0,0 2 90,2-1-90,0 6 0,0 1-1489,0-3 1489,0-5 0,0 0 45,2-2 0,1 0-225,1 4 0,1 0 45,-1-2 0,1-1-720,3 6 1,0-3 45,-3-7-830,2 1 1,0 0-68,-2-5 1670,4 11 0,-7-16 0,0 3 1</inkml:trace>
  <inkml:trace contextRef="#ctx0" brushRef="#br0" timeOffset="26832">734 1832 11850,'-24'-4'1619,"9"3"-1079,-9-1-540,16 2 0,-3-2 0,9 2 0,6-6 0,5 2 0,4-5 0,2-1 0,8-3-291,-5 2 1,4-4 0,0-1 267,-1 0 1,1-2-1,1-1 1,0 0-177,-3 1 1,0 0-1,1 0 1,-1-1 0,0-1 252,2-1 0,0-2 0,0-1 0,-1 2 0,-2 1 35,1-3 1,-1 2 0,-4 0 315,0-8 0,-5 6-315,-9 11 180,-16-5-270,7 14 45,-9 1 0,0 2 45,2 9 0,-3-1 0,0 3 0,1 7-90,2 1 0,0 0 0,4 0 0,3 5 0,3 0 0,9-4 44,1 3 1,4 1 0,10-4 0,2-2-219,-6-2 0,0 0 174,4-1 0,3 0 0,-3-2 554,4 1-554,0-1 0,-2 0 0,-6-4 90,5 8-90,-17-12 1412,-7 5-1412,3-6 180,-23 1-180,15-3 0,-7-4 0,-2-1 0,4-5 0,-3-4 0,2-1-90,2-6-45,1-2 0,1-1-135,4 0-225,2-6 1,2 1-66,10 1 320,-1 7 0,2-3 0,0 3-1276,3 5 1,0 1 1425,4-8 0,2-1-90,-3 7 0,1 1-1000,-4 3 0,0 1 1135,4-3 0,0-1-533,1-3 1,-1 2 577,3-6 0,-1-3 0,-3 1 0,-5 2-103,-3-2 1,-2-1 282,-9 3 537,-2-2 0,-2 1-537,-7 5-1,0 6 1,-4-1 0,2 3-90,-10 1 90,2 6 0,-4 1 0,3 2-90,8 2 0,0 3 45,-4 1 0,-3 3 0,-1 1 0,3-1-1,1 2 1,-1 2-27,2 0 0,-3 2 0,-1 2 0,0 0 0,5-2 209,1-1 1,3-2-1,-2 4-287,0 1 0,-3 3 0,-2 2 0,1 1 0,2-2 0,2-2-46,0 2 0,2-2 1,0 4 30,1 0 0,-2 3 0,-1 3 0,2 0 0,0-1 0,4-4 15,0 1 0,4-2 0,-1 3-15,2-2 0,0 3 0,0 2 0,1 0 0,1-1 0,2-5-295,3 1 0,1-4 0,1 2 280,-1 1 0,0 2 0,2 0 0,2-2 22,6-1 1,3-1-1,1-2 1,-1 0 10,3 6 1,3 0-34,-2-7 0,4 3 0,1 0 0,2-1 0,0-3 18,1-5 0,1-2 0,1-2 0,1 0 0,-2 1-59,2 3 1,-1 0-1,1 0 1,3-4 40,-2-2 0,4-3 0,1-1 0,-1 0 0,-2-2 0,-4-1-188,-1-1 1,-3-2-1,1 0 188,3-1 0,2 1 0,1-2 0,-2-3 0,-1-3 0,-2-2 0,0-1 0,-1-3-36,-5 2 0,-1-1 0,0-2 0,0 0 0,0 1 36,1 1 0,1 0 0,-1 0 0,-1-1 0,-1-3-129,-2-4 0,-1-3 0,-1-1 0,-1-1 0,-2 2 1,-1 3 158,-1-4 0,-2 3 0,-1-2-25,0 4 0,1-3 1,-1 0-1,-1-1 1,-2 1-24,-3-1 0,-2 0 0,-1 0 0,-1 2 0,2 1 48,-1-3 0,0 2 0,-2-3-30,-1 5 0,-2-3 0,-1-2 0,-1 1 0,1 3 0,0 4-45,-6-8 0,-3 6 27,1 7 0,-3-1 0,-3 1 0,1 1 0,2 4 18,-8 0 0,-2 6-30,7 4 0,-3 1 0,-3 2 0,-1 1 0,3 0 0,2 1-4,-3 2 0,4 0 1,-5 5-226,9-3 0,-4 3 1,-1 2-1,-1 0 1,-1 2-1,2-1 1,2-1-1,3 0 11,-4 2 1,5-1 0,0 1 0,-3 4-81,4-2 0,-1 2 0,-1 3 1,-2 2-1,0 0 0,0 1 1,1 0-1,1-1 0,2-2 1,3-2-253,-2 3 0,3-2 0,2-1 0,0 1 1,-2 2 579,0 0 0,-1 1 0,-1 2 0,0 1 0,1-1 0,0 0 0,2-2 0,3-2 0,-1 4 0,3-2 0,2-2 0,-1 2 0,0-1 0,0 1 0,-1 0 0,1 0 0</inkml:trace>
  <inkml:trace contextRef="#ctx0" brushRef="#br0" timeOffset="30131">3121 3594 11221,'-8'-2'1079,"2"1"-719,4 1 269,0-1 1,1 1 2646,-1-1-1965,18-1-1221,-6 1 135,10 0 0,1-1-135,0 2 30,-1-1 0,4 0 0,1 1 30,-3-1 0,0 1 0,0 0-354,-1 0 0,1-1 0,1 1 264,6 0 0,0 0 0,-3 0-15,-10 0 0,1 0 15,7 0 0,4-1 0,-3 2-15,-7 1 0,0 0 15,8-1 0,5-1 0,-4 0-15,-8 2 0,0 1 0,2-2 0,5 0 0,1 0 0,-3 0-15,-2 1 0,0-1 0,-1 1 0,4 0 0,0 0 0,0 0 0,7 2 0,1-1 0,-5 0 15,-9-1 0,0 0 15,10 1 0,4 1 0,-4-1-60,-11 0 0,-1-1 60,8 1 0,4 0 0,-4 1-60,-7-2 0,-1 0 44,9 1 1,2 0 45,-1-1 0,0 1-45,4 0 0,0-1-1625,-1 1 1,1 0 1534,-3-1 0,0 0 45,1 0 0,-2 0-137,-9-1 0,1 1 137,7-1 0,4 1 0,-4-1 0,-8 0 0,0 0 0,7 0 0,5 0 0,-5 0 0,-7 0 0,-1 0 0,8-1 0,4 1 0,-4-1 0,-8 0 0,-1 0 0,8 1 0,3-1 0,-4 0 0,-7 0 0,0 0 0,7 0 0,1 0-45,-1-2 0,1 0-952,7 1 1,1 1 996,-5-4 0,1 1 0,-2 1 0,2 1 0,-5 0 211,5-2-211,3-1 0,0 1 0,-5 1 0,2-1 0,2-1-45,-5 1 0,-2 1 90,-2 0 0,0-1-45,7 0 0,-1-1 0,-8 1 0,11-2 0,-7 1-717,-5 0 717,4-1 1148,7-3-1148,-11 4 0,2-2 0,-1 0 0,-3 1 46,3-1 1,1-1-47,4-5 0,-10 5 0,0-1 0,2-4 2357,-10 2-2357,-3-3 0,-2 4 0,-5-17 0,3 13-45,-8-4 0,-2 0 45,2 1 0,-8-3 0,-2 0 0,1 2 0,-3-1 0,-1 0 1749,1 2-1704,-4 0 0,1 0-45,1 4 60,2 2 0,-3-1 0,3 1 306,6 4 0,0 0-366,-9-4 0,-4 0 0,3 0 0,8 4 0,1 1 29,-9-3 1,-5-1 0,4 2 15,8 2 0,-1 0 75,-9-2 0,-4 0 0,5 1-120,8 2 0,0 1 120,-8-3 0,-3 1 0,5 0-75,7 2 0,1 0 45,-5-1 0,-4 0 0,4 0 0,-8-1 30,5 1 0,-4 0 0,4 0-75,7 1 0,1 1 14,-12-2 1,-4 0 0,4 0-15,10 2 0,0 0 45,-9-1 0,-3 0 0,3 0-45,9 1 0,0 0-15,-7 0 0,-4-1 0,5 1-30,9 0 0,-1 1 30,-8-1 0,-3 0 0,3 0 60,-5 0-60,8 0 0,-4 0 0,4 0-30,-4 0 45,-6 0 0,1 1-45,1-1 0,8 1 0,-4 1 0,3-1 0,6 1 0,0 0 30,-9 0 0,-3 0 0,3 0-30,8 0 0,-1 0 0,-8-1 0,-4 1 0,4 1 0,8 1 0,1 0 30,-9-1 0,-3-2 0,3 2-1291,9 1 1,1 0 1260,-9 0 0,-1-1 0,9-1 0,1 1-1600,-11 3 1600,12-4 0,-2 1-12,-4 0 0,-2 1 12,3 0 0,-1-1 0,1 1 0,-6-1 0,-1 2-442,1-1 0,-2 1 0,4 0 442,-6 0 0,8 0 0,-3 1 0,4-1 0,6 0 0,-1-1 0,-5 1 0,-4 1 0,3 0 0,7-1 0,0-1 0,-6 2 0,-4 0 0,4 0 1400,-7 1-1400,6-1 0,-4 1 0,1 0 0,-3 1 0,1 0 0,-1-1 0,0 1 0,7-1 0,0 0 0,4 0 1706,-4 0-1706,-2 2 0,0 1-90,4-1 90,-5 3 0,-1 0 45,9-2 0,2 0-45,-4 0 0,0 1 0,0 1 0,2 0-2196,1-2 2196,-8 7 1031,0 3-1031,8-5 0,-1 2 0,0 1 0,3-2-286,0 2 0,1 1 286,4-4 0,-1 4 0,2 3 90,3 5-90,-2 5 2632,6-7-2542,7 4-90,2-10 0,3 2 0,1 0 90,6-3-45,5 2 0,1-2 700,2-2-745,-3-5 0,5 0 0,-2-2-38,-5-2-1,1-1-285,2-1 0,6 0 1,2 0-1,2-2 0,-2 0-223,-4-3 1,-1 0 0,1-1 0,1-1 0,0 1 0,2-1 181,-5 2 1,2-1 0,2 1 0,-1-1 0,1 0 0,0 0 0,0 0 0,-2 0 0,-1 0 145,6-2 1,-1 0-1,-1 0 1,-1 0-1,0-1 1,0 1-1,-2 0 1,0 0-1,0 0 1,-1 1 0,-2-1-1,-3 1 1,8-3-1,-1 1 1</inkml:trace>
  <inkml:trace contextRef="#ctx0" brushRef="#br0" timeOffset="31199">5865 3566 13110,'-12'0'1888,"3"-4"-1258,4 3 449,4-4-359,6 5-360,8-2-90,14 0 0,9 0-226,-11 1 1,3-1 0,0 1 0,0-1-502,-4 1 1,-1 0-1,0 0 1,3 0 456,-1 0 0,3 1 0,0-1 0,1 1 0,-3 0 0,-3-1 0,-1 1 0,-3 0 0,3-1 0,3 1 0,4 0 0,2 0 0,-3 0 0,-3 0 0,3 0 0,0 0 22,-1 0 1,4 0-1,0 0 1,-5 0-23,-5 0 0,1 0 0,5 0 0,3 0 0,-5 0 0,4 0 0,-8 0 0,0 0 0,7-5 0,-11 4-546,12-6 546,-19 6 0,7-4 0,-12 3-90,2-4 90,-5 1 1618,0-6-1618,-2 3 0,-6-13 0,-2 9 0,-3-6 0,-1 0 0,-3 2 180,0-3 0,0 0 0,3 6 134,1 1 1,0 0-135,4 5 934,-5-4-1024,9 8 540,0 0 180,8 8-451,-3 3 91,11 6 0,3 1-413,-3 5 83,0-6 0,5 3 0,0-1 15,3 4 0,0 1-90,-3-4 0,1 1 15,1 3 0,1 2 0,-7 0-645,-12 2 0,-2-1-328,9 3 1,-6 0 92,-13-8 1,-9 1 0,-4-1 0,-1-1 600,-1-2 1,-2-1-1,-2-2 1,1 2-1,4-2 1,0 0-1,0 1 1,-1-1-1,1 0 1,-2-2 0,0 1-1,0 0 1,0 0-1,0 0 1</inkml:trace>
  <inkml:trace contextRef="#ctx0" brushRef="#br0" timeOffset="57218">6117 3315 14819,'7'0'2608,"0"-5"-2338,-6 4-90,4-7-450,11-4 0,4 0-270,-4 3 1,2-1-8,1 1 1,4-1 0,4-1 0,1-1 0,-1 1 0,-2 2 353,2-1 0,-3 1 0,1 1 1,3-1-1,-3 1 0,1-1 0,2 0 1,1-1-1,-1 1 0,0 0 0,-2 1 1,2-1-1,0 1 0,0 0 0,0-1 1,0 1-1</inkml:trace>
  <inkml:trace contextRef="#ctx0" brushRef="#br0" timeOffset="60419">6020 3520 11760,'18'2'-820,"2"-6"1,-1 3 0,3-5 0</inkml:trace>
  <inkml:trace contextRef="#ctx0" brushRef="#br0" timeOffset="65037">2665 4339 14279,'2'-8'180,"-2"0"-90,3 6-90,-2-1 180,2-2-180,0 3 269,0-3 1,-2 2 90,2-1-360,-1 2 180,0-2-90,-1 2 180,0-1 719,-1 2-719,5-1-90,6 7-90,1-4 45,3 5 0,1 1 45,2-3-61,1 1 1,4 2 0,1-1 0,5-1 0,1 0 0,0 0-554,-3 0 0,-1-1 0,3 1 452,-3-2 0,4 1 0,1 0 0,-2-1 0,-4-1-18,5 1 0,0 0 18,-4-1 0,4 0 0,2 0 0,-1 1 0,-4-2-524,-4 1 1,-2-1 0,2 0 535,2 1 0,3-1 0,2 0 0,0 0 0,-1 0 0,-4 0-534,2 0 0,-3 0 0,3 0 534,1-1 0,4 1 0,2-1 0,0 1 0,-1-1 0,-5 0-30,2 1 0,-4-1 0,5 0 11,-7 0 0,4 0 0,3 0 1,1 0-1,0 0 0,1 0 1,-2 0-1,-2 0-328,1-1 1,-1 1 0,0-1-1,-1 0 1,1 0 0,0 0 328,-1 0 1,1 1 0,0-1 0,1 0 0,-1 1 0,-1-1 0,-1 0-76,5 0 0,-1 0 1,-1 0-1,0 0 1,1-1 62,0 1 0,1-1 0,0 0 0,-2 0 0,-1 1-82,-4 0 0,-2 0 1,1 0-1,3 0 70,-3 0 1,3 0 0,2 0 0,2 0 0,-1 0 0,-1 0 0,-2 0-1,-3 0 12,2 0 0,-4-1 0,-1 1 0,5-1 0,0 2 0,4-1 0,2 0 0,1 0 0,-1 1 0,-2-1 0,-5 0 0,6 0 0,-4 0 0,4 0 12,-7 1 1,3-1 0,3 1 0,0 0 0,-1-1 0,-2 1 0,-4 0-13,5 0 0,-5-1 0,5 1 0,-1 1 0,4 0 0,2-1 0,1 1 0,-1 0 0,-3 0 51,-3 0 0,-1 0 0,-1 0 1,0 0-1,2 0-51,1 0 0,1 0 0,1 0 0,0-1 0,-1 1 0,-3 0 0,3 1 0,-3-1 0,0 0 0,-1 0 30,6 0 0,-1-1 0,-6 0-30,0 2 561,-3-2 1,-1 0-562,-7 0 1159,10 0-1159,-16 0 1865,5 0-1865,-8 0-1587,-1 0-1690,-2-4 1124,-8 3 2153,-6-2 0,-7 3 0,-4 0 0</inkml:trace>
  <inkml:trace contextRef="#ctx0" brushRef="#br0" timeOffset="75237">4972 5594 10951,'0'-10'539,"-5"1"-179,3 6 0,-3-1-90,5 1 90,0 1-180,-4-1 179,4 1 181,-4 0 1079,4 0-1349,0 7 180,0 6-360,0 0 180,0 7-91,0-10 361,0 6-450,0-9 720,0 4 89,21-7-809,-8-5-1181,6-2 0,6-3 1,-3 0 1000,-2-1 0,1-4-255,-2 2 0,3-2 0,3-2 1,1-1-1,-2 1 0,-2 2-475,-1-1 1,-2 2 0,1-2 0,3-1 491,-4 2 0,2-2 0,3-2 1,1 0-1,0-2 0,1 1 1,0 0-1,-2 1 0,-1 0 1,-2 3-329,5-5 1,-2 2-1,-1 1 1,0-1 0,3-1 493,-3 2 1,1-2 0,2 0 0,0-1 0,0 0 0,-1 1 0,0 1 0,-3 1 0,1-1 0,-1 0 0,-1 2 0,0 0 0,0-1 0,1 0 0,0 0 0,-1 0 0,1 0 0,0 0 0</inkml:trace>
  <inkml:trace contextRef="#ctx0" brushRef="#br0" timeOffset="81139">5018 5920 11580,'-10'1'810,"2"-5"-180,0 0 89,-1-5-539,1 2 180,-1 0 0,5-3-270,1 2 0,1-8-1,2 8 1,6-9 0,0 8 0,11-12 0,-5 12-90,6-6 45,-4 7 0,1 0 90,10-2 0,1-1-428,-5 2 0,1 1 323,3 0 0,3 0 0,-4 2-30,-9 3 0,1 0 30,6 0 0,4 0 0,-3 0 60,7 2 44,2 2 1,-1 3-45,-7 5 45,0 2 0,-1 2-45,-6 4-84,2 4 1,-1 3-7,-6-4 0,-2 0 0,2 1 0,0 0 45,1 3 0,-2-2-45,-2-6 0,1-1 0,0-1 0,-2-4 90,5 6-90,-8-11 360,1 0-270,-4-4 492,1-7-582,-2-8 0,0-1 0,0-3 0,-1 1-90,1-2 135,-1-3 0,0 1 45,0 2 44,-1 1 1,-2 0-45,-2 5 172,-4-13-172,4 18 0,-1-7-180,4 11 90,-1-1 0,7 16 0,3-4 0,11 16 0,-5-13 0,1 3 0,0 0 0,-2-3 0,0 3 0,0 0 0,-4-4 0,3 12 0,-8-12-180,-5 12 0,0-11-720,-12 5 1,-4-1-91,1 1-103,-3-3 1,-4 2 0,2-2-547,7-3 1,0-1 982,-10 6 1,1-1-1,4-2 1,2-1 0</inkml:trace>
  <inkml:trace contextRef="#ctx0" brushRef="#br0" timeOffset="81905">5676 5748 10591,'-4'-11'720,"1"2"89,8-4-629,5 6 90,7-4 0,5 1-151,-2 4 1,3 2 0,1 0-940,2 0 1,2-1 0,0 1 0,-1 1 54,1-1 1,-1 1 0,1 1 764,2 2 0,2 1 0,-2 0 0,-4 0 412,-3 0 0,-1 0-390,1 3 1,2 1-1,1 1 1,-5-1 22,-2-1 0,-1 1 45,5 4 0,2 2 0,-5-1 0,3 5 45,-2 3-1,-1 1-134,-9-4 513,1 2 1,-2 0-334,1 4-180,-1-1 90,-1-3 0,-3-5 0,-2-5 3186,2 5-2872,-4-9 805,-1 1-1119,0-3 270,-1 0-1260,-8-1 91,1 1-2468,-10-5 167,6 3 3110,-5-2 0,9 3 0,-3 0 0</inkml:trace>
  <inkml:trace contextRef="#ctx0" brushRef="#br0" timeOffset="107138">2682 7649 11490,'5'-8'990,"-1"1"-540,-3 4-181,0 1-89,-1-1 90,1 0-90,0 1 90,0-1 270,1-1 449,1-1-629,-1 2 1799,-1-1-1979,-11 3-180,4 1 89,-23 8 1,13-6-45,-7 10 0,-1 1-270,0-4 285,5 1 0,-3 2 0,2-2 30,-8 3-1,9-4 1,-3 0 0,3 0 0,-5 0 0,-2 2 0,1 0 0,9-4-45,0 0 0,2 0-45,8-3 0,-3 1 0,7-4 90,1 0-180,-4-5 90,0 4 0,-8-10 0,6 3 0,-10-12 0,10 6 0,-10-13 0,11 15 316,-6-9-316,8 15 0,-2 4 90,5 2-90,-3 22 0,1-13 0,-1 9 0,-1 1 90,1-2-90,-2 3 0,1 0 0,1-4 45,0 3 0,0-1-45,1-6 90,-1 12-90,4-19 359,5 1-89,13-6-270,-2 1 45,4-8 0,1-1-45,1 4-1093,-1-6 1,5-4 0,-4 3 180,-6 5 0,0 1-181,9-5 1,2-3 0,-2 3-547,-3 4 1,-2 2 982,5-3 1,-2 2-1,8 1 1,-13 2 0</inkml:trace>
  <inkml:trace contextRef="#ctx0" brushRef="#br0" timeOffset="108506">2367 8168 10771,'0'-9'1259,"3"0"-809,-2 3 0,2 0-1,-3 0-89,0 0 360,0-1 269,0-1-719,0 2 450,-10 0-630,-5 10-90,-2-3 45,4 9 0,0 3-45,1-3 0,-1 8 0,1 1 0,2-4 0,1 4 0,2 0 89,8 3-89,11 8 0,4-14 0,2-10 0,2-2 0,-1-3 0,6 0 0,-1 0 0,-1-1 45,-1 1 0,0 0-45,-6 0 0,7 10 0,-33 9-1639,-3-1 1,-3 0 1580,1-3 1,-1-1 57,-3 0 0,-2 2 0,3-4 39,-4 4-129,-1-1 0,1 0-180,6-6-540,1-2 1,1-2 89,4-3-2428,-3-20 1439,11 5 1709,3-11 0,3-2 0,7 2 0,-2 3 0,0 1 0</inkml:trace>
  <inkml:trace contextRef="#ctx0" brushRef="#br0" timeOffset="109105">2658 8041 14099,'-9'-7'1439,"-4"1"-1349,7 6 0,0 6 180,-2 10-180,7 0-45,-1 5 0,1 2-45,0-6 0,2-1 0,-2 4 0,2 0 0,5 2 0,2-2 0,-1-5-45,7 1 0,1-2-45,-2-6 0,3-3 0,2 0 0,0-4 0,10 1-135,-12-7 0,1-3 180,3-1 0,-1-2 45,-2 1 0,-2 0 45,3-5 0,-9 0 315,-25 0-180,7 1-45,-9 8 0,-2 3-45,4 2-45,-2 3 0,0 1-45,4-2 0,-12 10 0,19-6 0,-1 4 0,12-5 0,16-2 0,-2-5 0,2-1 0,-3 4 0,0-1 45,11-8 0,-2 0-45,-5 7-45,-1-7 0,0 1 45,-7 6 90,8-4-90,-17 6 90,1 7-90,-4 8 0,-1 1 0,1 0 0,-2 0 0,1 1 0,0 9-360,0 4 90,0-10-315,5 2 1,0-1 44,-3-4-899,8 4 0,4 0-1838,6-3 2996,-8-7 1,0 0 0,8-4 0,-11-7 0</inkml:trace>
  <inkml:trace contextRef="#ctx0" brushRef="#br0" timeOffset="109324">3046 7981 12840,'-6'-12'989,"-3"-3"-629,2 7-180,6 13-180,11 23 0,-3-14 0,0 1-60,1 6 0,0 3 0,-1 0-685,0-3 1,0-1 0,-1 2 264,2 4 0,0 2 0,-1-2 133,1 4 1,1-1 346,2 1 0,0-4 0,-2-7 0,-2-4 0,1 0 0</inkml:trace>
  <inkml:trace contextRef="#ctx0" brushRef="#br0" timeOffset="109603">3132 8094 12390,'-13'-21'869,"1"1"1,2 3-1,1 0-869,-3-2 0,3 1 270,6-7 90,29 19-180,-4-2-1273,-2 9 1,5 4 0,-4 0 1197,6 3 75,-7 1 0,3 3 0,-5-1 859,-1 5-949,-3 6 0,-3 1-90,-6 0-45,-8 4 0,-3 1-392,-4-2-13,-1-7 1,-3 2-1,1-2 0,3-5 1,-1-1-644,-6 5 1,-3 3 0,2-3-283,5-6 0,0 0 1185,-4 2 0,-2 1 0,3-2 0,2-3 0,1-1 1,-4 3-1,0 0 0</inkml:trace>
  <inkml:trace contextRef="#ctx0" brushRef="#br0" timeOffset="110171">2882 8613 13184,'-25'12'449,"-1"1"1,3-3 0,0 1 0,1-2-91,-2 1 1,1 0-180,-1-1 0,-2 1 0,5-2 90,-4 0 943,18-7-1123,24-9-23,0 1 1,5-2-1,3-2 1,0 0-564,-2 1 1,1-1 0,1 0 0,1-1-1,0 0 1,2 0 506,-2 1 0,2-1 1,1 0-1,1-1 0,-1 1 1,1-1-1,-2 1 0,0 0-197,0 0 1,-1 1-1,-1-1 1,0 1-1,1-1 1,0 1-1,1-1 186,0 0 0,2 0 0,2 0 0,-1-1 0,0 2 0,-2-1 0,-2 2 0,-4 1 0,5-2 0,-4 3 0,2-2 18,2 0 0,3-2 0,1 1 0,-3 0 0,-4 2-18,-2 0 0,-2 1 0,0-1 0,1-1 0,-6 2 269,-6 1-539,-10-4 0,-2 7-89,-11-2-1890,1 3-539,-6 2-489,-12 5 1446,4-2 1831,10 4 0,0 0 0,-13 0 0,13 0 0,0 1 0</inkml:trace>
  <inkml:trace contextRef="#ctx0" brushRef="#br0" timeOffset="110987">2369 8448 14009,'-21'-5'90,"7"0"180,22-3-180,1 3 134,19 2 1,4 0-45,-9 3 0,0 0-180,-1-1 0,1 0 0,-2 0 0,0 1 0,-1 0 45,3 0 0,-3 0-45,-3 0 0,3-2 0,0-2 0,-1-2-45,4-2 0,1 0-135,-2-3-120,-1 3 0,4-1 1,1 0-121,-2 2 0,0-1 1,1 1 185,-2-1 1,0 1-1,0 0 24,6 0 0,0 2 1,-4 0 29,-1 3 135,-3 1 0,-1 1 45,-9 0-990,4 5-2287,-12 0 3196,-7 4 1,3-4 0,-6-2 0</inkml:trace>
  <inkml:trace contextRef="#ctx0" brushRef="#br0" timeOffset="112040">4426 7726 12750,'-13'0'2069,"-3"0"-360,-5 0-900,-1 0-719,2 0 540,8 0-540,18 0 90,14 0-180,4 0 0,-3-1 0,5-1 0,-1 0-1093,0-1 1,0-1 0,0 0 1083,0 0 1,0 0-1,0 0 9,6 0 0,0-1 0,-3 1-747,0-1 1,-2 2 791,-2 0 0,-1 1-213,0-1 1,-5 1 167,-10 1 0,3 0-270,-9 1 1049,0 0-4056,1 0 2674,-1 0 603,11-6 0,-3-4 0,8-7 0</inkml:trace>
  <inkml:trace contextRef="#ctx0" brushRef="#br0" timeOffset="112672">6175 7443 15628,'-11'0'1349,"3"0"990,3 0-1799,29-4-360,-8-1 89,9 1 1,6-1 0,-3 1-573,-8 1 1,0-1 392,4 1 0,5-1 0,0 1 0,-5 0-90,-2 1 0,-1-1 120,8 0 0,3 0 0,-4 0 15,-10 1 0,0 0 254,4 0 1,4-1 0,-5 1-120,5-1 134,-3 1 1,-1-1-135,-8 1 460,5-2-640,-15 3-90,1-2-719,-4 2-901,-7 0-1657,-6 0 0,-13 1 0,5-7 2457,-2 0 1,9-6 0,-1 2 0</inkml:trace>
  <inkml:trace contextRef="#ctx0" brushRef="#br0" timeOffset="113771">2399 7087 11221,'-7'-11'2788,"-3"-2"-1439,2 6-359,11 12-900,13 7 0,4 4 44,1-4 1,0-1-135,-3-3 90,6 1 0,0-2-90,-4-3 0,5-1 0,-1-2 0,0-7 0,3 3 0,1-2-303,-4-12 348,3 5 0,0-1-45,-6-6-45,-1 1 0,-3-2 45,-6 1-45,-7-8 0,-5-4 45,-9 7 0,-4 1-228,3-4 0,-3 1 258,-8 4 0,-4 1 0,2 3 15,7 7 0,-2 3 22,-2-1 1,-4 0-1,0 1 1,3 3-324,2 5 1,0 3 322,-1 1 1,-4 1-1,0 1 1,3 1-68,1 3 0,0 2 0,0 0 0,-4 3 0,1 1 0,4-2 0,2 1 0,1 0 0,0 3 0,-2 2 0,1 2 0,6-1-1501,5 8 0,3 1 1411,-7 0 0,5 0-240,14-9 0,6-2 1,-1-3-475,13 0-276,-2-8 1,6-1 0,-3-1 12,-6-3 0,2-2 1067,3-4 0,5-3 0,1 0 0,-5 0 0,0 0 0,0-1 0,1-4 0,1 0 0,-1 1 0</inkml:trace>
  <inkml:trace contextRef="#ctx0" brushRef="#br0" timeOffset="114338">2489 6927 14009,'-6'-16'1349,"0"2"-1079,-5 3 270,-7-5-181,-2 3 1,-1 0-1999,4 1 1,-1 1 900,-7-3 1,-2-1 976,4 2 1,-1 1 0,2 0-105,-1 0 0,-1 0 9,3 2 0,-4-2 0,-1-1 0,1 2 0,3 1-9,-6-3 0,-1 2-64,5 2 1,-4-1 0,-2 0 0,1 1 0,4 1-42,4 2 0,3 1 0,-4 0-12,-2 0 0,-3-1 0,-2 0 0,1 1 0,5 1-18,-4 0 0,1 0-90,0 2 0,-3-1 0,-1 1 0,5 0-944,0 1 0,1 0 404,-5 0 0,2 1-2647,2 5 0,21 1 2861,9 0 1,2 4-1,7-2 1</inkml:trace>
  <inkml:trace contextRef="#ctx0" brushRef="#br0" timeOffset="117438">766 6257 10591,'0'-12'1259,"-4"2"-809,3 3 90,-3 0-1,-1 1-179,2 0 0,-5 1 0,3 0 0,0 0-1,-1 1 91,0 1-180,0 1 0,1 0-90,0 1-90,1 0 0,-1 1 0,-1 8-90,1-7 89,-4 27 1,7-16-45,-1 12 0,2 3-45,3-7 0,2 0 0,-2 0 0,2 1 0,5 1 0,1-4 0,1-6 0,1 0 0,0-2 0,-1-3 0,16 2 0,-16-7 0,16-1 0,-16 0 0,10-12 0,-14 8 90,-1-11 0,-3-3 0,-1 8 0,-6-7 0,-2-1 0,4 7 0,-20-6-90,19 11 0,-17-1-90,15 4 90,-6 1 0,11-2 0,7-1 0,-2-3 0,8-2 0,-10 4 0,7-4 0,-7 6 0,3-3 0,-4 5 0,0-2 0,-2 3 0,2-1 0,-1 1 0,1 0 0,0 0 0,-1 0 0,2 0 0,-1 0 0,4 8 0,-2-5 90,8 17-90,-5-14 0,4 9 0,0 3-405,-3-4 0,0 0 90,1 1 1,0 1-1325,1 9 1,-3-2-1639,-2-3 3134,0 2 1,-2-1 0,-1-5 0,-1 5 0</inkml:trace>
  <inkml:trace contextRef="#ctx0" brushRef="#br0" timeOffset="117754">501 6453 13110,'-19'-22'2068,"4"5"-2068,11 15 180,1 1-90,1 7 0,7 5-90,0 1 0,1 4 45,1-3 0,1 2-1684,0 9 1,0 2 1310,0-5 1,1 0-243,0 2 1,-1 3-1,0-5-209,1 5-860,1 1 1,1-2-392,-2-5 1899,4 9 0,-6-19 1,-1-1-1</inkml:trace>
  <inkml:trace contextRef="#ctx0" brushRef="#br0" timeOffset="118188">513 6571 12300,'-13'-10'1034,"0"-1"1,-11-9-1035,0 3 0,5 3 0,15 10 0,6-7 90,0 6-90,17-7 90,-10 7-90,10-1 90,4 0 269,-1 3-179,-1 1 0,-6 8-180,-14 17 0,-4 4 0,2 3 0,-9-10 0,9-7 0,-4-6-90,5 3 90,0-8 0,6 2 0,1-4 90,19 2-90,3 0 0,1 1 0,-11 0 0,-1 1 0,-3 1 0,0 2 0,-2 3 0,-5 13-90,2-2-450,-15-4 1,-2-1-271,4-3-829,-9 1 1,-2-1-572,7-3 2210,-16 5 0,13-12 0,-4-1 0</inkml:trace>
  <inkml:trace contextRef="#ctx0" brushRef="#br0" timeOffset="118505">923 6007 14099,'-14'-17'1259,"1"4"-1259,3 1 0,4 13 0,19 14 0,-3 3 0,2 2-45,-1-6 0,2 0-255,-1 5 0,1 2 1,-2-2-450,4 6 179,-5-7 0,3 2 1,-3-1-331,4 4-584,2 3 0,0-2 494,-2-5 990,-1-2 0,-1-1 0,0-4 0,2 3 0</inkml:trace>
  <inkml:trace contextRef="#ctx0" brushRef="#br0" timeOffset="118771">1049 6097 13469,'-15'-13'854,"0"-1"1,-5-6-855,10 2 0,16 11 0,24 5 0,-7 1 45,0 4 0,-1 1 135,-2 3 90,-2 1 0,-1 2-90,-7 2-90,1 5 0,-16 8-90,3-8-225,-12 6 0,-3 1-677,3-1-191,0-5 1,-4 1 0,2-2-1568,-3 6 2660,3-3 0,1-1 0,7-5 0,1 3 0</inkml:trace>
  <inkml:trace contextRef="#ctx0" brushRef="#br0" timeOffset="120220">2111 7030 13379,'-12'-12'810,"1"1"179,-1 5-539,2 2 180,-8 1-450,9 8 179,-1 5 1,0 5-180,1 12 0,3 5-1000,1-9 1,1 2 0,-1 0 0,1-1 54,0 2 1,0 0 0,1 0 764,1 2 0,0 1 0,1 0 0,1-6 512,3-2 1,-1-2-483,0 7 0,-1 4 0,3-5-30,2-8 0,1-2 0,1 15 0,0-1 0,5-8 0,-3-2 0,0-1 0,-1-7 0,6 3 0,-9-11 0,4-20 0,-8 3-45,1-15 0,-2-2 45,0 14 0,-1 0-312,0-5 0,-1-3 0,0-1 1,-1 3 311,-1-2 0,-2 0 0,1 2 0,-1-5 0,0-1 0,-1 0 0,-1 3-311,-1-2 1,-2 3 0,1-1 332,1 3 1,1-2-1,0 1 1,0 2 715,-7-10 0,0 7-648,5 11-90,-4-2 227,7 14-227,3 9 90,-3 17 0,3 1 155,1-4 0,-1 4 0,1-3-245,0-4 0,1 2 0,-1 5 0,0 5 0,1 2 0,0-3-182,2 3 0,1-2 0,-1 1 182,-1-7 0,0 0 0,-1 0 0,2 1 0,3 7 0,1 0 0,2-3-355,0-4 1,1-2 354,0-1 0,2-2-212,2 1 0,0-6 212,-2-8 914,11-6-914,-12-8-45,3-12 0,-2-5-45,-2-3 575,-4 2 1,1-6 0,-2 0-509,-3 5 1,-1 0 0,-1 0-1,0 1 298,-1-4 0,1 1 1,-2-3-258,1 6 0,-1-3 0,-1 0 0,1 2 0,-1 4 27,-2 0 0,0 2 45,-1-3 0,0-2 0,1 5-90,-2 3 827,-3-2-827,7 17 90,-1 25 0,2-6-97,2 1 0,-1 3 52,-1 9 0,1 1 22,1-11 1,0 1-68,0 2 0,-1 4 0,1 1 0,0-5 0,1 0 0,0 0 0,0 0 0,0 2 0,1 1 0,-1-4 0,1-3 0,0 0 0,1 5 0,1 3 0,0-4 0,-1 4 0,7-2 0,1-2 0,-7-8 603,10-1 0,1-6-782,3-18 179,5 3-60,-10-11 0,-1-8 0,-3 2-355,-1 7 0,-1-3 392,0-4 1,0-5 0,0-1-1,-3 4 23,-3 2 0,-2 0 45,0-1 0,-1-5 0,0 1 0,-1 5 45,-3 1 0,-1 2 60,-1-5 0,-2-1 0,1 4-150,-4 3 156,-12 7-156,17 23-693,3 10 0,1 8 1,1-3 692,2-4 0,0 1-68,1 4 1,-1 6-1,1 0 1,0-5-358,1-2 1,1-1-206,0-1 0,1 4 1,1-1-1,1-3-135,0-4 1,3 0-329,0 4 1,2 2 0,1-4 436,7 2 1,-5-7-1,0-1 1,2-4 0</inkml:trace>
  <inkml:trace contextRef="#ctx0" brushRef="#br0" timeOffset="123555">13071 2329 15178,'4'10'3276,"2"-9"-2684,17-16-652,-6 3 0,4-3 0,2 0-596,0-1 1,3-1-1,1 0 1,1-1 0,-2 1-1,-5 4 1,0 0-1,0 0 1,1 0 0,2-1 491,-2 1 0,1-1 0,3 0 0,0-1 0,1-1 0,-1 2 1,0-1-1,-3 2 0,-2 2 0,7-4 0,-5 2 0,1 1 1,2-1-1,0-1 0,1 0 0,0 0 0,0 0 0,0 0 1,0 0-1</inkml:trace>
  <inkml:trace contextRef="#ctx0" brushRef="#br0" timeOffset="128070">9547 2561 9062,'0'-9'629,"0"1"-359,0 4 90,0 0 0,0 1-90,0 1 0,0 0-1,0 0 901,0 0-720,6 5 89,9 7-449,0-3 90,0 2 0,1-1-90,-1-3 45,2 3 0,1 0-135,-1-3 90,1 0 0,1 0-90,-3-2 90,5-1 0,2-1-90,-3-6 0,-1 0 0,1 4 0,0-1-1023,8-12 1,-2-1 1022,-4 5 0,-6-1 0,2-4 0,-2 2 0,5-3 0,0-5 0,-1-1 90,-7 3-7,-1-7 1,-4-2-129,-8 5 1,-2 1 44,4 0 0,-2-1-45,-9-2 0,-2 2 45,2 8-45,-9-2 0,-4 2 45,5 8 0,0 1 0,-1-2 0,-2 1-45,-9 6 0,-1 4 45,8 6 0,-1 1-673,-3-2 0,1 0 673,4 4 0,2 1 0,-3 1 0,2 0-64,7-5 0,0 0 34,-5 4 0,-3 2 0,3-2 30,-5 6 45,0 1 0,1-1-45,5-2 45,2 1 0,1 0-45,6-2 90,0 3 0,3 3 0,7-5 0,1 1-46,-4-2 1,2 1 0,10 5 0,3-3 3231,-4-4-3275,10 0 1,2 0 88,-2-3-90,7-2 0,0-1 155,0-4-155,-7-4 0,3-1 0,-3 0 0,9-1 30,-8-5 0,3-3 0,-4 2-30,8-2 0,-6-4 0,4-3 0,-5 2 0,-7 5 0,-1 0 0,6-6 0,2-3 0,-3 1-90,-1-4 90,-2-5 0,-1-1 0,-7 3 0,-1-4 0,-4 0 0,-10 3-45,0-1 0,-2 1 45,-10 4-45,-1 1 0,1 0 45,-2 6-30,5 4 0,-4 0 0,0 2 30,-4 4 0,-1 0-45,1-2 0,0 2 45,-6 8 0,3 2 0,8-3 0,-2 12 0,1 2 0,3-6 30,5 4 0,-2 4 0,1 0 15,0 5 0,1 2 15,1-1 0,1 2 0,1-2-538,0 3 1,2-1 522,4 3 0,1-2-45,3-4 0,6 5 90,0-9 0,1-1-90,7 4 0,2 2 0,1-1 90,1-6-45,7-1 0,1-4-45,-1-6 0,-2-6 0,5-3 0,-1-3-965,-1-5 0,0-5 1,-1 2 964,0 2 0,-1 1 0,1-2-23,0-4 1,1-3-1,-2 0 1,-3 3-180,-4 2 1,0-1 201,4-7 0,2-3 0,-5 3-45,-6 8 0,-3-1 45,1-7 0,0-4 0,-3 3 0,-1-7-30,-7 9 0,-2-4 0,-2 5 30,-5-7-30,-2 10 0,-4-2 0,0 4-15,4 6 0,-2 1 45,-12-2 0,-6 1 0,1 4-30,7 6 0,0 4 0,0-1-586,-3-2 0,-1 0 1,1 2 495,4 3 0,2 2 0,0 3-690,-1 2 1,1 3-1,2-2 111,-1 1 1,0 1-122,1 3 1,-3 4 0,1 1 0,3-2 621,2 1 1,2 0-1,-1 1 1,0 3-1,2-2 1,3-2-1,1 1 1</inkml:trace>
  <inkml:trace contextRef="#ctx0" brushRef="#br0" timeOffset="138536">11225 3151 10141,'-8'0'810,"1"0"-540,5 0-91,-2 0 1,1 0 90,0 0-90,-1 0 90,2 0-90,-1 0-90,1 0 90,0 0 0,0 0 0,-1 0-1,1 0-89,-2 0 0,1 0 90,-2 0 0,0 0 0,1 0-90,-1 0 360,-4 4-270,4-3 269,-6 8-269,6-8 180,-6 9-180,5-6 360,0 3-360,3-4 89,3 0-89,0-2 180,6 3-180,1-2 180,14 4-270,-4-4 0,8 1 0,2-1-357,-11-1 1,1 0 288,7-1 1,6 1-1,3-1 1,-1 0-433,-7-1 1,1-1 0,-1 0 0,2-1-1,2 2 410,-1 0 0,2 0 0,1 0 0,1 1 0,-1-1 0,0 1 0,-2-2-363,2 1 1,-1-2 0,-1 1 0,1 0 0,1 0 362,-4 1 0,2 1 0,2-1 0,-1 1 0,-2 0 0,-1 0 0,-4-1 0,3 1 0,-4 0 0,3 0 0,2 0 0,5 0 0,1 0 0,-2 0 0,-4 0 0,2 0 0,0 0 0,-6 0 0,4 0 0,1 0 0,-2 0 0,-2 0 0,0 0 0,-3 0 0,1 0 0,3 0 0,1 0 0,0 0-90,-3 1 0,0-1 1,-4-1-91,3-2-405,1 3 0,-2 0-44,-9-6-1523,7 5-1125,-14-1 1802,-6 2 1475,-6 0 0,-8 0 0,-1 0 0</inkml:trace>
  <inkml:trace contextRef="#ctx0" brushRef="#br0" timeOffset="139037">11126 3256 12570,'-13'0'180,"-2"0"90,7 0 1618,-1 0-718,23 0-990,5 5-31,0-4 1,5-1 0,2 0-931,-2 0 1,2-1 0,0 0-1,0-1 781,-2 0 0,-1 0 0,1-1 0,0 0-251,3 0 1,0 0 0,1-1 0,0 0 268,-4-1 0,2 1 0,0-1 0,-1 1 0,-2 0-335,4 0 0,-2 0 0,3 0 317,-2 1 0,2-1 0,3 0 0,0 0 0,-1 1 0,-2 0 90,-1 0 0,0 1 0,-2 0 0,1 1 0,-1-1-68,4-1 1,-1 1-1,0-1 1,1 1 22,3 0 0,2 1 0,-3 0 0,-6-1-45,-7 2 0,-1-1 0,3 0 0,3 0 0,-3 1 90,1-1-237,1 0 1,-2 0 146,-6 1 2235,12-2-2235,-18 2 0,3-1 976,-7 0-1246,-2 0-537,0-1-542,-2 0 1349,-5-15 0,4 6 0,-4-11 0</inkml:trace>
  <inkml:trace contextRef="#ctx0" brushRef="#br0" timeOffset="141325">9629 1726 8162,'9'-6'1619,"-1"2"-899,-6 1 539,-1 2-629,-1 9-450,-3-1 180,2 11-180,-2-7-1,3 2 271,0 7-360,0-7 135,0 4 0,0 1-135,0-1 45,2 4 0,0 0-45,-1-1-1697,1 8 1,-1 0 1696,-1-4-45,0 5 0,0-1-45,0-7 0,0 0 0,0-1 0,0-6 90,2 10 0,-2-17 630,3 2-720,-2-32 0,0 9-45,-1-14 0,0-2-262,0 2 277,0 6 0,0-3 0,0 3-60,0-10 90,0 9 0,0-1 0,0 1 0,0 3-111,4-6 111,-4-1 0,1 1 0,3 6-45,-4 1 0,0 1 45,0 4 90,0-11-360,-4 15 666,3 11-396,-3 4 90,4 25 0,0-13 0,0 5 0,0 2-90,0-1 909,0 7 1,0 0-820,0-2-60,0-6 0,0 4 0,0-4-30,0 9 30,0-5 0,0 4 0,0-4-30,0 5-899,0-10 0,0 3 1,0-5 898,3-3 287,-2 10-17,2-20 180,-3 1-540,0-22 1225,0 3-1165,-2-7 0,-1-7 0,0 3 1440,0 6 0,0-1-1455,0-4 0,-1-5 0,0 1 0,1 3 45,-1 3 0,-1 1-60,2-10 0,0-5 0,0 4 15,0 2 0,0 2 45,0-5 0,1 0 0,0 3 0,0 3-90,0 5 90,-1 1 0,0 1 0,1 6 192,-3-6-192,4 13-180,0-1 180,6 10 90,6 5 0,9 6-90,-1-3 45,3-5 0,1-3 45,1-2-60,-1-3 0,5 0 0,-2 0-393,-7 0 1,1 0 407,5-2 0,6-3 0,0 1 0,-4 0-829,3 1 0,2 0 799,-10 1 0,5-2 0,2 0 0,1-1 0,-3 1 0,-3 1-469,2 0 1,-2 0-1,2 0 469,1 0 0,3-1 0,3 0 0,-1 0 0,-1 0 0,-4 1-15,0 0 0,-3 0 0,5 0 25,-4 0 1,4 0 0,3-1 0,1 0 0,1 0 0,-2 0-1,-1 0-25,-1 0 0,-1 1 0,-1-1 0,0 0 0,2 0 0,1-1-195,-3 2 1,1-1-1,1 0 1,0 0-1,1 0 1,0-1-1,-1 1 1,-1 0-1,-2 1 195,4-2 0,-2 1 0,-1 0 0,0 0 0,0 0 0,2 0 0,-1 0 0,2-1 0,1 1 0,0-1 0,-2 1 0,-2 1 0,-4 0-91,3-1 0,-4 2 0,3-1 106,-1 1 0,2-1 0,3-1 0,-1 1 0,-2 1 0,-3-1-15,-1 1 0,-4 0 0,3 0 0,2 0 0,5 0 0,0-1 0,-2 1 0,-4 0 0,3-1 0,-1 1 0,-1 0 0,3 0 0,-1 0 0,-4 0 0,-5 1 0,0 0 263,4 0 1,1-1-1,-2 0-263,6 0 0,1-1-90,-11 3 90,-12 0 1003,3 1-1003,-5 0 2729,2 0-2729,-3 0 1732,2 5-1732,-1-4 0,5 12-90,2 2 135,-1 2 0,0 0-45,4 8 45,-2 1 0,-1-1-330,-1 0 315,-3-6 0,2 4 0,-1-3 60,2 9-60,-1-5 0,1 5 0,-1-5-439,-2-8 0,-1-1 438,2 6 1,1 2 0,-1-3-1960,2 3 1930,2 7 0,-4-14 0,0 0 0,3 3-322,-1 0 1,0-1 321,-2-5-75,5 11 75,-8-15 663,1 5-573,-3-9 1777,1 3-1777,-2-4 911,0 0-911,-4 0 400,-7 3-490,1-2 180,-15 7-90,11-7-45,-8 3 0,-1-1-781,-5 1 736,3-1 0,-5 0 0,2 1-461,5-3 1,-2 1 460,4-1 0,-3 1 0,-4 1 0,0 0 0,-1 0 0,2-1-454,-1 1 0,1-1 0,0 0 0,0 1 0,-1-1 0,1 0 454,0 0 0,1 1 0,0-1 0,-1 0 0,0 0 0,-1 1 22,1-1 1,-2 0-1,0 1 1,-1-1 0,0 0-1,2 0 1,2 0-1,3-1-453,-8 2 0,4-2 0,-4 1 431,7 0 0,-5-1 0,-2 1 0,0 0 0,1 0 0,1 0 0,4-1 30,-5 1 0,4-1 0,-4 1-30,6-2 0,-3 1 0,-3 1 0,0 0 0,1-1 0,2 0 0,3 0 0,-4 0 0,3 0 0,-4 0 12,6-1 1,-4 1 0,-2 1 0,0-1 0,0 1 0,3-1 0,2-1 17,-4 1 0,3 0 0,-4 0-30,3-1 0,-3 2 0,-3 0 0,-2-1 0,1 1 0,1 0 0,3-1-246,-2 1 1,3-2 0,0 1 0,0 0 0,-1 0 245,2-1 0,-1 1 0,0 0 0,0 0 0,1-1 0,1 1-35,-4 0 0,0-1 0,2 1 1,1-1 34,1 0 0,1 0 0,1-1 0,2 0 0,-7 1 0,-1 0 22,3 0 1,-5 0-1,1 0 1,5-1-23,3-1 0,2 0 0,-7 0 0,-2 1 0,3-1 0,11-2 0,1 1 0,-15 0 0,1 0 0,9-1 44,-2 0 1,2 0-134,5 0 646,-12 0-557,20 0 1773,-6 0-1773,10 0 1004,-3 0-1004,4 0 585,0-3-1755,1 1-2107,5-2 0,0 2 3109,0 1 1,1 1 0,-3-1-1</inkml:trace>
  <inkml:trace contextRef="#ctx0" brushRef="#br0" timeOffset="146087">12411 1885 9781,'1'-12'2159,"-1"3"-1979,4 6 0,-3 1-90,2 1 0,-3 0 0,3 1 0,-2-2-90,3 2 180,-4-1-90,3 0 449,0 6-89,3 4-360,0-2 270,4 11-270,-6-14 270,9 13-181,-7-12 541,10 5-630,-9-7 360,9 2-270,-8-4 179,11 0-269,-9-1-90,11-9 0,5-4-23,-7 4 1,2-1 0,1-1-1,1-1-524,0 0 1,1-1 0,2-2 0,0 1 0,-1 0 0,-1 0 487,1 1 0,-1 1 0,-1 0 0,1 0 1,2-1 58,-1-1 0,1 0 0,2-1 0,0-1 0,-1 2 0,-3 0 0,-2 2-454,3-2 1,-3 2 0,2-2 468,-1 1 0,3-2 0,1-1 0,1-1 0,-3 2 0,-3 2-15,-1 1 0,-2 0 0,1 0 0,1-2 0,2-1 0,2 0 0,-2 0 0,-4 2 0,0 0 0,0 0 0,6-4 0,2-3 0,-4 4 0,1-3 0,0 0 0,-1 1 90,-11 6-369,11-9 279,-15 13-41,7-6 41,-9 9 2560,6-7-2560,-6 7 1668,1-2-2657,-2 4-2117,-4 3 857,1-1 2269,0 6 0,-1 4 1,-1 6-1</inkml:trace>
  <inkml:trace contextRef="#ctx0" brushRef="#br0" timeOffset="158054">8738 3821 16168,'2'-9'90,"1"0"-90,1 8 0,0-5-90,9-5 0,3-5-730,-1 1 1,3-4 0,3-2 0,-3 2-106,0 1 1,-1 0-1,4-3 560,-3 4 1,2-2 0,3-2 0,1-2 0,2 0 0,-1 0 0,0 0 0,-2 2 0,-1 2-183,0-1 1,-2 3 0,-1 0 0,0 0 0,3-1 0,1-2 540,-2 3 1,1-1-1,2-1 1,1-2 0,1 0-1,0 0 1,1 0 0,-1 1-1,0-1 1,0 2-1,-2 1 1,-2 1 0,5-3-1,-2 2 1,-1 2 0,-1-1-1,1 1 1,1 0 0,1-2-1,-3 2 1,1-1-1,0 1 1,0 0 0,0 0-1,0 0 1,-1 0 0,1-1-1,0 1 1,0 0 0</inkml:trace>
  <inkml:trace contextRef="#ctx0" brushRef="#br0" timeOffset="194552">9494 4446 11311,'-11'-5'0,"2"3"179,5-2 3097,0 4-1964,2 0-233,-1 0-89,1 0-181,1 0-809,0-6 0,8-4-780,6-8 1,6-7 0,4-3 414,-7 11 1,2-2 0,2-1 0,2-1 0,0-1 0,1 0 0,-1 1 0,0-1 0,-1 2 242,-2 0 1,1 0-1,-2 1 1,1 0 0,0-1-1,0 1 1,1-1 0,1-1-1,0 1 1,1-1 0,0-1-1,2 0 1,0 0-1,0 0 1,0 0 0,-1 0-1,0 2 1,-1 0 0,-2 1-1,1 1 1,0 0 0,0 0-1,1 0 1,-1 0 0,0 0-1,0-1 1</inkml:trace>
  <inkml:trace contextRef="#ctx0" brushRef="#br0" timeOffset="200702">8924 5482 8162,'13'-10'90,"2"0"0,0 1-1181,0 1 1181,0-1 0,1 1 0,-1 0 0,-1 1-90,0 1 88,0 1-88,-2 0 327,-1 1-327,-2 1 90,-1 1 89,-1 0 588,-1 2-587,-3-1 399,0 1-399,-1 0 1399,-1 0-1309,-5 0 0,-2 4-180,-3-3 0,1 3 270,-4-2 449,-4 1-629,3 0 180,-9 0-270,14-2 270,-9 0-180,10-1 359,-6 0-359,8 0 540,-9 0-1,4 0-539,0 0 270,1 0-360,6 0 180,-1 0-180,3 0 180,-1 0-90,2 9-91,5-2 271,9 20-180,0-14 0,1-1-135,-3 1 0,0-1 45,11 2 0,-1-2-90,-2-5 90,7-2 0,1-1-1896,0-3 1806,-6-3 0,2-1 45,-4-2 0,-1-1-45,-3-1 0,0 0-30,5-4 0,3 0 0,-2 0 75,-4 1 0,-1 0-45,1 0 0,0-2 0,0 0 0,7-9 0,-3 0 0,-8 7 0,0 0 0,4-8 0,2-3 0,-3 2 0,-7 7 0,-1-1 0,3-8 0,1-4 0,-3 3 0,-4 8 0,-1-1-30,1-9 0,1-4 0,-3 3 30,-1 9 0,-2-1-30,1-9 0,0-4 0,-2 4 30,-3 10 0,-2-1 0,0-7 0,-1-5 0,-2 6-45,-1 8 0,-2 2 45,-2-9 0,-3-1 0,1 12 0,-1 2 0,-3 1-962,-7-1 1,-4 2 0,1-1 961,5 1 0,1 0 0,-3 1 0,-3 3 0,-3 1 0,1 2 0,4 2-159,5 4 1,1 1 158,-9 1 0,-3 1 0,4 1 45,11 1 0,0 1-45,-6 4 0,-3 2 0,5 0 0,7-4 0,1 1 60,-5 8 0,-3 4 0,4-2-60,6-4 0,1 0 30,-1 0 0,-1 2 0,2 1 0,-1 3 0,2 2 0,1-2-283,-1 0 1,1 2 297,0 1 0,0 5 0,0 1 0,2-5-45,1 0 0,2 0 67,0 1 1,0 5-1,2 0 1,1-6-24,4 0 1,2-1 0,0 0 0,0 4 0,1-1 0,2-4-45,3-3 0,2-2 45,0 0 0,1 2 0,1 0 0,1-4 45,5 1 0,2-3-68,-4-4 1,3 1-1,0-1 1,2-3-196,2-2 0,2-2 0,-1-1 0,0-1 173,0 0 0,-1-1 0,3-2 0,-4-2 0,3-1 0,0-2 0,-2 0 0,-3 0 628,2-5 0,0-3-628,0 1 0,4-3 0,0 0 0,-5 2 44,-3-2 1,0-1-68,-2-2 1,3-4 0,-1 0 0,-3 2 22,-3 0 0,-2-1 0,-2-1 0,2-5 0,-1 0 0,-2 4 0,-3 0 0,-1 0-23,-1-1 1,-1-5-1,0 1 1,-1 4 22,-1 0 0,-1 1-23,-4-2 1,-1-3-1,-1 0 1,1 3 22,-1 2 0,-2 1 0,-2 1 0,-3-2 0,-2-2 0,0 1 0,2 5-45,-3-3 0,-2 1 27,1 5 0,-4-4 0,-1 1 0,0 1 0,3 4 18,-4 0 0,-1 3 22,-2 1 1,-4-1-1,-2 1 1,6 3-23,0 1 0,-1 3 67,-1 0 1,-5 2-1,-1 1 1,3 3-68,5 2 0,2 2 0,0 0 0,-5-1 0,0 0 0,1 5 0,5 4 0,0 4 0,2 1 0,4-2 0,0 0 0,2 3 35,1-2 1,0 5 0,-1 2 0,1-2 0,2-2-252,0 4 1,3 2 233,1-3 0,1 5 0,-1 1 0,2 0 0,0-5-142,1-1 1,2-3-1,1 3 79,1 0 0,0 5 0,1 1 0,1 1 0,0-3 0,0-3-75,1 2 0,1-4 0,1 3-180,1-1 0,2 2 0,1 3 1,0-1-1,1-2 0,-2-5 30,3 1 0,-1-5 1,1 2 21,1 2 1,1 2 0,0-1-1,2-4-742,3-2 1,0-3 0,1-1-264,2 3 0,3-2 1253,0-4 0,5 0 0,1-1 0,-4-1 0,-4-3 0,-3-2 0,2 0 0,4 1 0,0-1 0,0 0 0,0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00:22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3556 1606 8342,'-9'2'540,"1"0"-270,6-2 0,-1 1-1,0-1 91,0 0-180,1 0 270,-3 0 269,-2 0-629,2 0 360,-5 0-270,5 0 360,-7 0-360,6 0 719,-8 0 1890,8 0-2520,2 0 181,10 0 90,24-4-510,-6 1 0,3-2 0,0 0-582,-6 1 1,-1 0 0,3 0 551,3-2 0,5 0 0,2-1 0,-2 0 0,-4 2-535,-3 0 1,-2 0-1,3 0 535,-1 0 0,5-2 0,2 1 0,0-1 0,-2 1 0,-4 1 0,2 0 0,-4 1 0,4-1 0,-3 0 0,3 0 0,2 0 0,2-1 0,-1 0 0,-1 1 0,-3 1 0,6-1 0,-3 0 0,0 1 0,1-1 0,-3 1 0,1-1 0,1 1 0,-1-1 0,-1 1 0,6-1 0,0 0 0,-2 1 0,-3-1-225,3 0 0,-2 1 105,-7 0 0,1 1 1,-3 0-601,1-1 0,-5 1 91,-8 1-1800,1-1 1080,-7 2-1928,-7-2 3285,4 1 1,-15-1 0,4 1-1</inkml:trace>
  <inkml:trace contextRef="#ctx0" brushRef="#br0" timeOffset="384">3616 1581 13289,'-22'3'90,"8"-1"1080,4-1-541,14-1 541,21 8-2809,5-6 1,2 0 1465,-6 2 1,3 0 194,-2-3 1,4-2-1,2-1 1,0-1-323,-3-1 0,1-1 0,0 0 1,0-1-1,-2 1 300,-2 2 0,-2-1 0,0 1 0,0-1 0,3 0-204,1-1 0,2 0 0,2-2 0,1 1 1,-2 0-1,-3 1 0,-3 0 204,2 0 0,-3 1 0,2 0-169,-2 0 0,2 0 0,3-1 0,-1 1 0,-3 0 0,-3 0 169,7 0 0,-2 0 86,-4 0 1,4 0 0,-2 1 0,-5 0-87,9-2 586,-10 2 0,-2 0-586,-5 0 0,-5 1 0,-1 1 1767,-4-1-1767,-2 1 2642,1 0-5340,-2 1 599,-11-1 2099,-11 7 0,7-2 0,0 1 0,-4 3 0,1-1 0</inkml:trace>
  <inkml:trace contextRef="#ctx0" brushRef="#br0" timeOffset="11433">1889 1844 7982,'-17'-12'0,"2"2"0,4 2 0,2 0 90,0 1-90,0 0 0,1-1 90,1 2 90,0-1-90,0 1 90,1 0 0,0 1 0,0 0 0,1 0 270,-2-1-271,3 3 541,-7-6-540,7 6 629,-8-6-539,8 7 360,-7-5-450,7 5 360,-4-4-361,5 4 361,-3-2-360,3 3 90,-1-1-90,3 2 269,6 12-269,3-5-45,6 7 0,3 2 90,7-3 0,1-1-478,-4 1 1,1-1 372,3-3 0,2 1 0,-3-3-120,-7-3 0,0-1 60,9 1 0,4 0 0,-3-1-60,-7-1 0,0-1-799,2 0 0,4 0 1,0 0-1,-4-2 844,0-2 0,0-1-45,2 3 0,4-1 0,0 1 0,-4-2-151,-1-5 0,0-1 151,3 3 0,5-2 0,0 0 0,-4-1 0,-3-4 0,-3-1 0,1 0-176,5 1 1,0 1-1,-2-4 198,-4-5 1,-1-3 0,-3 0-1,-2 2-228,-1 0 1,-2-1 187,-1 1 0,1-4 0,0-1 0,-1 0 0,-3 4 18,1-4 0,-2 0-18,-2 5 0,0-5 0,-1 0 0,1 0 0,-2 4 18,0-5 0,-1 0 18,-3 5 0,-1-4 0,-1-1 0,0 1 0,0 4-18,-2-6 0,-2 2 0,0 4 0,-3-2 0,-1-1 0,0 1 0,1 4 0,-2-4 0,-4 3 0,0 5 0,-5-3 0,-1 1 0,-1 1 0,4 4 0,-5 0 0,-2 3 0,2 3 0,-5 0 0,-1 0 0,0 2 0,5 3 0,-4 2 0,-1 5 0,6-2 0,-4 2 0,-2 1 0,0 1 0,2 3 30,4 2 0,0 2 0,1 2 0,0 1 0,1-1 0,-1-1 51,-1 0 0,1-2 0,0 0 0,-1 1 0,0 4-70,3-1 0,-2 3 0,-1 1 1,1 2-1,0 0 0,1-1 1,2-1-1,2-2-387,0 1 1,3-1 0,1 0 0,-1 2 375,-3 3 0,-2 1 0,1 2 0,0-1 0,2 1 22,1 2 1,2 1-1,2-1 1,0 0-118,2-6 0,0-1 1,1 1-1,0 3 120,1 1 1,0 5 0,0 2 0,1 0 0,0 1-1,1-4 1,1-2-110,1-3 1,1-2-1,2-1 1,1 4 83,2 0 0,0 4 0,2 2 0,1 1 0,1-2 0,1-4 0,1-4-30,5 0 0,1-6 0,6 1-308,-2-4 1,5 0 0,2 1-1,2 0 1,2-1 0,1-1 0,-1-1-1,-1-2-72,-1-3 0,0-2 1,1-1-1,-1-1 1,1-1-1,0 1 0,1-1 1,-1 1-1,3 2 0,0 0 1,0 0-1,0 0 1,1 0-1,-1-1 0,0 0 1,0-2 377,-2-1 0,1 0 0,0-1 0,0-1 0,-1 0 0,-1 0 0,-2-1 0,0 1 0,2-2 0,-2 0 0,-1 0 0,-1-1 0,1 1 0,1-1 0,0 1 0,1-1 0,-1 1 0,0 0 0</inkml:trace>
  <inkml:trace contextRef="#ctx0" brushRef="#br0" timeOffset="14384">5252 3729 16258,'9'6'989,"-1"2"-539,-3 2-360,-2-2 270,2 0-270,-4-5 359,5 1-269,-3-3 450,20-5-540,4-7 0,2-3-821,-4 4 1,1-1 712,-4 0 0,3-1 0,2-2 0,-2 1 1,-2 2-453,-3 0 1,-2 2 0,3-2 487,4-2 0,4-2 0,2-1 0,-2 1 0,-4 2-18,-4 2 0,-3 1 0,2-1 18,2 0 0,3-2 0,1-1 0,-2 1 0,-3 3-18,0-2 0,0 1 30,4-4 0,3-1 0,-5 3 60,2-3-135,-3 0 0,0-1 135,1 0-135,-9 5 0,-2 1-45,3 0-900,-7 3-2287,-7 7 2457,-4 8 1,-7-5 0,-5 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01:23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3449 2194 11131,'-7'-8'1529,"1"2"-1079,6 5 2338,-4 0-2248,3 5-1,-3 0-269,4 6 180,0 1-270,0-1 90,0 8-270,0-9 359,0 8-179,0-11 810,12 4-540,-3-8-1,10-4 1,3-3-270,5-4-983,-6 0 0,4-3 0,2-1 0,-3 1 833,-5 2 0,-1 1 0,3-3-30,-2 1 0,3-2 0,3-2 0,0 0 0,2-1 0,-1 1 0,1 0 0,-3 0-325,2 1 1,0 0 0,0 1 0,-1-1 0,1 1 0,-1 0 0,1-1 324,-1 0 0,1-1 0,-1 0 0,0 1 0,1-1 0,0 1 0,-1 0-230,2 1 1,2-1-1,0 1 1,-1 0-1,-2 1 1,-2 1-1,-3 2 185,5-1 1,-3 1-537,3-1 1,0 0-1,-5 2-138,-6 3-1646,0-1-693,-25 20 1419,-3 0 1,-2 2 1209,2-2 1,-1 1 0,-5 4 0,-1 0 0,-3 0-1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6:01:30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 3764 16348,'-6'-1'989,"5"-5"-989,9-7 0,6-5 30,2-2 0,3-3 0,2-1-686,-4 5 1,1-2-1,2 0 1,-1 0 0,-1 1 59,2-2 0,-2 0 0,1 1 1,0-1 595,2 0 0,1-2 0,1 0 0,-2 2 0,-4 3 450,2-1 0,-2 2-473,-1 0 1,3-1-1,-1 0 1,-2 3 22,-4 3 0,-1 1-180,10-10 0,-1 1-90,-8 9-3007,4-7 0,-34 33 1638,1 7 1,-3 3 1072,0-3 1,-1 4 511,7-7 0,-2 4 0,0 0 0,1 0 0,2-3 696,-4 6 0,0 0-481,3-3 1,-2 3 0,-1 1 0,0-1 0,3-3-72,2-4 0,2-1 0,-2 1 144,-2 2 0,-2 4 0,0 0 0,1-1 0,1-3 35,0 2 1,0-1 134,1-2 1,-2 3 0,0-1 0,3-3-135,2-3 0,0-2 714,-8 14 1,1-3 274,5-8-809,6-3-270,9-19 45,12-9 0,3-2-180,-7 4 0,2 0 278,3 0 1,3-2 0,2-1 0,1-1 0,0 1-324,1 0 0,1 0 0,0 0 0,0 0 0,0 0-103,-1 0 0,-1 1 0,1-1 0,0 0 1,1 0-3,1-1 0,1 0 0,0 0 0,1 0 0,-1 1 0,-2 1-715,4-1 1,-2 2 0,0 1 0,-1-1 131,-2 1 1,-1 0 0,1 1-1,0 0 688,2 0 0,2 1 0,-1 2 0,-6 2 0,3 2 0,-7 3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5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6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6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6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6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7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7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7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7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7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7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7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7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8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8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8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8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8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8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3" name="Google Shape;172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8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8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8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3" name="Google Shape;1803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9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9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9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9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9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0" name="Google Shape;191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9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3" name="Google Shape;1923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9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9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9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9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38100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38100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38100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38100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38100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8100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8100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38100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09194" y="1453179"/>
            <a:ext cx="2464435" cy="137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38100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38100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38100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38100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38100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8100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8100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38100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38100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38100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38100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38100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38100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8100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8100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38100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38100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38100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38100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38100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38100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8100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8100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38100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38100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38100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38100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38100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38100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8100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8100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38100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09194" y="1453179"/>
            <a:ext cx="2464435" cy="137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38100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38100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38100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38100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38100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8100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8100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38100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100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3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32" Type="http://schemas.openxmlformats.org/officeDocument/2006/relationships/customXml" Target="../ink/ink1.xml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Relationship Id="rId8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2.xml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8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4.xml"/><Relationship Id="rId5" Type="http://schemas.openxmlformats.org/officeDocument/2006/relationships/image" Target="../media/image35.png"/><Relationship Id="rId10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41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45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3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32" Type="http://schemas.openxmlformats.org/officeDocument/2006/relationships/customXml" Target="../ink/ink5.xml"/><Relationship Id="rId5" Type="http://schemas.openxmlformats.org/officeDocument/2006/relationships/image" Target="../media/image43.png"/><Relationship Id="rId15" Type="http://schemas.openxmlformats.org/officeDocument/2006/relationships/image" Target="../media/image15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Relationship Id="rId8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customXml" Target="../ink/ink6.xml"/><Relationship Id="rId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0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customXml" Target="../ink/ink8.xml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43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9.xml"/><Relationship Id="rId10" Type="http://schemas.openxmlformats.org/officeDocument/2006/relationships/image" Target="../media/image62.png"/><Relationship Id="rId4" Type="http://schemas.openxmlformats.org/officeDocument/2006/relationships/image" Target="../media/image59.png"/><Relationship Id="rId9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customXml" Target="../ink/ink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customXml" Target="../ink/ink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73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customXml" Target="../ink/ink16.xml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customXml" Target="../ink/ink17.xml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customXml" Target="../ink/ink18.xml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customXml" Target="../ink/ink19.xml"/><Relationship Id="rId4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customXml" Target="../ink/ink20.xml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3" Type="http://schemas.openxmlformats.org/officeDocument/2006/relationships/image" Target="../media/image90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customXml" Target="../ink/ink23.xml"/><Relationship Id="rId4" Type="http://schemas.openxmlformats.org/officeDocument/2006/relationships/image" Target="../media/image9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7.png"/><Relationship Id="rId7" Type="http://schemas.openxmlformats.org/officeDocument/2006/relationships/customXml" Target="../ink/ink2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customXml" Target="../ink/ink25.xml"/><Relationship Id="rId4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4.png"/><Relationship Id="rId7" Type="http://schemas.openxmlformats.org/officeDocument/2006/relationships/customXml" Target="../ink/ink26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27.xml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45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customXml" Target="../ink/ink28.xml"/><Relationship Id="rId4" Type="http://schemas.openxmlformats.org/officeDocument/2006/relationships/image" Target="../media/image1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customXml" Target="../ink/ink29.xml"/><Relationship Id="rId4" Type="http://schemas.openxmlformats.org/officeDocument/2006/relationships/image" Target="../media/image1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customXml" Target="../ink/ink30.xml"/><Relationship Id="rId4" Type="http://schemas.openxmlformats.org/officeDocument/2006/relationships/image" Target="../media/image1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customXml" Target="../ink/ink31.xml"/><Relationship Id="rId4" Type="http://schemas.openxmlformats.org/officeDocument/2006/relationships/image" Target="../media/image1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customXml" Target="../ink/ink32.xml"/><Relationship Id="rId4" Type="http://schemas.openxmlformats.org/officeDocument/2006/relationships/image" Target="../media/image1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customXml" Target="../ink/ink33.xml"/><Relationship Id="rId4" Type="http://schemas.openxmlformats.org/officeDocument/2006/relationships/image" Target="../media/image12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6.png"/><Relationship Id="rId5" Type="http://schemas.openxmlformats.org/officeDocument/2006/relationships/image" Target="../media/image132.png"/><Relationship Id="rId10" Type="http://schemas.openxmlformats.org/officeDocument/2006/relationships/customXml" Target="../ink/ink34.xml"/><Relationship Id="rId4" Type="http://schemas.openxmlformats.org/officeDocument/2006/relationships/image" Target="../media/image131.png"/><Relationship Id="rId9" Type="http://schemas.openxmlformats.org/officeDocument/2006/relationships/hyperlink" Target="http://ppt/slides/ppt/slides/slide1.xml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3" Type="http://schemas.openxmlformats.org/officeDocument/2006/relationships/image" Target="../media/image137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customXml" Target="../ink/ink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customXml" Target="../ink/ink3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0.png"/><Relationship Id="rId3" Type="http://schemas.openxmlformats.org/officeDocument/2006/relationships/image" Target="../media/image144.png"/><Relationship Id="rId7" Type="http://schemas.openxmlformats.org/officeDocument/2006/relationships/image" Target="../media/image147.png"/><Relationship Id="rId12" Type="http://schemas.openxmlformats.org/officeDocument/2006/relationships/customXml" Target="../ink/ink38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146.png"/><Relationship Id="rId10" Type="http://schemas.openxmlformats.org/officeDocument/2006/relationships/image" Target="../media/image149.png"/><Relationship Id="rId4" Type="http://schemas.openxmlformats.org/officeDocument/2006/relationships/image" Target="../media/image145.png"/><Relationship Id="rId9" Type="http://schemas.openxmlformats.org/officeDocument/2006/relationships/image" Target="../media/image11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customXml" Target="../ink/ink39.xml"/><Relationship Id="rId4" Type="http://schemas.openxmlformats.org/officeDocument/2006/relationships/image" Target="../media/image1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customXml" Target="../ink/ink40.xml"/><Relationship Id="rId4" Type="http://schemas.openxmlformats.org/officeDocument/2006/relationships/image" Target="../media/image15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://ppt/slides/ppt/slides/slide1.xml" TargetMode="External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41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6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46.xml"/><Relationship Id="rId16" Type="http://schemas.openxmlformats.org/officeDocument/2006/relationships/image" Target="../media/image16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6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6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56.png"/><Relationship Id="rId14" Type="http://schemas.openxmlformats.org/officeDocument/2006/relationships/image" Target="../media/image16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5" Type="http://schemas.openxmlformats.org/officeDocument/2006/relationships/customXml" Target="../ink/ink41.xml"/><Relationship Id="rId4" Type="http://schemas.openxmlformats.org/officeDocument/2006/relationships/image" Target="../media/image1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7.png"/><Relationship Id="rId7" Type="http://schemas.openxmlformats.org/officeDocument/2006/relationships/customXml" Target="../ink/ink4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6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://ppt/slides/ppt/slides/slide1.xml" TargetMode="External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10" Type="http://schemas.openxmlformats.org/officeDocument/2006/relationships/image" Target="../media/image176.png"/><Relationship Id="rId4" Type="http://schemas.openxmlformats.org/officeDocument/2006/relationships/image" Target="../media/image172.png"/><Relationship Id="rId9" Type="http://schemas.openxmlformats.org/officeDocument/2006/relationships/customXml" Target="../ink/ink4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customXml" Target="../ink/ink44.xml"/><Relationship Id="rId4" Type="http://schemas.openxmlformats.org/officeDocument/2006/relationships/image" Target="../media/image17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3" Type="http://schemas.openxmlformats.org/officeDocument/2006/relationships/image" Target="../media/image179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90.png"/><Relationship Id="rId9" Type="http://schemas.openxmlformats.org/officeDocument/2006/relationships/image" Target="../media/image18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customXml" Target="../ink/ink46.xml"/><Relationship Id="rId4" Type="http://schemas.openxmlformats.org/officeDocument/2006/relationships/image" Target="../media/image18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customXml" Target="../ink/ink47.xml"/><Relationship Id="rId4" Type="http://schemas.openxmlformats.org/officeDocument/2006/relationships/image" Target="../media/image18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.png"/><Relationship Id="rId5" Type="http://schemas.openxmlformats.org/officeDocument/2006/relationships/customXml" Target="../ink/ink48.xml"/><Relationship Id="rId4" Type="http://schemas.openxmlformats.org/officeDocument/2006/relationships/image" Target="../media/image18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49.xml"/><Relationship Id="rId4" Type="http://schemas.openxmlformats.org/officeDocument/2006/relationships/image" Target="../media/image18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customXml" Target="../ink/ink50.xml"/><Relationship Id="rId4" Type="http://schemas.openxmlformats.org/officeDocument/2006/relationships/image" Target="../media/image19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52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customXml" Target="../ink/ink51.xml"/><Relationship Id="rId4" Type="http://schemas.openxmlformats.org/officeDocument/2006/relationships/image" Target="../media/image19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0.png"/><Relationship Id="rId5" Type="http://schemas.openxmlformats.org/officeDocument/2006/relationships/customXml" Target="../ink/ink53.xml"/><Relationship Id="rId4" Type="http://schemas.openxmlformats.org/officeDocument/2006/relationships/image" Target="../media/image19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55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customXml" Target="../ink/ink54.xml"/><Relationship Id="rId4" Type="http://schemas.openxmlformats.org/officeDocument/2006/relationships/image" Target="../media/image19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57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0.png"/><Relationship Id="rId5" Type="http://schemas.openxmlformats.org/officeDocument/2006/relationships/customXml" Target="../ink/ink56.xml"/><Relationship Id="rId4" Type="http://schemas.openxmlformats.org/officeDocument/2006/relationships/image" Target="../media/image20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0.png"/><Relationship Id="rId5" Type="http://schemas.openxmlformats.org/officeDocument/2006/relationships/customXml" Target="../ink/ink58.xml"/><Relationship Id="rId4" Type="http://schemas.openxmlformats.org/officeDocument/2006/relationships/image" Target="../media/image20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11.xml" TargetMode="External"/><Relationship Id="rId26" Type="http://schemas.openxmlformats.org/officeDocument/2006/relationships/hyperlink" Target="http://ppt/slides/ppt/slides/slide80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7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7.xml" TargetMode="External"/><Relationship Id="rId25" Type="http://schemas.openxmlformats.org/officeDocument/2006/relationships/hyperlink" Target="http://ppt/slides/ppt/slides/slide72.xml" TargetMode="External"/><Relationship Id="rId2" Type="http://schemas.openxmlformats.org/officeDocument/2006/relationships/notesSlide" Target="../notesSlides/notesSlide64.xml"/><Relationship Id="rId16" Type="http://schemas.openxmlformats.org/officeDocument/2006/relationships/hyperlink" Target="http://ppt/slides/ppt/slides/slide3.xml" TargetMode="External"/><Relationship Id="rId20" Type="http://schemas.openxmlformats.org/officeDocument/2006/relationships/hyperlink" Target="http://ppt/slides/ppt/slides/slide30.xml" TargetMode="External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61.png"/><Relationship Id="rId24" Type="http://schemas.openxmlformats.org/officeDocument/2006/relationships/hyperlink" Target="http://ppt/slides/ppt/slides/slide64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50.xml" TargetMode="External"/><Relationship Id="rId28" Type="http://schemas.openxmlformats.org/officeDocument/2006/relationships/hyperlink" Target="http://ppt/slides/ppt/slides/slide90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5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46.xml" TargetMode="External"/><Relationship Id="rId27" Type="http://schemas.openxmlformats.org/officeDocument/2006/relationships/hyperlink" Target="http://ppt/slides/ppt/slides/slide83.xml" TargetMode="External"/><Relationship Id="rId30" Type="http://schemas.openxmlformats.org/officeDocument/2006/relationships/hyperlink" Target="http://ppt/slides/ppt/slides/slide93.xml" TargetMode="Externa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1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12" Type="http://schemas.openxmlformats.org/officeDocument/2006/relationships/customXml" Target="../ink/ink59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11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205.png"/><Relationship Id="rId10" Type="http://schemas.openxmlformats.org/officeDocument/2006/relationships/image" Target="../media/image210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3" Type="http://schemas.openxmlformats.org/officeDocument/2006/relationships/image" Target="../media/image212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Relationship Id="rId9" Type="http://schemas.openxmlformats.org/officeDocument/2006/relationships/image" Target="../media/image2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5" Type="http://schemas.openxmlformats.org/officeDocument/2006/relationships/customXml" Target="../ink/ink61.xml"/><Relationship Id="rId4" Type="http://schemas.openxmlformats.org/officeDocument/2006/relationships/image" Target="../media/image21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customXml" Target="../ink/ink62.xml"/><Relationship Id="rId4" Type="http://schemas.openxmlformats.org/officeDocument/2006/relationships/image" Target="../media/image21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customXml" Target="../ink/ink63.xml"/><Relationship Id="rId4" Type="http://schemas.openxmlformats.org/officeDocument/2006/relationships/image" Target="../media/image22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4.png"/><Relationship Id="rId18" Type="http://schemas.openxmlformats.org/officeDocument/2006/relationships/image" Target="../media/image239.png"/><Relationship Id="rId3" Type="http://schemas.openxmlformats.org/officeDocument/2006/relationships/image" Target="../media/image224.png"/><Relationship Id="rId21" Type="http://schemas.openxmlformats.org/officeDocument/2006/relationships/hyperlink" Target="http://ppt/slides/ppt/slides/slide1.xml" TargetMode="External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17" Type="http://schemas.openxmlformats.org/officeDocument/2006/relationships/image" Target="../media/image238.png"/><Relationship Id="rId2" Type="http://schemas.openxmlformats.org/officeDocument/2006/relationships/notesSlide" Target="../notesSlides/notesSlide71.xml"/><Relationship Id="rId16" Type="http://schemas.openxmlformats.org/officeDocument/2006/relationships/image" Target="../media/image237.png"/><Relationship Id="rId20" Type="http://schemas.openxmlformats.org/officeDocument/2006/relationships/image" Target="../media/image2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11" Type="http://schemas.openxmlformats.org/officeDocument/2006/relationships/image" Target="../media/image232.png"/><Relationship Id="rId5" Type="http://schemas.openxmlformats.org/officeDocument/2006/relationships/image" Target="../media/image226.png"/><Relationship Id="rId15" Type="http://schemas.openxmlformats.org/officeDocument/2006/relationships/image" Target="../media/image236.png"/><Relationship Id="rId23" Type="http://schemas.openxmlformats.org/officeDocument/2006/relationships/image" Target="../media/image242.png"/><Relationship Id="rId10" Type="http://schemas.openxmlformats.org/officeDocument/2006/relationships/image" Target="../media/image231.png"/><Relationship Id="rId19" Type="http://schemas.openxmlformats.org/officeDocument/2006/relationships/image" Target="../media/image240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4" Type="http://schemas.openxmlformats.org/officeDocument/2006/relationships/image" Target="../media/image235.png"/><Relationship Id="rId22" Type="http://schemas.openxmlformats.org/officeDocument/2006/relationships/customXml" Target="../ink/ink64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6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72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66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customXml" Target="../ink/ink65.xml"/><Relationship Id="rId4" Type="http://schemas.openxmlformats.org/officeDocument/2006/relationships/image" Target="../media/image243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68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0.png"/><Relationship Id="rId5" Type="http://schemas.openxmlformats.org/officeDocument/2006/relationships/customXml" Target="../ink/ink67.xml"/><Relationship Id="rId4" Type="http://schemas.openxmlformats.org/officeDocument/2006/relationships/image" Target="../media/image24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70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0.png"/><Relationship Id="rId5" Type="http://schemas.openxmlformats.org/officeDocument/2006/relationships/customXml" Target="../ink/ink69.xml"/><Relationship Id="rId10" Type="http://schemas.openxmlformats.org/officeDocument/2006/relationships/image" Target="../media/image250.png"/><Relationship Id="rId4" Type="http://schemas.openxmlformats.org/officeDocument/2006/relationships/image" Target="../media/image248.png"/><Relationship Id="rId9" Type="http://schemas.openxmlformats.org/officeDocument/2006/relationships/customXml" Target="../ink/ink71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73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0.png"/><Relationship Id="rId5" Type="http://schemas.openxmlformats.org/officeDocument/2006/relationships/customXml" Target="../ink/ink72.xml"/><Relationship Id="rId4" Type="http://schemas.openxmlformats.org/officeDocument/2006/relationships/image" Target="../media/image251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75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0.png"/><Relationship Id="rId5" Type="http://schemas.openxmlformats.org/officeDocument/2006/relationships/customXml" Target="../ink/ink74.xml"/><Relationship Id="rId4" Type="http://schemas.openxmlformats.org/officeDocument/2006/relationships/image" Target="../media/image253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3" Type="http://schemas.openxmlformats.org/officeDocument/2006/relationships/hyperlink" Target="http://ppt/slides/ppt/slides/slide1.xml" TargetMode="External"/><Relationship Id="rId7" Type="http://schemas.openxmlformats.org/officeDocument/2006/relationships/customXml" Target="../ink/ink77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0.png"/><Relationship Id="rId5" Type="http://schemas.openxmlformats.org/officeDocument/2006/relationships/customXml" Target="../ink/ink76.xml"/><Relationship Id="rId4" Type="http://schemas.openxmlformats.org/officeDocument/2006/relationships/image" Target="../media/image25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5" Type="http://schemas.openxmlformats.org/officeDocument/2006/relationships/customXml" Target="../ink/ink78.xml"/><Relationship Id="rId4" Type="http://schemas.openxmlformats.org/officeDocument/2006/relationships/image" Target="../media/image25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customXml" Target="../ink/ink79.xml"/><Relationship Id="rId4" Type="http://schemas.openxmlformats.org/officeDocument/2006/relationships/image" Target="../media/image25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customXml" Target="../ink/ink80.xml"/><Relationship Id="rId4" Type="http://schemas.openxmlformats.org/officeDocument/2006/relationships/image" Target="../media/image261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83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2.png"/><Relationship Id="rId9" Type="http://schemas.openxmlformats.org/officeDocument/2006/relationships/image" Target="../media/image56.png"/><Relationship Id="rId14" Type="http://schemas.openxmlformats.org/officeDocument/2006/relationships/image" Target="../media/image16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5" Type="http://schemas.openxmlformats.org/officeDocument/2006/relationships/customXml" Target="../ink/ink81.xml"/><Relationship Id="rId4" Type="http://schemas.openxmlformats.org/officeDocument/2006/relationships/image" Target="../media/image263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2.xml"/><Relationship Id="rId3" Type="http://schemas.openxmlformats.org/officeDocument/2006/relationships/image" Target="../media/image265.png"/><Relationship Id="rId7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4" Type="http://schemas.openxmlformats.org/officeDocument/2006/relationships/image" Target="../media/image266.png"/><Relationship Id="rId9" Type="http://schemas.openxmlformats.org/officeDocument/2006/relationships/image" Target="../media/image26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customXml" Target="../ink/ink8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5" Type="http://schemas.openxmlformats.org/officeDocument/2006/relationships/customXml" Target="../ink/ink84.xml"/><Relationship Id="rId4" Type="http://schemas.openxmlformats.org/officeDocument/2006/relationships/image" Target="../media/image271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hyperlink" Target="http://ppt/slides/ppt/slides/slide1.xml" TargetMode="External"/><Relationship Id="rId3" Type="http://schemas.openxmlformats.org/officeDocument/2006/relationships/image" Target="../media/image273.png"/><Relationship Id="rId7" Type="http://schemas.openxmlformats.org/officeDocument/2006/relationships/image" Target="../media/image27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11" Type="http://schemas.openxmlformats.org/officeDocument/2006/relationships/image" Target="../media/image278.png"/><Relationship Id="rId5" Type="http://schemas.openxmlformats.org/officeDocument/2006/relationships/image" Target="../media/image274.png"/><Relationship Id="rId10" Type="http://schemas.openxmlformats.org/officeDocument/2006/relationships/customXml" Target="../ink/ink85.xml"/><Relationship Id="rId4" Type="http://schemas.openxmlformats.org/officeDocument/2006/relationships/image" Target="../media/image137.png"/><Relationship Id="rId9" Type="http://schemas.openxmlformats.org/officeDocument/2006/relationships/image" Target="../media/image27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customXml" Target="../ink/ink86.xml"/><Relationship Id="rId4" Type="http://schemas.openxmlformats.org/officeDocument/2006/relationships/image" Target="../media/image279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41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90.xml"/><Relationship Id="rId16" Type="http://schemas.openxmlformats.org/officeDocument/2006/relationships/image" Target="../media/image16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57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2.png"/><Relationship Id="rId5" Type="http://schemas.openxmlformats.org/officeDocument/2006/relationships/customXml" Target="../ink/ink87.xml"/><Relationship Id="rId4" Type="http://schemas.openxmlformats.org/officeDocument/2006/relationships/image" Target="../media/image28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4.png"/><Relationship Id="rId5" Type="http://schemas.openxmlformats.org/officeDocument/2006/relationships/customXml" Target="../ink/ink88.xml"/><Relationship Id="rId4" Type="http://schemas.openxmlformats.org/officeDocument/2006/relationships/image" Target="../media/image283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hyperlink" Target="http://ppt/slides/ppt/slides/slide7.xml" TargetMode="External"/><Relationship Id="rId26" Type="http://schemas.openxmlformats.org/officeDocument/2006/relationships/hyperlink" Target="http://ppt/slides/ppt/slides/slide72.xml" TargetMode="External"/><Relationship Id="rId3" Type="http://schemas.openxmlformats.org/officeDocument/2006/relationships/image" Target="../media/image41.png"/><Relationship Id="rId21" Type="http://schemas.openxmlformats.org/officeDocument/2006/relationships/hyperlink" Target="http://ppt/slides/ppt/slides/slide30.xml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hyperlink" Target="http://ppt/slides/ppt/slides/slide3.xml" TargetMode="External"/><Relationship Id="rId25" Type="http://schemas.openxmlformats.org/officeDocument/2006/relationships/hyperlink" Target="http://ppt/slides/ppt/slides/slide64.xml" TargetMode="External"/><Relationship Id="rId2" Type="http://schemas.openxmlformats.org/officeDocument/2006/relationships/notesSlide" Target="../notesSlides/notesSlide93.xml"/><Relationship Id="rId16" Type="http://schemas.openxmlformats.org/officeDocument/2006/relationships/image" Target="../media/image58.png"/><Relationship Id="rId20" Type="http://schemas.openxmlformats.org/officeDocument/2006/relationships/hyperlink" Target="http://ppt/slides/ppt/slides/slide15.xml" TargetMode="External"/><Relationship Id="rId29" Type="http://schemas.openxmlformats.org/officeDocument/2006/relationships/hyperlink" Target="http://ppt/slides/ppt/slides/slide90.x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hyperlink" Target="http://ppt/slides/ppt/slides/slide50.xml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hyperlink" Target="http://ppt/slides/ppt/slides/slide46.xml" TargetMode="External"/><Relationship Id="rId28" Type="http://schemas.openxmlformats.org/officeDocument/2006/relationships/hyperlink" Target="http://ppt/slides/ppt/slides/slide83.xml" TargetMode="External"/><Relationship Id="rId10" Type="http://schemas.openxmlformats.org/officeDocument/2006/relationships/image" Target="../media/image10.png"/><Relationship Id="rId19" Type="http://schemas.openxmlformats.org/officeDocument/2006/relationships/hyperlink" Target="http://ppt/slides/ppt/slides/slide11.xml" TargetMode="External"/><Relationship Id="rId31" Type="http://schemas.openxmlformats.org/officeDocument/2006/relationships/hyperlink" Target="http://ppt/slides/ppt/slides/slide1.xml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hyperlink" Target="http://ppt/slides/ppt/slides/slide37.xml" TargetMode="External"/><Relationship Id="rId27" Type="http://schemas.openxmlformats.org/officeDocument/2006/relationships/hyperlink" Target="http://ppt/slides/ppt/slides/slide80.xml" TargetMode="External"/><Relationship Id="rId30" Type="http://schemas.openxmlformats.org/officeDocument/2006/relationships/hyperlink" Target="http://ppt/slides/ppt/slides/slide93.xml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6.png"/><Relationship Id="rId5" Type="http://schemas.openxmlformats.org/officeDocument/2006/relationships/customXml" Target="../ink/ink89.xml"/><Relationship Id="rId4" Type="http://schemas.openxmlformats.org/officeDocument/2006/relationships/image" Target="../media/image28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8.png"/><Relationship Id="rId5" Type="http://schemas.openxmlformats.org/officeDocument/2006/relationships/customXml" Target="../ink/ink90.xml"/><Relationship Id="rId4" Type="http://schemas.openxmlformats.org/officeDocument/2006/relationships/image" Target="../media/image287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9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0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hyperlink" Target="http://ppt/slides/ppt/slides/slide1.xml" TargetMode="External"/><Relationship Id="rId3" Type="http://schemas.openxmlformats.org/officeDocument/2006/relationships/image" Target="../media/image291.png"/><Relationship Id="rId7" Type="http://schemas.openxmlformats.org/officeDocument/2006/relationships/image" Target="../media/image294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://ppt/slides/ppt/slides/slide1.xml" TargetMode="Externa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5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hyperlink" Target="https://d2l.ai/" TargetMode="External"/><Relationship Id="rId3" Type="http://schemas.openxmlformats.org/officeDocument/2006/relationships/image" Target="../media/image296.jp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11" Type="http://schemas.openxmlformats.org/officeDocument/2006/relationships/hyperlink" Target="http://ppt/slides/ppt/slides/slide1.xml" TargetMode="External"/><Relationship Id="rId5" Type="http://schemas.openxmlformats.org/officeDocument/2006/relationships/image" Target="../media/image25.png"/><Relationship Id="rId10" Type="http://schemas.openxmlformats.org/officeDocument/2006/relationships/hyperlink" Target="https://probml.github.io/pml-book/" TargetMode="External"/><Relationship Id="rId4" Type="http://schemas.openxmlformats.org/officeDocument/2006/relationships/image" Target="../media/image297.png"/><Relationship Id="rId9" Type="http://schemas.openxmlformats.org/officeDocument/2006/relationships/hyperlink" Target="https://www.deeplearningbook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7"/>
            <p:cNvSpPr/>
            <p:nvPr/>
          </p:nvSpPr>
          <p:spPr>
            <a:xfrm>
              <a:off x="1982523" y="1293502"/>
              <a:ext cx="3325495" cy="721995"/>
            </a:xfrm>
            <a:custGeom>
              <a:avLst/>
              <a:gdLst/>
              <a:ahLst/>
              <a:cxnLst/>
              <a:rect l="l" t="t" r="r" b="b"/>
              <a:pathLst>
                <a:path w="3325495" h="721994" extrusionOk="0">
                  <a:moveTo>
                    <a:pt x="0" y="721869"/>
                  </a:moveTo>
                  <a:lnTo>
                    <a:pt x="0" y="0"/>
                  </a:lnTo>
                  <a:lnTo>
                    <a:pt x="3324983" y="0"/>
                  </a:lnTo>
                  <a:lnTo>
                    <a:pt x="3324983" y="721869"/>
                  </a:lnTo>
                  <a:lnTo>
                    <a:pt x="0" y="72186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/>
          <p:nvPr/>
        </p:nvSpPr>
        <p:spPr>
          <a:xfrm>
            <a:off x="1982523" y="1293502"/>
            <a:ext cx="3325495" cy="721995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398780" marR="391160" lvl="0" indent="-634" algn="ctr" rtl="0">
              <a:lnSpc>
                <a:spcPct val="8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EEP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350">
                <a:latin typeface="Cambria"/>
                <a:ea typeface="Cambria"/>
                <a:cs typeface="Cambria"/>
                <a:sym typeface="Cambria"/>
              </a:rPr>
              <a:t>ETWORK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ODULE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# 4 : L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INEAR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EURAL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ETWORKS FOR </a:t>
            </a:r>
            <a:r>
              <a:rPr lang="en-US" sz="1400"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1150">
                <a:latin typeface="Cambria"/>
                <a:ea typeface="Cambria"/>
                <a:cs typeface="Cambria"/>
                <a:sym typeface="Cambria"/>
              </a:rPr>
              <a:t>LASSIFICATION</a:t>
            </a:r>
            <a:endParaRPr sz="115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4132173" y="2325276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6" name="Google Shape;56;p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4648851" y="3137675"/>
            <a:ext cx="425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72" name="Google Shape;72;p9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73" name="Google Shape;73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9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79" name="Google Shape;79;p9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80" name="Google Shape;80;p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9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9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87" name="Google Shape;87;p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563025" y="411620"/>
            <a:ext cx="50469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 dirty="0">
                <a:solidFill>
                  <a:srgbClr val="D6D6E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 dirty="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 dirty="0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 dirty="0"/>
          </a:p>
        </p:txBody>
      </p:sp>
      <p:grpSp>
        <p:nvGrpSpPr>
          <p:cNvPr id="90" name="Google Shape;90;p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91" name="Google Shape;91;p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5" name="Google Shape;95;p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4648851" y="3137675"/>
            <a:ext cx="495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90A5E78-342F-7C59-EEE8-F2F1FE797DCE}"/>
                  </a:ext>
                </a:extLst>
              </p14:cNvPr>
              <p14:cNvContentPartPr/>
              <p14:nvPr/>
            </p14:nvContentPartPr>
            <p14:xfrm>
              <a:off x="2376720" y="558720"/>
              <a:ext cx="2655360" cy="1524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90A5E78-342F-7C59-EEE8-F2F1FE797DC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367360" y="549360"/>
                <a:ext cx="2674080" cy="154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03" name="Google Shape;103;p10"/>
          <p:cNvGrpSpPr/>
          <p:nvPr/>
        </p:nvGrpSpPr>
        <p:grpSpPr>
          <a:xfrm>
            <a:off x="309193" y="597509"/>
            <a:ext cx="5192472" cy="2325014"/>
            <a:chOff x="309193" y="597509"/>
            <a:chExt cx="5192472" cy="2325014"/>
          </a:xfrm>
        </p:grpSpPr>
        <p:sp>
          <p:nvSpPr>
            <p:cNvPr id="104" name="Google Shape;104;p10"/>
            <p:cNvSpPr/>
            <p:nvPr/>
          </p:nvSpPr>
          <p:spPr>
            <a:xfrm>
              <a:off x="309193" y="59750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7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71" y="206887"/>
                  </a:lnTo>
                  <a:lnTo>
                    <a:pt x="5141671" y="50800"/>
                  </a:lnTo>
                  <a:lnTo>
                    <a:pt x="5137663" y="31075"/>
                  </a:lnTo>
                  <a:lnTo>
                    <a:pt x="5126749" y="14922"/>
                  </a:lnTo>
                  <a:lnTo>
                    <a:pt x="5110596" y="4008"/>
                  </a:lnTo>
                  <a:lnTo>
                    <a:pt x="5090871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5" name="Google Shape;105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91743"/>
              <a:ext cx="5141671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676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54912"/>
              <a:ext cx="5090871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65" y="641743"/>
              <a:ext cx="50800" cy="525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0"/>
            <p:cNvSpPr/>
            <p:nvPr/>
          </p:nvSpPr>
          <p:spPr>
            <a:xfrm>
              <a:off x="309193" y="836015"/>
              <a:ext cx="5142230" cy="382905"/>
            </a:xfrm>
            <a:custGeom>
              <a:avLst/>
              <a:gdLst/>
              <a:ahLst/>
              <a:cxnLst/>
              <a:rect l="l" t="t" r="r" b="b"/>
              <a:pathLst>
                <a:path w="5142230" h="382905" extrusionOk="0">
                  <a:moveTo>
                    <a:pt x="5141671" y="0"/>
                  </a:moveTo>
                  <a:lnTo>
                    <a:pt x="0" y="0"/>
                  </a:lnTo>
                  <a:lnTo>
                    <a:pt x="0" y="331597"/>
                  </a:lnTo>
                  <a:lnTo>
                    <a:pt x="4008" y="351321"/>
                  </a:lnTo>
                  <a:lnTo>
                    <a:pt x="14922" y="367474"/>
                  </a:lnTo>
                  <a:lnTo>
                    <a:pt x="31075" y="378388"/>
                  </a:lnTo>
                  <a:lnTo>
                    <a:pt x="50800" y="382397"/>
                  </a:lnTo>
                  <a:lnTo>
                    <a:pt x="5090871" y="382397"/>
                  </a:lnTo>
                  <a:lnTo>
                    <a:pt x="5110596" y="378388"/>
                  </a:lnTo>
                  <a:lnTo>
                    <a:pt x="5126749" y="367474"/>
                  </a:lnTo>
                  <a:lnTo>
                    <a:pt x="5137663" y="351321"/>
                  </a:lnTo>
                  <a:lnTo>
                    <a:pt x="5141671" y="331597"/>
                  </a:lnTo>
                  <a:lnTo>
                    <a:pt x="5141671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5450865" y="679834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w="120000" h="507365" extrusionOk="0">
                  <a:moveTo>
                    <a:pt x="0" y="50682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5450865" y="6671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>
              <a:off x="5450865" y="6544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5450865" y="64173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5450865" y="62268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5" name="Google Shape;115;p1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67412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8955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1169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6318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85323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10"/>
          <p:cNvSpPr txBox="1"/>
          <p:nvPr/>
        </p:nvSpPr>
        <p:spPr>
          <a:xfrm>
            <a:off x="309194" y="526752"/>
            <a:ext cx="5017135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efinition</a:t>
            </a:r>
            <a:endParaRPr sz="14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50800" marR="245745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Classification is a supervised learning task that predicts a discrete category or class label based on input features.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Characteristics: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Input: Feature vector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d</a:t>
            </a:r>
            <a:endParaRPr sz="1050" baseline="3000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Output: Class label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(discrete)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Goal: Learn a function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1200"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that assigns inputs to classes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Difference from Regression: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marR="20129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Regression: Predicts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continuous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values (e.g., price, temperature) Classification: Predicts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discrete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categories (e.g., spam/not spam, cat/dog)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1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2" name="Google Shape;122;p1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6" name="Google Shape;126;p1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4648850" y="3137675"/>
            <a:ext cx="3888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8" name="Google Shape;128;p10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CD931B-54A7-5D8A-1BEA-CCEC024BEA3F}"/>
                  </a:ext>
                </a:extLst>
              </p14:cNvPr>
              <p14:cNvContentPartPr/>
              <p14:nvPr/>
            </p14:nvContentPartPr>
            <p14:xfrm>
              <a:off x="12960" y="259200"/>
              <a:ext cx="5113080" cy="2875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CD931B-54A7-5D8A-1BEA-CCEC024BEA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00" y="249840"/>
                <a:ext cx="5131800" cy="289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roblems</a:t>
            </a:r>
            <a:endParaRPr/>
          </a:p>
        </p:txBody>
      </p:sp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64856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1"/>
          <p:cNvSpPr txBox="1"/>
          <p:nvPr/>
        </p:nvSpPr>
        <p:spPr>
          <a:xfrm>
            <a:off x="483946" y="6387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6" name="Google Shape;13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22805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 txBox="1"/>
          <p:nvPr/>
        </p:nvSpPr>
        <p:spPr>
          <a:xfrm>
            <a:off x="483946" y="121820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38" name="Google Shape;138;p11"/>
          <p:cNvGrpSpPr/>
          <p:nvPr/>
        </p:nvGrpSpPr>
        <p:grpSpPr>
          <a:xfrm>
            <a:off x="456996" y="1807540"/>
            <a:ext cx="121259" cy="700747"/>
            <a:chOff x="456996" y="1807540"/>
            <a:chExt cx="121259" cy="700747"/>
          </a:xfrm>
        </p:grpSpPr>
        <p:pic>
          <p:nvPicPr>
            <p:cNvPr id="139" name="Google Shape;139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6996" y="1807540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6996" y="2387028"/>
              <a:ext cx="121259" cy="1212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11"/>
          <p:cNvSpPr txBox="1"/>
          <p:nvPr/>
        </p:nvSpPr>
        <p:spPr>
          <a:xfrm>
            <a:off x="483946" y="17976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483946" y="237717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619226" y="603600"/>
            <a:ext cx="3287400" cy="22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Email Spam Detection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Email text, sender information, attachments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Spam or Not Spam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Medical Diagnosis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Patient symptoms, test results, medical history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Disease present or absent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Image Recognition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Pixel values of an image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Object category (cat, dog, car, etc.)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Sentiment Analysis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Customer review text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Positive, Negative, or Neutral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1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5" name="Google Shape;145;p1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1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4674251" y="3137675"/>
            <a:ext cx="38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5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1" name="Google Shape;151;p11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987A0A-4DDB-C8B5-6596-46EA9C0AD8D5}"/>
                  </a:ext>
                </a:extLst>
              </p14:cNvPr>
              <p14:cNvContentPartPr/>
              <p14:nvPr/>
            </p14:nvContentPartPr>
            <p14:xfrm>
              <a:off x="1793880" y="1038960"/>
              <a:ext cx="1238040" cy="148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987A0A-4DDB-C8B5-6596-46EA9C0AD8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84520" y="1029600"/>
                <a:ext cx="1256760" cy="1506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ypes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157" name="Google Shape;157;p12"/>
          <p:cNvGrpSpPr/>
          <p:nvPr/>
        </p:nvGrpSpPr>
        <p:grpSpPr>
          <a:xfrm>
            <a:off x="513702" y="872731"/>
            <a:ext cx="69291" cy="1984641"/>
            <a:chOff x="513702" y="872731"/>
            <a:chExt cx="69291" cy="1984641"/>
          </a:xfrm>
        </p:grpSpPr>
        <p:pic>
          <p:nvPicPr>
            <p:cNvPr id="158" name="Google Shape;158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727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941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089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304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518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666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8808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12"/>
          <p:cNvSpPr txBox="1"/>
          <p:nvPr/>
        </p:nvSpPr>
        <p:spPr>
          <a:xfrm>
            <a:off x="347294" y="535765"/>
            <a:ext cx="4116070" cy="236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72085" lvl="0" indent="-159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Binary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Two classes: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{−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Examples: Spam detection, disease diagnosis, fraud detection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2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Multi-class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15619" lvl="0" indent="0" algn="l" rtl="0">
              <a:lnSpc>
                <a:spcPct val="144916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Multiple classes: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&gt;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 Examples: Digit recognition (0-9), animal classification Each example belongs to exactly one class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2085" lvl="0" indent="-159385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AutoNum type="arabicPeriod" startAt="3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Multi-label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Each example can belong to multiple classes simultaneously Examples: Movie genres (action + comedy), document tagging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67" name="Google Shape;167;p1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1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0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0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0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0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4648851" y="3137675"/>
            <a:ext cx="4398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6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3" name="Google Shape;173;p12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0F92AC-B5D1-2A5F-18A0-3B3D000BB510}"/>
                  </a:ext>
                </a:extLst>
              </p14:cNvPr>
              <p14:cNvContentPartPr/>
              <p14:nvPr/>
            </p14:nvContentPartPr>
            <p14:xfrm>
              <a:off x="31680" y="390240"/>
              <a:ext cx="4823640" cy="2424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0F92AC-B5D1-2A5F-18A0-3B3D000BB51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320" y="380880"/>
                <a:ext cx="4842360" cy="2443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79" name="Google Shape;1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1" name="Google Shape;18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83" name="Google Shape;183;p13"/>
          <p:cNvGrpSpPr/>
          <p:nvPr/>
        </p:nvGrpSpPr>
        <p:grpSpPr>
          <a:xfrm>
            <a:off x="343662" y="893775"/>
            <a:ext cx="302196" cy="866762"/>
            <a:chOff x="343662" y="893775"/>
            <a:chExt cx="302196" cy="866762"/>
          </a:xfrm>
        </p:grpSpPr>
        <p:pic>
          <p:nvPicPr>
            <p:cNvPr id="184" name="Google Shape;184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6567" y="8937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6567" y="10772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6567" y="12607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6567" y="14441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13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0" name="Google Shape;190;p13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91" name="Google Shape;191;p1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3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13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98" name="Google Shape;198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563025" y="391150"/>
            <a:ext cx="50571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D6D6E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D6D6E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201" name="Google Shape;201;p1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202" name="Google Shape;202;p1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1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4648851" y="3137675"/>
            <a:ext cx="519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7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2EE68B-C6ED-B86D-CCB7-E3C6EE7379C2}"/>
                  </a:ext>
                </a:extLst>
              </p14:cNvPr>
              <p14:cNvContentPartPr/>
              <p14:nvPr/>
            </p14:nvContentPartPr>
            <p14:xfrm>
              <a:off x="2175480" y="678600"/>
              <a:ext cx="892440" cy="110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2EE68B-C6ED-B86D-CCB7-E3C6EE7379C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66120" y="669240"/>
                <a:ext cx="911160" cy="111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inary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roblem</a:t>
            </a:r>
            <a:endParaRPr/>
          </a:p>
        </p:txBody>
      </p:sp>
      <p:grpSp>
        <p:nvGrpSpPr>
          <p:cNvPr id="214" name="Google Shape;214;p1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215" name="Google Shape;215;p1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1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4648851" y="3137675"/>
            <a:ext cx="50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8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21" name="Google Shape;22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061967" cy="2435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68B262-9094-0DBD-0F19-DE1B8656FE88}"/>
                  </a:ext>
                </a:extLst>
              </p14:cNvPr>
              <p14:cNvContentPartPr/>
              <p14:nvPr/>
            </p14:nvContentPartPr>
            <p14:xfrm>
              <a:off x="373680" y="916560"/>
              <a:ext cx="4945320" cy="2167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68B262-9094-0DBD-0F19-DE1B8656FE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4320" y="907200"/>
                <a:ext cx="4964040" cy="218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inary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:  V</a:t>
            </a:r>
            <a:r>
              <a:rPr lang="en-US" cap="small">
                <a:solidFill>
                  <a:srgbClr val="FFFFFF"/>
                </a:solidFill>
              </a:rPr>
              <a:t>isual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228" name="Google Shape;228;p15"/>
          <p:cNvGrpSpPr/>
          <p:nvPr/>
        </p:nvGrpSpPr>
        <p:grpSpPr>
          <a:xfrm>
            <a:off x="573760" y="2486724"/>
            <a:ext cx="2370956" cy="79375"/>
            <a:chOff x="573760" y="2486724"/>
            <a:chExt cx="2370956" cy="79375"/>
          </a:xfrm>
        </p:grpSpPr>
        <p:sp>
          <p:nvSpPr>
            <p:cNvPr id="229" name="Google Shape;229;p15"/>
            <p:cNvSpPr/>
            <p:nvPr/>
          </p:nvSpPr>
          <p:spPr>
            <a:xfrm>
              <a:off x="573760" y="2526233"/>
              <a:ext cx="2366010" cy="0"/>
            </a:xfrm>
            <a:custGeom>
              <a:avLst/>
              <a:gdLst/>
              <a:ahLst/>
              <a:cxnLst/>
              <a:rect l="l" t="t" r="r" b="b"/>
              <a:pathLst>
                <a:path w="2366010" h="120000" extrusionOk="0">
                  <a:moveTo>
                    <a:pt x="0" y="0"/>
                  </a:moveTo>
                  <a:lnTo>
                    <a:pt x="2365895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912332" y="2486724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" name="Google Shape;231;p15"/>
          <p:cNvSpPr txBox="1"/>
          <p:nvPr/>
        </p:nvSpPr>
        <p:spPr>
          <a:xfrm>
            <a:off x="2962262" y="2401067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15"/>
          <p:cNvGrpSpPr/>
          <p:nvPr/>
        </p:nvGrpSpPr>
        <p:grpSpPr>
          <a:xfrm>
            <a:off x="750253" y="803274"/>
            <a:ext cx="79375" cy="1939278"/>
            <a:chOff x="750253" y="803274"/>
            <a:chExt cx="79375" cy="1939278"/>
          </a:xfrm>
        </p:grpSpPr>
        <p:sp>
          <p:nvSpPr>
            <p:cNvPr id="233" name="Google Shape;233;p15"/>
            <p:cNvSpPr/>
            <p:nvPr/>
          </p:nvSpPr>
          <p:spPr>
            <a:xfrm>
              <a:off x="789762" y="808342"/>
              <a:ext cx="0" cy="1934210"/>
            </a:xfrm>
            <a:custGeom>
              <a:avLst/>
              <a:gdLst/>
              <a:ahLst/>
              <a:cxnLst/>
              <a:rect l="l" t="t" r="r" b="b"/>
              <a:pathLst>
                <a:path w="120000" h="1934210" extrusionOk="0">
                  <a:moveTo>
                    <a:pt x="0" y="1933892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50253" y="803274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15"/>
          <p:cNvSpPr txBox="1"/>
          <p:nvPr/>
        </p:nvSpPr>
        <p:spPr>
          <a:xfrm>
            <a:off x="689013" y="575518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1005763" y="798220"/>
            <a:ext cx="1512570" cy="1944370"/>
          </a:xfrm>
          <a:custGeom>
            <a:avLst/>
            <a:gdLst/>
            <a:ahLst/>
            <a:cxnLst/>
            <a:rect l="l" t="t" r="r" b="b"/>
            <a:pathLst>
              <a:path w="1512570" h="1944370" extrusionOk="0">
                <a:moveTo>
                  <a:pt x="0" y="1944014"/>
                </a:moveTo>
                <a:lnTo>
                  <a:pt x="1512011" y="0"/>
                </a:lnTo>
              </a:path>
            </a:pathLst>
          </a:custGeom>
          <a:noFill/>
          <a:ln w="10100" cap="flat" cmpd="sng">
            <a:solidFill>
              <a:srgbClr val="009A5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2555659" y="683633"/>
            <a:ext cx="117665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9A55"/>
                </a:solidFill>
                <a:latin typeface="Arial"/>
                <a:ea typeface="Arial"/>
                <a:cs typeface="Arial"/>
                <a:sym typeface="Arial"/>
              </a:rPr>
              <a:t>Decision Boundary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5"/>
          <p:cNvGrpSpPr/>
          <p:nvPr/>
        </p:nvGrpSpPr>
        <p:grpSpPr>
          <a:xfrm>
            <a:off x="0" y="968667"/>
            <a:ext cx="5760262" cy="2265344"/>
            <a:chOff x="0" y="968667"/>
            <a:chExt cx="5760262" cy="2265344"/>
          </a:xfrm>
        </p:grpSpPr>
        <p:pic>
          <p:nvPicPr>
            <p:cNvPr id="239" name="Google Shape;23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9817" y="1098270"/>
              <a:ext cx="91098" cy="91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62616" y="1271070"/>
              <a:ext cx="91099" cy="91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92218" y="968667"/>
              <a:ext cx="91099" cy="91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60213" y="1400672"/>
              <a:ext cx="91099" cy="91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1820" y="1530275"/>
              <a:ext cx="91099" cy="91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94620" y="1184668"/>
              <a:ext cx="91099" cy="9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76216" y="1703075"/>
              <a:ext cx="91099" cy="91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15"/>
            <p:cNvSpPr/>
            <p:nvPr/>
          </p:nvSpPr>
          <p:spPr>
            <a:xfrm>
              <a:off x="1956172" y="1532621"/>
              <a:ext cx="821055" cy="821055"/>
            </a:xfrm>
            <a:custGeom>
              <a:avLst/>
              <a:gdLst/>
              <a:ahLst/>
              <a:cxnLst/>
              <a:rect l="l" t="t" r="r" b="b"/>
              <a:pathLst>
                <a:path w="821055" h="821055" extrusionOk="0">
                  <a:moveTo>
                    <a:pt x="86399" y="388807"/>
                  </a:moveTo>
                  <a:lnTo>
                    <a:pt x="172805" y="302402"/>
                  </a:lnTo>
                </a:path>
                <a:path w="821055" h="821055" extrusionOk="0">
                  <a:moveTo>
                    <a:pt x="86399" y="302402"/>
                  </a:moveTo>
                  <a:lnTo>
                    <a:pt x="172805" y="388807"/>
                  </a:lnTo>
                </a:path>
                <a:path w="821055" h="821055" extrusionOk="0">
                  <a:moveTo>
                    <a:pt x="302395" y="691210"/>
                  </a:moveTo>
                  <a:lnTo>
                    <a:pt x="388806" y="604803"/>
                  </a:lnTo>
                </a:path>
                <a:path w="821055" h="821055" extrusionOk="0">
                  <a:moveTo>
                    <a:pt x="302395" y="604803"/>
                  </a:moveTo>
                  <a:lnTo>
                    <a:pt x="388806" y="691210"/>
                  </a:lnTo>
                </a:path>
                <a:path w="821055" h="821055" extrusionOk="0">
                  <a:moveTo>
                    <a:pt x="604808" y="518410"/>
                  </a:moveTo>
                  <a:lnTo>
                    <a:pt x="691206" y="432004"/>
                  </a:lnTo>
                </a:path>
                <a:path w="821055" h="821055" extrusionOk="0">
                  <a:moveTo>
                    <a:pt x="604808" y="432004"/>
                  </a:moveTo>
                  <a:lnTo>
                    <a:pt x="691206" y="518410"/>
                  </a:lnTo>
                </a:path>
                <a:path w="821055" h="821055" extrusionOk="0">
                  <a:moveTo>
                    <a:pt x="0" y="820812"/>
                  </a:moveTo>
                  <a:lnTo>
                    <a:pt x="86405" y="734406"/>
                  </a:lnTo>
                </a:path>
                <a:path w="821055" h="821055" extrusionOk="0">
                  <a:moveTo>
                    <a:pt x="0" y="734406"/>
                  </a:moveTo>
                  <a:lnTo>
                    <a:pt x="86405" y="820812"/>
                  </a:lnTo>
                </a:path>
                <a:path w="821055" h="821055" extrusionOk="0">
                  <a:moveTo>
                    <a:pt x="431999" y="259205"/>
                  </a:moveTo>
                  <a:lnTo>
                    <a:pt x="518410" y="172798"/>
                  </a:lnTo>
                </a:path>
                <a:path w="821055" h="821055" extrusionOk="0">
                  <a:moveTo>
                    <a:pt x="431999" y="172798"/>
                  </a:moveTo>
                  <a:lnTo>
                    <a:pt x="518410" y="259205"/>
                  </a:lnTo>
                </a:path>
                <a:path w="821055" h="821055" extrusionOk="0">
                  <a:moveTo>
                    <a:pt x="734411" y="388807"/>
                  </a:moveTo>
                  <a:lnTo>
                    <a:pt x="820809" y="302402"/>
                  </a:lnTo>
                </a:path>
                <a:path w="821055" h="821055" extrusionOk="0">
                  <a:moveTo>
                    <a:pt x="734411" y="302402"/>
                  </a:moveTo>
                  <a:lnTo>
                    <a:pt x="820809" y="388807"/>
                  </a:lnTo>
                </a:path>
                <a:path w="821055" h="821055" extrusionOk="0">
                  <a:moveTo>
                    <a:pt x="172805" y="86406"/>
                  </a:moveTo>
                  <a:lnTo>
                    <a:pt x="259203" y="0"/>
                  </a:lnTo>
                </a:path>
                <a:path w="821055" h="821055" extrusionOk="0">
                  <a:moveTo>
                    <a:pt x="172805" y="0"/>
                  </a:moveTo>
                  <a:lnTo>
                    <a:pt x="259203" y="86406"/>
                  </a:lnTo>
                </a:path>
              </a:pathLst>
            </a:custGeom>
            <a:noFill/>
            <a:ln w="10100" cap="flat" cmpd="sng">
              <a:solidFill>
                <a:srgbClr val="BF00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" name="Google Shape;250;p15"/>
          <p:cNvSpPr txBox="1"/>
          <p:nvPr/>
        </p:nvSpPr>
        <p:spPr>
          <a:xfrm>
            <a:off x="1283969" y="2642112"/>
            <a:ext cx="56705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97155" lvl="0" indent="-8445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472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Class 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4674252" y="3137675"/>
            <a:ext cx="524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9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1983232" y="2621734"/>
            <a:ext cx="63754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F003F"/>
                </a:solidFill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Class 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873163" y="1988018"/>
            <a:ext cx="52451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Region 0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2471559" y="1124024"/>
            <a:ext cx="524510" cy="1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Region 1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3300234" y="1369607"/>
            <a:ext cx="1891664" cy="585470"/>
          </a:xfrm>
          <a:prstGeom prst="rect">
            <a:avLst/>
          </a:prstGeom>
          <a:solidFill>
            <a:srgbClr val="FEF4D5"/>
          </a:solidFill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decision boundary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84785" marR="177165" lvl="0" indent="-635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separates the two classes in feature space.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591F24-6259-18EA-2E5A-4E2031B2E45E}"/>
                  </a:ext>
                </a:extLst>
              </p14:cNvPr>
              <p14:cNvContentPartPr/>
              <p14:nvPr/>
            </p14:nvContentPartPr>
            <p14:xfrm>
              <a:off x="1781280" y="1056600"/>
              <a:ext cx="758880" cy="480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591F24-6259-18EA-2E5A-4E2031B2E4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71920" y="1047240"/>
                <a:ext cx="777600" cy="49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ot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se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264" name="Google Shape;264;p1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265" name="Google Shape;265;p1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1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70" name="Google Shape;270;p16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4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r>
              <a:rPr lang="en-US"/>
              <a:t> / 100</a:t>
            </a:r>
            <a:endParaRPr/>
          </a:p>
        </p:txBody>
      </p:sp>
      <p:pic>
        <p:nvPicPr>
          <p:cNvPr id="271" name="Google Shape;2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73" y="550225"/>
            <a:ext cx="5223475" cy="2527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C338C4-0A17-3374-1CB9-7EE9502B700D}"/>
                  </a:ext>
                </a:extLst>
              </p14:cNvPr>
              <p14:cNvContentPartPr/>
              <p14:nvPr/>
            </p14:nvContentPartPr>
            <p14:xfrm>
              <a:off x="940320" y="294120"/>
              <a:ext cx="4732200" cy="2547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C338C4-0A17-3374-1CB9-7EE9502B70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0960" y="284760"/>
                <a:ext cx="4750920" cy="256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77" name="Google Shape;2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9" name="Google Shape;27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7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281" name="Google Shape;281;p17"/>
          <p:cNvGrpSpPr/>
          <p:nvPr/>
        </p:nvGrpSpPr>
        <p:grpSpPr>
          <a:xfrm>
            <a:off x="343662" y="893775"/>
            <a:ext cx="302196" cy="866762"/>
            <a:chOff x="343662" y="893775"/>
            <a:chExt cx="302196" cy="866762"/>
          </a:xfrm>
        </p:grpSpPr>
        <p:pic>
          <p:nvPicPr>
            <p:cNvPr id="282" name="Google Shape;282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6567" y="8937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1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17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288" name="Google Shape;288;p17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289" name="Google Shape;289;p1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17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5" name="Google Shape;295;p17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96" name="Google Shape;296;p1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7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563023" y="391150"/>
            <a:ext cx="48543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299" name="Google Shape;299;p1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300" name="Google Shape;300;p1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1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05" name="Google Shape;305;p17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2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ogistic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311" name="Google Shape;311;p1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312" name="Google Shape;312;p1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1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4653304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12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18" name="Google Shape;3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60430" cy="2435037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8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B23751-F0FD-6776-B09C-8C11FC8D25C4}"/>
                  </a:ext>
                </a:extLst>
              </p14:cNvPr>
              <p14:cNvContentPartPr/>
              <p14:nvPr/>
            </p14:nvContentPartPr>
            <p14:xfrm>
              <a:off x="1894680" y="401400"/>
              <a:ext cx="3513240" cy="2450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B23751-F0FD-6776-B09C-8C11FC8D25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5320" y="392040"/>
                <a:ext cx="3531960" cy="24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1521F6-C7F4-08B8-EFC6-02C3DBE41C21}"/>
                  </a:ext>
                </a:extLst>
              </p14:cNvPr>
              <p14:cNvContentPartPr/>
              <p14:nvPr/>
            </p14:nvContentPartPr>
            <p14:xfrm>
              <a:off x="78480" y="360000"/>
              <a:ext cx="3866400" cy="2435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1521F6-C7F4-08B8-EFC6-02C3DBE41C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120" y="350640"/>
                <a:ext cx="3885120" cy="245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F5A72A-1761-49C7-D57D-B3F871B9AA88}"/>
                  </a:ext>
                </a:extLst>
              </p14:cNvPr>
              <p14:cNvContentPartPr/>
              <p14:nvPr/>
            </p14:nvContentPartPr>
            <p14:xfrm>
              <a:off x="93240" y="2192760"/>
              <a:ext cx="917280" cy="83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F5A72A-1761-49C7-D57D-B3F871B9AA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880" y="2183400"/>
                <a:ext cx="936000" cy="85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8238-3E81-0EE0-87ED-9A426909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B48C9-3878-8396-D737-2F64DD87B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3A595-64FE-F646-DEB0-4320E61B7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r>
              <a:rPr lang="en-US"/>
              <a:t> / 100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A78141-C453-31D5-D3F0-2A31E64F356F}"/>
                  </a:ext>
                </a:extLst>
              </p14:cNvPr>
              <p14:cNvContentPartPr/>
              <p14:nvPr/>
            </p14:nvContentPartPr>
            <p14:xfrm>
              <a:off x="835920" y="439200"/>
              <a:ext cx="4786560" cy="2692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A78141-C453-31D5-D3F0-2A31E64F35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6560" y="429840"/>
                <a:ext cx="4805280" cy="271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890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igmoid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347294" y="519973"/>
            <a:ext cx="21996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Sigmoid (Logistic) Function: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2706204" y="520914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2591549" y="646544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5" h="120000" extrusionOk="0">
                <a:moveTo>
                  <a:pt x="0" y="0"/>
                </a:moveTo>
                <a:lnTo>
                  <a:pt x="305346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2578849" y="622933"/>
            <a:ext cx="21082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2765755" y="619422"/>
            <a:ext cx="132715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500" i="1">
                <a:latin typeface="Arial"/>
                <a:ea typeface="Arial"/>
                <a:cs typeface="Arial"/>
                <a:sym typeface="Arial"/>
              </a:rPr>
              <a:t>z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321900" y="775425"/>
            <a:ext cx="29220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Derivative formula: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r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31" name="Google Shape;331;p19"/>
          <p:cNvGrpSpPr/>
          <p:nvPr/>
        </p:nvGrpSpPr>
        <p:grpSpPr>
          <a:xfrm>
            <a:off x="758344" y="1594643"/>
            <a:ext cx="1416685" cy="840740"/>
            <a:chOff x="758344" y="1594643"/>
            <a:chExt cx="1416685" cy="840740"/>
          </a:xfrm>
        </p:grpSpPr>
        <p:sp>
          <p:nvSpPr>
            <p:cNvPr id="332" name="Google Shape;332;p19"/>
            <p:cNvSpPr/>
            <p:nvPr/>
          </p:nvSpPr>
          <p:spPr>
            <a:xfrm>
              <a:off x="758344" y="1594643"/>
              <a:ext cx="1416685" cy="840740"/>
            </a:xfrm>
            <a:custGeom>
              <a:avLst/>
              <a:gdLst/>
              <a:ahLst/>
              <a:cxnLst/>
              <a:rect l="l" t="t" r="r" b="b"/>
              <a:pathLst>
                <a:path w="1416685" h="840739" extrusionOk="0">
                  <a:moveTo>
                    <a:pt x="118031" y="840497"/>
                  </a:moveTo>
                  <a:lnTo>
                    <a:pt x="118031" y="0"/>
                  </a:lnTo>
                </a:path>
                <a:path w="1416685" h="840739" extrusionOk="0">
                  <a:moveTo>
                    <a:pt x="1298356" y="840497"/>
                  </a:moveTo>
                  <a:lnTo>
                    <a:pt x="1298356" y="0"/>
                  </a:lnTo>
                </a:path>
                <a:path w="1416685" h="840739" extrusionOk="0">
                  <a:moveTo>
                    <a:pt x="0" y="420249"/>
                  </a:moveTo>
                  <a:lnTo>
                    <a:pt x="1416385" y="420249"/>
                  </a:lnTo>
                </a:path>
                <a:path w="1416685" h="840739" extrusionOk="0">
                  <a:moveTo>
                    <a:pt x="0" y="120070"/>
                  </a:moveTo>
                  <a:lnTo>
                    <a:pt x="1416385" y="12007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876376" y="1714714"/>
              <a:ext cx="1180465" cy="622300"/>
            </a:xfrm>
            <a:custGeom>
              <a:avLst/>
              <a:gdLst/>
              <a:ahLst/>
              <a:cxnLst/>
              <a:rect l="l" t="t" r="r" b="b"/>
              <a:pathLst>
                <a:path w="1180464" h="622300" extrusionOk="0">
                  <a:moveTo>
                    <a:pt x="0" y="621956"/>
                  </a:moveTo>
                  <a:lnTo>
                    <a:pt x="0" y="578754"/>
                  </a:lnTo>
                </a:path>
                <a:path w="1180464" h="622300" extrusionOk="0">
                  <a:moveTo>
                    <a:pt x="1180324" y="621956"/>
                  </a:moveTo>
                  <a:lnTo>
                    <a:pt x="1180324" y="578754"/>
                  </a:lnTo>
                </a:path>
                <a:path w="1180464" h="622300" extrusionOk="0">
                  <a:moveTo>
                    <a:pt x="568562" y="300178"/>
                  </a:moveTo>
                  <a:lnTo>
                    <a:pt x="611761" y="300178"/>
                  </a:lnTo>
                </a:path>
                <a:path w="1180464" h="622300" extrusionOk="0">
                  <a:moveTo>
                    <a:pt x="568562" y="0"/>
                  </a:moveTo>
                  <a:lnTo>
                    <a:pt x="611761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758344" y="2315070"/>
              <a:ext cx="1396365" cy="0"/>
            </a:xfrm>
            <a:custGeom>
              <a:avLst/>
              <a:gdLst/>
              <a:ahLst/>
              <a:cxnLst/>
              <a:rect l="l" t="t" r="r" b="b"/>
              <a:pathLst>
                <a:path w="1396364" h="120000" extrusionOk="0">
                  <a:moveTo>
                    <a:pt x="0" y="0"/>
                  </a:moveTo>
                  <a:lnTo>
                    <a:pt x="139614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2142345" y="229887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 extrusionOk="0">
                  <a:moveTo>
                    <a:pt x="0" y="0"/>
                  </a:moveTo>
                  <a:lnTo>
                    <a:pt x="12146" y="16195"/>
                  </a:lnTo>
                  <a:lnTo>
                    <a:pt x="0" y="32390"/>
                  </a:lnTo>
                  <a:lnTo>
                    <a:pt x="32390" y="16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1466538" y="1614887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w="120000" h="820419" extrusionOk="0">
                  <a:moveTo>
                    <a:pt x="0" y="82025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1450343" y="159464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 extrusionOk="0">
                  <a:moveTo>
                    <a:pt x="0" y="32390"/>
                  </a:moveTo>
                  <a:lnTo>
                    <a:pt x="16195" y="20244"/>
                  </a:lnTo>
                  <a:lnTo>
                    <a:pt x="32390" y="32390"/>
                  </a:lnTo>
                  <a:lnTo>
                    <a:pt x="16195" y="0"/>
                  </a:lnTo>
                  <a:lnTo>
                    <a:pt x="0" y="323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" name="Google Shape;338;p19"/>
          <p:cNvSpPr txBox="1"/>
          <p:nvPr/>
        </p:nvSpPr>
        <p:spPr>
          <a:xfrm>
            <a:off x="786051" y="2315962"/>
            <a:ext cx="1809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2013592" y="2328109"/>
            <a:ext cx="86360" cy="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1239177" y="1918340"/>
            <a:ext cx="1803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1332994" y="1631214"/>
            <a:ext cx="86360" cy="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1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19"/>
          <p:cNvGrpSpPr/>
          <p:nvPr/>
        </p:nvGrpSpPr>
        <p:grpSpPr>
          <a:xfrm>
            <a:off x="758344" y="1714714"/>
            <a:ext cx="1416685" cy="600710"/>
            <a:chOff x="758344" y="1714714"/>
            <a:chExt cx="1416685" cy="600710"/>
          </a:xfrm>
        </p:grpSpPr>
        <p:sp>
          <p:nvSpPr>
            <p:cNvPr id="343" name="Google Shape;343;p19"/>
            <p:cNvSpPr/>
            <p:nvPr/>
          </p:nvSpPr>
          <p:spPr>
            <a:xfrm>
              <a:off x="758344" y="1716209"/>
              <a:ext cx="1416685" cy="597535"/>
            </a:xfrm>
            <a:custGeom>
              <a:avLst/>
              <a:gdLst/>
              <a:ahLst/>
              <a:cxnLst/>
              <a:rect l="l" t="t" r="r" b="b"/>
              <a:pathLst>
                <a:path w="1416685" h="597535" extrusionOk="0">
                  <a:moveTo>
                    <a:pt x="0" y="597376"/>
                  </a:moveTo>
                  <a:lnTo>
                    <a:pt x="42916" y="596727"/>
                  </a:lnTo>
                  <a:lnTo>
                    <a:pt x="85832" y="595797"/>
                  </a:lnTo>
                  <a:lnTo>
                    <a:pt x="128749" y="594463"/>
                  </a:lnTo>
                  <a:lnTo>
                    <a:pt x="171666" y="592555"/>
                  </a:lnTo>
                  <a:lnTo>
                    <a:pt x="214582" y="589832"/>
                  </a:lnTo>
                  <a:lnTo>
                    <a:pt x="257499" y="585957"/>
                  </a:lnTo>
                  <a:lnTo>
                    <a:pt x="300415" y="580473"/>
                  </a:lnTo>
                  <a:lnTo>
                    <a:pt x="343331" y="572761"/>
                  </a:lnTo>
                  <a:lnTo>
                    <a:pt x="386248" y="562019"/>
                  </a:lnTo>
                  <a:lnTo>
                    <a:pt x="429165" y="547254"/>
                  </a:lnTo>
                  <a:lnTo>
                    <a:pt x="472081" y="527322"/>
                  </a:lnTo>
                  <a:lnTo>
                    <a:pt x="514998" y="501062"/>
                  </a:lnTo>
                  <a:lnTo>
                    <a:pt x="557915" y="467551"/>
                  </a:lnTo>
                  <a:lnTo>
                    <a:pt x="586525" y="441002"/>
                  </a:lnTo>
                  <a:lnTo>
                    <a:pt x="615136" y="411238"/>
                  </a:lnTo>
                  <a:lnTo>
                    <a:pt x="643747" y="378657"/>
                  </a:lnTo>
                  <a:lnTo>
                    <a:pt x="672358" y="343901"/>
                  </a:lnTo>
                  <a:lnTo>
                    <a:pt x="700969" y="307868"/>
                  </a:lnTo>
                  <a:lnTo>
                    <a:pt x="715275" y="289708"/>
                  </a:lnTo>
                  <a:lnTo>
                    <a:pt x="729580" y="271582"/>
                  </a:lnTo>
                  <a:lnTo>
                    <a:pt x="758192" y="236077"/>
                  </a:lnTo>
                  <a:lnTo>
                    <a:pt x="786802" y="202284"/>
                  </a:lnTo>
                  <a:lnTo>
                    <a:pt x="815414" y="171011"/>
                  </a:lnTo>
                  <a:lnTo>
                    <a:pt x="844024" y="142806"/>
                  </a:lnTo>
                  <a:lnTo>
                    <a:pt x="886941" y="106749"/>
                  </a:lnTo>
                  <a:lnTo>
                    <a:pt x="929858" y="78136"/>
                  </a:lnTo>
                  <a:lnTo>
                    <a:pt x="972774" y="56145"/>
                  </a:lnTo>
                  <a:lnTo>
                    <a:pt x="1015691" y="39809"/>
                  </a:lnTo>
                  <a:lnTo>
                    <a:pt x="1058611" y="27839"/>
                  </a:lnTo>
                  <a:lnTo>
                    <a:pt x="1101526" y="19205"/>
                  </a:lnTo>
                  <a:lnTo>
                    <a:pt x="1144442" y="13052"/>
                  </a:lnTo>
                  <a:lnTo>
                    <a:pt x="1187358" y="8700"/>
                  </a:lnTo>
                  <a:lnTo>
                    <a:pt x="1230274" y="5625"/>
                  </a:lnTo>
                  <a:lnTo>
                    <a:pt x="1273190" y="3482"/>
                  </a:lnTo>
                  <a:lnTo>
                    <a:pt x="1316106" y="1975"/>
                  </a:lnTo>
                  <a:lnTo>
                    <a:pt x="1359021" y="913"/>
                  </a:lnTo>
                  <a:lnTo>
                    <a:pt x="1401937" y="185"/>
                  </a:lnTo>
                  <a:lnTo>
                    <a:pt x="1416243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758344" y="2014893"/>
              <a:ext cx="1416685" cy="0"/>
            </a:xfrm>
            <a:custGeom>
              <a:avLst/>
              <a:gdLst/>
              <a:ahLst/>
              <a:cxnLst/>
              <a:rect l="l" t="t" r="r" b="b"/>
              <a:pathLst>
                <a:path w="1416685" h="120000" extrusionOk="0">
                  <a:moveTo>
                    <a:pt x="0" y="0"/>
                  </a:moveTo>
                  <a:lnTo>
                    <a:pt x="1416385" y="0"/>
                  </a:lnTo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758344" y="1714714"/>
              <a:ext cx="1416685" cy="600710"/>
            </a:xfrm>
            <a:custGeom>
              <a:avLst/>
              <a:gdLst/>
              <a:ahLst/>
              <a:cxnLst/>
              <a:rect l="l" t="t" r="r" b="b"/>
              <a:pathLst>
                <a:path w="1416685" h="600710" extrusionOk="0">
                  <a:moveTo>
                    <a:pt x="0" y="600355"/>
                  </a:moveTo>
                  <a:lnTo>
                    <a:pt x="1416385" y="600355"/>
                  </a:lnTo>
                </a:path>
                <a:path w="1416685" h="600710" extrusionOk="0">
                  <a:moveTo>
                    <a:pt x="0" y="0"/>
                  </a:moveTo>
                  <a:lnTo>
                    <a:pt x="1416385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1437906" y="198626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 extrusionOk="0">
                  <a:moveTo>
                    <a:pt x="28631" y="0"/>
                  </a:moveTo>
                  <a:lnTo>
                    <a:pt x="17487" y="2250"/>
                  </a:lnTo>
                  <a:lnTo>
                    <a:pt x="8386" y="8386"/>
                  </a:lnTo>
                  <a:lnTo>
                    <a:pt x="2250" y="17487"/>
                  </a:lnTo>
                  <a:lnTo>
                    <a:pt x="0" y="28631"/>
                  </a:lnTo>
                  <a:lnTo>
                    <a:pt x="2250" y="39776"/>
                  </a:lnTo>
                  <a:lnTo>
                    <a:pt x="8386" y="48876"/>
                  </a:lnTo>
                  <a:lnTo>
                    <a:pt x="17487" y="55012"/>
                  </a:lnTo>
                  <a:lnTo>
                    <a:pt x="28631" y="57262"/>
                  </a:lnTo>
                  <a:lnTo>
                    <a:pt x="39776" y="55012"/>
                  </a:lnTo>
                  <a:lnTo>
                    <a:pt x="48877" y="48876"/>
                  </a:lnTo>
                  <a:lnTo>
                    <a:pt x="55013" y="39776"/>
                  </a:lnTo>
                  <a:lnTo>
                    <a:pt x="57263" y="28631"/>
                  </a:lnTo>
                  <a:lnTo>
                    <a:pt x="55013" y="17487"/>
                  </a:lnTo>
                  <a:lnTo>
                    <a:pt x="48877" y="8386"/>
                  </a:lnTo>
                  <a:lnTo>
                    <a:pt x="39776" y="2250"/>
                  </a:lnTo>
                  <a:lnTo>
                    <a:pt x="28631" y="0"/>
                  </a:lnTo>
                  <a:close/>
                </a:path>
              </a:pathLst>
            </a:custGeom>
            <a:solidFill>
              <a:srgbClr val="1B14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19"/>
          <p:cNvSpPr txBox="1"/>
          <p:nvPr/>
        </p:nvSpPr>
        <p:spPr>
          <a:xfrm>
            <a:off x="1468562" y="1862522"/>
            <a:ext cx="586740" cy="12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361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5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600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5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600" i="1"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550"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6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6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2271301" y="2221510"/>
            <a:ext cx="80645" cy="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>
                <a:latin typeface="Arial"/>
                <a:ea typeface="Arial"/>
                <a:cs typeface="Arial"/>
                <a:sym typeface="Arial"/>
              </a:rPr>
              <a:t>z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1268425" y="1048050"/>
            <a:ext cx="6027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84455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95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950">
                <a:latin typeface="Tahoma"/>
                <a:ea typeface="Tahoma"/>
                <a:cs typeface="Tahoma"/>
                <a:sym typeface="Tahoma"/>
              </a:rPr>
              <a:t>)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50" name="Google Shape;350;p19"/>
          <p:cNvGrpSpPr/>
          <p:nvPr/>
        </p:nvGrpSpPr>
        <p:grpSpPr>
          <a:xfrm>
            <a:off x="3341181" y="1594643"/>
            <a:ext cx="1416685" cy="840740"/>
            <a:chOff x="3341181" y="1594643"/>
            <a:chExt cx="1416685" cy="840740"/>
          </a:xfrm>
        </p:grpSpPr>
        <p:sp>
          <p:nvSpPr>
            <p:cNvPr id="351" name="Google Shape;351;p19"/>
            <p:cNvSpPr/>
            <p:nvPr/>
          </p:nvSpPr>
          <p:spPr>
            <a:xfrm>
              <a:off x="3341181" y="1594643"/>
              <a:ext cx="1416685" cy="840740"/>
            </a:xfrm>
            <a:custGeom>
              <a:avLst/>
              <a:gdLst/>
              <a:ahLst/>
              <a:cxnLst/>
              <a:rect l="l" t="t" r="r" b="b"/>
              <a:pathLst>
                <a:path w="1416685" h="840739" extrusionOk="0">
                  <a:moveTo>
                    <a:pt x="118031" y="840497"/>
                  </a:moveTo>
                  <a:lnTo>
                    <a:pt x="118031" y="0"/>
                  </a:lnTo>
                </a:path>
                <a:path w="1416685" h="840739" extrusionOk="0">
                  <a:moveTo>
                    <a:pt x="1298356" y="840497"/>
                  </a:moveTo>
                  <a:lnTo>
                    <a:pt x="1298356" y="0"/>
                  </a:lnTo>
                </a:path>
                <a:path w="1416685" h="840739" extrusionOk="0">
                  <a:moveTo>
                    <a:pt x="0" y="480284"/>
                  </a:moveTo>
                  <a:lnTo>
                    <a:pt x="1416385" y="480284"/>
                  </a:lnTo>
                </a:path>
                <a:path w="1416685" h="840739" extrusionOk="0">
                  <a:moveTo>
                    <a:pt x="0" y="240141"/>
                  </a:moveTo>
                  <a:lnTo>
                    <a:pt x="1416385" y="240141"/>
                  </a:lnTo>
                </a:path>
                <a:path w="1416685" h="840739" extrusionOk="0">
                  <a:moveTo>
                    <a:pt x="0" y="0"/>
                  </a:moveTo>
                  <a:lnTo>
                    <a:pt x="1416385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3459213" y="1594643"/>
              <a:ext cx="1180465" cy="742315"/>
            </a:xfrm>
            <a:custGeom>
              <a:avLst/>
              <a:gdLst/>
              <a:ahLst/>
              <a:cxnLst/>
              <a:rect l="l" t="t" r="r" b="b"/>
              <a:pathLst>
                <a:path w="1180464" h="742314" extrusionOk="0">
                  <a:moveTo>
                    <a:pt x="0" y="742025"/>
                  </a:moveTo>
                  <a:lnTo>
                    <a:pt x="0" y="698827"/>
                  </a:lnTo>
                </a:path>
                <a:path w="1180464" h="742314" extrusionOk="0">
                  <a:moveTo>
                    <a:pt x="1180324" y="742025"/>
                  </a:moveTo>
                  <a:lnTo>
                    <a:pt x="1180324" y="698827"/>
                  </a:lnTo>
                </a:path>
                <a:path w="1180464" h="742314" extrusionOk="0">
                  <a:moveTo>
                    <a:pt x="568562" y="480284"/>
                  </a:moveTo>
                  <a:lnTo>
                    <a:pt x="611761" y="480284"/>
                  </a:lnTo>
                </a:path>
                <a:path w="1180464" h="742314" extrusionOk="0">
                  <a:moveTo>
                    <a:pt x="568562" y="240141"/>
                  </a:moveTo>
                  <a:lnTo>
                    <a:pt x="611761" y="240141"/>
                  </a:lnTo>
                </a:path>
                <a:path w="1180464" h="742314" extrusionOk="0">
                  <a:moveTo>
                    <a:pt x="568562" y="0"/>
                  </a:moveTo>
                  <a:lnTo>
                    <a:pt x="611761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3341181" y="2315070"/>
              <a:ext cx="1396365" cy="0"/>
            </a:xfrm>
            <a:custGeom>
              <a:avLst/>
              <a:gdLst/>
              <a:ahLst/>
              <a:cxnLst/>
              <a:rect l="l" t="t" r="r" b="b"/>
              <a:pathLst>
                <a:path w="1396364" h="120000" extrusionOk="0">
                  <a:moveTo>
                    <a:pt x="0" y="0"/>
                  </a:moveTo>
                  <a:lnTo>
                    <a:pt x="1396146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4725182" y="229887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 extrusionOk="0">
                  <a:moveTo>
                    <a:pt x="0" y="0"/>
                  </a:moveTo>
                  <a:lnTo>
                    <a:pt x="12146" y="16195"/>
                  </a:lnTo>
                  <a:lnTo>
                    <a:pt x="0" y="32390"/>
                  </a:lnTo>
                  <a:lnTo>
                    <a:pt x="32390" y="16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4049375" y="1614887"/>
              <a:ext cx="0" cy="820419"/>
            </a:xfrm>
            <a:custGeom>
              <a:avLst/>
              <a:gdLst/>
              <a:ahLst/>
              <a:cxnLst/>
              <a:rect l="l" t="t" r="r" b="b"/>
              <a:pathLst>
                <a:path w="120000" h="820419" extrusionOk="0">
                  <a:moveTo>
                    <a:pt x="0" y="82025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4033180" y="159464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 extrusionOk="0">
                  <a:moveTo>
                    <a:pt x="0" y="32390"/>
                  </a:moveTo>
                  <a:lnTo>
                    <a:pt x="16195" y="20244"/>
                  </a:lnTo>
                  <a:lnTo>
                    <a:pt x="32390" y="32390"/>
                  </a:lnTo>
                  <a:lnTo>
                    <a:pt x="16195" y="0"/>
                  </a:lnTo>
                  <a:lnTo>
                    <a:pt x="0" y="323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" name="Google Shape;357;p19"/>
          <p:cNvSpPr txBox="1"/>
          <p:nvPr/>
        </p:nvSpPr>
        <p:spPr>
          <a:xfrm>
            <a:off x="3368888" y="2315962"/>
            <a:ext cx="1809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4596429" y="2328099"/>
            <a:ext cx="86360" cy="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5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3822014" y="1978365"/>
            <a:ext cx="1803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1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3822014" y="1738224"/>
            <a:ext cx="1803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2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3822014" y="1498102"/>
            <a:ext cx="1803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3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19"/>
          <p:cNvGrpSpPr/>
          <p:nvPr/>
        </p:nvGrpSpPr>
        <p:grpSpPr>
          <a:xfrm>
            <a:off x="3341182" y="1686082"/>
            <a:ext cx="1416685" cy="623529"/>
            <a:chOff x="3341182" y="1686082"/>
            <a:chExt cx="1416685" cy="623529"/>
          </a:xfrm>
        </p:grpSpPr>
        <p:sp>
          <p:nvSpPr>
            <p:cNvPr id="363" name="Google Shape;363;p19"/>
            <p:cNvSpPr/>
            <p:nvPr/>
          </p:nvSpPr>
          <p:spPr>
            <a:xfrm>
              <a:off x="3341182" y="1715251"/>
              <a:ext cx="1416685" cy="594360"/>
            </a:xfrm>
            <a:custGeom>
              <a:avLst/>
              <a:gdLst/>
              <a:ahLst/>
              <a:cxnLst/>
              <a:rect l="l" t="t" r="r" b="b"/>
              <a:pathLst>
                <a:path w="1416685" h="594360" extrusionOk="0">
                  <a:moveTo>
                    <a:pt x="0" y="593895"/>
                  </a:moveTo>
                  <a:lnTo>
                    <a:pt x="42916" y="591316"/>
                  </a:lnTo>
                  <a:lnTo>
                    <a:pt x="85832" y="587626"/>
                  </a:lnTo>
                  <a:lnTo>
                    <a:pt x="128749" y="582359"/>
                  </a:lnTo>
                  <a:lnTo>
                    <a:pt x="171666" y="574861"/>
                  </a:lnTo>
                  <a:lnTo>
                    <a:pt x="214582" y="564246"/>
                  </a:lnTo>
                  <a:lnTo>
                    <a:pt x="257499" y="549316"/>
                  </a:lnTo>
                  <a:lnTo>
                    <a:pt x="300415" y="528523"/>
                  </a:lnTo>
                  <a:lnTo>
                    <a:pt x="343331" y="499962"/>
                  </a:lnTo>
                  <a:lnTo>
                    <a:pt x="386248" y="461498"/>
                  </a:lnTo>
                  <a:lnTo>
                    <a:pt x="414859" y="429344"/>
                  </a:lnTo>
                  <a:lnTo>
                    <a:pt x="443470" y="391462"/>
                  </a:lnTo>
                  <a:lnTo>
                    <a:pt x="472081" y="347763"/>
                  </a:lnTo>
                  <a:lnTo>
                    <a:pt x="500692" y="298617"/>
                  </a:lnTo>
                  <a:lnTo>
                    <a:pt x="529303" y="245200"/>
                  </a:lnTo>
                  <a:lnTo>
                    <a:pt x="557915" y="189460"/>
                  </a:lnTo>
                  <a:lnTo>
                    <a:pt x="572220" y="161637"/>
                  </a:lnTo>
                  <a:lnTo>
                    <a:pt x="600830" y="108332"/>
                  </a:lnTo>
                  <a:lnTo>
                    <a:pt x="629442" y="61610"/>
                  </a:lnTo>
                  <a:lnTo>
                    <a:pt x="658053" y="25752"/>
                  </a:lnTo>
                  <a:lnTo>
                    <a:pt x="700969" y="25"/>
                  </a:lnTo>
                  <a:lnTo>
                    <a:pt x="715275" y="0"/>
                  </a:lnTo>
                  <a:lnTo>
                    <a:pt x="729580" y="4356"/>
                  </a:lnTo>
                  <a:lnTo>
                    <a:pt x="772497" y="41871"/>
                  </a:lnTo>
                  <a:lnTo>
                    <a:pt x="801107" y="83600"/>
                  </a:lnTo>
                  <a:lnTo>
                    <a:pt x="829719" y="134143"/>
                  </a:lnTo>
                  <a:lnTo>
                    <a:pt x="858330" y="189231"/>
                  </a:lnTo>
                  <a:lnTo>
                    <a:pt x="872636" y="217208"/>
                  </a:lnTo>
                  <a:lnTo>
                    <a:pt x="886941" y="244907"/>
                  </a:lnTo>
                  <a:lnTo>
                    <a:pt x="915552" y="298312"/>
                  </a:lnTo>
                  <a:lnTo>
                    <a:pt x="944163" y="347580"/>
                  </a:lnTo>
                  <a:lnTo>
                    <a:pt x="972774" y="391394"/>
                  </a:lnTo>
                  <a:lnTo>
                    <a:pt x="1001385" y="429147"/>
                  </a:lnTo>
                  <a:lnTo>
                    <a:pt x="1030000" y="461319"/>
                  </a:lnTo>
                  <a:lnTo>
                    <a:pt x="1058611" y="488218"/>
                  </a:lnTo>
                  <a:lnTo>
                    <a:pt x="1101526" y="519872"/>
                  </a:lnTo>
                  <a:lnTo>
                    <a:pt x="1144442" y="543041"/>
                  </a:lnTo>
                  <a:lnTo>
                    <a:pt x="1187358" y="559734"/>
                  </a:lnTo>
                  <a:lnTo>
                    <a:pt x="1230274" y="571675"/>
                  </a:lnTo>
                  <a:lnTo>
                    <a:pt x="1273190" y="580076"/>
                  </a:lnTo>
                  <a:lnTo>
                    <a:pt x="1316106" y="586018"/>
                  </a:lnTo>
                  <a:lnTo>
                    <a:pt x="1359021" y="590227"/>
                  </a:lnTo>
                  <a:lnTo>
                    <a:pt x="1401937" y="593113"/>
                  </a:lnTo>
                  <a:lnTo>
                    <a:pt x="1416243" y="593854"/>
                  </a:lnTo>
                </a:path>
              </a:pathLst>
            </a:custGeom>
            <a:noFill/>
            <a:ln w="1517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4020743" y="1686082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28631" y="0"/>
                  </a:moveTo>
                  <a:lnTo>
                    <a:pt x="17487" y="2250"/>
                  </a:lnTo>
                  <a:lnTo>
                    <a:pt x="8386" y="8386"/>
                  </a:lnTo>
                  <a:lnTo>
                    <a:pt x="2250" y="17487"/>
                  </a:lnTo>
                  <a:lnTo>
                    <a:pt x="0" y="28631"/>
                  </a:lnTo>
                  <a:lnTo>
                    <a:pt x="2250" y="39776"/>
                  </a:lnTo>
                  <a:lnTo>
                    <a:pt x="8386" y="48877"/>
                  </a:lnTo>
                  <a:lnTo>
                    <a:pt x="17487" y="55013"/>
                  </a:lnTo>
                  <a:lnTo>
                    <a:pt x="28631" y="57263"/>
                  </a:lnTo>
                  <a:lnTo>
                    <a:pt x="39776" y="55013"/>
                  </a:lnTo>
                  <a:lnTo>
                    <a:pt x="48877" y="48877"/>
                  </a:lnTo>
                  <a:lnTo>
                    <a:pt x="55013" y="39776"/>
                  </a:lnTo>
                  <a:lnTo>
                    <a:pt x="57263" y="28631"/>
                  </a:lnTo>
                  <a:lnTo>
                    <a:pt x="55013" y="17487"/>
                  </a:lnTo>
                  <a:lnTo>
                    <a:pt x="48877" y="8386"/>
                  </a:lnTo>
                  <a:lnTo>
                    <a:pt x="39776" y="2250"/>
                  </a:lnTo>
                  <a:lnTo>
                    <a:pt x="28631" y="0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19"/>
          <p:cNvSpPr txBox="1"/>
          <p:nvPr/>
        </p:nvSpPr>
        <p:spPr>
          <a:xfrm>
            <a:off x="4051399" y="1562335"/>
            <a:ext cx="586740" cy="12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361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5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600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5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600" i="1"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550">
                <a:latin typeface="Arial"/>
                <a:ea typeface="Arial"/>
                <a:cs typeface="Arial"/>
                <a:sym typeface="Arial"/>
              </a:rPr>
              <a:t>25</a:t>
            </a:r>
            <a:r>
              <a:rPr lang="en-US" sz="6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 sz="6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366" name="Google Shape;366;p19"/>
          <p:cNvGrpSpPr/>
          <p:nvPr/>
        </p:nvGrpSpPr>
        <p:grpSpPr>
          <a:xfrm>
            <a:off x="0" y="1714714"/>
            <a:ext cx="5760262" cy="1519297"/>
            <a:chOff x="0" y="1714714"/>
            <a:chExt cx="5760262" cy="1519297"/>
          </a:xfrm>
        </p:grpSpPr>
        <p:sp>
          <p:nvSpPr>
            <p:cNvPr id="367" name="Google Shape;367;p19"/>
            <p:cNvSpPr/>
            <p:nvPr/>
          </p:nvSpPr>
          <p:spPr>
            <a:xfrm>
              <a:off x="3341182" y="1714714"/>
              <a:ext cx="1416685" cy="0"/>
            </a:xfrm>
            <a:custGeom>
              <a:avLst/>
              <a:gdLst/>
              <a:ahLst/>
              <a:cxnLst/>
              <a:rect l="l" t="t" r="r" b="b"/>
              <a:pathLst>
                <a:path w="1416685" h="120000" extrusionOk="0">
                  <a:moveTo>
                    <a:pt x="0" y="0"/>
                  </a:moveTo>
                  <a:lnTo>
                    <a:pt x="1416385" y="0"/>
                  </a:lnTo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19"/>
          <p:cNvSpPr txBox="1"/>
          <p:nvPr/>
        </p:nvSpPr>
        <p:spPr>
          <a:xfrm>
            <a:off x="4854138" y="2221510"/>
            <a:ext cx="80645" cy="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>
                <a:latin typeface="Arial"/>
                <a:ea typeface="Arial"/>
                <a:cs typeface="Arial"/>
                <a:sym typeface="Arial"/>
              </a:rPr>
              <a:t>z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74" name="Google Shape;374;p19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908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100</a:t>
            </a:r>
            <a:endParaRPr/>
          </a:p>
        </p:txBody>
      </p:sp>
      <p:sp>
        <p:nvSpPr>
          <p:cNvPr id="375" name="Google Shape;375;p19"/>
          <p:cNvSpPr txBox="1"/>
          <p:nvPr/>
        </p:nvSpPr>
        <p:spPr>
          <a:xfrm>
            <a:off x="3789108" y="1048050"/>
            <a:ext cx="7272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Derivative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3208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900" baseline="30000">
                <a:latin typeface="Lucida Sans"/>
                <a:ea typeface="Lucida Sans"/>
                <a:cs typeface="Lucida Sans"/>
                <a:sym typeface="Lucida Sans"/>
              </a:rPr>
              <a:t>r</a:t>
            </a:r>
            <a:r>
              <a:rPr lang="en-US" sz="95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8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950">
                <a:latin typeface="Tahoma"/>
                <a:ea typeface="Tahoma"/>
                <a:cs typeface="Tahoma"/>
                <a:sym typeface="Tahoma"/>
              </a:rPr>
              <a:t>)</a:t>
            </a:r>
            <a:endParaRPr sz="9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1765426" y="2657205"/>
            <a:ext cx="13068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At </a:t>
            </a:r>
            <a:r>
              <a:rPr lang="en-US" sz="1050" i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US" sz="1200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0: </a:t>
            </a:r>
            <a:r>
              <a:rPr lang="en-US" sz="1200" i="1">
                <a:solidFill>
                  <a:srgbClr val="EC202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solidFill>
                  <a:srgbClr val="EC202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3157524" y="2657205"/>
            <a:ext cx="8629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EC202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σ</a:t>
            </a:r>
            <a:r>
              <a:rPr lang="en-US" sz="1200" baseline="30000">
                <a:solidFill>
                  <a:srgbClr val="EC2027"/>
                </a:solidFill>
                <a:latin typeface="Lucida Sans"/>
                <a:ea typeface="Lucida Sans"/>
                <a:cs typeface="Lucida Sans"/>
                <a:sym typeface="Lucida Sans"/>
              </a:rPr>
              <a:t>r</a:t>
            </a:r>
            <a:r>
              <a:rPr lang="en-US" sz="1200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>
                <a:solidFill>
                  <a:srgbClr val="EC2027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solidFill>
                  <a:srgbClr val="EC202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0DD4FC-7E59-05F5-21EF-C9684C673AE3}"/>
                  </a:ext>
                </a:extLst>
              </p14:cNvPr>
              <p14:cNvContentPartPr/>
              <p14:nvPr/>
            </p14:nvContentPartPr>
            <p14:xfrm>
              <a:off x="356400" y="134280"/>
              <a:ext cx="4901760" cy="3098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0DD4FC-7E59-05F5-21EF-C9684C673A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040" y="124920"/>
                <a:ext cx="4920480" cy="311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roperties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igmoid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383" name="Google Shape;383;p20"/>
          <p:cNvGrpSpPr/>
          <p:nvPr/>
        </p:nvGrpSpPr>
        <p:grpSpPr>
          <a:xfrm>
            <a:off x="513702" y="799350"/>
            <a:ext cx="69291" cy="1912645"/>
            <a:chOff x="513702" y="799350"/>
            <a:chExt cx="69291" cy="1912645"/>
          </a:xfrm>
        </p:grpSpPr>
        <p:pic>
          <p:nvPicPr>
            <p:cNvPr id="384" name="Google Shape;38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9935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2076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421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4635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68502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2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998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2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4212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2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6427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20"/>
          <p:cNvSpPr txBox="1"/>
          <p:nvPr/>
        </p:nvSpPr>
        <p:spPr>
          <a:xfrm>
            <a:off x="334601" y="462350"/>
            <a:ext cx="5149200" cy="26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Key Properties: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162050" lvl="0" indent="0" algn="l" rtl="0">
              <a:lnSpc>
                <a:spcPct val="144916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Range: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perfect for probabilities!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162050" lvl="0" indent="0" algn="l" rtl="0">
              <a:lnSpc>
                <a:spcPct val="144916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Monotonic: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Always increasing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945638" lvl="0" indent="0" algn="l" rtl="0">
              <a:lnSpc>
                <a:spcPct val="1238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Smooth: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Differentiable everywhere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945638" lvl="0" indent="0" algn="l" rtl="0">
              <a:lnSpc>
                <a:spcPct val="1238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Symmetry: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22580" marR="1945639" lvl="0" indent="0" algn="l" rtl="0">
              <a:lnSpc>
                <a:spcPct val="1238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Derivative: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r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Behavior: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290320" lvl="0" indent="0" algn="just" rtl="0">
              <a:lnSpc>
                <a:spcPct val="1211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∞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(confident class 1)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290320" lvl="0" indent="0" algn="just" rtl="0">
              <a:lnSpc>
                <a:spcPct val="1211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−∞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 (confident class 0)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290320" lvl="0" indent="0" algn="just" rtl="0">
              <a:lnSpc>
                <a:spcPct val="1211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0: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 (uncertain)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The derivative property makes sigmoid ideal for gradient-based learning!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2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394" name="Google Shape;394;p2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2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398" name="Google Shape;398;p2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99" name="Google Shape;399;p2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908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B01E28-67D1-382C-773A-40E896D306C8}"/>
                  </a:ext>
                </a:extLst>
              </p14:cNvPr>
              <p14:cNvContentPartPr/>
              <p14:nvPr/>
            </p14:nvContentPartPr>
            <p14:xfrm>
              <a:off x="317160" y="465120"/>
              <a:ext cx="5381640" cy="2600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B01E28-67D1-382C-773A-40E896D306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7800" y="455760"/>
                <a:ext cx="5400360" cy="261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405" name="Google Shape;40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1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07" name="Google Shape;40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1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409" name="Google Shape;409;p21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410" name="Google Shape;410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6567" y="107723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2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2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2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5" name="Google Shape;415;p21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416" name="Google Shape;416;p21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417" name="Google Shape;417;p2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2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2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2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2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2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3" name="Google Shape;423;p21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24" name="Google Shape;424;p2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563023" y="391150"/>
            <a:ext cx="48627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427" name="Google Shape;427;p2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428" name="Google Shape;428;p2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2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32" name="Google Shape;432;p2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33" name="Google Shape;433;p21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4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our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omponents</a:t>
            </a:r>
            <a:endParaRPr/>
          </a:p>
        </p:txBody>
      </p:sp>
      <p:sp>
        <p:nvSpPr>
          <p:cNvPr id="439" name="Google Shape;439;p22"/>
          <p:cNvSpPr txBox="1"/>
          <p:nvPr/>
        </p:nvSpPr>
        <p:spPr>
          <a:xfrm>
            <a:off x="347294" y="869853"/>
            <a:ext cx="377697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complete deep learning system for classification consists of: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120949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2"/>
          <p:cNvSpPr txBox="1"/>
          <p:nvPr/>
        </p:nvSpPr>
        <p:spPr>
          <a:xfrm>
            <a:off x="483946" y="119964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42" name="Google Shape;44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43092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2"/>
          <p:cNvSpPr txBox="1"/>
          <p:nvPr/>
        </p:nvSpPr>
        <p:spPr>
          <a:xfrm>
            <a:off x="483946" y="142107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44" name="Google Shape;444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65234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2"/>
          <p:cNvSpPr txBox="1"/>
          <p:nvPr/>
        </p:nvSpPr>
        <p:spPr>
          <a:xfrm>
            <a:off x="483946" y="164248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46" name="Google Shape;446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187375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/>
        </p:nvSpPr>
        <p:spPr>
          <a:xfrm>
            <a:off x="483946" y="186390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644626" y="1105826"/>
            <a:ext cx="3363595" cy="9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22161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-dimensional input vectors and binary labels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Single neuron with sigmoid activation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Objective Function: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Binary cross-entropy loss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Algorithm: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Stochastic gradient descent (SGD)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>
            <a:off x="347294" y="2101480"/>
            <a:ext cx="5066030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Note: We use </a:t>
            </a:r>
            <a:r>
              <a:rPr lang="en-US" sz="1050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stochastic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gradient descent instead of batch gradient descent for efficiency. (This is for learning purposes only.)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p2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451" name="Google Shape;451;p2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" name="Google Shape;454;p2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55" name="Google Shape;455;p2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56" name="Google Shape;456;p22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500"/>
              <a:t>17</a:t>
            </a:fld>
            <a:r>
              <a:rPr lang="en-US" sz="500"/>
              <a:t> / 100</a:t>
            </a:r>
            <a:endParaRPr sz="5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16F5FF-0431-CF36-A6D1-FD8E9DAF7E44}"/>
                  </a:ext>
                </a:extLst>
              </p14:cNvPr>
              <p14:cNvContentPartPr/>
              <p14:nvPr/>
            </p14:nvContentPartPr>
            <p14:xfrm>
              <a:off x="346680" y="1103040"/>
              <a:ext cx="415800" cy="265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16F5FF-0431-CF36-A6D1-FD8E9DAF7E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7320" y="1093680"/>
                <a:ext cx="434520" cy="28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atrix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orm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ata</a:t>
            </a:r>
            <a:endParaRPr/>
          </a:p>
        </p:txBody>
      </p:sp>
      <p:grpSp>
        <p:nvGrpSpPr>
          <p:cNvPr id="462" name="Google Shape;462;p2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463" name="Google Shape;463;p2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p2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67" name="Google Shape;467;p2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68" name="Google Shape;468;p23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4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100</a:t>
            </a:r>
            <a:endParaRPr/>
          </a:p>
        </p:txBody>
      </p:sp>
      <p:pic>
        <p:nvPicPr>
          <p:cNvPr id="469" name="Google Shape;4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048249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7CA007-0A91-CB28-2DB5-77F7E9801B10}"/>
                  </a:ext>
                </a:extLst>
              </p14:cNvPr>
              <p14:cNvContentPartPr/>
              <p14:nvPr/>
            </p14:nvContentPartPr>
            <p14:xfrm>
              <a:off x="182880" y="1424880"/>
              <a:ext cx="3088440" cy="1785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7CA007-0A91-CB28-2DB5-77F7E9801B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520" y="1415520"/>
                <a:ext cx="3107160" cy="180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ogistic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egression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ingle</a:t>
            </a:r>
            <a:r>
              <a:rPr lang="en-US">
                <a:solidFill>
                  <a:srgbClr val="FFFFFF"/>
                </a:solidFill>
              </a:rPr>
              <a:t> N</a:t>
            </a:r>
            <a:r>
              <a:rPr lang="en-US" cap="small">
                <a:solidFill>
                  <a:srgbClr val="FFFFFF"/>
                </a:solidFill>
              </a:rPr>
              <a:t>euron</a:t>
            </a:r>
            <a:endParaRPr/>
          </a:p>
        </p:txBody>
      </p:sp>
      <p:grpSp>
        <p:nvGrpSpPr>
          <p:cNvPr id="475" name="Google Shape;475;p2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476" name="Google Shape;476;p2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9" name="Google Shape;479;p2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81" name="Google Shape;481;p24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4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r>
              <a:rPr lang="en-US"/>
              <a:t> / 100</a:t>
            </a:r>
            <a:endParaRPr/>
          </a:p>
        </p:txBody>
      </p:sp>
      <p:pic>
        <p:nvPicPr>
          <p:cNvPr id="482" name="Google Shape;48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575" y="536437"/>
            <a:ext cx="5093826" cy="24488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E86408-611D-CA69-E1F3-465E3E39AC2E}"/>
                  </a:ext>
                </a:extLst>
              </p14:cNvPr>
              <p14:cNvContentPartPr/>
              <p14:nvPr/>
            </p14:nvContentPartPr>
            <p14:xfrm>
              <a:off x="1324080" y="583920"/>
              <a:ext cx="3871800" cy="241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E86408-611D-CA69-E1F3-465E3E39AC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4720" y="574560"/>
                <a:ext cx="3890520" cy="243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347294" y="550162"/>
            <a:ext cx="483743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5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 single neuron computes weighted sum and applies sigmoid activation. </a:t>
            </a: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Prediction for input </a:t>
            </a:r>
            <a:r>
              <a:rPr lang="en-US" sz="1050" b="1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2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490" name="Google Shape;490;p2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494" name="Google Shape;494;p2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95" name="Google Shape;495;p25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43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r>
              <a:rPr lang="en-US"/>
              <a:t> / 100</a:t>
            </a:r>
            <a:endParaRPr/>
          </a:p>
        </p:txBody>
      </p:sp>
      <p:pic>
        <p:nvPicPr>
          <p:cNvPr id="496" name="Google Shape;49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213" y="1061487"/>
            <a:ext cx="5025595" cy="17461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6A0222-7B2A-42AA-D365-3626E4F82E90}"/>
                  </a:ext>
                </a:extLst>
              </p14:cNvPr>
              <p14:cNvContentPartPr/>
              <p14:nvPr/>
            </p14:nvContentPartPr>
            <p14:xfrm>
              <a:off x="306000" y="841320"/>
              <a:ext cx="3987360" cy="1638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6A0222-7B2A-42AA-D365-3626E4F82E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640" y="831960"/>
                <a:ext cx="4006080" cy="165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aking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redictions</a:t>
            </a:r>
            <a:endParaRPr/>
          </a:p>
        </p:txBody>
      </p:sp>
      <p:grpSp>
        <p:nvGrpSpPr>
          <p:cNvPr id="502" name="Google Shape;502;p2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03" name="Google Shape;503;p2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2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07" name="Google Shape;507;p2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08" name="Google Shape;5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62745" cy="2435037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6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43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E38BAB-E058-5183-4216-04C9147AEAFE}"/>
                  </a:ext>
                </a:extLst>
              </p14:cNvPr>
              <p14:cNvContentPartPr/>
              <p14:nvPr/>
            </p14:nvContentPartPr>
            <p14:xfrm>
              <a:off x="290520" y="516600"/>
              <a:ext cx="5014080" cy="2235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E38BAB-E058-5183-4216-04C9147AEA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1160" y="507240"/>
                <a:ext cx="5032800" cy="225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inary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ross</a:t>
            </a:r>
            <a:r>
              <a:rPr lang="en-US">
                <a:solidFill>
                  <a:srgbClr val="FFFFFF"/>
                </a:solidFill>
              </a:rPr>
              <a:t>-E</a:t>
            </a:r>
            <a:r>
              <a:rPr lang="en-US" cap="small">
                <a:solidFill>
                  <a:srgbClr val="FFFFFF"/>
                </a:solidFill>
              </a:rPr>
              <a:t>ntropy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endParaRPr/>
          </a:p>
        </p:txBody>
      </p:sp>
      <p:grpSp>
        <p:nvGrpSpPr>
          <p:cNvPr id="515" name="Google Shape;515;p2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16" name="Google Shape;516;p2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9" name="Google Shape;519;p2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21" name="Google Shape;521;p27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44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100</a:t>
            </a:r>
            <a:endParaRPr/>
          </a:p>
        </p:txBody>
      </p:sp>
      <p:pic>
        <p:nvPicPr>
          <p:cNvPr id="522" name="Google Shape;52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07274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22B5B1-BF30-1991-CB73-FD3BE76FBB98}"/>
                  </a:ext>
                </a:extLst>
              </p14:cNvPr>
              <p14:cNvContentPartPr/>
              <p14:nvPr/>
            </p14:nvContentPartPr>
            <p14:xfrm>
              <a:off x="2520720" y="152640"/>
              <a:ext cx="2498040" cy="226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22B5B1-BF30-1991-CB73-FD3BE76FBB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11360" y="143280"/>
                <a:ext cx="2516760" cy="22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E36C3B-D57B-6C4F-8F2F-E8438999C054}"/>
                  </a:ext>
                </a:extLst>
              </p14:cNvPr>
              <p14:cNvContentPartPr/>
              <p14:nvPr/>
            </p14:nvContentPartPr>
            <p14:xfrm>
              <a:off x="393840" y="735480"/>
              <a:ext cx="4014000" cy="239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E36C3B-D57B-6C4F-8F2F-E8438999C0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480" y="726120"/>
                <a:ext cx="4032720" cy="241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otal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528" name="Google Shape;528;p2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29" name="Google Shape;529;p2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2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34" name="Google Shape;534;p28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100</a:t>
            </a:r>
            <a:endParaRPr/>
          </a:p>
        </p:txBody>
      </p:sp>
      <p:pic>
        <p:nvPicPr>
          <p:cNvPr id="535" name="Google Shape;53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280535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ross</a:t>
            </a:r>
            <a:r>
              <a:rPr lang="en-US">
                <a:solidFill>
                  <a:srgbClr val="FFFFFF"/>
                </a:solidFill>
              </a:rPr>
              <a:t>-E</a:t>
            </a:r>
            <a:r>
              <a:rPr lang="en-US" cap="small">
                <a:solidFill>
                  <a:srgbClr val="FFFFFF"/>
                </a:solidFill>
              </a:rPr>
              <a:t>ntropy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541" name="Google Shape;541;p29"/>
          <p:cNvGrpSpPr/>
          <p:nvPr/>
        </p:nvGrpSpPr>
        <p:grpSpPr>
          <a:xfrm>
            <a:off x="513702" y="737831"/>
            <a:ext cx="2964791" cy="2189083"/>
            <a:chOff x="513702" y="737831"/>
            <a:chExt cx="2964791" cy="2189083"/>
          </a:xfrm>
        </p:grpSpPr>
        <p:pic>
          <p:nvPicPr>
            <p:cNvPr id="542" name="Google Shape;542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378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2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212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2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0476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2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2882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6" name="Google Shape;546;p29"/>
            <p:cNvSpPr/>
            <p:nvPr/>
          </p:nvSpPr>
          <p:spPr>
            <a:xfrm>
              <a:off x="1607783" y="2117289"/>
              <a:ext cx="1870710" cy="809625"/>
            </a:xfrm>
            <a:custGeom>
              <a:avLst/>
              <a:gdLst/>
              <a:ahLst/>
              <a:cxnLst/>
              <a:rect l="l" t="t" r="r" b="b"/>
              <a:pathLst>
                <a:path w="1870710" h="809625" extrusionOk="0">
                  <a:moveTo>
                    <a:pt x="391307" y="809180"/>
                  </a:moveTo>
                  <a:lnTo>
                    <a:pt x="391307" y="765982"/>
                  </a:lnTo>
                </a:path>
                <a:path w="1870710" h="809625" extrusionOk="0">
                  <a:moveTo>
                    <a:pt x="761012" y="809180"/>
                  </a:moveTo>
                  <a:lnTo>
                    <a:pt x="761012" y="765982"/>
                  </a:lnTo>
                </a:path>
                <a:path w="1870710" h="809625" extrusionOk="0">
                  <a:moveTo>
                    <a:pt x="1130717" y="809180"/>
                  </a:moveTo>
                  <a:lnTo>
                    <a:pt x="1130717" y="765982"/>
                  </a:lnTo>
                </a:path>
                <a:path w="1870710" h="809625" extrusionOk="0">
                  <a:moveTo>
                    <a:pt x="1500419" y="809180"/>
                  </a:moveTo>
                  <a:lnTo>
                    <a:pt x="1500419" y="765982"/>
                  </a:lnTo>
                </a:path>
                <a:path w="1870710" h="809625" extrusionOk="0">
                  <a:moveTo>
                    <a:pt x="1870131" y="809180"/>
                  </a:moveTo>
                  <a:lnTo>
                    <a:pt x="1870131" y="765982"/>
                  </a:lnTo>
                </a:path>
                <a:path w="1870710" h="809625" extrusionOk="0">
                  <a:moveTo>
                    <a:pt x="0" y="393790"/>
                  </a:moveTo>
                  <a:lnTo>
                    <a:pt x="43201" y="393790"/>
                  </a:lnTo>
                </a:path>
                <a:path w="1870710" h="809625" extrusionOk="0">
                  <a:moveTo>
                    <a:pt x="0" y="0"/>
                  </a:moveTo>
                  <a:lnTo>
                    <a:pt x="43201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1629384" y="2904870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 h="120000" extrusionOk="0">
                  <a:moveTo>
                    <a:pt x="0" y="0"/>
                  </a:moveTo>
                  <a:lnTo>
                    <a:pt x="182828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3445520" y="288867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 extrusionOk="0">
                  <a:moveTo>
                    <a:pt x="0" y="0"/>
                  </a:moveTo>
                  <a:lnTo>
                    <a:pt x="12146" y="16195"/>
                  </a:lnTo>
                  <a:lnTo>
                    <a:pt x="0" y="32390"/>
                  </a:lnTo>
                  <a:lnTo>
                    <a:pt x="32390" y="161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1629384" y="1940637"/>
              <a:ext cx="0" cy="964565"/>
            </a:xfrm>
            <a:custGeom>
              <a:avLst/>
              <a:gdLst/>
              <a:ahLst/>
              <a:cxnLst/>
              <a:rect l="l" t="t" r="r" b="b"/>
              <a:pathLst>
                <a:path w="120000" h="964564" extrusionOk="0">
                  <a:moveTo>
                    <a:pt x="0" y="96423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1613189" y="19203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 extrusionOk="0">
                  <a:moveTo>
                    <a:pt x="0" y="32390"/>
                  </a:moveTo>
                  <a:lnTo>
                    <a:pt x="16195" y="20244"/>
                  </a:lnTo>
                  <a:lnTo>
                    <a:pt x="32390" y="32390"/>
                  </a:lnTo>
                  <a:lnTo>
                    <a:pt x="16195" y="0"/>
                  </a:lnTo>
                  <a:lnTo>
                    <a:pt x="0" y="323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1" name="Google Shape;551;p29"/>
          <p:cNvSpPr txBox="1"/>
          <p:nvPr/>
        </p:nvSpPr>
        <p:spPr>
          <a:xfrm>
            <a:off x="1909102" y="2907775"/>
            <a:ext cx="1550400" cy="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2	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850"/>
              <a:t>     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850"/>
              <a:t>      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5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8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"/>
          <p:cNvSpPr txBox="1"/>
          <p:nvPr/>
        </p:nvSpPr>
        <p:spPr>
          <a:xfrm>
            <a:off x="3434796" y="2919921"/>
            <a:ext cx="86360" cy="1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1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3" name="Google Shape;553;p29"/>
          <p:cNvGrpSpPr/>
          <p:nvPr/>
        </p:nvGrpSpPr>
        <p:grpSpPr>
          <a:xfrm>
            <a:off x="1647869" y="1998135"/>
            <a:ext cx="1811655" cy="904881"/>
            <a:chOff x="1647869" y="1998135"/>
            <a:chExt cx="1811655" cy="904881"/>
          </a:xfrm>
        </p:grpSpPr>
        <p:sp>
          <p:nvSpPr>
            <p:cNvPr id="554" name="Google Shape;554;p29"/>
            <p:cNvSpPr/>
            <p:nvPr/>
          </p:nvSpPr>
          <p:spPr>
            <a:xfrm>
              <a:off x="1647869" y="1998135"/>
              <a:ext cx="1811655" cy="904875"/>
            </a:xfrm>
            <a:custGeom>
              <a:avLst/>
              <a:gdLst/>
              <a:ahLst/>
              <a:cxnLst/>
              <a:rect l="l" t="t" r="r" b="b"/>
              <a:pathLst>
                <a:path w="1811654" h="904875" extrusionOk="0">
                  <a:moveTo>
                    <a:pt x="0" y="0"/>
                  </a:moveTo>
                  <a:lnTo>
                    <a:pt x="18298" y="135446"/>
                  </a:lnTo>
                  <a:lnTo>
                    <a:pt x="36597" y="214968"/>
                  </a:lnTo>
                  <a:lnTo>
                    <a:pt x="54895" y="271424"/>
                  </a:lnTo>
                  <a:lnTo>
                    <a:pt x="73194" y="315289"/>
                  </a:lnTo>
                  <a:lnTo>
                    <a:pt x="91492" y="351115"/>
                  </a:lnTo>
                  <a:lnTo>
                    <a:pt x="128090" y="407656"/>
                  </a:lnTo>
                  <a:lnTo>
                    <a:pt x="164687" y="451564"/>
                  </a:lnTo>
                  <a:lnTo>
                    <a:pt x="201284" y="487434"/>
                  </a:lnTo>
                  <a:lnTo>
                    <a:pt x="237882" y="517760"/>
                  </a:lnTo>
                  <a:lnTo>
                    <a:pt x="274478" y="544034"/>
                  </a:lnTo>
                  <a:lnTo>
                    <a:pt x="311075" y="567189"/>
                  </a:lnTo>
                  <a:lnTo>
                    <a:pt x="347673" y="587910"/>
                  </a:lnTo>
                  <a:lnTo>
                    <a:pt x="384270" y="606696"/>
                  </a:lnTo>
                  <a:lnTo>
                    <a:pt x="420867" y="623824"/>
                  </a:lnTo>
                  <a:lnTo>
                    <a:pt x="457464" y="639574"/>
                  </a:lnTo>
                  <a:lnTo>
                    <a:pt x="494061" y="654157"/>
                  </a:lnTo>
                  <a:lnTo>
                    <a:pt x="530658" y="667739"/>
                  </a:lnTo>
                  <a:lnTo>
                    <a:pt x="567256" y="680435"/>
                  </a:lnTo>
                  <a:lnTo>
                    <a:pt x="603852" y="692369"/>
                  </a:lnTo>
                  <a:lnTo>
                    <a:pt x="640449" y="703619"/>
                  </a:lnTo>
                  <a:lnTo>
                    <a:pt x="677047" y="714246"/>
                  </a:lnTo>
                  <a:lnTo>
                    <a:pt x="731942" y="729225"/>
                  </a:lnTo>
                  <a:lnTo>
                    <a:pt x="786838" y="743130"/>
                  </a:lnTo>
                  <a:lnTo>
                    <a:pt x="841734" y="756114"/>
                  </a:lnTo>
                  <a:lnTo>
                    <a:pt x="896630" y="768296"/>
                  </a:lnTo>
                  <a:lnTo>
                    <a:pt x="951525" y="779763"/>
                  </a:lnTo>
                  <a:lnTo>
                    <a:pt x="1006425" y="790604"/>
                  </a:lnTo>
                  <a:lnTo>
                    <a:pt x="1061319" y="800870"/>
                  </a:lnTo>
                  <a:lnTo>
                    <a:pt x="1116214" y="810636"/>
                  </a:lnTo>
                  <a:lnTo>
                    <a:pt x="1171108" y="819932"/>
                  </a:lnTo>
                  <a:lnTo>
                    <a:pt x="1226003" y="828810"/>
                  </a:lnTo>
                  <a:lnTo>
                    <a:pt x="1280897" y="837315"/>
                  </a:lnTo>
                  <a:lnTo>
                    <a:pt x="1335792" y="845451"/>
                  </a:lnTo>
                  <a:lnTo>
                    <a:pt x="1390686" y="853268"/>
                  </a:lnTo>
                  <a:lnTo>
                    <a:pt x="1445591" y="860789"/>
                  </a:lnTo>
                  <a:lnTo>
                    <a:pt x="1463889" y="863268"/>
                  </a:lnTo>
                  <a:lnTo>
                    <a:pt x="1518783" y="870427"/>
                  </a:lnTo>
                  <a:lnTo>
                    <a:pt x="1573678" y="877334"/>
                  </a:lnTo>
                  <a:lnTo>
                    <a:pt x="1628572" y="884009"/>
                  </a:lnTo>
                  <a:lnTo>
                    <a:pt x="1683467" y="890466"/>
                  </a:lnTo>
                  <a:lnTo>
                    <a:pt x="1738361" y="896713"/>
                  </a:lnTo>
                  <a:lnTo>
                    <a:pt x="1793256" y="902769"/>
                  </a:lnTo>
                  <a:lnTo>
                    <a:pt x="1811554" y="904752"/>
                  </a:lnTo>
                </a:path>
              </a:pathLst>
            </a:custGeom>
            <a:noFill/>
            <a:ln w="952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1647869" y="1998141"/>
              <a:ext cx="1811655" cy="904875"/>
            </a:xfrm>
            <a:custGeom>
              <a:avLst/>
              <a:gdLst/>
              <a:ahLst/>
              <a:cxnLst/>
              <a:rect l="l" t="t" r="r" b="b"/>
              <a:pathLst>
                <a:path w="1811654" h="904875" extrusionOk="0">
                  <a:moveTo>
                    <a:pt x="0" y="904746"/>
                  </a:moveTo>
                  <a:lnTo>
                    <a:pt x="54895" y="898749"/>
                  </a:lnTo>
                  <a:lnTo>
                    <a:pt x="109790" y="892562"/>
                  </a:lnTo>
                  <a:lnTo>
                    <a:pt x="164687" y="886179"/>
                  </a:lnTo>
                  <a:lnTo>
                    <a:pt x="219582" y="879575"/>
                  </a:lnTo>
                  <a:lnTo>
                    <a:pt x="274478" y="872747"/>
                  </a:lnTo>
                  <a:lnTo>
                    <a:pt x="329373" y="865676"/>
                  </a:lnTo>
                  <a:lnTo>
                    <a:pt x="365971" y="860783"/>
                  </a:lnTo>
                  <a:lnTo>
                    <a:pt x="384270" y="858340"/>
                  </a:lnTo>
                  <a:lnTo>
                    <a:pt x="439165" y="850696"/>
                  </a:lnTo>
                  <a:lnTo>
                    <a:pt x="494061" y="842771"/>
                  </a:lnTo>
                  <a:lnTo>
                    <a:pt x="548956" y="834515"/>
                  </a:lnTo>
                  <a:lnTo>
                    <a:pt x="603852" y="825905"/>
                  </a:lnTo>
                  <a:lnTo>
                    <a:pt x="658748" y="816877"/>
                  </a:lnTo>
                  <a:lnTo>
                    <a:pt x="713644" y="807423"/>
                  </a:lnTo>
                  <a:lnTo>
                    <a:pt x="768539" y="797501"/>
                  </a:lnTo>
                  <a:lnTo>
                    <a:pt x="823435" y="787050"/>
                  </a:lnTo>
                  <a:lnTo>
                    <a:pt x="878330" y="776008"/>
                  </a:lnTo>
                  <a:lnTo>
                    <a:pt x="933227" y="764312"/>
                  </a:lnTo>
                  <a:lnTo>
                    <a:pt x="988122" y="751874"/>
                  </a:lnTo>
                  <a:lnTo>
                    <a:pt x="1043021" y="738598"/>
                  </a:lnTo>
                  <a:lnTo>
                    <a:pt x="1097915" y="724334"/>
                  </a:lnTo>
                  <a:lnTo>
                    <a:pt x="1152810" y="709016"/>
                  </a:lnTo>
                  <a:lnTo>
                    <a:pt x="1189406" y="698077"/>
                  </a:lnTo>
                  <a:lnTo>
                    <a:pt x="1226003" y="686491"/>
                  </a:lnTo>
                  <a:lnTo>
                    <a:pt x="1262599" y="674190"/>
                  </a:lnTo>
                  <a:lnTo>
                    <a:pt x="1299195" y="661060"/>
                  </a:lnTo>
                  <a:lnTo>
                    <a:pt x="1335792" y="646996"/>
                  </a:lnTo>
                  <a:lnTo>
                    <a:pt x="1372388" y="631851"/>
                  </a:lnTo>
                  <a:lnTo>
                    <a:pt x="1408994" y="615442"/>
                  </a:lnTo>
                  <a:lnTo>
                    <a:pt x="1445591" y="597538"/>
                  </a:lnTo>
                  <a:lnTo>
                    <a:pt x="1482187" y="577800"/>
                  </a:lnTo>
                  <a:lnTo>
                    <a:pt x="1518783" y="555948"/>
                  </a:lnTo>
                  <a:lnTo>
                    <a:pt x="1555380" y="531316"/>
                  </a:lnTo>
                  <a:lnTo>
                    <a:pt x="1591976" y="503174"/>
                  </a:lnTo>
                  <a:lnTo>
                    <a:pt x="1628572" y="470306"/>
                  </a:lnTo>
                  <a:lnTo>
                    <a:pt x="1665169" y="430834"/>
                  </a:lnTo>
                  <a:lnTo>
                    <a:pt x="1701765" y="381402"/>
                  </a:lnTo>
                  <a:lnTo>
                    <a:pt x="1738361" y="315283"/>
                  </a:lnTo>
                  <a:lnTo>
                    <a:pt x="1756659" y="271422"/>
                  </a:lnTo>
                  <a:lnTo>
                    <a:pt x="1774958" y="214968"/>
                  </a:lnTo>
                  <a:lnTo>
                    <a:pt x="1793256" y="135452"/>
                  </a:lnTo>
                  <a:lnTo>
                    <a:pt x="1811554" y="0"/>
                  </a:lnTo>
                </a:path>
              </a:pathLst>
            </a:custGeom>
            <a:noFill/>
            <a:ln w="952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6" name="Google Shape;556;p29"/>
          <p:cNvSpPr txBox="1"/>
          <p:nvPr/>
        </p:nvSpPr>
        <p:spPr>
          <a:xfrm>
            <a:off x="347294" y="444714"/>
            <a:ext cx="5020310" cy="252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88595" lvl="0" indent="0" algn="l" rtl="0">
              <a:lnSpc>
                <a:spcPct val="114599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Probabilistic interpretation: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Derived from maximum likelihood estimation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Appropriate for probabilities: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Heavily penalizes confident wrong predictions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Convex: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Has a single global minimum for logistic regression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Well-behaved gradients: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Works well with sigmoid activation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Loss behavior: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Loss increases exponentially as prediction diverges from true label!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166495" lvl="0" indent="0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Loss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11607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4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11607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2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326135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950"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(prediction)</a:t>
            </a:r>
            <a:endParaRPr sz="8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2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58" name="Google Shape;558;p2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" name="Google Shape;561;p2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62" name="Google Shape;562;p2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63" name="Google Shape;563;p29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0396C9-2C44-BAFB-8EBA-94B15E92FA0E}"/>
                  </a:ext>
                </a:extLst>
              </p14:cNvPr>
              <p14:cNvContentPartPr/>
              <p14:nvPr/>
            </p14:nvContentPartPr>
            <p14:xfrm>
              <a:off x="1361520" y="352800"/>
              <a:ext cx="2914560" cy="240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0396C9-2C44-BAFB-8EBA-94B15E92FA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52160" y="343440"/>
                <a:ext cx="2933280" cy="242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rom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tochastic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escent</a:t>
            </a:r>
            <a:endParaRPr/>
          </a:p>
        </p:txBody>
      </p:sp>
      <p:grpSp>
        <p:nvGrpSpPr>
          <p:cNvPr id="569" name="Google Shape;569;p3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70" name="Google Shape;570;p3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" name="Google Shape;573;p3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74" name="Google Shape;574;p3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75" name="Google Shape;575;p3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39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r>
              <a:rPr lang="en-US"/>
              <a:t> / 100</a:t>
            </a:r>
            <a:endParaRPr/>
          </a:p>
        </p:txBody>
      </p:sp>
      <p:pic>
        <p:nvPicPr>
          <p:cNvPr id="576" name="Google Shape;57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53716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3D9689-A4CE-2FE0-1E80-E531B9C3AA54}"/>
                  </a:ext>
                </a:extLst>
              </p14:cNvPr>
              <p14:cNvContentPartPr/>
              <p14:nvPr/>
            </p14:nvContentPartPr>
            <p14:xfrm>
              <a:off x="2205000" y="338760"/>
              <a:ext cx="3349440" cy="2639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3D9689-A4CE-2FE0-1E80-E531B9C3AA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5640" y="329400"/>
                <a:ext cx="3368160" cy="2658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tochastic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escent</a:t>
            </a:r>
            <a:r>
              <a:rPr lang="en-US">
                <a:solidFill>
                  <a:srgbClr val="FFFFFF"/>
                </a:solidFill>
              </a:rPr>
              <a:t> (SGD)</a:t>
            </a:r>
            <a:endParaRPr/>
          </a:p>
        </p:txBody>
      </p:sp>
      <p:sp>
        <p:nvSpPr>
          <p:cNvPr id="582" name="Google Shape;582;p31"/>
          <p:cNvSpPr txBox="1"/>
          <p:nvPr/>
        </p:nvSpPr>
        <p:spPr>
          <a:xfrm>
            <a:off x="347294" y="656652"/>
            <a:ext cx="506539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Idea: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Instead of computing gradient over entire dataset, use gradient from a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single ran- dom example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3914140" lvl="0" indent="0" algn="l" rtl="0">
              <a:lnSpc>
                <a:spcPct val="1147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SGD Update Rule: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At iteration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174964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1"/>
          <p:cNvSpPr txBox="1"/>
          <p:nvPr/>
        </p:nvSpPr>
        <p:spPr>
          <a:xfrm>
            <a:off x="483946" y="17397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85" name="Google Shape;585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971052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1"/>
          <p:cNvSpPr txBox="1"/>
          <p:nvPr/>
        </p:nvSpPr>
        <p:spPr>
          <a:xfrm>
            <a:off x="483946" y="196120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587" name="Google Shape;58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219247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1"/>
          <p:cNvSpPr txBox="1"/>
          <p:nvPr/>
        </p:nvSpPr>
        <p:spPr>
          <a:xfrm>
            <a:off x="483946" y="218262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89" name="Google Shape;589;p31"/>
          <p:cNvSpPr txBox="1"/>
          <p:nvPr/>
        </p:nvSpPr>
        <p:spPr>
          <a:xfrm>
            <a:off x="619226" y="1648993"/>
            <a:ext cx="4708525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Randomly select one example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8100" marR="30480" lvl="0" indent="0" algn="l" rtl="0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Compute gradient for this example: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l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;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(noisy gradient estimate) Update weights: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η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l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;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0" name="Google Shape;590;p31"/>
          <p:cNvSpPr txBox="1"/>
          <p:nvPr/>
        </p:nvSpPr>
        <p:spPr>
          <a:xfrm>
            <a:off x="347294" y="2420174"/>
            <a:ext cx="5065395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The noise in SGD actually helps escape local minima and often leads to better gen- eralization!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1" name="Google Shape;591;p3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592" name="Google Shape;592;p3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5" name="Google Shape;595;p3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596" name="Google Shape;596;p3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97" name="Google Shape;597;p31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78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E832B0-53B7-2662-7D08-724E370662C6}"/>
                  </a:ext>
                </a:extLst>
              </p14:cNvPr>
              <p14:cNvContentPartPr/>
              <p14:nvPr/>
            </p14:nvContentPartPr>
            <p14:xfrm>
              <a:off x="352800" y="1558080"/>
              <a:ext cx="3722400" cy="803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E832B0-53B7-2662-7D08-724E370662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3440" y="1548720"/>
                <a:ext cx="3741120" cy="82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the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SGD</a:t>
            </a:r>
            <a:endParaRPr/>
          </a:p>
        </p:txBody>
      </p:sp>
      <p:pic>
        <p:nvPicPr>
          <p:cNvPr id="603" name="Google Shape;6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6650"/>
            <a:ext cx="5765800" cy="277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tochastic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escent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>
            <a:off x="359994" y="55006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120000" extrusionOk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w="10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33"/>
          <p:cNvSpPr txBox="1"/>
          <p:nvPr/>
        </p:nvSpPr>
        <p:spPr>
          <a:xfrm>
            <a:off x="347294" y="531792"/>
            <a:ext cx="402082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Algorithm 1: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Stochastic Gradient Descent for Logistic Regression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3"/>
          <p:cNvSpPr/>
          <p:nvPr/>
        </p:nvSpPr>
        <p:spPr>
          <a:xfrm>
            <a:off x="359994" y="7419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120000" extrusionOk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w="10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2332037" y="826908"/>
            <a:ext cx="18796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=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3"/>
          <p:cNvSpPr txBox="1"/>
          <p:nvPr/>
        </p:nvSpPr>
        <p:spPr>
          <a:xfrm>
            <a:off x="321894" y="738756"/>
            <a:ext cx="38220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D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learning rate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η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epochs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184213" y="869215"/>
            <a:ext cx="2853690" cy="69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1752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Learned weights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Initialize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(or small random values);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epoch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to T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do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436867" y="1580172"/>
            <a:ext cx="0" cy="1146810"/>
          </a:xfrm>
          <a:custGeom>
            <a:avLst/>
            <a:gdLst/>
            <a:ahLst/>
            <a:cxnLst/>
            <a:rect l="l" t="t" r="r" b="b"/>
            <a:pathLst>
              <a:path w="120000" h="1146810" extrusionOk="0">
                <a:moveTo>
                  <a:pt x="0" y="114650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549960" y="1527569"/>
            <a:ext cx="2263140" cy="422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8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Shuffle dataset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D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;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each example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D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do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664921" y="1962340"/>
            <a:ext cx="0" cy="568325"/>
          </a:xfrm>
          <a:custGeom>
            <a:avLst/>
            <a:gdLst/>
            <a:ahLst/>
            <a:cxnLst/>
            <a:rect l="l" t="t" r="r" b="b"/>
            <a:pathLst>
              <a:path w="120000" h="568325" extrusionOk="0">
                <a:moveTo>
                  <a:pt x="0" y="568223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3"/>
          <p:cNvSpPr txBox="1"/>
          <p:nvPr/>
        </p:nvSpPr>
        <p:spPr>
          <a:xfrm>
            <a:off x="778014" y="1928835"/>
            <a:ext cx="236474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Compute prediction: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;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3"/>
          <p:cNvSpPr txBox="1"/>
          <p:nvPr/>
        </p:nvSpPr>
        <p:spPr>
          <a:xfrm>
            <a:off x="778014" y="2127539"/>
            <a:ext cx="256667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304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Compute gradient: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l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00" baseline="30000"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; Update weights: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←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−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η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l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;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3"/>
          <p:cNvSpPr txBox="1"/>
          <p:nvPr/>
        </p:nvSpPr>
        <p:spPr>
          <a:xfrm>
            <a:off x="227380" y="1604808"/>
            <a:ext cx="81280" cy="109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3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4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7145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5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7145" lvl="0" indent="0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6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7145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7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8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3"/>
          <p:cNvSpPr txBox="1"/>
          <p:nvPr/>
        </p:nvSpPr>
        <p:spPr>
          <a:xfrm>
            <a:off x="575360" y="2507117"/>
            <a:ext cx="300736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Optional: Compute total loss J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for monitoring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;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3"/>
          <p:cNvSpPr txBox="1"/>
          <p:nvPr/>
        </p:nvSpPr>
        <p:spPr>
          <a:xfrm>
            <a:off x="222313" y="2718414"/>
            <a:ext cx="72771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Arial"/>
                <a:ea typeface="Arial"/>
                <a:cs typeface="Arial"/>
                <a:sym typeface="Arial"/>
              </a:rPr>
              <a:t>9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return w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;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33"/>
          <p:cNvGrpSpPr/>
          <p:nvPr/>
        </p:nvGrpSpPr>
        <p:grpSpPr>
          <a:xfrm>
            <a:off x="0" y="2953156"/>
            <a:ext cx="5760262" cy="280855"/>
            <a:chOff x="0" y="2953156"/>
            <a:chExt cx="5760262" cy="280855"/>
          </a:xfrm>
        </p:grpSpPr>
        <p:sp>
          <p:nvSpPr>
            <p:cNvPr id="624" name="Google Shape;624;p33"/>
            <p:cNvSpPr/>
            <p:nvPr/>
          </p:nvSpPr>
          <p:spPr>
            <a:xfrm>
              <a:off x="359994" y="2953156"/>
              <a:ext cx="5039995" cy="0"/>
            </a:xfrm>
            <a:custGeom>
              <a:avLst/>
              <a:gdLst/>
              <a:ahLst/>
              <a:cxnLst/>
              <a:rect l="l" t="t" r="r" b="b"/>
              <a:pathLst>
                <a:path w="5039995" h="120000" extrusionOk="0">
                  <a:moveTo>
                    <a:pt x="0" y="0"/>
                  </a:moveTo>
                  <a:lnTo>
                    <a:pt x="5039995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3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29" name="Google Shape;629;p3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30" name="Google Shape;630;p33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69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r>
              <a:rPr lang="en-US"/>
              <a:t> / 100</a:t>
            </a:r>
            <a:endParaRPr/>
          </a:p>
        </p:txBody>
      </p:sp>
      <p:pic>
        <p:nvPicPr>
          <p:cNvPr id="631" name="Google Shape;6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3951"/>
            <a:ext cx="5765801" cy="268759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F317FF-74F3-E792-2B87-C3D70E7E1CF9}"/>
                  </a:ext>
                </a:extLst>
              </p14:cNvPr>
              <p14:cNvContentPartPr/>
              <p14:nvPr/>
            </p14:nvContentPartPr>
            <p14:xfrm>
              <a:off x="140400" y="637560"/>
              <a:ext cx="3864600" cy="218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F317FF-74F3-E792-2B87-C3D70E7E1C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040" y="628200"/>
                <a:ext cx="3883320" cy="219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SGD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 B</a:t>
            </a:r>
            <a:r>
              <a:rPr lang="en-US" cap="small">
                <a:solidFill>
                  <a:srgbClr val="FFFFFF"/>
                </a:solidFill>
              </a:rPr>
              <a:t>atch</a:t>
            </a:r>
            <a:r>
              <a:rPr lang="en-US">
                <a:solidFill>
                  <a:srgbClr val="FFFFFF"/>
                </a:solidFill>
              </a:rPr>
              <a:t> GD: V</a:t>
            </a:r>
            <a:r>
              <a:rPr lang="en-US" cap="small">
                <a:solidFill>
                  <a:srgbClr val="FFFFFF"/>
                </a:solidFill>
              </a:rPr>
              <a:t>isual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omparison</a:t>
            </a:r>
            <a:endParaRPr/>
          </a:p>
        </p:txBody>
      </p:sp>
      <p:grpSp>
        <p:nvGrpSpPr>
          <p:cNvPr id="637" name="Google Shape;637;p34"/>
          <p:cNvGrpSpPr/>
          <p:nvPr/>
        </p:nvGrpSpPr>
        <p:grpSpPr>
          <a:xfrm>
            <a:off x="896633" y="1088695"/>
            <a:ext cx="1620520" cy="1620520"/>
            <a:chOff x="896633" y="1088695"/>
            <a:chExt cx="1620520" cy="1620520"/>
          </a:xfrm>
        </p:grpSpPr>
        <p:sp>
          <p:nvSpPr>
            <p:cNvPr id="638" name="Google Shape;638;p34"/>
            <p:cNvSpPr/>
            <p:nvPr/>
          </p:nvSpPr>
          <p:spPr>
            <a:xfrm>
              <a:off x="896633" y="1088695"/>
              <a:ext cx="1620520" cy="1620520"/>
            </a:xfrm>
            <a:custGeom>
              <a:avLst/>
              <a:gdLst/>
              <a:ahLst/>
              <a:cxnLst/>
              <a:rect l="l" t="t" r="r" b="b"/>
              <a:pathLst>
                <a:path w="1620520" h="1620520" extrusionOk="0">
                  <a:moveTo>
                    <a:pt x="972005" y="810004"/>
                  </a:moveTo>
                  <a:lnTo>
                    <a:pt x="966219" y="766938"/>
                  </a:lnTo>
                  <a:lnTo>
                    <a:pt x="949888" y="728239"/>
                  </a:lnTo>
                  <a:lnTo>
                    <a:pt x="924557" y="695452"/>
                  </a:lnTo>
                  <a:lnTo>
                    <a:pt x="891770" y="670121"/>
                  </a:lnTo>
                  <a:lnTo>
                    <a:pt x="853071" y="653790"/>
                  </a:lnTo>
                  <a:lnTo>
                    <a:pt x="810004" y="648003"/>
                  </a:lnTo>
                  <a:lnTo>
                    <a:pt x="766938" y="653790"/>
                  </a:lnTo>
                  <a:lnTo>
                    <a:pt x="728239" y="670121"/>
                  </a:lnTo>
                  <a:lnTo>
                    <a:pt x="695452" y="695452"/>
                  </a:lnTo>
                  <a:lnTo>
                    <a:pt x="670121" y="728239"/>
                  </a:lnTo>
                  <a:lnTo>
                    <a:pt x="653790" y="766938"/>
                  </a:lnTo>
                  <a:lnTo>
                    <a:pt x="648003" y="810004"/>
                  </a:lnTo>
                  <a:lnTo>
                    <a:pt x="653790" y="853071"/>
                  </a:lnTo>
                  <a:lnTo>
                    <a:pt x="670121" y="891770"/>
                  </a:lnTo>
                  <a:lnTo>
                    <a:pt x="695452" y="924557"/>
                  </a:lnTo>
                  <a:lnTo>
                    <a:pt x="728239" y="949888"/>
                  </a:lnTo>
                  <a:lnTo>
                    <a:pt x="766938" y="966219"/>
                  </a:lnTo>
                  <a:lnTo>
                    <a:pt x="810004" y="972005"/>
                  </a:lnTo>
                  <a:lnTo>
                    <a:pt x="853071" y="966219"/>
                  </a:lnTo>
                  <a:lnTo>
                    <a:pt x="891770" y="949888"/>
                  </a:lnTo>
                  <a:lnTo>
                    <a:pt x="924557" y="924557"/>
                  </a:lnTo>
                  <a:lnTo>
                    <a:pt x="949888" y="891770"/>
                  </a:lnTo>
                  <a:lnTo>
                    <a:pt x="966219" y="853071"/>
                  </a:lnTo>
                  <a:lnTo>
                    <a:pt x="972005" y="810004"/>
                  </a:lnTo>
                  <a:close/>
                </a:path>
                <a:path w="1620520" h="1620520" extrusionOk="0">
                  <a:moveTo>
                    <a:pt x="1134005" y="810004"/>
                  </a:moveTo>
                  <a:lnTo>
                    <a:pt x="1130492" y="762125"/>
                  </a:lnTo>
                  <a:lnTo>
                    <a:pt x="1120288" y="716428"/>
                  </a:lnTo>
                  <a:lnTo>
                    <a:pt x="1103892" y="673413"/>
                  </a:lnTo>
                  <a:lnTo>
                    <a:pt x="1081807" y="633581"/>
                  </a:lnTo>
                  <a:lnTo>
                    <a:pt x="1054534" y="597435"/>
                  </a:lnTo>
                  <a:lnTo>
                    <a:pt x="1022574" y="565474"/>
                  </a:lnTo>
                  <a:lnTo>
                    <a:pt x="986427" y="538201"/>
                  </a:lnTo>
                  <a:lnTo>
                    <a:pt x="946596" y="516116"/>
                  </a:lnTo>
                  <a:lnTo>
                    <a:pt x="903581" y="499721"/>
                  </a:lnTo>
                  <a:lnTo>
                    <a:pt x="857883" y="489516"/>
                  </a:lnTo>
                  <a:lnTo>
                    <a:pt x="810004" y="486003"/>
                  </a:lnTo>
                  <a:lnTo>
                    <a:pt x="762125" y="489516"/>
                  </a:lnTo>
                  <a:lnTo>
                    <a:pt x="716428" y="499721"/>
                  </a:lnTo>
                  <a:lnTo>
                    <a:pt x="673413" y="516116"/>
                  </a:lnTo>
                  <a:lnTo>
                    <a:pt x="633581" y="538201"/>
                  </a:lnTo>
                  <a:lnTo>
                    <a:pt x="597435" y="565474"/>
                  </a:lnTo>
                  <a:lnTo>
                    <a:pt x="565474" y="597435"/>
                  </a:lnTo>
                  <a:lnTo>
                    <a:pt x="538201" y="633581"/>
                  </a:lnTo>
                  <a:lnTo>
                    <a:pt x="516116" y="673413"/>
                  </a:lnTo>
                  <a:lnTo>
                    <a:pt x="499721" y="716428"/>
                  </a:lnTo>
                  <a:lnTo>
                    <a:pt x="489516" y="762125"/>
                  </a:lnTo>
                  <a:lnTo>
                    <a:pt x="486003" y="810004"/>
                  </a:lnTo>
                  <a:lnTo>
                    <a:pt x="489516" y="857883"/>
                  </a:lnTo>
                  <a:lnTo>
                    <a:pt x="499721" y="903581"/>
                  </a:lnTo>
                  <a:lnTo>
                    <a:pt x="516116" y="946596"/>
                  </a:lnTo>
                  <a:lnTo>
                    <a:pt x="538201" y="986427"/>
                  </a:lnTo>
                  <a:lnTo>
                    <a:pt x="565474" y="1022574"/>
                  </a:lnTo>
                  <a:lnTo>
                    <a:pt x="597435" y="1054534"/>
                  </a:lnTo>
                  <a:lnTo>
                    <a:pt x="633581" y="1081807"/>
                  </a:lnTo>
                  <a:lnTo>
                    <a:pt x="673413" y="1103892"/>
                  </a:lnTo>
                  <a:lnTo>
                    <a:pt x="716428" y="1120288"/>
                  </a:lnTo>
                  <a:lnTo>
                    <a:pt x="762125" y="1130492"/>
                  </a:lnTo>
                  <a:lnTo>
                    <a:pt x="810004" y="1134005"/>
                  </a:lnTo>
                  <a:lnTo>
                    <a:pt x="857883" y="1130492"/>
                  </a:lnTo>
                  <a:lnTo>
                    <a:pt x="903581" y="1120288"/>
                  </a:lnTo>
                  <a:lnTo>
                    <a:pt x="946596" y="1103892"/>
                  </a:lnTo>
                  <a:lnTo>
                    <a:pt x="986427" y="1081807"/>
                  </a:lnTo>
                  <a:lnTo>
                    <a:pt x="1022574" y="1054534"/>
                  </a:lnTo>
                  <a:lnTo>
                    <a:pt x="1054534" y="1022574"/>
                  </a:lnTo>
                  <a:lnTo>
                    <a:pt x="1081807" y="986427"/>
                  </a:lnTo>
                  <a:lnTo>
                    <a:pt x="1103892" y="946596"/>
                  </a:lnTo>
                  <a:lnTo>
                    <a:pt x="1120288" y="903581"/>
                  </a:lnTo>
                  <a:lnTo>
                    <a:pt x="1130492" y="857883"/>
                  </a:lnTo>
                  <a:lnTo>
                    <a:pt x="1134005" y="810004"/>
                  </a:lnTo>
                  <a:close/>
                </a:path>
                <a:path w="1620520" h="1620520" extrusionOk="0">
                  <a:moveTo>
                    <a:pt x="1296007" y="810004"/>
                  </a:moveTo>
                  <a:lnTo>
                    <a:pt x="1293782" y="763199"/>
                  </a:lnTo>
                  <a:lnTo>
                    <a:pt x="1287243" y="717652"/>
                  </a:lnTo>
                  <a:lnTo>
                    <a:pt x="1276595" y="673567"/>
                  </a:lnTo>
                  <a:lnTo>
                    <a:pt x="1262040" y="631149"/>
                  </a:lnTo>
                  <a:lnTo>
                    <a:pt x="1243782" y="590601"/>
                  </a:lnTo>
                  <a:lnTo>
                    <a:pt x="1222025" y="552126"/>
                  </a:lnTo>
                  <a:lnTo>
                    <a:pt x="1196973" y="515929"/>
                  </a:lnTo>
                  <a:lnTo>
                    <a:pt x="1168829" y="482212"/>
                  </a:lnTo>
                  <a:lnTo>
                    <a:pt x="1137796" y="451180"/>
                  </a:lnTo>
                  <a:lnTo>
                    <a:pt x="1104080" y="423036"/>
                  </a:lnTo>
                  <a:lnTo>
                    <a:pt x="1067882" y="397983"/>
                  </a:lnTo>
                  <a:lnTo>
                    <a:pt x="1029407" y="376226"/>
                  </a:lnTo>
                  <a:lnTo>
                    <a:pt x="988859" y="357969"/>
                  </a:lnTo>
                  <a:lnTo>
                    <a:pt x="946441" y="343414"/>
                  </a:lnTo>
                  <a:lnTo>
                    <a:pt x="902357" y="332765"/>
                  </a:lnTo>
                  <a:lnTo>
                    <a:pt x="856810" y="326227"/>
                  </a:lnTo>
                  <a:lnTo>
                    <a:pt x="810004" y="324002"/>
                  </a:lnTo>
                  <a:lnTo>
                    <a:pt x="763199" y="326227"/>
                  </a:lnTo>
                  <a:lnTo>
                    <a:pt x="717652" y="332765"/>
                  </a:lnTo>
                  <a:lnTo>
                    <a:pt x="673567" y="343414"/>
                  </a:lnTo>
                  <a:lnTo>
                    <a:pt x="631149" y="357969"/>
                  </a:lnTo>
                  <a:lnTo>
                    <a:pt x="590601" y="376226"/>
                  </a:lnTo>
                  <a:lnTo>
                    <a:pt x="552126" y="397983"/>
                  </a:lnTo>
                  <a:lnTo>
                    <a:pt x="515929" y="423036"/>
                  </a:lnTo>
                  <a:lnTo>
                    <a:pt x="482212" y="451180"/>
                  </a:lnTo>
                  <a:lnTo>
                    <a:pt x="451180" y="482212"/>
                  </a:lnTo>
                  <a:lnTo>
                    <a:pt x="423036" y="515929"/>
                  </a:lnTo>
                  <a:lnTo>
                    <a:pt x="397983" y="552126"/>
                  </a:lnTo>
                  <a:lnTo>
                    <a:pt x="376226" y="590601"/>
                  </a:lnTo>
                  <a:lnTo>
                    <a:pt x="357969" y="631149"/>
                  </a:lnTo>
                  <a:lnTo>
                    <a:pt x="343414" y="673567"/>
                  </a:lnTo>
                  <a:lnTo>
                    <a:pt x="332765" y="717652"/>
                  </a:lnTo>
                  <a:lnTo>
                    <a:pt x="326227" y="763199"/>
                  </a:lnTo>
                  <a:lnTo>
                    <a:pt x="324002" y="810004"/>
                  </a:lnTo>
                  <a:lnTo>
                    <a:pt x="326227" y="856810"/>
                  </a:lnTo>
                  <a:lnTo>
                    <a:pt x="332765" y="902357"/>
                  </a:lnTo>
                  <a:lnTo>
                    <a:pt x="343414" y="946441"/>
                  </a:lnTo>
                  <a:lnTo>
                    <a:pt x="357969" y="988859"/>
                  </a:lnTo>
                  <a:lnTo>
                    <a:pt x="376226" y="1029407"/>
                  </a:lnTo>
                  <a:lnTo>
                    <a:pt x="397983" y="1067882"/>
                  </a:lnTo>
                  <a:lnTo>
                    <a:pt x="423036" y="1104080"/>
                  </a:lnTo>
                  <a:lnTo>
                    <a:pt x="451180" y="1137796"/>
                  </a:lnTo>
                  <a:lnTo>
                    <a:pt x="482212" y="1168829"/>
                  </a:lnTo>
                  <a:lnTo>
                    <a:pt x="515929" y="1196973"/>
                  </a:lnTo>
                  <a:lnTo>
                    <a:pt x="552126" y="1222025"/>
                  </a:lnTo>
                  <a:lnTo>
                    <a:pt x="590601" y="1243782"/>
                  </a:lnTo>
                  <a:lnTo>
                    <a:pt x="631149" y="1262040"/>
                  </a:lnTo>
                  <a:lnTo>
                    <a:pt x="673567" y="1276595"/>
                  </a:lnTo>
                  <a:lnTo>
                    <a:pt x="717652" y="1287243"/>
                  </a:lnTo>
                  <a:lnTo>
                    <a:pt x="763199" y="1293782"/>
                  </a:lnTo>
                  <a:lnTo>
                    <a:pt x="810004" y="1296007"/>
                  </a:lnTo>
                  <a:lnTo>
                    <a:pt x="856810" y="1293782"/>
                  </a:lnTo>
                  <a:lnTo>
                    <a:pt x="902357" y="1287243"/>
                  </a:lnTo>
                  <a:lnTo>
                    <a:pt x="946441" y="1276595"/>
                  </a:lnTo>
                  <a:lnTo>
                    <a:pt x="988859" y="1262040"/>
                  </a:lnTo>
                  <a:lnTo>
                    <a:pt x="1029407" y="1243782"/>
                  </a:lnTo>
                  <a:lnTo>
                    <a:pt x="1067882" y="1222025"/>
                  </a:lnTo>
                  <a:lnTo>
                    <a:pt x="1104080" y="1196973"/>
                  </a:lnTo>
                  <a:lnTo>
                    <a:pt x="1137796" y="1168829"/>
                  </a:lnTo>
                  <a:lnTo>
                    <a:pt x="1168829" y="1137796"/>
                  </a:lnTo>
                  <a:lnTo>
                    <a:pt x="1196973" y="1104080"/>
                  </a:lnTo>
                  <a:lnTo>
                    <a:pt x="1222025" y="1067882"/>
                  </a:lnTo>
                  <a:lnTo>
                    <a:pt x="1243782" y="1029407"/>
                  </a:lnTo>
                  <a:lnTo>
                    <a:pt x="1262040" y="988859"/>
                  </a:lnTo>
                  <a:lnTo>
                    <a:pt x="1276595" y="946441"/>
                  </a:lnTo>
                  <a:lnTo>
                    <a:pt x="1287243" y="902357"/>
                  </a:lnTo>
                  <a:lnTo>
                    <a:pt x="1293782" y="856810"/>
                  </a:lnTo>
                  <a:lnTo>
                    <a:pt x="1296007" y="810004"/>
                  </a:lnTo>
                  <a:close/>
                </a:path>
                <a:path w="1620520" h="1620520" extrusionOk="0">
                  <a:moveTo>
                    <a:pt x="1458008" y="810004"/>
                  </a:moveTo>
                  <a:lnTo>
                    <a:pt x="1456230" y="761642"/>
                  </a:lnTo>
                  <a:lnTo>
                    <a:pt x="1450982" y="714246"/>
                  </a:lnTo>
                  <a:lnTo>
                    <a:pt x="1442387" y="667940"/>
                  </a:lnTo>
                  <a:lnTo>
                    <a:pt x="1430572" y="622850"/>
                  </a:lnTo>
                  <a:lnTo>
                    <a:pt x="1415662" y="579102"/>
                  </a:lnTo>
                  <a:lnTo>
                    <a:pt x="1397781" y="536820"/>
                  </a:lnTo>
                  <a:lnTo>
                    <a:pt x="1377056" y="496130"/>
                  </a:lnTo>
                  <a:lnTo>
                    <a:pt x="1353612" y="457157"/>
                  </a:lnTo>
                  <a:lnTo>
                    <a:pt x="1327573" y="420027"/>
                  </a:lnTo>
                  <a:lnTo>
                    <a:pt x="1299065" y="384864"/>
                  </a:lnTo>
                  <a:lnTo>
                    <a:pt x="1268214" y="351795"/>
                  </a:lnTo>
                  <a:lnTo>
                    <a:pt x="1235144" y="320943"/>
                  </a:lnTo>
                  <a:lnTo>
                    <a:pt x="1199981" y="292436"/>
                  </a:lnTo>
                  <a:lnTo>
                    <a:pt x="1162851" y="266397"/>
                  </a:lnTo>
                  <a:lnTo>
                    <a:pt x="1123878" y="242952"/>
                  </a:lnTo>
                  <a:lnTo>
                    <a:pt x="1083188" y="222227"/>
                  </a:lnTo>
                  <a:lnTo>
                    <a:pt x="1040906" y="204347"/>
                  </a:lnTo>
                  <a:lnTo>
                    <a:pt x="997158" y="189436"/>
                  </a:lnTo>
                  <a:lnTo>
                    <a:pt x="952068" y="177621"/>
                  </a:lnTo>
                  <a:lnTo>
                    <a:pt x="905763" y="169027"/>
                  </a:lnTo>
                  <a:lnTo>
                    <a:pt x="858366" y="163778"/>
                  </a:lnTo>
                  <a:lnTo>
                    <a:pt x="810004" y="162001"/>
                  </a:lnTo>
                  <a:lnTo>
                    <a:pt x="761642" y="163778"/>
                  </a:lnTo>
                  <a:lnTo>
                    <a:pt x="714246" y="169027"/>
                  </a:lnTo>
                  <a:lnTo>
                    <a:pt x="667940" y="177621"/>
                  </a:lnTo>
                  <a:lnTo>
                    <a:pt x="622850" y="189436"/>
                  </a:lnTo>
                  <a:lnTo>
                    <a:pt x="579102" y="204347"/>
                  </a:lnTo>
                  <a:lnTo>
                    <a:pt x="536820" y="222227"/>
                  </a:lnTo>
                  <a:lnTo>
                    <a:pt x="496130" y="242952"/>
                  </a:lnTo>
                  <a:lnTo>
                    <a:pt x="457157" y="266397"/>
                  </a:lnTo>
                  <a:lnTo>
                    <a:pt x="420027" y="292436"/>
                  </a:lnTo>
                  <a:lnTo>
                    <a:pt x="384864" y="320943"/>
                  </a:lnTo>
                  <a:lnTo>
                    <a:pt x="351795" y="351795"/>
                  </a:lnTo>
                  <a:lnTo>
                    <a:pt x="320943" y="384864"/>
                  </a:lnTo>
                  <a:lnTo>
                    <a:pt x="292436" y="420027"/>
                  </a:lnTo>
                  <a:lnTo>
                    <a:pt x="266397" y="457157"/>
                  </a:lnTo>
                  <a:lnTo>
                    <a:pt x="242952" y="496130"/>
                  </a:lnTo>
                  <a:lnTo>
                    <a:pt x="222227" y="536820"/>
                  </a:lnTo>
                  <a:lnTo>
                    <a:pt x="204347" y="579102"/>
                  </a:lnTo>
                  <a:lnTo>
                    <a:pt x="189436" y="622850"/>
                  </a:lnTo>
                  <a:lnTo>
                    <a:pt x="177621" y="667940"/>
                  </a:lnTo>
                  <a:lnTo>
                    <a:pt x="169027" y="714246"/>
                  </a:lnTo>
                  <a:lnTo>
                    <a:pt x="163778" y="761642"/>
                  </a:lnTo>
                  <a:lnTo>
                    <a:pt x="162001" y="810004"/>
                  </a:lnTo>
                  <a:lnTo>
                    <a:pt x="163778" y="858366"/>
                  </a:lnTo>
                  <a:lnTo>
                    <a:pt x="169027" y="905763"/>
                  </a:lnTo>
                  <a:lnTo>
                    <a:pt x="177621" y="952068"/>
                  </a:lnTo>
                  <a:lnTo>
                    <a:pt x="189436" y="997158"/>
                  </a:lnTo>
                  <a:lnTo>
                    <a:pt x="204347" y="1040906"/>
                  </a:lnTo>
                  <a:lnTo>
                    <a:pt x="222227" y="1083188"/>
                  </a:lnTo>
                  <a:lnTo>
                    <a:pt x="242952" y="1123878"/>
                  </a:lnTo>
                  <a:lnTo>
                    <a:pt x="266397" y="1162851"/>
                  </a:lnTo>
                  <a:lnTo>
                    <a:pt x="292436" y="1199981"/>
                  </a:lnTo>
                  <a:lnTo>
                    <a:pt x="320943" y="1235144"/>
                  </a:lnTo>
                  <a:lnTo>
                    <a:pt x="351795" y="1268214"/>
                  </a:lnTo>
                  <a:lnTo>
                    <a:pt x="384864" y="1299065"/>
                  </a:lnTo>
                  <a:lnTo>
                    <a:pt x="420027" y="1327573"/>
                  </a:lnTo>
                  <a:lnTo>
                    <a:pt x="457157" y="1353612"/>
                  </a:lnTo>
                  <a:lnTo>
                    <a:pt x="496130" y="1377056"/>
                  </a:lnTo>
                  <a:lnTo>
                    <a:pt x="536820" y="1397781"/>
                  </a:lnTo>
                  <a:lnTo>
                    <a:pt x="579102" y="1415662"/>
                  </a:lnTo>
                  <a:lnTo>
                    <a:pt x="622850" y="1430572"/>
                  </a:lnTo>
                  <a:lnTo>
                    <a:pt x="667940" y="1442387"/>
                  </a:lnTo>
                  <a:lnTo>
                    <a:pt x="714246" y="1450982"/>
                  </a:lnTo>
                  <a:lnTo>
                    <a:pt x="761642" y="1456230"/>
                  </a:lnTo>
                  <a:lnTo>
                    <a:pt x="810004" y="1458008"/>
                  </a:lnTo>
                  <a:lnTo>
                    <a:pt x="858366" y="1456230"/>
                  </a:lnTo>
                  <a:lnTo>
                    <a:pt x="905763" y="1450982"/>
                  </a:lnTo>
                  <a:lnTo>
                    <a:pt x="952068" y="1442387"/>
                  </a:lnTo>
                  <a:lnTo>
                    <a:pt x="997158" y="1430572"/>
                  </a:lnTo>
                  <a:lnTo>
                    <a:pt x="1040906" y="1415662"/>
                  </a:lnTo>
                  <a:lnTo>
                    <a:pt x="1083188" y="1397781"/>
                  </a:lnTo>
                  <a:lnTo>
                    <a:pt x="1123878" y="1377056"/>
                  </a:lnTo>
                  <a:lnTo>
                    <a:pt x="1162851" y="1353612"/>
                  </a:lnTo>
                  <a:lnTo>
                    <a:pt x="1199981" y="1327573"/>
                  </a:lnTo>
                  <a:lnTo>
                    <a:pt x="1235144" y="1299065"/>
                  </a:lnTo>
                  <a:lnTo>
                    <a:pt x="1268214" y="1268214"/>
                  </a:lnTo>
                  <a:lnTo>
                    <a:pt x="1299065" y="1235144"/>
                  </a:lnTo>
                  <a:lnTo>
                    <a:pt x="1327573" y="1199981"/>
                  </a:lnTo>
                  <a:lnTo>
                    <a:pt x="1353612" y="1162851"/>
                  </a:lnTo>
                  <a:lnTo>
                    <a:pt x="1377056" y="1123878"/>
                  </a:lnTo>
                  <a:lnTo>
                    <a:pt x="1397781" y="1083188"/>
                  </a:lnTo>
                  <a:lnTo>
                    <a:pt x="1415662" y="1040906"/>
                  </a:lnTo>
                  <a:lnTo>
                    <a:pt x="1430572" y="997158"/>
                  </a:lnTo>
                  <a:lnTo>
                    <a:pt x="1442387" y="952068"/>
                  </a:lnTo>
                  <a:lnTo>
                    <a:pt x="1450982" y="905763"/>
                  </a:lnTo>
                  <a:lnTo>
                    <a:pt x="1456230" y="858366"/>
                  </a:lnTo>
                  <a:lnTo>
                    <a:pt x="1458008" y="810004"/>
                  </a:lnTo>
                  <a:close/>
                </a:path>
                <a:path w="1620520" h="1620520" extrusionOk="0">
                  <a:moveTo>
                    <a:pt x="1620009" y="810004"/>
                  </a:moveTo>
                  <a:lnTo>
                    <a:pt x="1618634" y="762410"/>
                  </a:lnTo>
                  <a:lnTo>
                    <a:pt x="1614560" y="715540"/>
                  </a:lnTo>
                  <a:lnTo>
                    <a:pt x="1607862" y="669470"/>
                  </a:lnTo>
                  <a:lnTo>
                    <a:pt x="1598616" y="624276"/>
                  </a:lnTo>
                  <a:lnTo>
                    <a:pt x="1586900" y="580034"/>
                  </a:lnTo>
                  <a:lnTo>
                    <a:pt x="1572787" y="536821"/>
                  </a:lnTo>
                  <a:lnTo>
                    <a:pt x="1556356" y="494712"/>
                  </a:lnTo>
                  <a:lnTo>
                    <a:pt x="1537680" y="453782"/>
                  </a:lnTo>
                  <a:lnTo>
                    <a:pt x="1516837" y="414109"/>
                  </a:lnTo>
                  <a:lnTo>
                    <a:pt x="1493902" y="375768"/>
                  </a:lnTo>
                  <a:lnTo>
                    <a:pt x="1468952" y="338835"/>
                  </a:lnTo>
                  <a:lnTo>
                    <a:pt x="1442062" y="303385"/>
                  </a:lnTo>
                  <a:lnTo>
                    <a:pt x="1413308" y="269496"/>
                  </a:lnTo>
                  <a:lnTo>
                    <a:pt x="1382766" y="237242"/>
                  </a:lnTo>
                  <a:lnTo>
                    <a:pt x="1350513" y="206701"/>
                  </a:lnTo>
                  <a:lnTo>
                    <a:pt x="1316623" y="177947"/>
                  </a:lnTo>
                  <a:lnTo>
                    <a:pt x="1281174" y="151057"/>
                  </a:lnTo>
                  <a:lnTo>
                    <a:pt x="1244241" y="126106"/>
                  </a:lnTo>
                  <a:lnTo>
                    <a:pt x="1205899" y="103171"/>
                  </a:lnTo>
                  <a:lnTo>
                    <a:pt x="1166226" y="82328"/>
                  </a:lnTo>
                  <a:lnTo>
                    <a:pt x="1125297" y="63653"/>
                  </a:lnTo>
                  <a:lnTo>
                    <a:pt x="1083188" y="47221"/>
                  </a:lnTo>
                  <a:lnTo>
                    <a:pt x="1039974" y="33109"/>
                  </a:lnTo>
                  <a:lnTo>
                    <a:pt x="995733" y="21392"/>
                  </a:lnTo>
                  <a:lnTo>
                    <a:pt x="950539" y="12147"/>
                  </a:lnTo>
                  <a:lnTo>
                    <a:pt x="904469" y="5449"/>
                  </a:lnTo>
                  <a:lnTo>
                    <a:pt x="857599" y="1375"/>
                  </a:lnTo>
                  <a:lnTo>
                    <a:pt x="810004" y="0"/>
                  </a:lnTo>
                  <a:lnTo>
                    <a:pt x="762410" y="1375"/>
                  </a:lnTo>
                  <a:lnTo>
                    <a:pt x="715540" y="5449"/>
                  </a:lnTo>
                  <a:lnTo>
                    <a:pt x="669470" y="12147"/>
                  </a:lnTo>
                  <a:lnTo>
                    <a:pt x="624276" y="21392"/>
                  </a:lnTo>
                  <a:lnTo>
                    <a:pt x="580034" y="33109"/>
                  </a:lnTo>
                  <a:lnTo>
                    <a:pt x="536821" y="47221"/>
                  </a:lnTo>
                  <a:lnTo>
                    <a:pt x="494712" y="63653"/>
                  </a:lnTo>
                  <a:lnTo>
                    <a:pt x="453782" y="82328"/>
                  </a:lnTo>
                  <a:lnTo>
                    <a:pt x="414109" y="103171"/>
                  </a:lnTo>
                  <a:lnTo>
                    <a:pt x="375768" y="126106"/>
                  </a:lnTo>
                  <a:lnTo>
                    <a:pt x="338835" y="151057"/>
                  </a:lnTo>
                  <a:lnTo>
                    <a:pt x="303385" y="177947"/>
                  </a:lnTo>
                  <a:lnTo>
                    <a:pt x="269496" y="206701"/>
                  </a:lnTo>
                  <a:lnTo>
                    <a:pt x="237242" y="237242"/>
                  </a:lnTo>
                  <a:lnTo>
                    <a:pt x="206701" y="269496"/>
                  </a:lnTo>
                  <a:lnTo>
                    <a:pt x="177947" y="303385"/>
                  </a:lnTo>
                  <a:lnTo>
                    <a:pt x="151057" y="338835"/>
                  </a:lnTo>
                  <a:lnTo>
                    <a:pt x="126106" y="375768"/>
                  </a:lnTo>
                  <a:lnTo>
                    <a:pt x="103171" y="414109"/>
                  </a:lnTo>
                  <a:lnTo>
                    <a:pt x="82328" y="453782"/>
                  </a:lnTo>
                  <a:lnTo>
                    <a:pt x="63653" y="494712"/>
                  </a:lnTo>
                  <a:lnTo>
                    <a:pt x="47221" y="536821"/>
                  </a:lnTo>
                  <a:lnTo>
                    <a:pt x="33109" y="580034"/>
                  </a:lnTo>
                  <a:lnTo>
                    <a:pt x="21392" y="624276"/>
                  </a:lnTo>
                  <a:lnTo>
                    <a:pt x="12147" y="669470"/>
                  </a:lnTo>
                  <a:lnTo>
                    <a:pt x="5449" y="715540"/>
                  </a:lnTo>
                  <a:lnTo>
                    <a:pt x="1375" y="762410"/>
                  </a:lnTo>
                  <a:lnTo>
                    <a:pt x="0" y="810004"/>
                  </a:lnTo>
                  <a:lnTo>
                    <a:pt x="1375" y="857599"/>
                  </a:lnTo>
                  <a:lnTo>
                    <a:pt x="5449" y="904469"/>
                  </a:lnTo>
                  <a:lnTo>
                    <a:pt x="12147" y="950539"/>
                  </a:lnTo>
                  <a:lnTo>
                    <a:pt x="21392" y="995733"/>
                  </a:lnTo>
                  <a:lnTo>
                    <a:pt x="33109" y="1039974"/>
                  </a:lnTo>
                  <a:lnTo>
                    <a:pt x="47221" y="1083188"/>
                  </a:lnTo>
                  <a:lnTo>
                    <a:pt x="63653" y="1125297"/>
                  </a:lnTo>
                  <a:lnTo>
                    <a:pt x="82328" y="1166226"/>
                  </a:lnTo>
                  <a:lnTo>
                    <a:pt x="103171" y="1205899"/>
                  </a:lnTo>
                  <a:lnTo>
                    <a:pt x="126106" y="1244241"/>
                  </a:lnTo>
                  <a:lnTo>
                    <a:pt x="151057" y="1281174"/>
                  </a:lnTo>
                  <a:lnTo>
                    <a:pt x="177947" y="1316623"/>
                  </a:lnTo>
                  <a:lnTo>
                    <a:pt x="206701" y="1350513"/>
                  </a:lnTo>
                  <a:lnTo>
                    <a:pt x="237242" y="1382766"/>
                  </a:lnTo>
                  <a:lnTo>
                    <a:pt x="269496" y="1413308"/>
                  </a:lnTo>
                  <a:lnTo>
                    <a:pt x="303385" y="1442062"/>
                  </a:lnTo>
                  <a:lnTo>
                    <a:pt x="338835" y="1468952"/>
                  </a:lnTo>
                  <a:lnTo>
                    <a:pt x="375768" y="1493902"/>
                  </a:lnTo>
                  <a:lnTo>
                    <a:pt x="414109" y="1516837"/>
                  </a:lnTo>
                  <a:lnTo>
                    <a:pt x="453782" y="1537680"/>
                  </a:lnTo>
                  <a:lnTo>
                    <a:pt x="494712" y="1556356"/>
                  </a:lnTo>
                  <a:lnTo>
                    <a:pt x="536821" y="1572787"/>
                  </a:lnTo>
                  <a:lnTo>
                    <a:pt x="580034" y="1586900"/>
                  </a:lnTo>
                  <a:lnTo>
                    <a:pt x="624276" y="1598616"/>
                  </a:lnTo>
                  <a:lnTo>
                    <a:pt x="669470" y="1607862"/>
                  </a:lnTo>
                  <a:lnTo>
                    <a:pt x="715540" y="1614560"/>
                  </a:lnTo>
                  <a:lnTo>
                    <a:pt x="762410" y="1618634"/>
                  </a:lnTo>
                  <a:lnTo>
                    <a:pt x="810004" y="1620009"/>
                  </a:lnTo>
                  <a:lnTo>
                    <a:pt x="857599" y="1618634"/>
                  </a:lnTo>
                  <a:lnTo>
                    <a:pt x="904469" y="1614560"/>
                  </a:lnTo>
                  <a:lnTo>
                    <a:pt x="950539" y="1607862"/>
                  </a:lnTo>
                  <a:lnTo>
                    <a:pt x="995733" y="1598616"/>
                  </a:lnTo>
                  <a:lnTo>
                    <a:pt x="1039974" y="1586900"/>
                  </a:lnTo>
                  <a:lnTo>
                    <a:pt x="1083188" y="1572787"/>
                  </a:lnTo>
                  <a:lnTo>
                    <a:pt x="1125297" y="1556356"/>
                  </a:lnTo>
                  <a:lnTo>
                    <a:pt x="1166226" y="1537680"/>
                  </a:lnTo>
                  <a:lnTo>
                    <a:pt x="1205899" y="1516837"/>
                  </a:lnTo>
                  <a:lnTo>
                    <a:pt x="1244241" y="1493902"/>
                  </a:lnTo>
                  <a:lnTo>
                    <a:pt x="1281174" y="1468952"/>
                  </a:lnTo>
                  <a:lnTo>
                    <a:pt x="1316623" y="1442062"/>
                  </a:lnTo>
                  <a:lnTo>
                    <a:pt x="1350513" y="1413308"/>
                  </a:lnTo>
                  <a:lnTo>
                    <a:pt x="1382766" y="1382766"/>
                  </a:lnTo>
                  <a:lnTo>
                    <a:pt x="1413308" y="1350513"/>
                  </a:lnTo>
                  <a:lnTo>
                    <a:pt x="1442062" y="1316623"/>
                  </a:lnTo>
                  <a:lnTo>
                    <a:pt x="1468952" y="1281174"/>
                  </a:lnTo>
                  <a:lnTo>
                    <a:pt x="1493902" y="1244241"/>
                  </a:lnTo>
                  <a:lnTo>
                    <a:pt x="1516837" y="1205899"/>
                  </a:lnTo>
                  <a:lnTo>
                    <a:pt x="1537680" y="1166226"/>
                  </a:lnTo>
                  <a:lnTo>
                    <a:pt x="1556356" y="1125297"/>
                  </a:lnTo>
                  <a:lnTo>
                    <a:pt x="1572787" y="1083188"/>
                  </a:lnTo>
                  <a:lnTo>
                    <a:pt x="1586900" y="1039974"/>
                  </a:lnTo>
                  <a:lnTo>
                    <a:pt x="1598616" y="995733"/>
                  </a:lnTo>
                  <a:lnTo>
                    <a:pt x="1607862" y="950539"/>
                  </a:lnTo>
                  <a:lnTo>
                    <a:pt x="1614560" y="904469"/>
                  </a:lnTo>
                  <a:lnTo>
                    <a:pt x="1618634" y="857599"/>
                  </a:lnTo>
                  <a:lnTo>
                    <a:pt x="1620009" y="810004"/>
                  </a:lnTo>
                  <a:close/>
                </a:path>
              </a:pathLst>
            </a:cu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39" name="Google Shape;639;p3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72476" y="1864538"/>
              <a:ext cx="68324" cy="68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0" name="Google Shape;640;p34"/>
          <p:cNvSpPr txBox="1"/>
          <p:nvPr/>
        </p:nvSpPr>
        <p:spPr>
          <a:xfrm>
            <a:off x="1716608" y="1844527"/>
            <a:ext cx="236854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baseline="-2500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800">
                <a:solidFill>
                  <a:srgbClr val="EC2027"/>
                </a:solidFill>
                <a:latin typeface="Lucida Sans"/>
                <a:ea typeface="Lucida Sans"/>
                <a:cs typeface="Lucida Sans"/>
                <a:sym typeface="Lucida Sans"/>
              </a:rPr>
              <a:t>∗</a:t>
            </a:r>
            <a:endParaRPr sz="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641" name="Google Shape;641;p34"/>
          <p:cNvGrpSpPr/>
          <p:nvPr/>
        </p:nvGrpSpPr>
        <p:grpSpPr>
          <a:xfrm>
            <a:off x="734632" y="1088696"/>
            <a:ext cx="1941834" cy="840598"/>
            <a:chOff x="734632" y="1088696"/>
            <a:chExt cx="1941834" cy="840598"/>
          </a:xfrm>
        </p:grpSpPr>
        <p:sp>
          <p:nvSpPr>
            <p:cNvPr id="642" name="Google Shape;642;p34"/>
            <p:cNvSpPr/>
            <p:nvPr/>
          </p:nvSpPr>
          <p:spPr>
            <a:xfrm>
              <a:off x="1752460" y="1088696"/>
              <a:ext cx="764540" cy="764540"/>
            </a:xfrm>
            <a:custGeom>
              <a:avLst/>
              <a:gdLst/>
              <a:ahLst/>
              <a:cxnLst/>
              <a:rect l="l" t="t" r="r" b="b"/>
              <a:pathLst>
                <a:path w="764539" h="764539" extrusionOk="0">
                  <a:moveTo>
                    <a:pt x="764182" y="0"/>
                  </a:moveTo>
                  <a:lnTo>
                    <a:pt x="602181" y="162001"/>
                  </a:lnTo>
                  <a:lnTo>
                    <a:pt x="440180" y="324002"/>
                  </a:lnTo>
                  <a:lnTo>
                    <a:pt x="278179" y="486003"/>
                  </a:lnTo>
                  <a:lnTo>
                    <a:pt x="116179" y="648003"/>
                  </a:lnTo>
                  <a:lnTo>
                    <a:pt x="0" y="764182"/>
                  </a:lnTo>
                </a:path>
              </a:pathLst>
            </a:custGeom>
            <a:noFill/>
            <a:ln w="189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3" name="Google Shape;643;p3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27430" y="1780430"/>
              <a:ext cx="97478" cy="974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4" name="Google Shape;644;p34"/>
            <p:cNvSpPr/>
            <p:nvPr/>
          </p:nvSpPr>
          <p:spPr>
            <a:xfrm>
              <a:off x="896633" y="1250697"/>
              <a:ext cx="826769" cy="614045"/>
            </a:xfrm>
            <a:custGeom>
              <a:avLst/>
              <a:gdLst/>
              <a:ahLst/>
              <a:cxnLst/>
              <a:rect l="l" t="t" r="r" b="b"/>
              <a:pathLst>
                <a:path w="826769" h="614044" extrusionOk="0">
                  <a:moveTo>
                    <a:pt x="0" y="0"/>
                  </a:moveTo>
                  <a:lnTo>
                    <a:pt x="97201" y="162001"/>
                  </a:lnTo>
                  <a:lnTo>
                    <a:pt x="259203" y="64799"/>
                  </a:lnTo>
                  <a:lnTo>
                    <a:pt x="388801" y="259201"/>
                  </a:lnTo>
                  <a:lnTo>
                    <a:pt x="486003" y="194402"/>
                  </a:lnTo>
                  <a:lnTo>
                    <a:pt x="615602" y="388801"/>
                  </a:lnTo>
                  <a:lnTo>
                    <a:pt x="680406" y="356403"/>
                  </a:lnTo>
                  <a:lnTo>
                    <a:pt x="777602" y="518405"/>
                  </a:lnTo>
                  <a:lnTo>
                    <a:pt x="826205" y="583204"/>
                  </a:lnTo>
                  <a:lnTo>
                    <a:pt x="816006" y="613798"/>
                  </a:lnTo>
                </a:path>
              </a:pathLst>
            </a:custGeom>
            <a:noFill/>
            <a:ln w="18975" cap="flat" cmpd="sng">
              <a:solidFill>
                <a:srgbClr val="EC20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5" name="Google Shape;645;p3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61098" y="1805646"/>
              <a:ext cx="124290" cy="77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6" name="Google Shape;646;p34"/>
            <p:cNvSpPr/>
            <p:nvPr/>
          </p:nvSpPr>
          <p:spPr>
            <a:xfrm>
              <a:off x="734632" y="1898700"/>
              <a:ext cx="1939289" cy="0"/>
            </a:xfrm>
            <a:custGeom>
              <a:avLst/>
              <a:gdLst/>
              <a:ahLst/>
              <a:cxnLst/>
              <a:rect l="l" t="t" r="r" b="b"/>
              <a:pathLst>
                <a:path w="1939289" h="120000" extrusionOk="0">
                  <a:moveTo>
                    <a:pt x="0" y="0"/>
                  </a:moveTo>
                  <a:lnTo>
                    <a:pt x="193895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2649796" y="1868334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8" name="Google Shape;648;p34"/>
          <p:cNvSpPr txBox="1"/>
          <p:nvPr/>
        </p:nvSpPr>
        <p:spPr>
          <a:xfrm>
            <a:off x="2688602" y="1773534"/>
            <a:ext cx="2260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9" name="Google Shape;649;p34"/>
          <p:cNvGrpSpPr/>
          <p:nvPr/>
        </p:nvGrpSpPr>
        <p:grpSpPr>
          <a:xfrm>
            <a:off x="1676272" y="929225"/>
            <a:ext cx="60960" cy="1131560"/>
            <a:chOff x="1676272" y="929225"/>
            <a:chExt cx="60960" cy="1131560"/>
          </a:xfrm>
        </p:grpSpPr>
        <p:sp>
          <p:nvSpPr>
            <p:cNvPr id="650" name="Google Shape;650;p34"/>
            <p:cNvSpPr/>
            <p:nvPr/>
          </p:nvSpPr>
          <p:spPr>
            <a:xfrm>
              <a:off x="1706638" y="931755"/>
              <a:ext cx="0" cy="1129030"/>
            </a:xfrm>
            <a:custGeom>
              <a:avLst/>
              <a:gdLst/>
              <a:ahLst/>
              <a:cxnLst/>
              <a:rect l="l" t="t" r="r" b="b"/>
              <a:pathLst>
                <a:path w="120000" h="1129030" extrusionOk="0">
                  <a:moveTo>
                    <a:pt x="0" y="112894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1676272" y="929225"/>
              <a:ext cx="60960" cy="26670"/>
            </a:xfrm>
            <a:custGeom>
              <a:avLst/>
              <a:gdLst/>
              <a:ahLst/>
              <a:cxnLst/>
              <a:rect l="l" t="t" r="r" b="b"/>
              <a:pathLst>
                <a:path w="60960" h="26669" extrusionOk="0">
                  <a:moveTo>
                    <a:pt x="0" y="26317"/>
                  </a:moveTo>
                  <a:lnTo>
                    <a:pt x="11933" y="21694"/>
                  </a:lnTo>
                  <a:lnTo>
                    <a:pt x="20687" y="15403"/>
                  </a:lnTo>
                  <a:lnTo>
                    <a:pt x="26689" y="7990"/>
                  </a:lnTo>
                  <a:lnTo>
                    <a:pt x="30366" y="0"/>
                  </a:lnTo>
                  <a:lnTo>
                    <a:pt x="34043" y="7990"/>
                  </a:lnTo>
                  <a:lnTo>
                    <a:pt x="40045" y="15403"/>
                  </a:lnTo>
                  <a:lnTo>
                    <a:pt x="48799" y="21694"/>
                  </a:lnTo>
                  <a:lnTo>
                    <a:pt x="60732" y="263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34"/>
          <p:cNvSpPr txBox="1"/>
          <p:nvPr/>
        </p:nvSpPr>
        <p:spPr>
          <a:xfrm>
            <a:off x="625983" y="685620"/>
            <a:ext cx="2322195" cy="55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0" marR="15938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1691639" lvl="0" indent="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GD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SGD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4"/>
          <p:cNvSpPr txBox="1"/>
          <p:nvPr/>
        </p:nvSpPr>
        <p:spPr>
          <a:xfrm>
            <a:off x="3443100" y="1189349"/>
            <a:ext cx="1711200" cy="827100"/>
          </a:xfrm>
          <a:prstGeom prst="rect">
            <a:avLst/>
          </a:prstGeom>
          <a:solidFill>
            <a:srgbClr val="FEF4D5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085" marR="62864" lvl="0" indent="0" algn="l" rtl="0">
              <a:lnSpc>
                <a:spcPct val="13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GD: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Smooth, deter- ministic path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085" marR="177165" lvl="0" indent="0" algn="l" rtl="0">
              <a:lnSpc>
                <a:spcPct val="137142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SGD: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Noisy, stochastic path but faster iterations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3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655" name="Google Shape;655;p3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3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59" name="Google Shape;659;p3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60" name="Google Shape;660;p34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37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45C664-628F-7EA1-322C-F68D894D079A}"/>
                  </a:ext>
                </a:extLst>
              </p14:cNvPr>
              <p14:cNvContentPartPr/>
              <p14:nvPr/>
            </p14:nvContentPartPr>
            <p14:xfrm>
              <a:off x="902160" y="1100160"/>
              <a:ext cx="1641240" cy="79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45C664-628F-7EA1-322C-F68D894D07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2800" y="1090800"/>
                <a:ext cx="1659960" cy="80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</a:t>
            </a:r>
            <a:r>
              <a:rPr lang="en-US" cap="small">
                <a:solidFill>
                  <a:srgbClr val="FFFFFF"/>
                </a:solidFill>
              </a:rPr>
              <a:t>enefits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hallenges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SGD</a:t>
            </a:r>
            <a:endParaRPr/>
          </a:p>
        </p:txBody>
      </p:sp>
      <p:grpSp>
        <p:nvGrpSpPr>
          <p:cNvPr id="666" name="Google Shape;666;p35"/>
          <p:cNvGrpSpPr/>
          <p:nvPr/>
        </p:nvGrpSpPr>
        <p:grpSpPr>
          <a:xfrm>
            <a:off x="513702" y="757796"/>
            <a:ext cx="69291" cy="2012607"/>
            <a:chOff x="513702" y="757796"/>
            <a:chExt cx="69291" cy="2012607"/>
          </a:xfrm>
        </p:grpSpPr>
        <p:pic>
          <p:nvPicPr>
            <p:cNvPr id="667" name="Google Shape;667;p3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577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8" name="Google Shape;668;p3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6519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9" name="Google Shape;669;p3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1726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3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3800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1" name="Google Shape;671;p3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874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3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0788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3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2862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4" name="Google Shape;674;p3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4937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5" name="Google Shape;675;p3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7011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6" name="Google Shape;676;p35"/>
          <p:cNvSpPr txBox="1"/>
          <p:nvPr/>
        </p:nvSpPr>
        <p:spPr>
          <a:xfrm>
            <a:off x="347302" y="424775"/>
            <a:ext cx="5114100" cy="27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9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Speed: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Much faster per iteration (only one example)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9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Memory: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Can handle datasets that don’t fit in memory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9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Online learning: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Can update model as new data arrives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9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Generalization: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Noise helps escape sharp minima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296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Scalability: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Works well with massive datasets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57200" lvl="0" indent="0" algn="l" rtl="0">
              <a:lnSpc>
                <a:spcPct val="1237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Noisy updates: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Path to minimum is not smooth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57200" lvl="0" indent="0" algn="l" rtl="0">
              <a:lnSpc>
                <a:spcPct val="1237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Learning rate: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sensitive to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η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choice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57200" lvl="0" indent="0" algn="l" rtl="0">
              <a:lnSpc>
                <a:spcPct val="1237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Convergence: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May oscillate near minimum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57200" lvl="0" indent="0" algn="l" rtl="0">
              <a:lnSpc>
                <a:spcPct val="1237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Hyperparameter tuning: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Requires careful tuning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Common compromise: Mini-batch SGD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7" name="Google Shape;677;p3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678" name="Google Shape;678;p3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" name="Google Shape;681;p3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682" name="Google Shape;682;p3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2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683" name="Google Shape;683;p35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69E7EF-FF44-08F3-4352-F41F0A5AC8A3}"/>
                  </a:ext>
                </a:extLst>
              </p14:cNvPr>
              <p14:cNvContentPartPr/>
              <p14:nvPr/>
            </p14:nvContentPartPr>
            <p14:xfrm>
              <a:off x="109080" y="967320"/>
              <a:ext cx="5315760" cy="200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69E7EF-FF44-08F3-4352-F41F0A5AC8A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9720" y="957960"/>
                <a:ext cx="5334480" cy="202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89" name="Google Shape;68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6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91" name="Google Shape;69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6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693" name="Google Shape;693;p36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694" name="Google Shape;694;p3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3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3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6567" y="12607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3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3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9" name="Google Shape;699;p36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700" name="Google Shape;700;p36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701" name="Google Shape;701;p3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2" name="Google Shape;702;p3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3" name="Google Shape;703;p3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3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3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7" name="Google Shape;707;p36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708" name="Google Shape;708;p3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36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10" name="Google Shape;710;p36"/>
          <p:cNvSpPr txBox="1"/>
          <p:nvPr/>
        </p:nvSpPr>
        <p:spPr>
          <a:xfrm>
            <a:off x="563029" y="391144"/>
            <a:ext cx="33807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711" name="Google Shape;711;p3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712" name="Google Shape;712;p3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5" name="Google Shape;715;p3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16" name="Google Shape;716;p3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17" name="Google Shape;717;p36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93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etup</a:t>
            </a:r>
            <a:endParaRPr/>
          </a:p>
        </p:txBody>
      </p:sp>
      <p:sp>
        <p:nvSpPr>
          <p:cNvPr id="723" name="Google Shape;723;p3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24" name="Google Shape;724;p3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25" name="Google Shape;725;p37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r>
              <a:rPr lang="en-US"/>
              <a:t> / 100</a:t>
            </a:r>
            <a:endParaRPr/>
          </a:p>
        </p:txBody>
      </p:sp>
      <p:pic>
        <p:nvPicPr>
          <p:cNvPr id="726" name="Google Shape;72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52851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56E1BF-5A7B-1B56-EC79-4412A2961EEA}"/>
                  </a:ext>
                </a:extLst>
              </p14:cNvPr>
              <p14:cNvContentPartPr/>
              <p14:nvPr/>
            </p14:nvContentPartPr>
            <p14:xfrm>
              <a:off x="1258200" y="847080"/>
              <a:ext cx="2382840" cy="1585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56E1BF-5A7B-1B56-EC79-4412A2961E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8840" y="837720"/>
                <a:ext cx="2401560" cy="160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I</a:t>
            </a:r>
            <a:r>
              <a:rPr lang="en-US" cap="small">
                <a:solidFill>
                  <a:srgbClr val="FFFFFF"/>
                </a:solidFill>
              </a:rPr>
              <a:t>nitialization</a:t>
            </a:r>
            <a:endParaRPr/>
          </a:p>
        </p:txBody>
      </p:sp>
      <p:grpSp>
        <p:nvGrpSpPr>
          <p:cNvPr id="732" name="Google Shape;732;p3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733" name="Google Shape;733;p3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6" name="Google Shape;736;p3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37" name="Google Shape;737;p3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38" name="Google Shape;738;p38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43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r>
              <a:rPr lang="en-US"/>
              <a:t> / 100</a:t>
            </a:r>
            <a:endParaRPr/>
          </a:p>
        </p:txBody>
      </p:sp>
      <p:pic>
        <p:nvPicPr>
          <p:cNvPr id="739" name="Google Shape;73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40034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C944B4-8175-DD02-3EE9-FB5619CBEF6F}"/>
                  </a:ext>
                </a:extLst>
              </p14:cNvPr>
              <p14:cNvContentPartPr/>
              <p14:nvPr/>
            </p14:nvContentPartPr>
            <p14:xfrm>
              <a:off x="271440" y="493200"/>
              <a:ext cx="4914360" cy="248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C944B4-8175-DD02-3EE9-FB5619CBEF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080" y="483840"/>
                <a:ext cx="4933080" cy="250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F</a:t>
            </a:r>
            <a:r>
              <a:rPr lang="en-US" cap="small">
                <a:solidFill>
                  <a:srgbClr val="FFFFFF"/>
                </a:solidFill>
              </a:rPr>
              <a:t>irst</a:t>
            </a:r>
            <a:r>
              <a:rPr lang="en-US">
                <a:solidFill>
                  <a:srgbClr val="FFFFFF"/>
                </a:solidFill>
              </a:rPr>
              <a:t> SGD I</a:t>
            </a:r>
            <a:r>
              <a:rPr lang="en-US" cap="small">
                <a:solidFill>
                  <a:srgbClr val="FFFFFF"/>
                </a:solidFill>
              </a:rPr>
              <a:t>teration</a:t>
            </a:r>
            <a:endParaRPr/>
          </a:p>
        </p:txBody>
      </p:sp>
      <p:grpSp>
        <p:nvGrpSpPr>
          <p:cNvPr id="745" name="Google Shape;745;p3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746" name="Google Shape;746;p3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9" name="Google Shape;749;p3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50" name="Google Shape;750;p3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51" name="Google Shape;751;p39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3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r>
              <a:rPr lang="en-US"/>
              <a:t> / 100</a:t>
            </a:r>
            <a:endParaRPr/>
          </a:p>
        </p:txBody>
      </p:sp>
      <p:pic>
        <p:nvPicPr>
          <p:cNvPr id="752" name="Google Shape;75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200158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B4F778-3761-B757-AF96-F6D165FBB1D0}"/>
                  </a:ext>
                </a:extLst>
              </p14:cNvPr>
              <p14:cNvContentPartPr/>
              <p14:nvPr/>
            </p14:nvContentPartPr>
            <p14:xfrm>
              <a:off x="435600" y="483480"/>
              <a:ext cx="4766040" cy="2607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B4F778-3761-B757-AF96-F6D165FBB1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240" y="474120"/>
                <a:ext cx="4784760" cy="262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econd</a:t>
            </a:r>
            <a:r>
              <a:rPr lang="en-US">
                <a:solidFill>
                  <a:srgbClr val="FFFFFF"/>
                </a:solidFill>
              </a:rPr>
              <a:t> SGD I</a:t>
            </a:r>
            <a:r>
              <a:rPr lang="en-US" cap="small">
                <a:solidFill>
                  <a:srgbClr val="FFFFFF"/>
                </a:solidFill>
              </a:rPr>
              <a:t>teration</a:t>
            </a:r>
            <a:endParaRPr/>
          </a:p>
        </p:txBody>
      </p:sp>
      <p:grpSp>
        <p:nvGrpSpPr>
          <p:cNvPr id="758" name="Google Shape;758;p4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759" name="Google Shape;759;p4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2" name="Google Shape;762;p4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63" name="Google Shape;763;p4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64" name="Google Shape;764;p4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8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r>
              <a:rPr lang="en-US"/>
              <a:t> / 100</a:t>
            </a:r>
            <a:endParaRPr/>
          </a:p>
        </p:txBody>
      </p:sp>
      <p:pic>
        <p:nvPicPr>
          <p:cNvPr id="765" name="Google Shape;76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12808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18A16F-FA3B-185C-2493-BEE70234EE71}"/>
                  </a:ext>
                </a:extLst>
              </p14:cNvPr>
              <p14:cNvContentPartPr/>
              <p14:nvPr/>
            </p14:nvContentPartPr>
            <p14:xfrm>
              <a:off x="159480" y="482040"/>
              <a:ext cx="4833000" cy="2727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18A16F-FA3B-185C-2493-BEE70234EE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120" y="472680"/>
                <a:ext cx="4851720" cy="274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hecking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rogress</a:t>
            </a:r>
            <a:endParaRPr/>
          </a:p>
        </p:txBody>
      </p:sp>
      <p:grpSp>
        <p:nvGrpSpPr>
          <p:cNvPr id="771" name="Google Shape;771;p4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772" name="Google Shape;772;p4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4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76" name="Google Shape;776;p4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7" name="Google Shape;777;p41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r>
              <a:rPr lang="en-US"/>
              <a:t> / 100</a:t>
            </a:r>
            <a:endParaRPr/>
          </a:p>
        </p:txBody>
      </p:sp>
      <p:pic>
        <p:nvPicPr>
          <p:cNvPr id="778" name="Google Shape;77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78150"/>
            <a:ext cx="5395150" cy="2597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2E3405-6748-4520-5EB6-DAE360A55DF6}"/>
                  </a:ext>
                </a:extLst>
              </p14:cNvPr>
              <p14:cNvContentPartPr/>
              <p14:nvPr/>
            </p14:nvContentPartPr>
            <p14:xfrm>
              <a:off x="25200" y="451800"/>
              <a:ext cx="5339160" cy="1947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2E3405-6748-4520-5EB6-DAE360A55D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40" y="442440"/>
                <a:ext cx="5357880" cy="196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raph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ne</a:t>
            </a:r>
            <a:r>
              <a:rPr lang="en-US">
                <a:solidFill>
                  <a:srgbClr val="FFFFFF"/>
                </a:solidFill>
              </a:rPr>
              <a:t> SGD S</a:t>
            </a:r>
            <a:r>
              <a:rPr lang="en-US" cap="small">
                <a:solidFill>
                  <a:srgbClr val="FFFFFF"/>
                </a:solidFill>
              </a:rPr>
              <a:t>tep</a:t>
            </a:r>
            <a:endParaRPr/>
          </a:p>
        </p:txBody>
      </p:sp>
      <p:grpSp>
        <p:nvGrpSpPr>
          <p:cNvPr id="784" name="Google Shape;784;p4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785" name="Google Shape;785;p4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8" name="Google Shape;788;p4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789" name="Google Shape;789;p4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90" name="Google Shape;790;p42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6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r>
              <a:rPr lang="en-US"/>
              <a:t> / 100</a:t>
            </a:r>
            <a:endParaRPr/>
          </a:p>
        </p:txBody>
      </p:sp>
      <p:pic>
        <p:nvPicPr>
          <p:cNvPr id="791" name="Google Shape;79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264794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4AE99B-2ECA-E43F-2869-DD561415F814}"/>
                  </a:ext>
                </a:extLst>
              </p14:cNvPr>
              <p14:cNvContentPartPr/>
              <p14:nvPr/>
            </p14:nvContentPartPr>
            <p14:xfrm>
              <a:off x="370080" y="824400"/>
              <a:ext cx="4103640" cy="2188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4AE99B-2ECA-E43F-2869-DD561415F8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0720" y="815040"/>
                <a:ext cx="4122360" cy="220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797" name="Google Shape;79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43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799" name="Google Shape;79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43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801" name="Google Shape;801;p43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802" name="Google Shape;802;p4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3" name="Google Shape;803;p4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4" name="Google Shape;804;p4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5" name="Google Shape;805;p4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6567" y="14441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6" name="Google Shape;806;p4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7" name="Google Shape;807;p43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808" name="Google Shape;808;p43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809" name="Google Shape;809;p4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0" name="Google Shape;810;p4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1" name="Google Shape;811;p43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2" name="Google Shape;812;p43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3" name="Google Shape;813;p43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43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5" name="Google Shape;815;p43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816" name="Google Shape;816;p4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3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18" name="Google Shape;818;p43"/>
          <p:cNvSpPr txBox="1"/>
          <p:nvPr/>
        </p:nvSpPr>
        <p:spPr>
          <a:xfrm>
            <a:off x="563029" y="391144"/>
            <a:ext cx="33807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819" name="Google Shape;819;p4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820" name="Google Shape;820;p4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3" name="Google Shape;823;p4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24" name="Google Shape;824;p4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25" name="Google Shape;825;p43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578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valuating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odels</a:t>
            </a:r>
            <a:endParaRPr/>
          </a:p>
        </p:txBody>
      </p:sp>
      <p:grpSp>
        <p:nvGrpSpPr>
          <p:cNvPr id="831" name="Google Shape;831;p44"/>
          <p:cNvGrpSpPr/>
          <p:nvPr/>
        </p:nvGrpSpPr>
        <p:grpSpPr>
          <a:xfrm>
            <a:off x="513702" y="1129753"/>
            <a:ext cx="69291" cy="1469809"/>
            <a:chOff x="513702" y="1129753"/>
            <a:chExt cx="69291" cy="1469809"/>
          </a:xfrm>
        </p:grpSpPr>
        <p:pic>
          <p:nvPicPr>
            <p:cNvPr id="832" name="Google Shape;832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12975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3" name="Google Shape;833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5117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4" name="Google Shape;834;p4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57260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5" name="Google Shape;835;p4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08743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6" name="Google Shape;836;p4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0885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7" name="Google Shape;837;p4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3027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8" name="Google Shape;838;p44"/>
          <p:cNvSpPr txBox="1"/>
          <p:nvPr/>
        </p:nvSpPr>
        <p:spPr>
          <a:xfrm>
            <a:off x="347294" y="483869"/>
            <a:ext cx="39021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186690" lvl="0" indent="0" algn="l" rtl="0">
              <a:lnSpc>
                <a:spcPct val="15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Unlike regression, we need different metrics for classification.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Questions: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How often does the model predict correctly? (Accuracy) What types of errors does it make? (Confusion Matrix)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How well does it identify positive cases? (Precision, Recall)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 Split: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9939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Training set: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Learn weights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(typically 90-99%)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Validation set: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Tune hyperparameters (typically 10-15%)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Test set: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Final evaluation (typically 1-10%)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Always evaluate on unseen test data to measure generalization!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9" name="Google Shape;839;p4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840" name="Google Shape;840;p4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3" name="Google Shape;843;p4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44" name="Google Shape;844;p4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9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9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9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9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45" name="Google Shape;845;p44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54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23F313C-8101-FE85-3BF9-1745EA2F802F}"/>
                  </a:ext>
                </a:extLst>
              </p14:cNvPr>
              <p14:cNvContentPartPr/>
              <p14:nvPr/>
            </p14:nvContentPartPr>
            <p14:xfrm>
              <a:off x="239760" y="839880"/>
              <a:ext cx="4439520" cy="196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23F313C-8101-FE85-3BF9-1745EA2F802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0400" y="830520"/>
                <a:ext cx="4458240" cy="198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onfusion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atrix</a:t>
            </a:r>
            <a:endParaRPr/>
          </a:p>
        </p:txBody>
      </p:sp>
      <p:sp>
        <p:nvSpPr>
          <p:cNvPr id="851" name="Google Shape;851;p45"/>
          <p:cNvSpPr txBox="1"/>
          <p:nvPr/>
        </p:nvSpPr>
        <p:spPr>
          <a:xfrm>
            <a:off x="347294" y="531614"/>
            <a:ext cx="3411854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confusion matrix shows all prediction outcomes: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5"/>
          <p:cNvSpPr txBox="1"/>
          <p:nvPr/>
        </p:nvSpPr>
        <p:spPr>
          <a:xfrm rot="-5400000">
            <a:off x="859067" y="1416266"/>
            <a:ext cx="405765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3" name="Google Shape;853;p45"/>
          <p:cNvGraphicFramePr/>
          <p:nvPr/>
        </p:nvGraphicFramePr>
        <p:xfrm>
          <a:off x="1185570" y="1140104"/>
          <a:ext cx="3637275" cy="548625"/>
        </p:xfrm>
        <a:graphic>
          <a:graphicData uri="http://schemas.openxmlformats.org/drawingml/2006/table">
            <a:tbl>
              <a:tblPr firstRow="1" bandRow="1">
                <a:noFill/>
                <a:tableStyleId>{490A460B-3E9E-462A-940E-07027B97F803}</a:tableStyleId>
              </a:tblPr>
              <a:tblGrid>
                <a:gridCol w="89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 (1)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 (0)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 (1)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True Positive (TP)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2FFB2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False Negative (FN)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9B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 (0)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False Positive (FP)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BCBE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True Negative (TN)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54" name="Google Shape;854;p45"/>
          <p:cNvGrpSpPr/>
          <p:nvPr/>
        </p:nvGrpSpPr>
        <p:grpSpPr>
          <a:xfrm>
            <a:off x="513702" y="2187079"/>
            <a:ext cx="69291" cy="733552"/>
            <a:chOff x="513702" y="2187079"/>
            <a:chExt cx="69291" cy="733552"/>
          </a:xfrm>
        </p:grpSpPr>
        <p:pic>
          <p:nvPicPr>
            <p:cNvPr id="855" name="Google Shape;855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18707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6" name="Google Shape;856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40849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7" name="Google Shape;857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299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8" name="Google Shape;858;p4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5134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9" name="Google Shape;859;p45"/>
          <p:cNvSpPr txBox="1"/>
          <p:nvPr/>
        </p:nvSpPr>
        <p:spPr>
          <a:xfrm>
            <a:off x="347294" y="1830678"/>
            <a:ext cx="3219450" cy="113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Definitions: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9448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TP: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Correctly predicted positive </a:t>
            </a:r>
            <a:r>
              <a:rPr lang="en-US" sz="105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TN: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Correctly predicted negative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D1A1F"/>
                </a:solidFill>
                <a:latin typeface="Arial"/>
                <a:ea typeface="Arial"/>
                <a:cs typeface="Arial"/>
                <a:sym typeface="Arial"/>
              </a:rPr>
              <a:t>FP: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Incorrectly predicted positive (Type I error) </a:t>
            </a:r>
            <a:r>
              <a:rPr lang="en-US" sz="1050">
                <a:solidFill>
                  <a:srgbClr val="BD1A1F"/>
                </a:solidFill>
                <a:latin typeface="Arial"/>
                <a:ea typeface="Arial"/>
                <a:cs typeface="Arial"/>
                <a:sym typeface="Arial"/>
              </a:rPr>
              <a:t>FN: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Incorrectly predicted negative (Type II error)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0" name="Google Shape;860;p4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861" name="Google Shape;861;p4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4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65" name="Google Shape;865;p4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66" name="Google Shape;866;p45"/>
          <p:cNvSpPr txBox="1">
            <a:spLocks noGrp="1"/>
          </p:cNvSpPr>
          <p:nvPr>
            <p:ph type="sldNum" idx="12"/>
          </p:nvPr>
        </p:nvSpPr>
        <p:spPr>
          <a:xfrm>
            <a:off x="4627904" y="3137675"/>
            <a:ext cx="64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0B7FCC-ACD9-0E60-60C7-A10419D9023E}"/>
                  </a:ext>
                </a:extLst>
              </p14:cNvPr>
              <p14:cNvContentPartPr/>
              <p14:nvPr/>
            </p14:nvContentPartPr>
            <p14:xfrm>
              <a:off x="362160" y="767880"/>
              <a:ext cx="3709440" cy="138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0B7FCC-ACD9-0E60-60C7-A10419D902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2800" y="758520"/>
                <a:ext cx="3728160" cy="140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 M</a:t>
            </a:r>
            <a:r>
              <a:rPr lang="en-US" cap="small">
                <a:solidFill>
                  <a:srgbClr val="FFFFFF"/>
                </a:solidFill>
              </a:rPr>
              <a:t>etrics</a:t>
            </a:r>
            <a:r>
              <a:rPr lang="en-US">
                <a:solidFill>
                  <a:srgbClr val="FFFFFF"/>
                </a:solidFill>
              </a:rPr>
              <a:t>  I</a:t>
            </a:r>
            <a:endParaRPr/>
          </a:p>
        </p:txBody>
      </p:sp>
      <p:sp>
        <p:nvSpPr>
          <p:cNvPr id="872" name="Google Shape;872;p46"/>
          <p:cNvSpPr txBox="1"/>
          <p:nvPr/>
        </p:nvSpPr>
        <p:spPr>
          <a:xfrm>
            <a:off x="347294" y="728400"/>
            <a:ext cx="20040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1. Accuracy: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Overall correctness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6"/>
          <p:cNvSpPr txBox="1"/>
          <p:nvPr/>
        </p:nvSpPr>
        <p:spPr>
          <a:xfrm>
            <a:off x="1820341" y="1115933"/>
            <a:ext cx="74422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Accuracy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4" name="Google Shape;874;p46"/>
          <p:cNvSpPr txBox="1"/>
          <p:nvPr/>
        </p:nvSpPr>
        <p:spPr>
          <a:xfrm>
            <a:off x="2967558" y="1013216"/>
            <a:ext cx="57531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TP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6"/>
          <p:cNvSpPr/>
          <p:nvPr/>
        </p:nvSpPr>
        <p:spPr>
          <a:xfrm>
            <a:off x="2608719" y="1242504"/>
            <a:ext cx="1303655" cy="0"/>
          </a:xfrm>
          <a:custGeom>
            <a:avLst/>
            <a:gdLst/>
            <a:ahLst/>
            <a:cxnLst/>
            <a:rect l="l" t="t" r="r" b="b"/>
            <a:pathLst>
              <a:path w="1303654" h="120000" extrusionOk="0">
                <a:moveTo>
                  <a:pt x="0" y="0"/>
                </a:moveTo>
                <a:lnTo>
                  <a:pt x="1303058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46"/>
          <p:cNvSpPr txBox="1"/>
          <p:nvPr/>
        </p:nvSpPr>
        <p:spPr>
          <a:xfrm>
            <a:off x="2596019" y="1220086"/>
            <a:ext cx="131826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TP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FP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6"/>
          <p:cNvSpPr txBox="1"/>
          <p:nvPr/>
        </p:nvSpPr>
        <p:spPr>
          <a:xfrm>
            <a:off x="5144350" y="1131117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(11)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46"/>
          <p:cNvSpPr txBox="1"/>
          <p:nvPr/>
        </p:nvSpPr>
        <p:spPr>
          <a:xfrm>
            <a:off x="347294" y="1729427"/>
            <a:ext cx="36036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2. Precision: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 predicted positives, how many are correct?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6"/>
          <p:cNvSpPr txBox="1"/>
          <p:nvPr/>
        </p:nvSpPr>
        <p:spPr>
          <a:xfrm>
            <a:off x="2195436" y="2116960"/>
            <a:ext cx="74549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Precision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0" name="Google Shape;880;p46"/>
          <p:cNvSpPr txBox="1"/>
          <p:nvPr/>
        </p:nvSpPr>
        <p:spPr>
          <a:xfrm>
            <a:off x="3156127" y="2029426"/>
            <a:ext cx="2006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TP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6"/>
          <p:cNvSpPr/>
          <p:nvPr/>
        </p:nvSpPr>
        <p:spPr>
          <a:xfrm>
            <a:off x="2985185" y="2243531"/>
            <a:ext cx="551815" cy="0"/>
          </a:xfrm>
          <a:custGeom>
            <a:avLst/>
            <a:gdLst/>
            <a:ahLst/>
            <a:cxnLst/>
            <a:rect l="l" t="t" r="r" b="b"/>
            <a:pathLst>
              <a:path w="551814" h="120000" extrusionOk="0">
                <a:moveTo>
                  <a:pt x="0" y="0"/>
                </a:moveTo>
                <a:lnTo>
                  <a:pt x="551497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46"/>
          <p:cNvSpPr txBox="1"/>
          <p:nvPr/>
        </p:nvSpPr>
        <p:spPr>
          <a:xfrm>
            <a:off x="2972485" y="2221113"/>
            <a:ext cx="56769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TP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FP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6"/>
          <p:cNvSpPr txBox="1"/>
          <p:nvPr/>
        </p:nvSpPr>
        <p:spPr>
          <a:xfrm>
            <a:off x="5144350" y="2132144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(12)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4" name="Google Shape;884;p4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885" name="Google Shape;885;p4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8" name="Google Shape;888;p4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889" name="Google Shape;889;p4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90" name="Google Shape;890;p46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E9C869-BBAD-B150-45C7-AB948F229877}"/>
                  </a:ext>
                </a:extLst>
              </p14:cNvPr>
              <p14:cNvContentPartPr/>
              <p14:nvPr/>
            </p14:nvContentPartPr>
            <p14:xfrm>
              <a:off x="505800" y="637560"/>
              <a:ext cx="3763080" cy="195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E9C869-BBAD-B150-45C7-AB948F2298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440" y="628200"/>
                <a:ext cx="3781800" cy="197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  M</a:t>
            </a:r>
            <a:r>
              <a:rPr lang="en-US" cap="small">
                <a:solidFill>
                  <a:srgbClr val="FFFFFF"/>
                </a:solidFill>
              </a:rPr>
              <a:t>etrics</a:t>
            </a:r>
            <a:r>
              <a:rPr lang="en-US">
                <a:solidFill>
                  <a:srgbClr val="FFFFFF"/>
                </a:solidFill>
              </a:rPr>
              <a:t>  II</a:t>
            </a:r>
            <a:endParaRPr/>
          </a:p>
        </p:txBody>
      </p:sp>
      <p:sp>
        <p:nvSpPr>
          <p:cNvPr id="896" name="Google Shape;896;p47"/>
          <p:cNvSpPr txBox="1"/>
          <p:nvPr/>
        </p:nvSpPr>
        <p:spPr>
          <a:xfrm>
            <a:off x="347294" y="834725"/>
            <a:ext cx="396684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3. Recall (Sensitivity):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 actual positives, how many did we find?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7"/>
          <p:cNvSpPr txBox="1"/>
          <p:nvPr/>
        </p:nvSpPr>
        <p:spPr>
          <a:xfrm>
            <a:off x="2282342" y="1225382"/>
            <a:ext cx="56324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Recall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8" name="Google Shape;898;p47"/>
          <p:cNvSpPr txBox="1"/>
          <p:nvPr/>
        </p:nvSpPr>
        <p:spPr>
          <a:xfrm>
            <a:off x="3064992" y="1137848"/>
            <a:ext cx="2006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TP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7"/>
          <p:cNvSpPr/>
          <p:nvPr/>
        </p:nvSpPr>
        <p:spPr>
          <a:xfrm>
            <a:off x="2889796" y="1351953"/>
            <a:ext cx="560070" cy="0"/>
          </a:xfrm>
          <a:custGeom>
            <a:avLst/>
            <a:gdLst/>
            <a:ahLst/>
            <a:cxnLst/>
            <a:rect l="l" t="t" r="r" b="b"/>
            <a:pathLst>
              <a:path w="560070" h="120000" extrusionOk="0">
                <a:moveTo>
                  <a:pt x="0" y="0"/>
                </a:moveTo>
                <a:lnTo>
                  <a:pt x="559981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47"/>
          <p:cNvSpPr txBox="1"/>
          <p:nvPr/>
        </p:nvSpPr>
        <p:spPr>
          <a:xfrm>
            <a:off x="2877096" y="1329522"/>
            <a:ext cx="57531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TP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7"/>
          <p:cNvSpPr txBox="1"/>
          <p:nvPr/>
        </p:nvSpPr>
        <p:spPr>
          <a:xfrm>
            <a:off x="5144350" y="1240566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(13)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7"/>
          <p:cNvSpPr txBox="1"/>
          <p:nvPr/>
        </p:nvSpPr>
        <p:spPr>
          <a:xfrm>
            <a:off x="347294" y="1704167"/>
            <a:ext cx="31610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4. F1 Score: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Harmonic mean of precision and recall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7"/>
          <p:cNvSpPr txBox="1"/>
          <p:nvPr/>
        </p:nvSpPr>
        <p:spPr>
          <a:xfrm>
            <a:off x="1982114" y="1991344"/>
            <a:ext cx="178117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i="1" baseline="-25000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575" baseline="-250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 baseline="-250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75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Precision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Recall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7"/>
          <p:cNvSpPr/>
          <p:nvPr/>
        </p:nvSpPr>
        <p:spPr>
          <a:xfrm>
            <a:off x="2597543" y="2220633"/>
            <a:ext cx="1127125" cy="0"/>
          </a:xfrm>
          <a:custGeom>
            <a:avLst/>
            <a:gdLst/>
            <a:ahLst/>
            <a:cxnLst/>
            <a:rect l="l" t="t" r="r" b="b"/>
            <a:pathLst>
              <a:path w="1127125" h="120000" extrusionOk="0">
                <a:moveTo>
                  <a:pt x="0" y="0"/>
                </a:moveTo>
                <a:lnTo>
                  <a:pt x="1127061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7"/>
          <p:cNvSpPr txBox="1"/>
          <p:nvPr/>
        </p:nvSpPr>
        <p:spPr>
          <a:xfrm>
            <a:off x="2586075" y="2198215"/>
            <a:ext cx="115062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Precision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Recall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7"/>
          <p:cNvSpPr txBox="1"/>
          <p:nvPr/>
        </p:nvSpPr>
        <p:spPr>
          <a:xfrm>
            <a:off x="5144350" y="2109246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(14)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Google Shape;907;p4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908" name="Google Shape;908;p4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1" name="Google Shape;911;p4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12" name="Google Shape;912;p4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13" name="Google Shape;913;p47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96AAAB-C56F-D75A-E14D-9A8F59414E7D}"/>
                  </a:ext>
                </a:extLst>
              </p14:cNvPr>
              <p14:cNvContentPartPr/>
              <p14:nvPr/>
            </p14:nvContentPartPr>
            <p14:xfrm>
              <a:off x="268920" y="626760"/>
              <a:ext cx="2676600" cy="2030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96AAAB-C56F-D75A-E14D-9A8F59414E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560" y="617400"/>
                <a:ext cx="2695320" cy="20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hen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se</a:t>
            </a:r>
            <a:r>
              <a:rPr lang="en-US">
                <a:solidFill>
                  <a:srgbClr val="FFFFFF"/>
                </a:solidFill>
              </a:rPr>
              <a:t> W</a:t>
            </a:r>
            <a:r>
              <a:rPr lang="en-US" cap="small">
                <a:solidFill>
                  <a:srgbClr val="FFFFFF"/>
                </a:solidFill>
              </a:rPr>
              <a:t>hich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etric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919" name="Google Shape;919;p48"/>
          <p:cNvGrpSpPr/>
          <p:nvPr/>
        </p:nvGrpSpPr>
        <p:grpSpPr>
          <a:xfrm>
            <a:off x="513702" y="751611"/>
            <a:ext cx="69291" cy="2306663"/>
            <a:chOff x="513702" y="751611"/>
            <a:chExt cx="69291" cy="2306663"/>
          </a:xfrm>
        </p:grpSpPr>
        <p:pic>
          <p:nvPicPr>
            <p:cNvPr id="920" name="Google Shape;920;p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516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1" name="Google Shape;921;p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516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2" name="Google Shape;922;p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4307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3" name="Google Shape;923;p4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63073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4" name="Google Shape;924;p4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109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5" name="Google Shape;925;p4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098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6" name="Google Shape;926;p4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889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7" name="Google Shape;927;p4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9889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8" name="Google Shape;928;p48"/>
          <p:cNvSpPr txBox="1"/>
          <p:nvPr/>
        </p:nvSpPr>
        <p:spPr>
          <a:xfrm>
            <a:off x="347294" y="430935"/>
            <a:ext cx="4387215" cy="26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Accuracy: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when classes are balanced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Misleading with imbalanced data!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(e.g., 95% negative class)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Precision: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Important when False Positives are costly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Example: Spam detection (don’t want to mark real emails as spam)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Recall: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Important when False Negatives are costly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Example: Disease detection (don’t want to miss sick patients)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F1 Score: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79120" lvl="0" indent="0" algn="l" rtl="0">
              <a:lnSpc>
                <a:spcPct val="125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 when you need balance between precision and recall Good for imbalanced datasets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9" name="Google Shape;929;p4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930" name="Google Shape;930;p4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3" name="Google Shape;933;p4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34" name="Google Shape;934;p4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35" name="Google Shape;935;p48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74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B81E24-95DD-EF2E-D763-B937217F5017}"/>
                  </a:ext>
                </a:extLst>
              </p14:cNvPr>
              <p14:cNvContentPartPr/>
              <p14:nvPr/>
            </p14:nvContentPartPr>
            <p14:xfrm>
              <a:off x="88920" y="208440"/>
              <a:ext cx="4948560" cy="2287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B81E24-95DD-EF2E-D763-B937217F501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560" y="199080"/>
                <a:ext cx="4967280" cy="230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etrics</a:t>
            </a:r>
            <a:endParaRPr/>
          </a:p>
        </p:txBody>
      </p:sp>
      <p:grpSp>
        <p:nvGrpSpPr>
          <p:cNvPr id="941" name="Google Shape;941;p4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942" name="Google Shape;942;p4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5" name="Google Shape;945;p4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46" name="Google Shape;946;p4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47" name="Google Shape;947;p49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8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r>
              <a:rPr lang="en-US"/>
              <a:t> / 100</a:t>
            </a:r>
            <a:endParaRPr/>
          </a:p>
        </p:txBody>
      </p:sp>
      <p:pic>
        <p:nvPicPr>
          <p:cNvPr id="948" name="Google Shape;94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39609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A48EA0-1DCD-13CA-D098-82FDB67EB96F}"/>
                  </a:ext>
                </a:extLst>
              </p14:cNvPr>
              <p14:cNvContentPartPr/>
              <p14:nvPr/>
            </p14:nvContentPartPr>
            <p14:xfrm>
              <a:off x="341280" y="577800"/>
              <a:ext cx="2994840" cy="177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A48EA0-1DCD-13CA-D098-82FDB67EB9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920" y="568440"/>
                <a:ext cx="3013560" cy="179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ummary</a:t>
            </a:r>
            <a:r>
              <a:rPr lang="en-US">
                <a:solidFill>
                  <a:srgbClr val="FFFFFF"/>
                </a:solidFill>
              </a:rPr>
              <a:t>: B</a:t>
            </a:r>
            <a:r>
              <a:rPr lang="en-US" cap="small">
                <a:solidFill>
                  <a:srgbClr val="FFFFFF"/>
                </a:solidFill>
              </a:rPr>
              <a:t>inary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954" name="Google Shape;954;p5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955" name="Google Shape;955;p5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8" name="Google Shape;958;p5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59" name="Google Shape;959;p5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60" name="Google Shape;960;p50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668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r>
              <a:rPr lang="en-US"/>
              <a:t> / 100</a:t>
            </a:r>
            <a:endParaRPr/>
          </a:p>
        </p:txBody>
      </p:sp>
      <p:pic>
        <p:nvPicPr>
          <p:cNvPr id="961" name="Google Shape;961;p50"/>
          <p:cNvPicPr preferRelativeResize="0"/>
          <p:nvPr/>
        </p:nvPicPr>
        <p:blipFill rotWithShape="1">
          <a:blip r:embed="rId4">
            <a:alphaModFix/>
          </a:blip>
          <a:srcRect l="3316"/>
          <a:stretch/>
        </p:blipFill>
        <p:spPr>
          <a:xfrm>
            <a:off x="648275" y="536950"/>
            <a:ext cx="4669099" cy="24658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E05A86-1FD7-308E-EA3F-614C0651A331}"/>
                  </a:ext>
                </a:extLst>
              </p14:cNvPr>
              <p14:cNvContentPartPr/>
              <p14:nvPr/>
            </p14:nvContentPartPr>
            <p14:xfrm>
              <a:off x="686160" y="481680"/>
              <a:ext cx="3791520" cy="2502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E05A86-1FD7-308E-EA3F-614C0651A3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6800" y="472320"/>
                <a:ext cx="3810240" cy="252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akeaways</a:t>
            </a:r>
            <a:endParaRPr/>
          </a:p>
        </p:txBody>
      </p:sp>
      <p:grpSp>
        <p:nvGrpSpPr>
          <p:cNvPr id="967" name="Google Shape;967;p51"/>
          <p:cNvGrpSpPr/>
          <p:nvPr/>
        </p:nvGrpSpPr>
        <p:grpSpPr>
          <a:xfrm>
            <a:off x="513702" y="773315"/>
            <a:ext cx="69291" cy="290703"/>
            <a:chOff x="513702" y="773315"/>
            <a:chExt cx="69291" cy="290703"/>
          </a:xfrm>
        </p:grpSpPr>
        <p:pic>
          <p:nvPicPr>
            <p:cNvPr id="968" name="Google Shape;968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7331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5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9947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0" name="Google Shape;970;p51"/>
          <p:cNvSpPr txBox="1"/>
          <p:nvPr/>
        </p:nvSpPr>
        <p:spPr>
          <a:xfrm>
            <a:off x="644626" y="680603"/>
            <a:ext cx="401129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Binary classification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predicts discrete categories using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1"/>
          <p:cNvSpPr txBox="1"/>
          <p:nvPr/>
        </p:nvSpPr>
        <p:spPr>
          <a:xfrm>
            <a:off x="644626" y="902014"/>
            <a:ext cx="161036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Sigmoid activation 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2" name="Google Shape;972;p51"/>
          <p:cNvSpPr txBox="1"/>
          <p:nvPr/>
        </p:nvSpPr>
        <p:spPr>
          <a:xfrm>
            <a:off x="2414054" y="902968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1"/>
          <p:cNvSpPr/>
          <p:nvPr/>
        </p:nvSpPr>
        <p:spPr>
          <a:xfrm>
            <a:off x="2299398" y="1028598"/>
            <a:ext cx="305435" cy="0"/>
          </a:xfrm>
          <a:custGeom>
            <a:avLst/>
            <a:gdLst/>
            <a:ahLst/>
            <a:cxnLst/>
            <a:rect l="l" t="t" r="r" b="b"/>
            <a:pathLst>
              <a:path w="305435" h="120000" extrusionOk="0">
                <a:moveTo>
                  <a:pt x="0" y="0"/>
                </a:moveTo>
                <a:lnTo>
                  <a:pt x="305346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51"/>
          <p:cNvSpPr txBox="1"/>
          <p:nvPr/>
        </p:nvSpPr>
        <p:spPr>
          <a:xfrm>
            <a:off x="2286698" y="1004987"/>
            <a:ext cx="21082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800">
                <a:latin typeface="Lucida Sans"/>
                <a:ea typeface="Lucida Sans"/>
                <a:cs typeface="Lucida Sans"/>
                <a:sym typeface="Lucida Sans"/>
              </a:rPr>
              <a:t>+</a:t>
            </a: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e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1"/>
          <p:cNvSpPr txBox="1"/>
          <p:nvPr/>
        </p:nvSpPr>
        <p:spPr>
          <a:xfrm>
            <a:off x="2473604" y="1001476"/>
            <a:ext cx="132715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Lucida Sans"/>
                <a:ea typeface="Lucida Sans"/>
                <a:cs typeface="Lucida Sans"/>
                <a:sym typeface="Lucida Sans"/>
              </a:rPr>
              <a:t>−</a:t>
            </a:r>
            <a:r>
              <a:rPr lang="en-US" sz="500" i="1">
                <a:latin typeface="Arial"/>
                <a:ea typeface="Arial"/>
                <a:cs typeface="Arial"/>
                <a:sym typeface="Arial"/>
              </a:rPr>
              <a:t>z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1"/>
          <p:cNvSpPr txBox="1"/>
          <p:nvPr/>
        </p:nvSpPr>
        <p:spPr>
          <a:xfrm>
            <a:off x="2645226" y="902025"/>
            <a:ext cx="19827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maps to probabilities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7" name="Google Shape;977;p51"/>
          <p:cNvGrpSpPr/>
          <p:nvPr/>
        </p:nvGrpSpPr>
        <p:grpSpPr>
          <a:xfrm>
            <a:off x="0" y="1216151"/>
            <a:ext cx="5760262" cy="2017860"/>
            <a:chOff x="0" y="1216151"/>
            <a:chExt cx="5760262" cy="2017860"/>
          </a:xfrm>
        </p:grpSpPr>
        <p:pic>
          <p:nvPicPr>
            <p:cNvPr id="978" name="Google Shape;978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161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4375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0" name="Google Shape;980;p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6589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1" name="Google Shape;981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0638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2" name="Google Shape;982;p5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2852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5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5067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5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5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5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51"/>
          <p:cNvSpPr txBox="1"/>
          <p:nvPr/>
        </p:nvSpPr>
        <p:spPr>
          <a:xfrm>
            <a:off x="644625" y="1101749"/>
            <a:ext cx="4758000" cy="17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Logistic regression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= linear model + sigmoid activation.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Cross-entropy loss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the appropriate objective for classification.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Stochastic Gradient Descent (SGD)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updates weights one example at a time — faster and more scalable.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12763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scaling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essential for convergence and numerical stability.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Evaluation metrics: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Accuracy, Precision, Recall, F1 Score, Confusion Matrix.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487044" lvl="0" indent="0" algn="l" rtl="0">
              <a:lnSpc>
                <a:spcPct val="1147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framework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extends naturally to multi-class classification and deep networks.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989" name="Google Shape;989;p5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90" name="Google Shape;990;p51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9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996" name="Google Shape;99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52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998" name="Google Shape;998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52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000" name="Google Shape;1000;p52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001" name="Google Shape;1001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2" name="Google Shape;1002;p5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3" name="Google Shape;1003;p5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4" name="Google Shape;1004;p5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5" name="Google Shape;1005;p5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6" name="Google Shape;1006;p52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007" name="Google Shape;1007;p52"/>
          <p:cNvGrpSpPr/>
          <p:nvPr/>
        </p:nvGrpSpPr>
        <p:grpSpPr>
          <a:xfrm>
            <a:off x="343662" y="1828330"/>
            <a:ext cx="302196" cy="1050226"/>
            <a:chOff x="343662" y="1828330"/>
            <a:chExt cx="302196" cy="1050226"/>
          </a:xfrm>
        </p:grpSpPr>
        <p:pic>
          <p:nvPicPr>
            <p:cNvPr id="1008" name="Google Shape;1008;p52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6567" y="182833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9" name="Google Shape;1009;p52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6567" y="2011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52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6567" y="2195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52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6567" y="237872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52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6567" y="256218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3" name="Google Shape;1013;p52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4" name="Google Shape;1014;p52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15" name="Google Shape;1015;p52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52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17" name="Google Shape;1017;p52"/>
          <p:cNvSpPr txBox="1"/>
          <p:nvPr/>
        </p:nvSpPr>
        <p:spPr>
          <a:xfrm>
            <a:off x="563025" y="391150"/>
            <a:ext cx="51189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D6D6E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D6D6E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018" name="Google Shape;1018;p5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019" name="Google Shape;1019;p5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5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5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2" name="Google Shape;1022;p5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23" name="Google Shape;1023;p5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24" name="Google Shape;1024;p52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7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is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sp>
        <p:nvSpPr>
          <p:cNvPr id="1030" name="Google Shape;1030;p5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31" name="Google Shape;1031;p5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32" name="Google Shape;1032;p53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92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r>
              <a:rPr lang="en-US"/>
              <a:t> / 100</a:t>
            </a:r>
            <a:endParaRPr/>
          </a:p>
        </p:txBody>
      </p:sp>
      <p:pic>
        <p:nvPicPr>
          <p:cNvPr id="1033" name="Google Shape;103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92062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E6FF9F-9965-67F0-7C26-960F0DAF5592}"/>
                  </a:ext>
                </a:extLst>
              </p14:cNvPr>
              <p14:cNvContentPartPr/>
              <p14:nvPr/>
            </p14:nvContentPartPr>
            <p14:xfrm>
              <a:off x="1938960" y="142200"/>
              <a:ext cx="2740320" cy="2483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E6FF9F-9965-67F0-7C26-960F0DAF55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9600" y="132840"/>
                <a:ext cx="2759040" cy="250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pic>
        <p:nvPicPr>
          <p:cNvPr id="1039" name="Google Shape;103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64856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54"/>
          <p:cNvSpPr txBox="1"/>
          <p:nvPr/>
        </p:nvSpPr>
        <p:spPr>
          <a:xfrm>
            <a:off x="483946" y="63871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41" name="Google Shape;104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22805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54"/>
          <p:cNvSpPr txBox="1"/>
          <p:nvPr/>
        </p:nvSpPr>
        <p:spPr>
          <a:xfrm>
            <a:off x="483946" y="121820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43" name="Google Shape;1043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80754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54"/>
          <p:cNvSpPr txBox="1"/>
          <p:nvPr/>
        </p:nvSpPr>
        <p:spPr>
          <a:xfrm>
            <a:off x="483946" y="17976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045" name="Google Shape;1045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38702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54"/>
          <p:cNvSpPr txBox="1"/>
          <p:nvPr/>
        </p:nvSpPr>
        <p:spPr>
          <a:xfrm>
            <a:off x="483946" y="2377178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47" name="Google Shape;1047;p54"/>
          <p:cNvSpPr txBox="1"/>
          <p:nvPr/>
        </p:nvSpPr>
        <p:spPr>
          <a:xfrm>
            <a:off x="619226" y="571276"/>
            <a:ext cx="4596900" cy="22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Handwritten Digit Recognition (MNIST)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SzPts val="1000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28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28 pixel image</a:t>
            </a:r>
            <a:endParaRPr sz="950"/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One of 10 digits (0-9)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Image Classification (ImageNet)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Color image</a:t>
            </a:r>
            <a:endParaRPr sz="950"/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One of 1000 object categories (cat, dog, car, plane, ...)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Text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News article text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Topic category (politics, sports, technology, entertainment, business)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Speech Recognition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Audio features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57200" lvl="0" indent="-2889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●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Phoneme class (multiple phonemes in a language)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8" name="Google Shape;1048;p5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049" name="Google Shape;1049;p5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2" name="Google Shape;1052;p5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053" name="Google Shape;1053;p5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54" name="Google Shape;1054;p54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2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r>
              <a:rPr lang="en-US">
                <a:solidFill>
                  <a:srgbClr val="FFFFFF"/>
                </a:solidFill>
              </a:rPr>
              <a:t>:  V</a:t>
            </a:r>
            <a:r>
              <a:rPr lang="en-US" cap="small">
                <a:solidFill>
                  <a:srgbClr val="FFFFFF"/>
                </a:solidFill>
              </a:rPr>
              <a:t>isual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060" name="Google Shape;1060;p55"/>
          <p:cNvGrpSpPr/>
          <p:nvPr/>
        </p:nvGrpSpPr>
        <p:grpSpPr>
          <a:xfrm>
            <a:off x="609759" y="2484018"/>
            <a:ext cx="2334957" cy="79375"/>
            <a:chOff x="609759" y="2484018"/>
            <a:chExt cx="2334957" cy="79375"/>
          </a:xfrm>
        </p:grpSpPr>
        <p:sp>
          <p:nvSpPr>
            <p:cNvPr id="1061" name="Google Shape;1061;p55"/>
            <p:cNvSpPr/>
            <p:nvPr/>
          </p:nvSpPr>
          <p:spPr>
            <a:xfrm>
              <a:off x="609759" y="2523528"/>
              <a:ext cx="2330450" cy="0"/>
            </a:xfrm>
            <a:custGeom>
              <a:avLst/>
              <a:gdLst/>
              <a:ahLst/>
              <a:cxnLst/>
              <a:rect l="l" t="t" r="r" b="b"/>
              <a:pathLst>
                <a:path w="2330450" h="120000" extrusionOk="0">
                  <a:moveTo>
                    <a:pt x="0" y="0"/>
                  </a:moveTo>
                  <a:lnTo>
                    <a:pt x="232990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5"/>
            <p:cNvSpPr/>
            <p:nvPr/>
          </p:nvSpPr>
          <p:spPr>
            <a:xfrm>
              <a:off x="2912332" y="2484018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3" name="Google Shape;1063;p55"/>
          <p:cNvSpPr txBox="1"/>
          <p:nvPr/>
        </p:nvSpPr>
        <p:spPr>
          <a:xfrm>
            <a:off x="2962262" y="2398349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4" name="Google Shape;1064;p55"/>
          <p:cNvGrpSpPr/>
          <p:nvPr/>
        </p:nvGrpSpPr>
        <p:grpSpPr>
          <a:xfrm>
            <a:off x="750253" y="728560"/>
            <a:ext cx="270121" cy="1975473"/>
            <a:chOff x="750253" y="728560"/>
            <a:chExt cx="270121" cy="1975473"/>
          </a:xfrm>
        </p:grpSpPr>
        <p:sp>
          <p:nvSpPr>
            <p:cNvPr id="1065" name="Google Shape;1065;p55"/>
            <p:cNvSpPr/>
            <p:nvPr/>
          </p:nvSpPr>
          <p:spPr>
            <a:xfrm>
              <a:off x="789762" y="733628"/>
              <a:ext cx="0" cy="1970405"/>
            </a:xfrm>
            <a:custGeom>
              <a:avLst/>
              <a:gdLst/>
              <a:ahLst/>
              <a:cxnLst/>
              <a:rect l="l" t="t" r="r" b="b"/>
              <a:pathLst>
                <a:path w="120000" h="1970405" extrusionOk="0">
                  <a:moveTo>
                    <a:pt x="0" y="1969902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5"/>
            <p:cNvSpPr/>
            <p:nvPr/>
          </p:nvSpPr>
          <p:spPr>
            <a:xfrm>
              <a:off x="750253" y="728560"/>
              <a:ext cx="79375" cy="32384"/>
            </a:xfrm>
            <a:custGeom>
              <a:avLst/>
              <a:gdLst/>
              <a:ahLst/>
              <a:cxnLst/>
              <a:rect l="l" t="t" r="r" b="b"/>
              <a:pathLst>
                <a:path w="79375" h="32384" extrusionOk="0">
                  <a:moveTo>
                    <a:pt x="0" y="32390"/>
                  </a:moveTo>
                  <a:lnTo>
                    <a:pt x="15525" y="26701"/>
                  </a:lnTo>
                  <a:lnTo>
                    <a:pt x="26915" y="18958"/>
                  </a:lnTo>
                  <a:lnTo>
                    <a:pt x="34724" y="9833"/>
                  </a:lnTo>
                  <a:lnTo>
                    <a:pt x="39509" y="0"/>
                  </a:lnTo>
                  <a:lnTo>
                    <a:pt x="44293" y="9833"/>
                  </a:lnTo>
                  <a:lnTo>
                    <a:pt x="52102" y="18958"/>
                  </a:lnTo>
                  <a:lnTo>
                    <a:pt x="63492" y="26701"/>
                  </a:lnTo>
                  <a:lnTo>
                    <a:pt x="79018" y="3239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67" name="Google Shape;1067;p5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9153" y="1032903"/>
              <a:ext cx="101221" cy="1012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8" name="Google Shape;1068;p55"/>
          <p:cNvSpPr txBox="1"/>
          <p:nvPr/>
        </p:nvSpPr>
        <p:spPr>
          <a:xfrm>
            <a:off x="938060" y="1134569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5"/>
          <p:cNvSpPr/>
          <p:nvPr/>
        </p:nvSpPr>
        <p:spPr>
          <a:xfrm>
            <a:off x="1099155" y="852893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10" y="0"/>
                </a:moveTo>
                <a:lnTo>
                  <a:pt x="30910" y="3976"/>
                </a:lnTo>
                <a:lnTo>
                  <a:pt x="14823" y="14822"/>
                </a:lnTo>
                <a:lnTo>
                  <a:pt x="3977" y="30909"/>
                </a:lnTo>
                <a:lnTo>
                  <a:pt x="0" y="50609"/>
                </a:lnTo>
                <a:lnTo>
                  <a:pt x="3977" y="70309"/>
                </a:lnTo>
                <a:lnTo>
                  <a:pt x="14823" y="86396"/>
                </a:lnTo>
                <a:lnTo>
                  <a:pt x="30910" y="97242"/>
                </a:lnTo>
                <a:lnTo>
                  <a:pt x="50610" y="101218"/>
                </a:lnTo>
                <a:lnTo>
                  <a:pt x="70310" y="97242"/>
                </a:lnTo>
                <a:lnTo>
                  <a:pt x="86397" y="86396"/>
                </a:lnTo>
                <a:lnTo>
                  <a:pt x="97244" y="70309"/>
                </a:lnTo>
                <a:lnTo>
                  <a:pt x="101221" y="50609"/>
                </a:lnTo>
                <a:lnTo>
                  <a:pt x="97244" y="30909"/>
                </a:lnTo>
                <a:lnTo>
                  <a:pt x="86397" y="14822"/>
                </a:lnTo>
                <a:lnTo>
                  <a:pt x="70310" y="3976"/>
                </a:lnTo>
                <a:lnTo>
                  <a:pt x="50610" y="0"/>
                </a:lnTo>
                <a:close/>
              </a:path>
            </a:pathLst>
          </a:custGeom>
          <a:solidFill>
            <a:srgbClr val="FFC8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55"/>
          <p:cNvSpPr txBox="1"/>
          <p:nvPr/>
        </p:nvSpPr>
        <p:spPr>
          <a:xfrm>
            <a:off x="1118069" y="954572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1" name="Google Shape;1071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9157" y="1104900"/>
            <a:ext cx="101221" cy="101218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55"/>
          <p:cNvSpPr txBox="1"/>
          <p:nvPr/>
        </p:nvSpPr>
        <p:spPr>
          <a:xfrm>
            <a:off x="1298066" y="1206565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3" name="Google Shape;1073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155" y="1320904"/>
            <a:ext cx="101221" cy="1012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55"/>
          <p:cNvSpPr txBox="1"/>
          <p:nvPr/>
        </p:nvSpPr>
        <p:spPr>
          <a:xfrm>
            <a:off x="1046060" y="1422567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5"/>
          <p:cNvSpPr/>
          <p:nvPr/>
        </p:nvSpPr>
        <p:spPr>
          <a:xfrm>
            <a:off x="1171155" y="96089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10" y="0"/>
                </a:moveTo>
                <a:lnTo>
                  <a:pt x="30910" y="3978"/>
                </a:lnTo>
                <a:lnTo>
                  <a:pt x="14823" y="14827"/>
                </a:lnTo>
                <a:lnTo>
                  <a:pt x="3977" y="30914"/>
                </a:lnTo>
                <a:lnTo>
                  <a:pt x="0" y="50609"/>
                </a:lnTo>
                <a:lnTo>
                  <a:pt x="3977" y="70311"/>
                </a:lnTo>
                <a:lnTo>
                  <a:pt x="14823" y="86402"/>
                </a:lnTo>
                <a:lnTo>
                  <a:pt x="30910" y="97252"/>
                </a:lnTo>
                <a:lnTo>
                  <a:pt x="50610" y="101231"/>
                </a:lnTo>
                <a:lnTo>
                  <a:pt x="70310" y="97252"/>
                </a:lnTo>
                <a:lnTo>
                  <a:pt x="86397" y="86402"/>
                </a:lnTo>
                <a:lnTo>
                  <a:pt x="97244" y="70311"/>
                </a:lnTo>
                <a:lnTo>
                  <a:pt x="101221" y="50609"/>
                </a:lnTo>
                <a:lnTo>
                  <a:pt x="97244" y="30914"/>
                </a:lnTo>
                <a:lnTo>
                  <a:pt x="86397" y="14827"/>
                </a:lnTo>
                <a:lnTo>
                  <a:pt x="70310" y="3978"/>
                </a:lnTo>
                <a:lnTo>
                  <a:pt x="50610" y="0"/>
                </a:lnTo>
                <a:close/>
              </a:path>
            </a:pathLst>
          </a:custGeom>
          <a:solidFill>
            <a:srgbClr val="FFC8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55"/>
          <p:cNvSpPr txBox="1"/>
          <p:nvPr/>
        </p:nvSpPr>
        <p:spPr>
          <a:xfrm>
            <a:off x="1190066" y="1062573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5"/>
          <p:cNvSpPr/>
          <p:nvPr/>
        </p:nvSpPr>
        <p:spPr>
          <a:xfrm>
            <a:off x="2359177" y="1032903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09" y="0"/>
                </a:moveTo>
                <a:lnTo>
                  <a:pt x="30909" y="3976"/>
                </a:lnTo>
                <a:lnTo>
                  <a:pt x="14822" y="14822"/>
                </a:lnTo>
                <a:lnTo>
                  <a:pt x="3976" y="30909"/>
                </a:lnTo>
                <a:lnTo>
                  <a:pt x="0" y="50609"/>
                </a:lnTo>
                <a:lnTo>
                  <a:pt x="3976" y="70309"/>
                </a:lnTo>
                <a:lnTo>
                  <a:pt x="14822" y="86396"/>
                </a:lnTo>
                <a:lnTo>
                  <a:pt x="30909" y="97242"/>
                </a:lnTo>
                <a:lnTo>
                  <a:pt x="50609" y="101219"/>
                </a:lnTo>
                <a:lnTo>
                  <a:pt x="70309" y="97242"/>
                </a:lnTo>
                <a:lnTo>
                  <a:pt x="86396" y="86396"/>
                </a:lnTo>
                <a:lnTo>
                  <a:pt x="97242" y="70309"/>
                </a:lnTo>
                <a:lnTo>
                  <a:pt x="101218" y="50609"/>
                </a:lnTo>
                <a:lnTo>
                  <a:pt x="97242" y="30909"/>
                </a:lnTo>
                <a:lnTo>
                  <a:pt x="86396" y="14822"/>
                </a:lnTo>
                <a:lnTo>
                  <a:pt x="70309" y="3976"/>
                </a:lnTo>
                <a:lnTo>
                  <a:pt x="50609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55"/>
          <p:cNvSpPr txBox="1"/>
          <p:nvPr/>
        </p:nvSpPr>
        <p:spPr>
          <a:xfrm>
            <a:off x="2378062" y="1134569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5"/>
          <p:cNvSpPr/>
          <p:nvPr/>
        </p:nvSpPr>
        <p:spPr>
          <a:xfrm>
            <a:off x="2539174" y="852893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09" y="0"/>
                </a:moveTo>
                <a:lnTo>
                  <a:pt x="30909" y="3976"/>
                </a:lnTo>
                <a:lnTo>
                  <a:pt x="14822" y="14822"/>
                </a:lnTo>
                <a:lnTo>
                  <a:pt x="3976" y="30909"/>
                </a:lnTo>
                <a:lnTo>
                  <a:pt x="0" y="50609"/>
                </a:lnTo>
                <a:lnTo>
                  <a:pt x="3976" y="70309"/>
                </a:lnTo>
                <a:lnTo>
                  <a:pt x="14822" y="86396"/>
                </a:lnTo>
                <a:lnTo>
                  <a:pt x="30909" y="97242"/>
                </a:lnTo>
                <a:lnTo>
                  <a:pt x="50609" y="101218"/>
                </a:lnTo>
                <a:lnTo>
                  <a:pt x="70309" y="97242"/>
                </a:lnTo>
                <a:lnTo>
                  <a:pt x="86396" y="86396"/>
                </a:lnTo>
                <a:lnTo>
                  <a:pt x="97242" y="70309"/>
                </a:lnTo>
                <a:lnTo>
                  <a:pt x="101218" y="50609"/>
                </a:lnTo>
                <a:lnTo>
                  <a:pt x="97242" y="30909"/>
                </a:lnTo>
                <a:lnTo>
                  <a:pt x="86396" y="14822"/>
                </a:lnTo>
                <a:lnTo>
                  <a:pt x="70309" y="3976"/>
                </a:lnTo>
                <a:lnTo>
                  <a:pt x="50609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55"/>
          <p:cNvSpPr txBox="1"/>
          <p:nvPr/>
        </p:nvSpPr>
        <p:spPr>
          <a:xfrm>
            <a:off x="2558059" y="954572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55"/>
          <p:cNvSpPr/>
          <p:nvPr/>
        </p:nvSpPr>
        <p:spPr>
          <a:xfrm>
            <a:off x="2251163" y="1104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22" y="0"/>
                </a:moveTo>
                <a:lnTo>
                  <a:pt x="30919" y="3976"/>
                </a:lnTo>
                <a:lnTo>
                  <a:pt x="14828" y="14822"/>
                </a:lnTo>
                <a:lnTo>
                  <a:pt x="3978" y="30909"/>
                </a:lnTo>
                <a:lnTo>
                  <a:pt x="0" y="50609"/>
                </a:lnTo>
                <a:lnTo>
                  <a:pt x="3978" y="70309"/>
                </a:lnTo>
                <a:lnTo>
                  <a:pt x="14828" y="86396"/>
                </a:lnTo>
                <a:lnTo>
                  <a:pt x="30919" y="97242"/>
                </a:lnTo>
                <a:lnTo>
                  <a:pt x="50622" y="101218"/>
                </a:lnTo>
                <a:lnTo>
                  <a:pt x="70317" y="97242"/>
                </a:lnTo>
                <a:lnTo>
                  <a:pt x="86404" y="86396"/>
                </a:lnTo>
                <a:lnTo>
                  <a:pt x="97253" y="70309"/>
                </a:lnTo>
                <a:lnTo>
                  <a:pt x="101231" y="50609"/>
                </a:lnTo>
                <a:lnTo>
                  <a:pt x="97253" y="30909"/>
                </a:lnTo>
                <a:lnTo>
                  <a:pt x="86404" y="14822"/>
                </a:lnTo>
                <a:lnTo>
                  <a:pt x="70317" y="3976"/>
                </a:lnTo>
                <a:lnTo>
                  <a:pt x="50622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55"/>
          <p:cNvSpPr txBox="1"/>
          <p:nvPr/>
        </p:nvSpPr>
        <p:spPr>
          <a:xfrm>
            <a:off x="2270061" y="1206565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3" name="Google Shape;1083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1170" y="1212900"/>
            <a:ext cx="101218" cy="101222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55"/>
          <p:cNvSpPr txBox="1"/>
          <p:nvPr/>
        </p:nvSpPr>
        <p:spPr>
          <a:xfrm>
            <a:off x="2630068" y="1314566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55"/>
          <p:cNvSpPr/>
          <p:nvPr/>
        </p:nvSpPr>
        <p:spPr>
          <a:xfrm>
            <a:off x="2467178" y="96089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09" y="0"/>
                </a:moveTo>
                <a:lnTo>
                  <a:pt x="30909" y="3978"/>
                </a:lnTo>
                <a:lnTo>
                  <a:pt x="14822" y="14827"/>
                </a:lnTo>
                <a:lnTo>
                  <a:pt x="3976" y="30914"/>
                </a:lnTo>
                <a:lnTo>
                  <a:pt x="0" y="50609"/>
                </a:lnTo>
                <a:lnTo>
                  <a:pt x="3976" y="70311"/>
                </a:lnTo>
                <a:lnTo>
                  <a:pt x="14822" y="86402"/>
                </a:lnTo>
                <a:lnTo>
                  <a:pt x="30909" y="97252"/>
                </a:lnTo>
                <a:lnTo>
                  <a:pt x="50609" y="101231"/>
                </a:lnTo>
                <a:lnTo>
                  <a:pt x="70309" y="97252"/>
                </a:lnTo>
                <a:lnTo>
                  <a:pt x="86396" y="86402"/>
                </a:lnTo>
                <a:lnTo>
                  <a:pt x="97242" y="70311"/>
                </a:lnTo>
                <a:lnTo>
                  <a:pt x="101218" y="50609"/>
                </a:lnTo>
                <a:lnTo>
                  <a:pt x="97242" y="30914"/>
                </a:lnTo>
                <a:lnTo>
                  <a:pt x="86396" y="14827"/>
                </a:lnTo>
                <a:lnTo>
                  <a:pt x="70309" y="3978"/>
                </a:lnTo>
                <a:lnTo>
                  <a:pt x="50609" y="0"/>
                </a:lnTo>
                <a:close/>
              </a:path>
            </a:pathLst>
          </a:custGeom>
          <a:solidFill>
            <a:srgbClr val="C8FFC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55"/>
          <p:cNvSpPr txBox="1"/>
          <p:nvPr/>
        </p:nvSpPr>
        <p:spPr>
          <a:xfrm>
            <a:off x="2486063" y="1062573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7" name="Google Shape;1087;p55"/>
          <p:cNvGrpSpPr/>
          <p:nvPr/>
        </p:nvGrpSpPr>
        <p:grpSpPr>
          <a:xfrm>
            <a:off x="1639162" y="1932910"/>
            <a:ext cx="281223" cy="281602"/>
            <a:chOff x="1639162" y="1932910"/>
            <a:chExt cx="281223" cy="281602"/>
          </a:xfrm>
        </p:grpSpPr>
        <p:sp>
          <p:nvSpPr>
            <p:cNvPr id="1088" name="Google Shape;1088;p55"/>
            <p:cNvSpPr/>
            <p:nvPr/>
          </p:nvSpPr>
          <p:spPr>
            <a:xfrm>
              <a:off x="1639162" y="2112912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610" y="0"/>
                  </a:move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3977" y="70310"/>
                  </a:lnTo>
                  <a:lnTo>
                    <a:pt x="14823" y="86397"/>
                  </a:lnTo>
                  <a:lnTo>
                    <a:pt x="30910" y="97244"/>
                  </a:lnTo>
                  <a:lnTo>
                    <a:pt x="50610" y="101221"/>
                  </a:lnTo>
                  <a:lnTo>
                    <a:pt x="70311" y="97244"/>
                  </a:lnTo>
                  <a:lnTo>
                    <a:pt x="86398" y="86397"/>
                  </a:lnTo>
                  <a:lnTo>
                    <a:pt x="97244" y="70310"/>
                  </a:lnTo>
                  <a:lnTo>
                    <a:pt x="101221" y="50610"/>
                  </a:lnTo>
                  <a:lnTo>
                    <a:pt x="97244" y="30910"/>
                  </a:lnTo>
                  <a:lnTo>
                    <a:pt x="86398" y="14823"/>
                  </a:lnTo>
                  <a:lnTo>
                    <a:pt x="70311" y="3977"/>
                  </a:lnTo>
                  <a:lnTo>
                    <a:pt x="50610" y="0"/>
                  </a:lnTo>
                  <a:close/>
                </a:path>
              </a:pathLst>
            </a:custGeom>
            <a:solidFill>
              <a:srgbClr val="C8C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9" name="Google Shape;1089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19164" y="1932910"/>
              <a:ext cx="101221" cy="101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0" name="Google Shape;1090;p55"/>
          <p:cNvSpPr txBox="1"/>
          <p:nvPr/>
        </p:nvSpPr>
        <p:spPr>
          <a:xfrm>
            <a:off x="1838070" y="2034008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1" name="Google Shape;1091;p55"/>
          <p:cNvGrpSpPr/>
          <p:nvPr/>
        </p:nvGrpSpPr>
        <p:grpSpPr>
          <a:xfrm>
            <a:off x="1747164" y="2040912"/>
            <a:ext cx="353224" cy="245601"/>
            <a:chOff x="1747164" y="2040912"/>
            <a:chExt cx="353224" cy="245601"/>
          </a:xfrm>
        </p:grpSpPr>
        <p:sp>
          <p:nvSpPr>
            <p:cNvPr id="1092" name="Google Shape;1092;p55"/>
            <p:cNvSpPr/>
            <p:nvPr/>
          </p:nvSpPr>
          <p:spPr>
            <a:xfrm>
              <a:off x="1747164" y="2184913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 extrusionOk="0">
                  <a:moveTo>
                    <a:pt x="50610" y="0"/>
                  </a:move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3977" y="70310"/>
                  </a:lnTo>
                  <a:lnTo>
                    <a:pt x="14823" y="86397"/>
                  </a:lnTo>
                  <a:lnTo>
                    <a:pt x="30910" y="97244"/>
                  </a:lnTo>
                  <a:lnTo>
                    <a:pt x="50610" y="101221"/>
                  </a:lnTo>
                  <a:lnTo>
                    <a:pt x="70311" y="97244"/>
                  </a:lnTo>
                  <a:lnTo>
                    <a:pt x="86399" y="86397"/>
                  </a:lnTo>
                  <a:lnTo>
                    <a:pt x="97245" y="70310"/>
                  </a:lnTo>
                  <a:lnTo>
                    <a:pt x="101222" y="50610"/>
                  </a:lnTo>
                  <a:lnTo>
                    <a:pt x="97245" y="30910"/>
                  </a:lnTo>
                  <a:lnTo>
                    <a:pt x="86399" y="14823"/>
                  </a:lnTo>
                  <a:lnTo>
                    <a:pt x="70311" y="3977"/>
                  </a:lnTo>
                  <a:lnTo>
                    <a:pt x="50610" y="0"/>
                  </a:lnTo>
                  <a:close/>
                </a:path>
              </a:pathLst>
            </a:custGeom>
            <a:solidFill>
              <a:srgbClr val="C8C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93" name="Google Shape;1093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99166" y="2040912"/>
              <a:ext cx="101222" cy="1012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4" name="Google Shape;1094;p55"/>
          <p:cNvSpPr txBox="1"/>
          <p:nvPr/>
        </p:nvSpPr>
        <p:spPr>
          <a:xfrm>
            <a:off x="2018068" y="2142009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5"/>
          <p:cNvSpPr/>
          <p:nvPr/>
        </p:nvSpPr>
        <p:spPr>
          <a:xfrm>
            <a:off x="1531160" y="200491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 extrusionOk="0">
                <a:moveTo>
                  <a:pt x="50610" y="0"/>
                </a:move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3977" y="70310"/>
                </a:lnTo>
                <a:lnTo>
                  <a:pt x="14823" y="86397"/>
                </a:lnTo>
                <a:lnTo>
                  <a:pt x="30910" y="97244"/>
                </a:lnTo>
                <a:lnTo>
                  <a:pt x="50610" y="101221"/>
                </a:lnTo>
                <a:lnTo>
                  <a:pt x="70310" y="97244"/>
                </a:lnTo>
                <a:lnTo>
                  <a:pt x="86397" y="86397"/>
                </a:lnTo>
                <a:lnTo>
                  <a:pt x="97244" y="70310"/>
                </a:lnTo>
                <a:lnTo>
                  <a:pt x="101221" y="50610"/>
                </a:lnTo>
                <a:lnTo>
                  <a:pt x="97244" y="30910"/>
                </a:lnTo>
                <a:lnTo>
                  <a:pt x="86397" y="14823"/>
                </a:lnTo>
                <a:lnTo>
                  <a:pt x="70310" y="3977"/>
                </a:lnTo>
                <a:lnTo>
                  <a:pt x="50610" y="0"/>
                </a:lnTo>
                <a:close/>
              </a:path>
            </a:pathLst>
          </a:custGeom>
          <a:solidFill>
            <a:srgbClr val="C8C8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55"/>
          <p:cNvSpPr txBox="1"/>
          <p:nvPr/>
        </p:nvSpPr>
        <p:spPr>
          <a:xfrm>
            <a:off x="1550060" y="2106005"/>
            <a:ext cx="63500" cy="1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5"/>
          <p:cNvSpPr/>
          <p:nvPr/>
        </p:nvSpPr>
        <p:spPr>
          <a:xfrm>
            <a:off x="969764" y="723506"/>
            <a:ext cx="1800225" cy="900430"/>
          </a:xfrm>
          <a:custGeom>
            <a:avLst/>
            <a:gdLst/>
            <a:ahLst/>
            <a:cxnLst/>
            <a:rect l="l" t="t" r="r" b="b"/>
            <a:pathLst>
              <a:path w="1800225" h="900430" extrusionOk="0">
                <a:moveTo>
                  <a:pt x="0" y="900010"/>
                </a:moveTo>
                <a:lnTo>
                  <a:pt x="1800016" y="900010"/>
                </a:lnTo>
              </a:path>
              <a:path w="1800225" h="900430" extrusionOk="0">
                <a:moveTo>
                  <a:pt x="900010" y="900010"/>
                </a:moveTo>
                <a:lnTo>
                  <a:pt x="900010" y="0"/>
                </a:lnTo>
              </a:path>
            </a:pathLst>
          </a:custGeom>
          <a:noFill/>
          <a:ln w="10100" cap="flat" cmpd="sng">
            <a:solidFill>
              <a:srgbClr val="EC202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55"/>
          <p:cNvSpPr txBox="1"/>
          <p:nvPr/>
        </p:nvSpPr>
        <p:spPr>
          <a:xfrm>
            <a:off x="689026" y="500800"/>
            <a:ext cx="18606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6743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B28C8C"/>
                </a:solidFill>
                <a:latin typeface="Arial"/>
                <a:ea typeface="Arial"/>
                <a:cs typeface="Arial"/>
                <a:sym typeface="Arial"/>
              </a:rPr>
              <a:t>Class 1	</a:t>
            </a:r>
            <a:r>
              <a:rPr lang="en-US" sz="950" b="1">
                <a:solidFill>
                  <a:srgbClr val="8CB28C"/>
                </a:solidFill>
                <a:latin typeface="Arial"/>
                <a:ea typeface="Arial"/>
                <a:cs typeface="Arial"/>
                <a:sym typeface="Arial"/>
              </a:rPr>
              <a:t>Class 2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5"/>
          <p:cNvSpPr txBox="1"/>
          <p:nvPr/>
        </p:nvSpPr>
        <p:spPr>
          <a:xfrm>
            <a:off x="1566735" y="2214006"/>
            <a:ext cx="462280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208279" lvl="0" indent="0" algn="ctr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8C8CB2"/>
                </a:solidFill>
                <a:latin typeface="Arial"/>
                <a:ea typeface="Arial"/>
                <a:cs typeface="Arial"/>
                <a:sym typeface="Arial"/>
              </a:rPr>
              <a:t>Class 3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5"/>
          <p:cNvSpPr txBox="1"/>
          <p:nvPr/>
        </p:nvSpPr>
        <p:spPr>
          <a:xfrm>
            <a:off x="3624249" y="1157086"/>
            <a:ext cx="1531620" cy="1292860"/>
          </a:xfrm>
          <a:prstGeom prst="rect">
            <a:avLst/>
          </a:prstGeom>
          <a:solidFill>
            <a:srgbClr val="FEF4D5"/>
          </a:solidFill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450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Key insight: We need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5085" marR="14859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multiple output neu- rons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(one per class) and a way to convert their outputs into a valid probability dis- tribution.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5"/>
          <p:cNvSpPr txBox="1"/>
          <p:nvPr/>
        </p:nvSpPr>
        <p:spPr>
          <a:xfrm>
            <a:off x="983208" y="2763517"/>
            <a:ext cx="379412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Decision boundaries separate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3 classes in feature space.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2" name="Google Shape;1102;p5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103" name="Google Shape;1103;p5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5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6" name="Google Shape;1106;p5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07" name="Google Shape;1107;p5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6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08" name="Google Shape;1108;p55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8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FEAC59-A285-C184-8BBA-2CA86110AEDC}"/>
                  </a:ext>
                </a:extLst>
              </p14:cNvPr>
              <p14:cNvContentPartPr/>
              <p14:nvPr/>
            </p14:nvContentPartPr>
            <p14:xfrm>
              <a:off x="1292400" y="1008000"/>
              <a:ext cx="1778760" cy="1360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FEAC59-A285-C184-8BBA-2CA86110AE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3040" y="998640"/>
                <a:ext cx="1797480" cy="137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114" name="Google Shape;111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56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16" name="Google Shape;1116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56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118" name="Google Shape;1118;p56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119" name="Google Shape;1119;p5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0" name="Google Shape;1120;p5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5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5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3" name="Google Shape;1123;p5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4" name="Google Shape;1124;p56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125" name="Google Shape;1125;p56"/>
          <p:cNvGrpSpPr/>
          <p:nvPr/>
        </p:nvGrpSpPr>
        <p:grpSpPr>
          <a:xfrm>
            <a:off x="343662" y="1828330"/>
            <a:ext cx="302196" cy="1050226"/>
            <a:chOff x="343662" y="1828330"/>
            <a:chExt cx="302196" cy="1050226"/>
          </a:xfrm>
        </p:grpSpPr>
        <p:pic>
          <p:nvPicPr>
            <p:cNvPr id="1126" name="Google Shape;1126;p5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6567" y="182833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7" name="Google Shape;1127;p5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8" name="Google Shape;1128;p5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9" name="Google Shape;1129;p5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0" name="Google Shape;1130;p5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1" name="Google Shape;1131;p5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2" name="Google Shape;1132;p56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33" name="Google Shape;1133;p5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56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35" name="Google Shape;1135;p56"/>
          <p:cNvSpPr txBox="1"/>
          <p:nvPr/>
        </p:nvSpPr>
        <p:spPr>
          <a:xfrm>
            <a:off x="563023" y="391150"/>
            <a:ext cx="51972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136" name="Google Shape;1136;p5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137" name="Google Shape;1137;p5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5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41" name="Google Shape;1141;p5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42" name="Google Shape;1142;p56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our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omponents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endParaRPr/>
          </a:p>
        </p:txBody>
      </p:sp>
      <p:sp>
        <p:nvSpPr>
          <p:cNvPr id="1148" name="Google Shape;1148;p57"/>
          <p:cNvSpPr txBox="1"/>
          <p:nvPr/>
        </p:nvSpPr>
        <p:spPr>
          <a:xfrm>
            <a:off x="347294" y="898656"/>
            <a:ext cx="339597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complete multi-class classification system consists of: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9" name="Google Shape;1149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123831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57"/>
          <p:cNvSpPr txBox="1"/>
          <p:nvPr/>
        </p:nvSpPr>
        <p:spPr>
          <a:xfrm>
            <a:off x="483946" y="122845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51" name="Google Shape;1151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45972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57"/>
          <p:cNvSpPr txBox="1"/>
          <p:nvPr/>
        </p:nvSpPr>
        <p:spPr>
          <a:xfrm>
            <a:off x="483946" y="144987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53" name="Google Shape;1153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1681149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7"/>
          <p:cNvSpPr txBox="1"/>
          <p:nvPr/>
        </p:nvSpPr>
        <p:spPr>
          <a:xfrm>
            <a:off x="483946" y="1671299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55" name="Google Shape;1155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190256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57"/>
          <p:cNvSpPr txBox="1"/>
          <p:nvPr/>
        </p:nvSpPr>
        <p:spPr>
          <a:xfrm>
            <a:off x="483946" y="189271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157" name="Google Shape;1157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2123986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57"/>
          <p:cNvSpPr txBox="1"/>
          <p:nvPr/>
        </p:nvSpPr>
        <p:spPr>
          <a:xfrm>
            <a:off x="483946" y="2114136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59" name="Google Shape;1159;p57"/>
          <p:cNvSpPr txBox="1"/>
          <p:nvPr/>
        </p:nvSpPr>
        <p:spPr>
          <a:xfrm>
            <a:off x="644626" y="1116436"/>
            <a:ext cx="3776345" cy="115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3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features and class labels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. . . 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Linear model with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neurons (no hidden layers)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Activation: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Softmax function to produce probability distribution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Objective Function: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Categorical cross-entropy loss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Learning Algorithm: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Mini-batch stochastic gradient descent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57"/>
          <p:cNvSpPr txBox="1"/>
          <p:nvPr/>
        </p:nvSpPr>
        <p:spPr>
          <a:xfrm>
            <a:off x="347294" y="2351683"/>
            <a:ext cx="5066030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Note: We now use </a:t>
            </a:r>
            <a:r>
              <a:rPr lang="en-US" sz="1050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mini-batch SGD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instead of single-example SGD for better effi- ciency and stability.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1" name="Google Shape;1161;p5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162" name="Google Shape;1162;p5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5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5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5" name="Google Shape;1165;p5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66" name="Google Shape;1166;p5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67" name="Google Shape;1167;p57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BC1EFC-33E2-8C8E-F531-E974C1C6CCAA}"/>
                  </a:ext>
                </a:extLst>
              </p14:cNvPr>
              <p14:cNvContentPartPr/>
              <p14:nvPr/>
            </p14:nvContentPartPr>
            <p14:xfrm>
              <a:off x="1184760" y="433440"/>
              <a:ext cx="3683880" cy="272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BC1EFC-33E2-8C8E-F531-E974C1C6CC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75400" y="424080"/>
                <a:ext cx="3702600" cy="274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ata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epresentation</a:t>
            </a:r>
            <a:endParaRPr/>
          </a:p>
        </p:txBody>
      </p:sp>
      <p:grpSp>
        <p:nvGrpSpPr>
          <p:cNvPr id="1173" name="Google Shape;1173;p5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174" name="Google Shape;1174;p5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7" name="Google Shape;1177;p5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78" name="Google Shape;1178;p5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79" name="Google Shape;1179;p58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31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r>
              <a:rPr lang="en-US"/>
              <a:t> / 100</a:t>
            </a:r>
            <a:endParaRPr/>
          </a:p>
        </p:txBody>
      </p:sp>
      <p:pic>
        <p:nvPicPr>
          <p:cNvPr id="1180" name="Google Shape;118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25"/>
            <a:ext cx="5186575" cy="24496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0F3F4D-67ED-136C-ED3F-AA459BA49EDE}"/>
                  </a:ext>
                </a:extLst>
              </p14:cNvPr>
              <p14:cNvContentPartPr/>
              <p14:nvPr/>
            </p14:nvContentPartPr>
            <p14:xfrm>
              <a:off x="158760" y="519840"/>
              <a:ext cx="4065840" cy="2460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0F3F4D-67ED-136C-ED3F-AA459BA49E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400" y="510480"/>
                <a:ext cx="4084560" cy="247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1772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O</a:t>
            </a:r>
            <a:r>
              <a:rPr lang="en-US" cap="small">
                <a:solidFill>
                  <a:srgbClr val="FFFFFF"/>
                </a:solidFill>
              </a:rPr>
              <a:t>ne</a:t>
            </a:r>
            <a:r>
              <a:rPr lang="en-US">
                <a:solidFill>
                  <a:srgbClr val="FFFFFF"/>
                </a:solidFill>
              </a:rPr>
              <a:t>-H</a:t>
            </a:r>
            <a:r>
              <a:rPr lang="en-US" cap="small">
                <a:solidFill>
                  <a:srgbClr val="FFFFFF"/>
                </a:solidFill>
              </a:rPr>
              <a:t>ot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ncoding</a:t>
            </a:r>
            <a:endParaRPr/>
          </a:p>
        </p:txBody>
      </p:sp>
      <p:grpSp>
        <p:nvGrpSpPr>
          <p:cNvPr id="1186" name="Google Shape;1186;p59"/>
          <p:cNvGrpSpPr/>
          <p:nvPr/>
        </p:nvGrpSpPr>
        <p:grpSpPr>
          <a:xfrm>
            <a:off x="513702" y="2403055"/>
            <a:ext cx="69291" cy="636245"/>
            <a:chOff x="513702" y="2403055"/>
            <a:chExt cx="69291" cy="636245"/>
          </a:xfrm>
        </p:grpSpPr>
        <p:pic>
          <p:nvPicPr>
            <p:cNvPr id="1187" name="Google Shape;1187;p5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4030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8" name="Google Shape;1188;p5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5920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9" name="Google Shape;1189;p5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7810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0" name="Google Shape;1190;p5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9700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1" name="Google Shape;1191;p59"/>
          <p:cNvSpPr txBox="1"/>
          <p:nvPr/>
        </p:nvSpPr>
        <p:spPr>
          <a:xfrm>
            <a:off x="334594" y="379042"/>
            <a:ext cx="3522979" cy="2703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Convert class label to binary vector of length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For class </a:t>
            </a:r>
            <a:r>
              <a:rPr lang="en-US" sz="1050" i="1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All zeros except 1 at position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 with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solidFill>
                  <a:srgbClr val="1B1472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4 classes: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759585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 1:	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</a:t>
            </a:r>
            <a:endParaRPr sz="1050" baseline="30000">
              <a:latin typeface="Arial"/>
              <a:ea typeface="Arial"/>
              <a:cs typeface="Arial"/>
              <a:sym typeface="Arial"/>
            </a:endParaRPr>
          </a:p>
          <a:p>
            <a:pPr marL="1759585" lvl="0" indent="0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 2:	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</a:t>
            </a:r>
            <a:endParaRPr sz="1050" baseline="30000">
              <a:latin typeface="Arial"/>
              <a:ea typeface="Arial"/>
              <a:cs typeface="Arial"/>
              <a:sym typeface="Arial"/>
            </a:endParaRPr>
          </a:p>
          <a:p>
            <a:pPr marL="1759585" lvl="0" indent="0" algn="l" rtl="0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 3:	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</a:t>
            </a:r>
            <a:endParaRPr sz="1050" baseline="30000">
              <a:latin typeface="Arial"/>
              <a:ea typeface="Arial"/>
              <a:cs typeface="Arial"/>
              <a:sym typeface="Arial"/>
            </a:endParaRPr>
          </a:p>
          <a:p>
            <a:pPr marL="1759585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 4:	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T</a:t>
            </a:r>
            <a:endParaRPr sz="1050" baseline="3000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Why one-hot?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70180" lvl="0" indent="0" algn="l" rtl="0">
              <a:lnSpc>
                <a:spcPct val="1181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Treats all classes equally (no implicit ordering) Matches the format of softmax output probabilities Simplifies loss computation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Standard in deep learning frameworks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2" name="Google Shape;1192;p5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193" name="Google Shape;1193;p5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5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6" name="Google Shape;1196;p5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197" name="Google Shape;1197;p5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198" name="Google Shape;1198;p59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36A2DB-4EBE-0125-C217-1FAB38582EC3}"/>
                  </a:ext>
                </a:extLst>
              </p14:cNvPr>
              <p14:cNvContentPartPr/>
              <p14:nvPr/>
            </p14:nvContentPartPr>
            <p14:xfrm>
              <a:off x="93960" y="163800"/>
              <a:ext cx="5253840" cy="2417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36A2DB-4EBE-0125-C217-1FAB38582E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600" y="154440"/>
                <a:ext cx="5272560" cy="243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eight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atrix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1204" name="Google Shape;1204;p6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05" name="Google Shape;1205;p6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6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6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8" name="Google Shape;1208;p6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09" name="Google Shape;1209;p6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10" name="Google Shape;1210;p6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8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r>
              <a:rPr lang="en-US"/>
              <a:t> / 100</a:t>
            </a:r>
            <a:endParaRPr/>
          </a:p>
        </p:txBody>
      </p:sp>
      <p:pic>
        <p:nvPicPr>
          <p:cNvPr id="1211" name="Google Shape;121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475" y="481150"/>
            <a:ext cx="4427425" cy="26565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A0D149-11F2-3FCA-DD84-3C5DC859C0D3}"/>
                  </a:ext>
                </a:extLst>
              </p14:cNvPr>
              <p14:cNvContentPartPr/>
              <p14:nvPr/>
            </p14:nvContentPartPr>
            <p14:xfrm>
              <a:off x="799920" y="776880"/>
              <a:ext cx="4956480" cy="142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A0D149-11F2-3FCA-DD84-3C5DC859C0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560" y="767520"/>
                <a:ext cx="4975200" cy="144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sp>
        <p:nvSpPr>
          <p:cNvPr id="1217" name="Google Shape;1217;p61"/>
          <p:cNvSpPr txBox="1"/>
          <p:nvPr/>
        </p:nvSpPr>
        <p:spPr>
          <a:xfrm>
            <a:off x="347294" y="485525"/>
            <a:ext cx="366902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Architecture: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Multiple output neurons with softmax activation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6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19" name="Google Shape;1219;p6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20" name="Google Shape;1220;p61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0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r>
              <a:rPr lang="en-US"/>
              <a:t> / 100</a:t>
            </a:r>
            <a:endParaRPr/>
          </a:p>
        </p:txBody>
      </p:sp>
      <p:pic>
        <p:nvPicPr>
          <p:cNvPr id="1221" name="Google Shape;122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550" y="827790"/>
            <a:ext cx="4624156" cy="215748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ACAF45-4453-4871-7C4B-29183DAA0928}"/>
                  </a:ext>
                </a:extLst>
              </p14:cNvPr>
              <p14:cNvContentPartPr/>
              <p14:nvPr/>
            </p14:nvContentPartPr>
            <p14:xfrm>
              <a:off x="138600" y="816120"/>
              <a:ext cx="4126320" cy="168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ACAF45-4453-4871-7C4B-29183DAA09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240" y="806760"/>
                <a:ext cx="4145040" cy="170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6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37553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ogits</a:t>
            </a:r>
            <a:endParaRPr/>
          </a:p>
        </p:txBody>
      </p:sp>
      <p:grpSp>
        <p:nvGrpSpPr>
          <p:cNvPr id="1227" name="Google Shape;1227;p6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28" name="Google Shape;1228;p6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6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6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1" name="Google Shape;1231;p6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32" name="Google Shape;1232;p6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33" name="Google Shape;1233;p62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r>
              <a:rPr lang="en-US"/>
              <a:t> / 100</a:t>
            </a:r>
            <a:endParaRPr/>
          </a:p>
        </p:txBody>
      </p:sp>
      <p:pic>
        <p:nvPicPr>
          <p:cNvPr id="1234" name="Google Shape;123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00" y="552360"/>
            <a:ext cx="4983487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26BDEE-83B3-00C5-A8B1-E5A4DA3F8F1F}"/>
                  </a:ext>
                </a:extLst>
              </p14:cNvPr>
              <p14:cNvContentPartPr/>
              <p14:nvPr/>
            </p14:nvContentPartPr>
            <p14:xfrm>
              <a:off x="273240" y="694440"/>
              <a:ext cx="3997440" cy="2332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26BDEE-83B3-00C5-A8B1-E5A4DA3F8F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880" y="685080"/>
                <a:ext cx="4016160" cy="235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6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he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1240" name="Google Shape;1240;p6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41" name="Google Shape;1241;p6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6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6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4" name="Google Shape;1244;p6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45" name="Google Shape;1245;p6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46" name="Google Shape;1246;p63"/>
          <p:cNvSpPr txBox="1"/>
          <p:nvPr/>
        </p:nvSpPr>
        <p:spPr>
          <a:xfrm>
            <a:off x="4653295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57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47" name="Google Shape;1247;p63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24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58</a:t>
            </a:fld>
            <a:r>
              <a:rPr lang="en-US"/>
              <a:t> / 100</a:t>
            </a:r>
            <a:endParaRPr/>
          </a:p>
        </p:txBody>
      </p:sp>
      <p:pic>
        <p:nvPicPr>
          <p:cNvPr id="1248" name="Google Shape;124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25" y="550235"/>
            <a:ext cx="5109476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D6FD1A-C068-EE87-1967-464BA8731DC9}"/>
                  </a:ext>
                </a:extLst>
              </p14:cNvPr>
              <p14:cNvContentPartPr/>
              <p14:nvPr/>
            </p14:nvContentPartPr>
            <p14:xfrm>
              <a:off x="407160" y="1181880"/>
              <a:ext cx="4292640" cy="165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D6FD1A-C068-EE87-1967-464BA8731D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7800" y="1172520"/>
                <a:ext cx="4311360" cy="167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6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roperties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endParaRPr/>
          </a:p>
        </p:txBody>
      </p:sp>
      <p:grpSp>
        <p:nvGrpSpPr>
          <p:cNvPr id="1254" name="Google Shape;1254;p6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55" name="Google Shape;1255;p6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6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6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8" name="Google Shape;1258;p6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59" name="Google Shape;1259;p6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60" name="Google Shape;1260;p64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r>
              <a:rPr lang="en-US"/>
              <a:t> / 100</a:t>
            </a:r>
            <a:endParaRPr/>
          </a:p>
        </p:txBody>
      </p:sp>
      <p:pic>
        <p:nvPicPr>
          <p:cNvPr id="1261" name="Google Shape;126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05033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8F9563-E331-F493-7312-39EEC75B8786}"/>
                  </a:ext>
                </a:extLst>
              </p14:cNvPr>
              <p14:cNvContentPartPr/>
              <p14:nvPr/>
            </p14:nvContentPartPr>
            <p14:xfrm>
              <a:off x="713160" y="440280"/>
              <a:ext cx="3002760" cy="219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8F9563-E331-F493-7312-39EEC75B87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3800" y="430920"/>
                <a:ext cx="3021480" cy="221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endParaRPr/>
          </a:p>
        </p:txBody>
      </p:sp>
      <p:grpSp>
        <p:nvGrpSpPr>
          <p:cNvPr id="1267" name="Google Shape;1267;p6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68" name="Google Shape;1268;p6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1" name="Google Shape;1271;p6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72" name="Google Shape;1272;p6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73" name="Google Shape;1273;p65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r>
              <a:rPr lang="en-US"/>
              <a:t> / 100</a:t>
            </a:r>
            <a:endParaRPr/>
          </a:p>
        </p:txBody>
      </p:sp>
      <p:pic>
        <p:nvPicPr>
          <p:cNvPr id="1274" name="Google Shape;127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838" y="550235"/>
            <a:ext cx="5130469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E573FD-C279-9AAA-0B53-E9DBD5AB5C85}"/>
                  </a:ext>
                </a:extLst>
              </p14:cNvPr>
              <p14:cNvContentPartPr/>
              <p14:nvPr/>
            </p14:nvContentPartPr>
            <p14:xfrm>
              <a:off x="353493" y="165240"/>
              <a:ext cx="4706640" cy="2682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E573FD-C279-9AAA-0B53-E9DBD5AB5C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133" y="155880"/>
                <a:ext cx="4725360" cy="270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8667B0-89F4-DE33-8B57-1BFD73898CA9}"/>
                  </a:ext>
                </a:extLst>
              </p14:cNvPr>
              <p14:cNvContentPartPr/>
              <p14:nvPr/>
            </p14:nvContentPartPr>
            <p14:xfrm>
              <a:off x="219600" y="27360"/>
              <a:ext cx="5381640" cy="3041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8667B0-89F4-DE33-8B57-1BFD73898C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240" y="18000"/>
                <a:ext cx="5400360" cy="306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6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omplete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ass</a:t>
            </a:r>
            <a:endParaRPr/>
          </a:p>
        </p:txBody>
      </p:sp>
      <p:grpSp>
        <p:nvGrpSpPr>
          <p:cNvPr id="1280" name="Google Shape;1280;p6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81" name="Google Shape;1281;p6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6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6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6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85" name="Google Shape;1285;p6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86" name="Google Shape;1286;p66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60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r>
              <a:rPr lang="en-US"/>
              <a:t> / 100</a:t>
            </a:r>
            <a:endParaRPr/>
          </a:p>
        </p:txBody>
      </p:sp>
      <p:pic>
        <p:nvPicPr>
          <p:cNvPr id="1287" name="Google Shape;128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58843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7338B3-D749-9155-B47D-E69F9E2DF64E}"/>
                  </a:ext>
                </a:extLst>
              </p14:cNvPr>
              <p14:cNvContentPartPr/>
              <p14:nvPr/>
            </p14:nvContentPartPr>
            <p14:xfrm>
              <a:off x="168840" y="669240"/>
              <a:ext cx="3691800" cy="1783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7338B3-D749-9155-B47D-E69F9E2DF6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480" y="659880"/>
                <a:ext cx="3710520" cy="180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ategorical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ross</a:t>
            </a:r>
            <a:r>
              <a:rPr lang="en-US">
                <a:solidFill>
                  <a:srgbClr val="FFFFFF"/>
                </a:solidFill>
              </a:rPr>
              <a:t>-E</a:t>
            </a:r>
            <a:r>
              <a:rPr lang="en-US" cap="small">
                <a:solidFill>
                  <a:srgbClr val="FFFFFF"/>
                </a:solidFill>
              </a:rPr>
              <a:t>ntropy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oss</a:t>
            </a:r>
            <a:endParaRPr/>
          </a:p>
        </p:txBody>
      </p:sp>
      <p:grpSp>
        <p:nvGrpSpPr>
          <p:cNvPr id="1293" name="Google Shape;1293;p6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294" name="Google Shape;1294;p6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6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6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7" name="Google Shape;1297;p6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298" name="Google Shape;1298;p6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99" name="Google Shape;1299;p67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9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r>
              <a:rPr lang="en-US"/>
              <a:t> / 100</a:t>
            </a:r>
            <a:endParaRPr/>
          </a:p>
        </p:txBody>
      </p:sp>
      <p:pic>
        <p:nvPicPr>
          <p:cNvPr id="1300" name="Google Shape;130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61002" cy="232291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AA601F-7E84-800B-B058-635CD8965E6A}"/>
                  </a:ext>
                </a:extLst>
              </p14:cNvPr>
              <p14:cNvContentPartPr/>
              <p14:nvPr/>
            </p14:nvContentPartPr>
            <p14:xfrm>
              <a:off x="61200" y="356760"/>
              <a:ext cx="5483160" cy="235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AA601F-7E84-800B-B058-635CD8965E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840" y="347400"/>
                <a:ext cx="5501880" cy="23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ADE483-6DF2-3346-FD18-B2801BE3DD19}"/>
                  </a:ext>
                </a:extLst>
              </p14:cNvPr>
              <p14:cNvContentPartPr/>
              <p14:nvPr/>
            </p14:nvContentPartPr>
            <p14:xfrm>
              <a:off x="1515960" y="2277360"/>
              <a:ext cx="1445760" cy="729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ADE483-6DF2-3346-FD18-B2801BE3DD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6600" y="2268000"/>
                <a:ext cx="1464480" cy="74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U</a:t>
            </a:r>
            <a:r>
              <a:rPr lang="en-US" cap="small">
                <a:solidFill>
                  <a:srgbClr val="FFFFFF"/>
                </a:solidFill>
              </a:rPr>
              <a:t>nderstanding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ategorical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ross</a:t>
            </a:r>
            <a:r>
              <a:rPr lang="en-US">
                <a:solidFill>
                  <a:srgbClr val="FFFFFF"/>
                </a:solidFill>
              </a:rPr>
              <a:t>-E</a:t>
            </a:r>
            <a:r>
              <a:rPr lang="en-US" cap="small">
                <a:solidFill>
                  <a:srgbClr val="FFFFFF"/>
                </a:solidFill>
              </a:rPr>
              <a:t>ntropy</a:t>
            </a:r>
            <a:endParaRPr/>
          </a:p>
        </p:txBody>
      </p:sp>
      <p:grpSp>
        <p:nvGrpSpPr>
          <p:cNvPr id="1306" name="Google Shape;1306;p6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307" name="Google Shape;1307;p6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6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6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0" name="Google Shape;1310;p6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11" name="Google Shape;1311;p6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12" name="Google Shape;1312;p68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8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r>
              <a:rPr lang="en-US"/>
              <a:t> / 100</a:t>
            </a:r>
            <a:endParaRPr/>
          </a:p>
        </p:txBody>
      </p:sp>
      <p:pic>
        <p:nvPicPr>
          <p:cNvPr id="1313" name="Google Shape;131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4727636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E39FCC-2CD8-D50E-9A3B-A4D4DB788135}"/>
                  </a:ext>
                </a:extLst>
              </p14:cNvPr>
              <p14:cNvContentPartPr/>
              <p14:nvPr/>
            </p14:nvContentPartPr>
            <p14:xfrm>
              <a:off x="110520" y="541800"/>
              <a:ext cx="5024160" cy="2141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E39FCC-2CD8-D50E-9A3B-A4D4DB7881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160" y="532440"/>
                <a:ext cx="5042880" cy="21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84F507-1D83-DC59-D695-2B568A4C0EC0}"/>
                  </a:ext>
                </a:extLst>
              </p14:cNvPr>
              <p14:cNvContentPartPr/>
              <p14:nvPr/>
            </p14:nvContentPartPr>
            <p14:xfrm>
              <a:off x="250200" y="1315800"/>
              <a:ext cx="4024080" cy="145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84F507-1D83-DC59-D695-2B568A4C0EC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0840" y="1306440"/>
                <a:ext cx="4042800" cy="146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ategorical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ross</a:t>
            </a:r>
            <a:r>
              <a:rPr lang="en-US">
                <a:solidFill>
                  <a:srgbClr val="FFFFFF"/>
                </a:solidFill>
              </a:rPr>
              <a:t>-E</a:t>
            </a:r>
            <a:r>
              <a:rPr lang="en-US" cap="small">
                <a:solidFill>
                  <a:srgbClr val="FFFFFF"/>
                </a:solidFill>
              </a:rPr>
              <a:t>ntropy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319" name="Google Shape;1319;p6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320" name="Google Shape;1320;p6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6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6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3" name="Google Shape;1323;p6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24" name="Google Shape;1324;p6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25" name="Google Shape;1325;p69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0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r>
              <a:rPr lang="en-US"/>
              <a:t> / 100</a:t>
            </a:r>
            <a:endParaRPr/>
          </a:p>
        </p:txBody>
      </p:sp>
      <p:pic>
        <p:nvPicPr>
          <p:cNvPr id="1326" name="Google Shape;132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9150"/>
            <a:ext cx="4634696" cy="26514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B1D169-47AE-CD33-A902-A7DD85C63063}"/>
                  </a:ext>
                </a:extLst>
              </p14:cNvPr>
              <p14:cNvContentPartPr/>
              <p14:nvPr/>
            </p14:nvContentPartPr>
            <p14:xfrm>
              <a:off x="1814400" y="329760"/>
              <a:ext cx="3864600" cy="222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B1D169-47AE-CD33-A902-A7DD85C630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05040" y="320400"/>
                <a:ext cx="3883320" cy="224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7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332" name="Google Shape;1332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70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34" name="Google Shape;1334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70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336" name="Google Shape;1336;p70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337" name="Google Shape;1337;p7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7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7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0" name="Google Shape;1340;p7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1" name="Google Shape;1341;p7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2" name="Google Shape;1342;p70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343" name="Google Shape;1343;p70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344" name="Google Shape;1344;p7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5" name="Google Shape;1345;p7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6567" y="2011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6" name="Google Shape;1346;p7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7" name="Google Shape;1347;p70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8" name="Google Shape;1348;p70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9" name="Google Shape;1349;p70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0" name="Google Shape;1350;p70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51" name="Google Shape;1351;p70"/>
          <p:cNvSpPr txBox="1"/>
          <p:nvPr/>
        </p:nvSpPr>
        <p:spPr>
          <a:xfrm>
            <a:off x="563029" y="391144"/>
            <a:ext cx="3380700" cy="24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6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6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2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2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2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2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2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2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3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Mini-batch Stochastic Gradient Descent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8"/>
              </a:rPr>
              <a:t>ebugging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352" name="Google Shape;1352;p70"/>
          <p:cNvGrpSpPr/>
          <p:nvPr/>
        </p:nvGrpSpPr>
        <p:grpSpPr>
          <a:xfrm>
            <a:off x="0" y="2909303"/>
            <a:ext cx="5760262" cy="324708"/>
            <a:chOff x="0" y="2909303"/>
            <a:chExt cx="5760262" cy="324708"/>
          </a:xfrm>
        </p:grpSpPr>
        <p:pic>
          <p:nvPicPr>
            <p:cNvPr id="1353" name="Google Shape;1353;p70"/>
            <p:cNvPicPr preferRelativeResize="0"/>
            <p:nvPr/>
          </p:nvPicPr>
          <p:blipFill rotWithShape="1">
            <a:blip r:embed="rId29">
              <a:alphaModFix/>
            </a:blip>
            <a:srcRect/>
            <a:stretch/>
          </p:blipFill>
          <p:spPr>
            <a:xfrm>
              <a:off x="343662" y="290930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7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7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7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7" name="Google Shape;1357;p70"/>
          <p:cNvSpPr txBox="1"/>
          <p:nvPr/>
        </p:nvSpPr>
        <p:spPr>
          <a:xfrm>
            <a:off x="563029" y="2890689"/>
            <a:ext cx="841375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4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4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2159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BITS P</a:t>
            </a:r>
            <a:r>
              <a:rPr lang="en-US" sz="600" cap="small">
                <a:latin typeface="Bookman Old Style"/>
                <a:ea typeface="Bookman Old Style"/>
                <a:cs typeface="Bookman Old Style"/>
                <a:sym typeface="Bookman Old Style"/>
              </a:rPr>
              <a:t>ilani</a:t>
            </a: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WILP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58" name="Google Shape;1358;p70"/>
          <p:cNvSpPr txBox="1"/>
          <p:nvPr/>
        </p:nvSpPr>
        <p:spPr>
          <a:xfrm>
            <a:off x="387959" y="2938277"/>
            <a:ext cx="81280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59" name="Google Shape;1359;p7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60" name="Google Shape;1360;p7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0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3415029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rom</a:t>
            </a:r>
            <a:r>
              <a:rPr lang="en-US">
                <a:solidFill>
                  <a:srgbClr val="FFFFFF"/>
                </a:solidFill>
              </a:rPr>
              <a:t> SGD </a:t>
            </a:r>
            <a:r>
              <a:rPr lang="en-US" cap="small">
                <a:solidFill>
                  <a:srgbClr val="FFFFFF"/>
                </a:solidFill>
              </a:rPr>
              <a:t>to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SGD</a:t>
            </a:r>
            <a:endParaRPr/>
          </a:p>
        </p:txBody>
      </p:sp>
      <p:grpSp>
        <p:nvGrpSpPr>
          <p:cNvPr id="1366" name="Google Shape;1366;p71"/>
          <p:cNvGrpSpPr/>
          <p:nvPr/>
        </p:nvGrpSpPr>
        <p:grpSpPr>
          <a:xfrm>
            <a:off x="513702" y="1006703"/>
            <a:ext cx="69291" cy="2023796"/>
            <a:chOff x="513702" y="1006703"/>
            <a:chExt cx="69291" cy="2023796"/>
          </a:xfrm>
        </p:grpSpPr>
        <p:pic>
          <p:nvPicPr>
            <p:cNvPr id="1367" name="Google Shape;1367;p7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0067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8" name="Google Shape;1368;p7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2062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9" name="Google Shape;1369;p7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8462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0" name="Google Shape;1370;p7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8418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1" name="Google Shape;1371;p7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625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2" name="Google Shape;1372;p7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5621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3" name="Google Shape;1373;p7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6165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4" name="Google Shape;1374;p7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9612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5" name="Google Shape;1375;p71"/>
          <p:cNvSpPr txBox="1"/>
          <p:nvPr/>
        </p:nvSpPr>
        <p:spPr>
          <a:xfrm>
            <a:off x="459575" y="379050"/>
            <a:ext cx="4424100" cy="2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Recap: Gradient Descent Variants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72085" lvl="0" indent="-153035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Batch Gradient Descent: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504315" lvl="0" indent="0" algn="l" rtl="0">
              <a:lnSpc>
                <a:spcPct val="1247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lang="en-US" sz="950" b="1"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examples per update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504315" lvl="0" indent="0" algn="l" rtl="0">
              <a:lnSpc>
                <a:spcPct val="1247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Slow but stable, accurate gradient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71450" marR="1382395" lvl="0" indent="-153035" algn="l" rtl="0">
              <a:lnSpc>
                <a:spcPct val="125800"/>
              </a:lnSpc>
              <a:spcBef>
                <a:spcPts val="58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2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Stochastic Gradient Descent (SGD): 	</a:t>
            </a:r>
            <a:endParaRPr sz="950">
              <a:solidFill>
                <a:srgbClr val="1B14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1382395" lvl="0" indent="0" algn="l" rtl="0">
              <a:lnSpc>
                <a:spcPct val="1258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lang="en-US" sz="850" b="1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850">
                <a:latin typeface="Arial"/>
                <a:ea typeface="Arial"/>
                <a:cs typeface="Arial"/>
                <a:sym typeface="Arial"/>
              </a:rPr>
              <a:t>random example per update 	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457200" marR="1382395" lvl="0" indent="0" algn="l" rtl="0">
              <a:lnSpc>
                <a:spcPct val="1258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850">
                <a:latin typeface="Arial"/>
                <a:ea typeface="Arial"/>
                <a:cs typeface="Arial"/>
                <a:sym typeface="Arial"/>
              </a:rPr>
              <a:t>Fast but noisy, unstable</a:t>
            </a:r>
            <a:endParaRPr sz="850">
              <a:latin typeface="Arial"/>
              <a:ea typeface="Arial"/>
              <a:cs typeface="Arial"/>
              <a:sym typeface="Arial"/>
            </a:endParaRPr>
          </a:p>
          <a:p>
            <a:pPr marL="172085" lvl="0" indent="-153035" algn="l" rtl="0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>
                <a:srgbClr val="1B1472"/>
              </a:buClr>
              <a:buSzPts val="950"/>
              <a:buFont typeface="Arial"/>
              <a:buAutoNum type="arabicPeriod" startAt="2"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Mini-batch SGD (Best of both worlds):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091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lang="en-US" sz="950" b="1">
                <a:latin typeface="Arial"/>
                <a:ea typeface="Arial"/>
                <a:cs typeface="Arial"/>
                <a:sym typeface="Arial"/>
              </a:rPr>
              <a:t>small batch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examples per update (1 </a:t>
            </a:r>
            <a:r>
              <a:rPr lang="en-US" sz="1100" i="1">
                <a:latin typeface="Bookman Old Style"/>
                <a:ea typeface="Bookman Old Style"/>
                <a:cs typeface="Bookman Old Style"/>
                <a:sym typeface="Bookman Old Style"/>
              </a:rPr>
              <a:t>&lt;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1100" i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&lt;&lt;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)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091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Typical batch sizes: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32</a:t>
            </a:r>
            <a:r>
              <a:rPr lang="en-US" sz="11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11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1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US" sz="11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512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100">
              <a:latin typeface="Lucida Sans"/>
              <a:ea typeface="Lucida Sans"/>
              <a:cs typeface="Lucida Sans"/>
              <a:sym typeface="Lucida Sans"/>
            </a:endParaRPr>
          </a:p>
          <a:p>
            <a:pPr marL="309880" marR="1376680" lvl="0" indent="0" algn="l" rtl="0">
              <a:lnSpc>
                <a:spcPct val="149523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Good balance of speed and stability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09880" marR="1376680" lvl="0" indent="0" algn="l" rtl="0">
              <a:lnSpc>
                <a:spcPct val="149523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Standard in modern deep learning!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6" name="Google Shape;1376;p7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377" name="Google Shape;1377;p7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7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0" name="Google Shape;1380;p7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381" name="Google Shape;1381;p7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82" name="Google Shape;1382;p71"/>
          <p:cNvSpPr txBox="1"/>
          <p:nvPr/>
        </p:nvSpPr>
        <p:spPr>
          <a:xfrm>
            <a:off x="4653295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65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83" name="Google Shape;1383;p71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644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66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8228B5-9FD9-375D-7FF4-6C7863F5DB68}"/>
                  </a:ext>
                </a:extLst>
              </p14:cNvPr>
              <p14:cNvContentPartPr/>
              <p14:nvPr/>
            </p14:nvContentPartPr>
            <p14:xfrm>
              <a:off x="946800" y="327600"/>
              <a:ext cx="2937600" cy="140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8228B5-9FD9-375D-7FF4-6C7863F5DB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7440" y="318240"/>
                <a:ext cx="2956320" cy="142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7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hy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SGD?</a:t>
            </a:r>
            <a:endParaRPr/>
          </a:p>
        </p:txBody>
      </p:sp>
      <p:sp>
        <p:nvSpPr>
          <p:cNvPr id="1389" name="Google Shape;1389;p72"/>
          <p:cNvSpPr txBox="1"/>
          <p:nvPr/>
        </p:nvSpPr>
        <p:spPr>
          <a:xfrm>
            <a:off x="347294" y="470527"/>
            <a:ext cx="174625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Advantages of mini-batches: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0" name="Google Shape;1390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69692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72"/>
          <p:cNvSpPr txBox="1"/>
          <p:nvPr/>
        </p:nvSpPr>
        <p:spPr>
          <a:xfrm>
            <a:off x="483946" y="68707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92" name="Google Shape;1392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138877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72"/>
          <p:cNvSpPr txBox="1"/>
          <p:nvPr/>
        </p:nvSpPr>
        <p:spPr>
          <a:xfrm>
            <a:off x="483946" y="137892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94" name="Google Shape;1394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208061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72"/>
          <p:cNvSpPr txBox="1"/>
          <p:nvPr/>
        </p:nvSpPr>
        <p:spPr>
          <a:xfrm>
            <a:off x="483946" y="207076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396" name="Google Shape;1396;p7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600375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72"/>
          <p:cNvSpPr txBox="1"/>
          <p:nvPr/>
        </p:nvSpPr>
        <p:spPr>
          <a:xfrm>
            <a:off x="483946" y="259052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98" name="Google Shape;1398;p72"/>
          <p:cNvSpPr txBox="1"/>
          <p:nvPr/>
        </p:nvSpPr>
        <p:spPr>
          <a:xfrm>
            <a:off x="619226" y="627181"/>
            <a:ext cx="2863215" cy="24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3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efficiency: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Vectorized operations (matrix multiplication)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Better GPU utilization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Faster than processing examples one-by-one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Gradient estimation: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Less noisy than single-example SGD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More stable convergence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Better approximation of true gradient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Generalization: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Noise helps escape sharp minima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Often leads to better test performance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Memory efficiency: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Can handle datasets larger than memory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Load and process data in batches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9" name="Google Shape;1399;p7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00" name="Google Shape;1400;p7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7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7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3" name="Google Shape;1403;p7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04" name="Google Shape;1404;p7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05" name="Google Shape;1405;p72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0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3A7904-C380-56EB-9228-8AB14E1349E4}"/>
                  </a:ext>
                </a:extLst>
              </p14:cNvPr>
              <p14:cNvContentPartPr/>
              <p14:nvPr/>
            </p14:nvContentPartPr>
            <p14:xfrm>
              <a:off x="2732400" y="507960"/>
              <a:ext cx="2738160" cy="220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3A7904-C380-56EB-9228-8AB14E1349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23040" y="498600"/>
                <a:ext cx="2756880" cy="221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7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SGD: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oncepts</a:t>
            </a:r>
            <a:endParaRPr/>
          </a:p>
        </p:txBody>
      </p:sp>
      <p:grpSp>
        <p:nvGrpSpPr>
          <p:cNvPr id="1411" name="Google Shape;1411;p7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12" name="Google Shape;1412;p7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7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7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5" name="Google Shape;1415;p7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16" name="Google Shape;1416;p7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17" name="Google Shape;1417;p73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r>
              <a:rPr lang="en-US"/>
              <a:t> / 100</a:t>
            </a:r>
            <a:endParaRPr/>
          </a:p>
        </p:txBody>
      </p:sp>
      <p:pic>
        <p:nvPicPr>
          <p:cNvPr id="1418" name="Google Shape;141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25" y="550235"/>
            <a:ext cx="5138344" cy="24350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45E321-D36D-7BDF-6A94-2B74E9E51AE3}"/>
                  </a:ext>
                </a:extLst>
              </p14:cNvPr>
              <p14:cNvContentPartPr/>
              <p14:nvPr/>
            </p14:nvContentPartPr>
            <p14:xfrm>
              <a:off x="597240" y="427680"/>
              <a:ext cx="4808880" cy="1554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45E321-D36D-7BDF-6A94-2B74E9E51A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7880" y="418320"/>
                <a:ext cx="4827600" cy="157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7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omputing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radients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endParaRPr/>
          </a:p>
        </p:txBody>
      </p:sp>
      <p:grpSp>
        <p:nvGrpSpPr>
          <p:cNvPr id="1424" name="Google Shape;1424;p7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25" name="Google Shape;1425;p7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7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7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8" name="Google Shape;1428;p7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29" name="Google Shape;1429;p7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30" name="Google Shape;1430;p74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r>
              <a:rPr lang="en-US"/>
              <a:t> / 100</a:t>
            </a:r>
            <a:endParaRPr/>
          </a:p>
        </p:txBody>
      </p:sp>
      <p:pic>
        <p:nvPicPr>
          <p:cNvPr id="1431" name="Google Shape;143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85" y="494825"/>
            <a:ext cx="5281163" cy="25765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1ADE48-F7E1-D96A-DB8B-2205BE2BF930}"/>
                  </a:ext>
                </a:extLst>
              </p14:cNvPr>
              <p14:cNvContentPartPr/>
              <p14:nvPr/>
            </p14:nvContentPartPr>
            <p14:xfrm>
              <a:off x="2550960" y="-360"/>
              <a:ext cx="1715760" cy="1731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1ADE48-F7E1-D96A-DB8B-2205BE2BF9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1600" y="-9720"/>
                <a:ext cx="1734480" cy="174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7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SGD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ule</a:t>
            </a:r>
            <a:endParaRPr/>
          </a:p>
        </p:txBody>
      </p:sp>
      <p:grpSp>
        <p:nvGrpSpPr>
          <p:cNvPr id="1437" name="Google Shape;1437;p7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38" name="Google Shape;1438;p7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7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7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1" name="Google Shape;1441;p7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42" name="Google Shape;1442;p7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43" name="Google Shape;1443;p75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52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r>
              <a:rPr lang="en-US"/>
              <a:t> / 100</a:t>
            </a:r>
            <a:endParaRPr/>
          </a:p>
        </p:txBody>
      </p:sp>
      <p:pic>
        <p:nvPicPr>
          <p:cNvPr id="1444" name="Google Shape;144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24800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7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SGD A</a:t>
            </a:r>
            <a:r>
              <a:rPr lang="en-US" cap="small">
                <a:solidFill>
                  <a:srgbClr val="FFFFFF"/>
                </a:solidFill>
              </a:rPr>
              <a:t>lgorithm</a:t>
            </a:r>
            <a:endParaRPr/>
          </a:p>
        </p:txBody>
      </p:sp>
      <p:grpSp>
        <p:nvGrpSpPr>
          <p:cNvPr id="1450" name="Google Shape;1450;p7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51" name="Google Shape;1451;p7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4" name="Google Shape;1454;p7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55" name="Google Shape;1455;p7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56" name="Google Shape;1456;p76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2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r>
              <a:rPr lang="en-US"/>
              <a:t> / 100</a:t>
            </a:r>
            <a:endParaRPr/>
          </a:p>
        </p:txBody>
      </p:sp>
      <p:pic>
        <p:nvPicPr>
          <p:cNvPr id="1457" name="Google Shape;1457;p76"/>
          <p:cNvPicPr preferRelativeResize="0"/>
          <p:nvPr/>
        </p:nvPicPr>
        <p:blipFill rotWithShape="1">
          <a:blip r:embed="rId4">
            <a:alphaModFix/>
          </a:blip>
          <a:srcRect l="1058"/>
          <a:stretch/>
        </p:blipFill>
        <p:spPr>
          <a:xfrm>
            <a:off x="208500" y="458750"/>
            <a:ext cx="5254776" cy="26446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65EA1E-D48A-BEAC-AF15-91D67666774E}"/>
                  </a:ext>
                </a:extLst>
              </p14:cNvPr>
              <p14:cNvContentPartPr/>
              <p14:nvPr/>
            </p14:nvContentPartPr>
            <p14:xfrm>
              <a:off x="945000" y="437040"/>
              <a:ext cx="3209040" cy="2242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65EA1E-D48A-BEAC-AF15-91D6766677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5640" y="427680"/>
                <a:ext cx="3227760" cy="226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77"/>
          <p:cNvSpPr txBox="1"/>
          <p:nvPr/>
        </p:nvSpPr>
        <p:spPr>
          <a:xfrm>
            <a:off x="95300" y="109545"/>
            <a:ext cx="232727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hoosing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B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atch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S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ize</a:t>
            </a:r>
            <a:endParaRPr sz="17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aphicFrame>
        <p:nvGraphicFramePr>
          <p:cNvPr id="1463" name="Google Shape;1463;p77"/>
          <p:cNvGraphicFramePr/>
          <p:nvPr/>
        </p:nvGraphicFramePr>
        <p:xfrm>
          <a:off x="360006" y="471500"/>
          <a:ext cx="5151125" cy="2683896"/>
        </p:xfrm>
        <a:graphic>
          <a:graphicData uri="http://schemas.openxmlformats.org/drawingml/2006/table">
            <a:tbl>
              <a:tblPr firstRow="1" bandRow="1">
                <a:noFill/>
                <a:tableStyleId>{490A460B-3E9E-462A-940E-07027B97F803}</a:tableStyleId>
              </a:tblPr>
              <a:tblGrid>
                <a:gridCol w="12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8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Batch Size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Advantages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Disadvantages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8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Small (32-64)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5285" marR="0" lvl="0" indent="0" algn="l" rtl="0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Fast iterations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75285" marR="339090" lvl="0" indent="0" algn="l" rtl="0">
                        <a:lnSpc>
                          <a:spcPct val="116666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More updates per epoch Better generalization Escapes sharp minima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9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5285" marR="553720" lvl="0" indent="0" algn="l" rtl="0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Noisy gradients Unstable training Poor GPU utilization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85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Medium (128-256)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5285" marR="674370" lvl="0" indent="0" algn="l" rtl="0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Good balance Stable training Good GPU usage Standard choice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4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52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May need tuning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09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0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Large (512-1024)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5285" marR="464819" lvl="0" indent="0" algn="l" rtl="0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Stable gradients Better GPU utilization Faster per-epoch time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4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5285" marR="473075" lvl="0" indent="0" algn="l" rtl="0">
                        <a:lnSpc>
                          <a:spcPct val="11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Slow convergence May generalize worse More memory</a:t>
                      </a:r>
                      <a:endParaRPr sz="9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04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64" name="Google Shape;1464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1568" y="826096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1568" y="958951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31568" y="1091806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7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31568" y="1224660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7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88461" y="826096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p7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88461" y="958951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7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88461" y="1091806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7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31568" y="1693214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7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31568" y="1826069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7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31568" y="1958924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7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831568" y="2091778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7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788461" y="1691563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7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831568" y="2560332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7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831568" y="2693187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7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831568" y="2826042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7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788461" y="2560332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0" name="Google Shape;1480;p7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788461" y="2693187"/>
            <a:ext cx="69291" cy="69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1" name="Google Shape;1481;p77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788461" y="2826042"/>
            <a:ext cx="69291" cy="692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2" name="Google Shape;1482;p7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483" name="Google Shape;1483;p7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7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7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6" name="Google Shape;1486;p7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487" name="Google Shape;1487;p7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88" name="Google Shape;1488;p77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96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AE75AD-3FCC-95A9-B32C-3F949EB70832}"/>
                  </a:ext>
                </a:extLst>
              </p14:cNvPr>
              <p14:cNvContentPartPr/>
              <p14:nvPr/>
            </p14:nvContentPartPr>
            <p14:xfrm>
              <a:off x="69840" y="788400"/>
              <a:ext cx="1053720" cy="2279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AE75AD-3FCC-95A9-B32C-3F949EB708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480" y="779040"/>
                <a:ext cx="1072440" cy="229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7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494" name="Google Shape;1494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78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496" name="Google Shape;1496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78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498" name="Google Shape;1498;p78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499" name="Google Shape;1499;p7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7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7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2" name="Google Shape;1502;p7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3" name="Google Shape;1503;p7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4" name="Google Shape;1504;p78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505" name="Google Shape;1505;p78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506" name="Google Shape;1506;p7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7" name="Google Shape;1507;p7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8" name="Google Shape;1508;p78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6567" y="21952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9" name="Google Shape;1509;p78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0" name="Google Shape;1510;p78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1" name="Google Shape;1511;p78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2" name="Google Shape;1512;p78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513" name="Google Shape;1513;p7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14" name="Google Shape;1514;p78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15" name="Google Shape;1515;p78"/>
          <p:cNvSpPr txBox="1"/>
          <p:nvPr/>
        </p:nvSpPr>
        <p:spPr>
          <a:xfrm>
            <a:off x="563023" y="391150"/>
            <a:ext cx="49461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516" name="Google Shape;1516;p7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17" name="Google Shape;1517;p7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7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7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0" name="Google Shape;1520;p7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21" name="Google Shape;1521;p7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22" name="Google Shape;1522;p78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0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7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etup</a:t>
            </a:r>
            <a:endParaRPr/>
          </a:p>
        </p:txBody>
      </p:sp>
      <p:grpSp>
        <p:nvGrpSpPr>
          <p:cNvPr id="1528" name="Google Shape;1528;p7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29" name="Google Shape;1529;p7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7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7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2" name="Google Shape;1532;p7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33" name="Google Shape;1533;p7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34" name="Google Shape;1534;p79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96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r>
              <a:rPr lang="en-US"/>
              <a:t> / 100</a:t>
            </a:r>
            <a:endParaRPr/>
          </a:p>
        </p:txBody>
      </p:sp>
      <p:pic>
        <p:nvPicPr>
          <p:cNvPr id="1535" name="Google Shape;153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00688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8A6807-48E8-199D-20F4-1CDDBBDC4DAF}"/>
                  </a:ext>
                </a:extLst>
              </p14:cNvPr>
              <p14:cNvContentPartPr/>
              <p14:nvPr/>
            </p14:nvContentPartPr>
            <p14:xfrm>
              <a:off x="735840" y="919080"/>
              <a:ext cx="2259000" cy="111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8A6807-48E8-199D-20F4-1CDDBBDC4D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6480" y="909720"/>
                <a:ext cx="2277720" cy="11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5C15D6-B182-41F0-788C-14B87CA4B8D1}"/>
                  </a:ext>
                </a:extLst>
              </p14:cNvPr>
              <p14:cNvContentPartPr/>
              <p14:nvPr/>
            </p14:nvContentPartPr>
            <p14:xfrm>
              <a:off x="1950120" y="890640"/>
              <a:ext cx="1943640" cy="101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5C15D6-B182-41F0-788C-14B87CA4B8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0760" y="881280"/>
                <a:ext cx="1962360" cy="102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8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D</a:t>
            </a:r>
            <a:r>
              <a:rPr lang="en-US" cap="small">
                <a:solidFill>
                  <a:srgbClr val="FFFFFF"/>
                </a:solidFill>
              </a:rPr>
              <a:t>ata</a:t>
            </a:r>
            <a:r>
              <a:rPr lang="en-US">
                <a:solidFill>
                  <a:srgbClr val="FFFFFF"/>
                </a:solidFill>
              </a:rPr>
              <a:t> R</a:t>
            </a:r>
            <a:r>
              <a:rPr lang="en-US" cap="small">
                <a:solidFill>
                  <a:srgbClr val="FFFFFF"/>
                </a:solidFill>
              </a:rPr>
              <a:t>epresentation</a:t>
            </a:r>
            <a:endParaRPr/>
          </a:p>
        </p:txBody>
      </p:sp>
      <p:grpSp>
        <p:nvGrpSpPr>
          <p:cNvPr id="1541" name="Google Shape;1541;p8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42" name="Google Shape;1542;p8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5" name="Google Shape;1545;p8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46" name="Google Shape;1546;p8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47" name="Google Shape;1547;p8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r>
              <a:rPr lang="en-US"/>
              <a:t> / 100</a:t>
            </a:r>
            <a:endParaRPr/>
          </a:p>
        </p:txBody>
      </p:sp>
      <p:pic>
        <p:nvPicPr>
          <p:cNvPr id="1548" name="Google Shape;154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249015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A67953-3B9B-641E-FEE8-2D1AA0B9568F}"/>
                  </a:ext>
                </a:extLst>
              </p14:cNvPr>
              <p14:cNvContentPartPr/>
              <p14:nvPr/>
            </p14:nvContentPartPr>
            <p14:xfrm>
              <a:off x="979920" y="573120"/>
              <a:ext cx="3785760" cy="238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A67953-3B9B-641E-FEE8-2D1AA0B956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0560" y="563760"/>
                <a:ext cx="3804480" cy="24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62EB2E-B02A-35FC-5AD9-C8BF3B74741F}"/>
                  </a:ext>
                </a:extLst>
              </p14:cNvPr>
              <p14:cNvContentPartPr/>
              <p14:nvPr/>
            </p14:nvContentPartPr>
            <p14:xfrm>
              <a:off x="2864160" y="724320"/>
              <a:ext cx="1617480" cy="2260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62EB2E-B02A-35FC-5AD9-C8BF3B7474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54800" y="714960"/>
                <a:ext cx="1636200" cy="227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8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F</a:t>
            </a:r>
            <a:r>
              <a:rPr lang="en-US" cap="small">
                <a:solidFill>
                  <a:srgbClr val="FFFFFF"/>
                </a:solidFill>
              </a:rPr>
              <a:t>irst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(E</a:t>
            </a:r>
            <a:r>
              <a:rPr lang="en-US" cap="small">
                <a:solidFill>
                  <a:srgbClr val="FFFFFF"/>
                </a:solidFill>
              </a:rPr>
              <a:t>xamples</a:t>
            </a:r>
            <a:endParaRPr/>
          </a:p>
        </p:txBody>
      </p:sp>
      <p:grpSp>
        <p:nvGrpSpPr>
          <p:cNvPr id="1554" name="Google Shape;1554;p8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55" name="Google Shape;1555;p8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8" name="Google Shape;1558;p8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59" name="Google Shape;1559;p8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60" name="Google Shape;1560;p81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64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r>
              <a:rPr lang="en-US"/>
              <a:t> / 100</a:t>
            </a:r>
            <a:endParaRPr/>
          </a:p>
        </p:txBody>
      </p:sp>
      <p:pic>
        <p:nvPicPr>
          <p:cNvPr id="1561" name="Google Shape;1561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94925"/>
            <a:ext cx="4939801" cy="262082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505EE7-B90C-643B-B7CE-77E753DE646E}"/>
                  </a:ext>
                </a:extLst>
              </p14:cNvPr>
              <p14:cNvContentPartPr/>
              <p14:nvPr/>
            </p14:nvContentPartPr>
            <p14:xfrm>
              <a:off x="1801800" y="507240"/>
              <a:ext cx="2993760" cy="258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505EE7-B90C-643B-B7CE-77E753DE64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92440" y="497880"/>
                <a:ext cx="3012480" cy="26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C36599-E145-4E55-EA56-B204502C9BBD}"/>
                  </a:ext>
                </a:extLst>
              </p14:cNvPr>
              <p14:cNvContentPartPr/>
              <p14:nvPr/>
            </p14:nvContentPartPr>
            <p14:xfrm>
              <a:off x="177120" y="813240"/>
              <a:ext cx="4612680" cy="2429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C36599-E145-4E55-EA56-B204502C9B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760" y="803880"/>
                <a:ext cx="4631400" cy="24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3535DE-687B-096B-D0DE-568C07D9638C}"/>
                  </a:ext>
                </a:extLst>
              </p14:cNvPr>
              <p14:cNvContentPartPr/>
              <p14:nvPr/>
            </p14:nvContentPartPr>
            <p14:xfrm>
              <a:off x="1973880" y="2466720"/>
              <a:ext cx="1506240" cy="777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3535DE-687B-096B-D0DE-568C07D963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4520" y="2457360"/>
                <a:ext cx="1524960" cy="79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8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omputation</a:t>
            </a:r>
            <a:endParaRPr/>
          </a:p>
        </p:txBody>
      </p:sp>
      <p:grpSp>
        <p:nvGrpSpPr>
          <p:cNvPr id="1567" name="Google Shape;1567;p8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68" name="Google Shape;1568;p8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1" name="Google Shape;1571;p8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72" name="Google Shape;1572;p8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73" name="Google Shape;1573;p82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r>
              <a:rPr lang="en-US"/>
              <a:t> / 100</a:t>
            </a:r>
            <a:endParaRPr/>
          </a:p>
        </p:txBody>
      </p:sp>
      <p:pic>
        <p:nvPicPr>
          <p:cNvPr id="1574" name="Google Shape;157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76194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35E501-2117-7D14-772C-8FE34B823240}"/>
                  </a:ext>
                </a:extLst>
              </p14:cNvPr>
              <p14:cNvContentPartPr/>
              <p14:nvPr/>
            </p14:nvContentPartPr>
            <p14:xfrm>
              <a:off x="867240" y="889560"/>
              <a:ext cx="3615120" cy="122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35E501-2117-7D14-772C-8FE34B8232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7880" y="880200"/>
                <a:ext cx="3633840" cy="12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C798C1-0500-C124-CEAB-76A1160DA007}"/>
                  </a:ext>
                </a:extLst>
              </p14:cNvPr>
              <p14:cNvContentPartPr/>
              <p14:nvPr/>
            </p14:nvContentPartPr>
            <p14:xfrm>
              <a:off x="293040" y="411840"/>
              <a:ext cx="3327120" cy="242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C798C1-0500-C124-CEAB-76A1160DA0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680" y="402480"/>
                <a:ext cx="3345840" cy="244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8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G</a:t>
            </a:r>
            <a:r>
              <a:rPr lang="en-US" cap="small">
                <a:solidFill>
                  <a:srgbClr val="FFFFFF"/>
                </a:solidFill>
              </a:rPr>
              <a:t>radient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endParaRPr/>
          </a:p>
        </p:txBody>
      </p:sp>
      <p:grpSp>
        <p:nvGrpSpPr>
          <p:cNvPr id="1580" name="Google Shape;1580;p8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81" name="Google Shape;1581;p8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4" name="Google Shape;1584;p8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85" name="Google Shape;1585;p8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86" name="Google Shape;1586;p83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0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r>
              <a:rPr lang="en-US"/>
              <a:t> / 100</a:t>
            </a:r>
            <a:endParaRPr/>
          </a:p>
        </p:txBody>
      </p:sp>
      <p:pic>
        <p:nvPicPr>
          <p:cNvPr id="1587" name="Google Shape;158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25"/>
            <a:ext cx="4797151" cy="253717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6FB05F-3234-C9CB-3AE4-CD2983CAC6FC}"/>
                  </a:ext>
                </a:extLst>
              </p14:cNvPr>
              <p14:cNvContentPartPr/>
              <p14:nvPr/>
            </p14:nvContentPartPr>
            <p14:xfrm>
              <a:off x="204840" y="626400"/>
              <a:ext cx="4203360" cy="249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6FB05F-3234-C9CB-3AE4-CD2983CAC6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480" y="617040"/>
                <a:ext cx="4222080" cy="25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1F0BDF-6B0F-7289-2AC1-DAA3F8AC07A6}"/>
                  </a:ext>
                </a:extLst>
              </p14:cNvPr>
              <p14:cNvContentPartPr/>
              <p14:nvPr/>
            </p14:nvContentPartPr>
            <p14:xfrm>
              <a:off x="36360" y="246600"/>
              <a:ext cx="5374440" cy="228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1F0BDF-6B0F-7289-2AC1-DAA3F8AC07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000" y="237240"/>
                <a:ext cx="5393160" cy="230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8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W</a:t>
            </a:r>
            <a:r>
              <a:rPr lang="en-US" cap="small">
                <a:solidFill>
                  <a:srgbClr val="FFFFFF"/>
                </a:solidFill>
              </a:rPr>
              <a:t>eight</a:t>
            </a:r>
            <a:r>
              <a:rPr lang="en-US">
                <a:solidFill>
                  <a:srgbClr val="FFFFFF"/>
                </a:solidFill>
              </a:rPr>
              <a:t> U</a:t>
            </a:r>
            <a:r>
              <a:rPr lang="en-US" cap="small">
                <a:solidFill>
                  <a:srgbClr val="FFFFFF"/>
                </a:solidFill>
              </a:rPr>
              <a:t>pdate</a:t>
            </a:r>
            <a:endParaRPr/>
          </a:p>
        </p:txBody>
      </p:sp>
      <p:grpSp>
        <p:nvGrpSpPr>
          <p:cNvPr id="1593" name="Google Shape;1593;p8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594" name="Google Shape;1594;p8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7" name="Google Shape;1597;p8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598" name="Google Shape;1598;p8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99" name="Google Shape;1599;p84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14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r>
              <a:rPr lang="en-US"/>
              <a:t> / 100</a:t>
            </a:r>
            <a:endParaRPr/>
          </a:p>
        </p:txBody>
      </p:sp>
      <p:pic>
        <p:nvPicPr>
          <p:cNvPr id="1600" name="Google Shape;160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29275"/>
            <a:ext cx="4989911" cy="270840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BB1E95-CDE9-731E-5DA7-ED02FD31E8E2}"/>
                  </a:ext>
                </a:extLst>
              </p14:cNvPr>
              <p14:cNvContentPartPr/>
              <p14:nvPr/>
            </p14:nvContentPartPr>
            <p14:xfrm>
              <a:off x="137520" y="596160"/>
              <a:ext cx="3961800" cy="180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BB1E95-CDE9-731E-5DA7-ED02FD31E8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160" y="586800"/>
                <a:ext cx="3980520" cy="18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584BB5-047D-8D23-7CE3-C7BB62511AAB}"/>
                  </a:ext>
                </a:extLst>
              </p14:cNvPr>
              <p14:cNvContentPartPr/>
              <p14:nvPr/>
            </p14:nvContentPartPr>
            <p14:xfrm>
              <a:off x="1917000" y="327600"/>
              <a:ext cx="389520" cy="19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584BB5-047D-8D23-7CE3-C7BB62511A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07640" y="318240"/>
                <a:ext cx="408240" cy="21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8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omputational</a:t>
            </a:r>
            <a:r>
              <a:rPr lang="en-US">
                <a:solidFill>
                  <a:srgbClr val="FFFFFF"/>
                </a:solidFill>
              </a:rPr>
              <a:t> G</a:t>
            </a:r>
            <a:r>
              <a:rPr lang="en-US" cap="small">
                <a:solidFill>
                  <a:srgbClr val="FFFFFF"/>
                </a:solidFill>
              </a:rPr>
              <a:t>raph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ini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batch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orward</a:t>
            </a:r>
            <a:endParaRPr/>
          </a:p>
        </p:txBody>
      </p:sp>
      <p:grpSp>
        <p:nvGrpSpPr>
          <p:cNvPr id="1606" name="Google Shape;1606;p8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607" name="Google Shape;1607;p8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0" name="Google Shape;1610;p8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611" name="Google Shape;1611;p8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12" name="Google Shape;1612;p85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0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r>
              <a:rPr lang="en-US"/>
              <a:t> / 100</a:t>
            </a:r>
            <a:endParaRPr/>
          </a:p>
        </p:txBody>
      </p:sp>
      <p:pic>
        <p:nvPicPr>
          <p:cNvPr id="1613" name="Google Shape;161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26757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A3FFB6-1050-25E0-16F0-26348FB831AD}"/>
                  </a:ext>
                </a:extLst>
              </p14:cNvPr>
              <p14:cNvContentPartPr/>
              <p14:nvPr/>
            </p14:nvContentPartPr>
            <p14:xfrm>
              <a:off x="177120" y="866880"/>
              <a:ext cx="3571560" cy="1799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A3FFB6-1050-25E0-16F0-26348FB831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7760" y="857520"/>
                <a:ext cx="3590280" cy="181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8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619" name="Google Shape;1619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86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621" name="Google Shape;1621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86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23" name="Google Shape;1623;p86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624" name="Google Shape;1624;p8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5" name="Google Shape;1625;p8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6" name="Google Shape;1626;p8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7" name="Google Shape;1627;p8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8" name="Google Shape;1628;p8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9" name="Google Shape;1629;p86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30" name="Google Shape;1630;p86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631" name="Google Shape;1631;p8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2" name="Google Shape;1632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3" name="Google Shape;1633;p8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4" name="Google Shape;1634;p8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6567" y="237872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5" name="Google Shape;1635;p8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6" name="Google Shape;1636;p8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7" name="Google Shape;1637;p86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638" name="Google Shape;1638;p8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86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40" name="Google Shape;1640;p86"/>
          <p:cNvSpPr txBox="1"/>
          <p:nvPr/>
        </p:nvSpPr>
        <p:spPr>
          <a:xfrm>
            <a:off x="563023" y="391150"/>
            <a:ext cx="50985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41" name="Google Shape;1641;p8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642" name="Google Shape;1642;p8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5" name="Google Shape;1645;p8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646" name="Google Shape;1646;p8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47" name="Google Shape;1647;p86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0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8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nference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aking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redictions</a:t>
            </a:r>
            <a:endParaRPr/>
          </a:p>
        </p:txBody>
      </p:sp>
      <p:grpSp>
        <p:nvGrpSpPr>
          <p:cNvPr id="1653" name="Google Shape;1653;p8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654" name="Google Shape;1654;p8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7" name="Google Shape;1657;p8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658" name="Google Shape;1658;p8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59" name="Google Shape;1659;p87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2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r>
              <a:rPr lang="en-US"/>
              <a:t> / 100</a:t>
            </a:r>
            <a:endParaRPr/>
          </a:p>
        </p:txBody>
      </p:sp>
      <p:pic>
        <p:nvPicPr>
          <p:cNvPr id="1660" name="Google Shape;166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053723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4C9118-65CB-C895-C18F-85AA5F8E6E6F}"/>
                  </a:ext>
                </a:extLst>
              </p14:cNvPr>
              <p14:cNvContentPartPr/>
              <p14:nvPr/>
            </p14:nvContentPartPr>
            <p14:xfrm>
              <a:off x="2831040" y="566640"/>
              <a:ext cx="1864080" cy="139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4C9118-65CB-C895-C18F-85AA5F8E6E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1680" y="557280"/>
                <a:ext cx="1882800" cy="141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8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nference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666" name="Google Shape;1666;p8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667" name="Google Shape;1667;p8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0" name="Google Shape;1670;p8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671" name="Google Shape;1671;p8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72" name="Google Shape;1672;p88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36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r>
              <a:rPr lang="en-US"/>
              <a:t> / 100</a:t>
            </a:r>
            <a:endParaRPr/>
          </a:p>
        </p:txBody>
      </p:sp>
      <p:pic>
        <p:nvPicPr>
          <p:cNvPr id="1673" name="Google Shape;167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25"/>
            <a:ext cx="5446450" cy="25452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602DF6-BF3A-A329-A52B-5A8D56425835}"/>
                  </a:ext>
                </a:extLst>
              </p14:cNvPr>
              <p14:cNvContentPartPr/>
              <p14:nvPr/>
            </p14:nvContentPartPr>
            <p14:xfrm>
              <a:off x="1672200" y="457560"/>
              <a:ext cx="3445560" cy="2274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602DF6-BF3A-A329-A52B-5A8D564258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62840" y="448200"/>
                <a:ext cx="3464280" cy="229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8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679" name="Google Shape;1679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89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681" name="Google Shape;1681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2" name="Google Shape;1682;p89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83" name="Google Shape;1683;p89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684" name="Google Shape;1684;p8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5" name="Google Shape;1685;p8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6" name="Google Shape;1686;p8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7" name="Google Shape;1687;p8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8" name="Google Shape;1688;p8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9" name="Google Shape;1689;p89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690" name="Google Shape;1690;p89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691" name="Google Shape;1691;p8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2" name="Google Shape;1692;p8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3" name="Google Shape;1693;p8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4" name="Google Shape;1694;p8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5" name="Google Shape;1695;p8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6567" y="256218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6" name="Google Shape;1696;p89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7" name="Google Shape;1697;p89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698" name="Google Shape;1698;p8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89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00" name="Google Shape;1700;p89"/>
          <p:cNvSpPr txBox="1"/>
          <p:nvPr/>
        </p:nvSpPr>
        <p:spPr>
          <a:xfrm>
            <a:off x="563023" y="391150"/>
            <a:ext cx="49623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701" name="Google Shape;1701;p8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702" name="Google Shape;1702;p8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5" name="Google Shape;1705;p8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06" name="Google Shape;1706;p8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07" name="Google Shape;1707;p89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64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9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</a:t>
            </a:r>
            <a:r>
              <a:rPr lang="en-US" cap="small">
                <a:solidFill>
                  <a:srgbClr val="FFFFFF"/>
                </a:solidFill>
              </a:rPr>
              <a:t>valuation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etrics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endParaRPr/>
          </a:p>
        </p:txBody>
      </p:sp>
      <p:grpSp>
        <p:nvGrpSpPr>
          <p:cNvPr id="1713" name="Google Shape;1713;p9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714" name="Google Shape;1714;p9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9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9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7" name="Google Shape;1717;p9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18" name="Google Shape;1718;p9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19" name="Google Shape;1719;p9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r>
              <a:rPr lang="en-US"/>
              <a:t> / 100</a:t>
            </a:r>
            <a:endParaRPr/>
          </a:p>
        </p:txBody>
      </p:sp>
      <p:pic>
        <p:nvPicPr>
          <p:cNvPr id="1720" name="Google Shape;172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71032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C680C4-109B-8B4E-9E5D-26E006594809}"/>
                  </a:ext>
                </a:extLst>
              </p14:cNvPr>
              <p14:cNvContentPartPr/>
              <p14:nvPr/>
            </p14:nvContentPartPr>
            <p14:xfrm>
              <a:off x="396360" y="414000"/>
              <a:ext cx="4826160" cy="597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C680C4-109B-8B4E-9E5D-26E0065948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000" y="404640"/>
                <a:ext cx="4844880" cy="61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9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onfusion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atrix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for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endParaRPr/>
          </a:p>
        </p:txBody>
      </p:sp>
      <p:sp>
        <p:nvSpPr>
          <p:cNvPr id="1726" name="Google Shape;1726;p91"/>
          <p:cNvSpPr txBox="1"/>
          <p:nvPr/>
        </p:nvSpPr>
        <p:spPr>
          <a:xfrm>
            <a:off x="347294" y="470527"/>
            <a:ext cx="3269615" cy="53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 3-class confusion matrix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Predicted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91"/>
          <p:cNvSpPr txBox="1"/>
          <p:nvPr/>
        </p:nvSpPr>
        <p:spPr>
          <a:xfrm rot="-5400000">
            <a:off x="1452436" y="1350976"/>
            <a:ext cx="405765" cy="194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8" name="Google Shape;1728;p91"/>
          <p:cNvGraphicFramePr/>
          <p:nvPr/>
        </p:nvGraphicFramePr>
        <p:xfrm>
          <a:off x="1778939" y="1017003"/>
          <a:ext cx="2451100" cy="734881"/>
        </p:xfrm>
        <a:graphic>
          <a:graphicData uri="http://schemas.openxmlformats.org/drawingml/2006/table">
            <a:tbl>
              <a:tblPr firstRow="1" bandRow="1">
                <a:noFill/>
                <a:tableStyleId>{490A460B-3E9E-462A-940E-07027B97F803}</a:tableStyleId>
              </a:tblPr>
              <a:tblGrid>
                <a:gridCol w="6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 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 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 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 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2FFB2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CC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 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B2FFB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2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Class 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52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52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29" name="Google Shape;1729;p91"/>
          <p:cNvGrpSpPr/>
          <p:nvPr/>
        </p:nvGrpSpPr>
        <p:grpSpPr>
          <a:xfrm>
            <a:off x="513702" y="2137524"/>
            <a:ext cx="69291" cy="694562"/>
            <a:chOff x="513702" y="2137524"/>
            <a:chExt cx="69291" cy="694562"/>
          </a:xfrm>
        </p:grpSpPr>
        <p:pic>
          <p:nvPicPr>
            <p:cNvPr id="1730" name="Google Shape;1730;p9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1375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1" name="Google Shape;1731;p9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3459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2" name="Google Shape;1732;p9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5543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9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7627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4" name="Google Shape;1734;p91"/>
          <p:cNvSpPr txBox="1"/>
          <p:nvPr/>
        </p:nvSpPr>
        <p:spPr>
          <a:xfrm>
            <a:off x="347294" y="1802801"/>
            <a:ext cx="367347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Interpretation: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370840" lvl="0" indent="0" algn="l" rtl="0">
              <a:lnSpc>
                <a:spcPct val="1302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Diagonal (green): Correct predictions (45, 38, 44) Off-diagonal (red): Misclassifications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Row sums: Total actual examples per class (50, 50, 50) Column sums: Total predicted examples per class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45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38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44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/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150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.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847 or 84.7%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5" name="Google Shape;1735;p9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736" name="Google Shape;1736;p9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9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9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9" name="Google Shape;1739;p9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40" name="Google Shape;1740;p9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7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41" name="Google Shape;1741;p91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92AA4D-6469-1066-B48D-CA22BDA69123}"/>
                  </a:ext>
                </a:extLst>
              </p14:cNvPr>
              <p14:cNvContentPartPr/>
              <p14:nvPr/>
            </p14:nvContentPartPr>
            <p14:xfrm>
              <a:off x="275400" y="263160"/>
              <a:ext cx="5210640" cy="264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92AA4D-6469-1066-B48D-CA22BDA691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6040" y="253800"/>
                <a:ext cx="5229360" cy="266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9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07772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er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etrics</a:t>
            </a:r>
            <a:endParaRPr/>
          </a:p>
        </p:txBody>
      </p:sp>
      <p:sp>
        <p:nvSpPr>
          <p:cNvPr id="1747" name="Google Shape;1747;p92"/>
          <p:cNvSpPr txBox="1"/>
          <p:nvPr/>
        </p:nvSpPr>
        <p:spPr>
          <a:xfrm>
            <a:off x="347294" y="379042"/>
            <a:ext cx="4728845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For each class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, compute: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Precision for class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 all predictions for class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, what fraction were correct?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92"/>
          <p:cNvSpPr txBox="1"/>
          <p:nvPr/>
        </p:nvSpPr>
        <p:spPr>
          <a:xfrm>
            <a:off x="2088121" y="1015535"/>
            <a:ext cx="156908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875664" lvl="0" indent="0" algn="l" rtl="0">
              <a:lnSpc>
                <a:spcPct val="9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u="sng">
                <a:latin typeface="Arial"/>
                <a:ea typeface="Arial"/>
                <a:cs typeface="Arial"/>
                <a:sym typeface="Arial"/>
              </a:rPr>
              <a:t>	TP</a:t>
            </a:r>
            <a:r>
              <a:rPr lang="en-US" sz="1050" i="1" u="sng" baseline="-25000">
                <a:latin typeface="Arial"/>
                <a:ea typeface="Arial"/>
                <a:cs typeface="Arial"/>
                <a:sym typeface="Arial"/>
              </a:rPr>
              <a:t>k	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9" name="Google Shape;1749;p92"/>
          <p:cNvSpPr txBox="1"/>
          <p:nvPr/>
        </p:nvSpPr>
        <p:spPr>
          <a:xfrm>
            <a:off x="5144350" y="1118252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(32)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92"/>
          <p:cNvSpPr txBox="1"/>
          <p:nvPr/>
        </p:nvSpPr>
        <p:spPr>
          <a:xfrm>
            <a:off x="321894" y="1207208"/>
            <a:ext cx="4838700" cy="490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6422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TP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FP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Recall for class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 all actual class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examples, what fraction did we identify?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92"/>
          <p:cNvSpPr txBox="1"/>
          <p:nvPr/>
        </p:nvSpPr>
        <p:spPr>
          <a:xfrm>
            <a:off x="2175510" y="1798502"/>
            <a:ext cx="139382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693420" lvl="0" indent="0" algn="l" rtl="0">
              <a:lnSpc>
                <a:spcPct val="9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u="sng">
                <a:latin typeface="Arial"/>
                <a:ea typeface="Arial"/>
                <a:cs typeface="Arial"/>
                <a:sym typeface="Arial"/>
              </a:rPr>
              <a:t>	TP</a:t>
            </a:r>
            <a:r>
              <a:rPr lang="en-US" sz="1050" i="1" u="sng" baseline="-25000">
                <a:latin typeface="Arial"/>
                <a:ea typeface="Arial"/>
                <a:cs typeface="Arial"/>
                <a:sym typeface="Arial"/>
              </a:rPr>
              <a:t>k	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2" name="Google Shape;1752;p92"/>
          <p:cNvSpPr txBox="1"/>
          <p:nvPr/>
        </p:nvSpPr>
        <p:spPr>
          <a:xfrm>
            <a:off x="2831249" y="1990188"/>
            <a:ext cx="7226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TP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92"/>
          <p:cNvSpPr txBox="1"/>
          <p:nvPr/>
        </p:nvSpPr>
        <p:spPr>
          <a:xfrm>
            <a:off x="5144350" y="1901220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(33)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92"/>
          <p:cNvSpPr txBox="1"/>
          <p:nvPr/>
        </p:nvSpPr>
        <p:spPr>
          <a:xfrm>
            <a:off x="347294" y="2291186"/>
            <a:ext cx="12807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F1 Score for class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92"/>
          <p:cNvSpPr txBox="1"/>
          <p:nvPr/>
        </p:nvSpPr>
        <p:spPr>
          <a:xfrm>
            <a:off x="1916036" y="2657213"/>
            <a:ext cx="2025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92"/>
          <p:cNvSpPr txBox="1"/>
          <p:nvPr/>
        </p:nvSpPr>
        <p:spPr>
          <a:xfrm>
            <a:off x="2092579" y="2725533"/>
            <a:ext cx="7112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k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92"/>
          <p:cNvSpPr txBox="1"/>
          <p:nvPr/>
        </p:nvSpPr>
        <p:spPr>
          <a:xfrm>
            <a:off x="2170341" y="2539311"/>
            <a:ext cx="16687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aseline="-250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75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baseline="-25000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050" u="sng"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en-US" sz="1050" i="1" u="sng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 u="sng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u="sng"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lang="en-US" sz="1050" i="1" u="sng" baseline="-25000">
                <a:latin typeface="Arial"/>
                <a:ea typeface="Arial"/>
                <a:cs typeface="Arial"/>
                <a:sym typeface="Arial"/>
              </a:rPr>
              <a:t>k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92"/>
          <p:cNvSpPr txBox="1"/>
          <p:nvPr/>
        </p:nvSpPr>
        <p:spPr>
          <a:xfrm>
            <a:off x="2530182" y="2746169"/>
            <a:ext cx="13074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k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92"/>
          <p:cNvSpPr txBox="1"/>
          <p:nvPr/>
        </p:nvSpPr>
        <p:spPr>
          <a:xfrm>
            <a:off x="5144350" y="2657213"/>
            <a:ext cx="26860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(34)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0" name="Google Shape;1760;p9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761" name="Google Shape;1761;p9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9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9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4" name="Google Shape;1764;p9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65" name="Google Shape;1765;p9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66" name="Google Shape;1766;p92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r>
              <a:rPr lang="en-US"/>
              <a:t> / 100</a:t>
            </a: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BDD749-064D-B082-6185-B0D1D54035A3}"/>
                  </a:ext>
                </a:extLst>
              </p14:cNvPr>
              <p14:cNvContentPartPr/>
              <p14:nvPr/>
            </p14:nvContentPartPr>
            <p14:xfrm>
              <a:off x="532440" y="907920"/>
              <a:ext cx="4234680" cy="619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BDD749-064D-B082-6185-B0D1D54035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080" y="898560"/>
                <a:ext cx="4253400" cy="63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9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45173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veraging</a:t>
            </a:r>
            <a:r>
              <a:rPr lang="en-US">
                <a:solidFill>
                  <a:srgbClr val="FFFFFF"/>
                </a:solidFill>
              </a:rPr>
              <a:t>  S</a:t>
            </a:r>
            <a:r>
              <a:rPr lang="en-US" cap="small">
                <a:solidFill>
                  <a:srgbClr val="FFFFFF"/>
                </a:solidFill>
              </a:rPr>
              <a:t>trategies</a:t>
            </a:r>
            <a:endParaRPr/>
          </a:p>
        </p:txBody>
      </p:sp>
      <p:grpSp>
        <p:nvGrpSpPr>
          <p:cNvPr id="1772" name="Google Shape;1772;p9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773" name="Google Shape;1773;p9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9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9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6" name="Google Shape;1776;p9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77" name="Google Shape;1777;p9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78" name="Google Shape;1778;p93"/>
          <p:cNvSpPr txBox="1">
            <a:spLocks noGrp="1"/>
          </p:cNvSpPr>
          <p:nvPr>
            <p:ph type="sldNum" idx="12"/>
          </p:nvPr>
        </p:nvSpPr>
        <p:spPr>
          <a:xfrm>
            <a:off x="4627895" y="3137672"/>
            <a:ext cx="3600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r>
              <a:rPr lang="en-US"/>
              <a:t> / 100</a:t>
            </a:r>
            <a:endParaRPr/>
          </a:p>
        </p:txBody>
      </p:sp>
      <p:pic>
        <p:nvPicPr>
          <p:cNvPr id="1779" name="Google Shape;177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08775"/>
            <a:ext cx="5260549" cy="25946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7EFE1B-B60D-763E-660B-DF2DC284B6F9}"/>
                  </a:ext>
                </a:extLst>
              </p14:cNvPr>
              <p14:cNvContentPartPr/>
              <p14:nvPr/>
            </p14:nvContentPartPr>
            <p14:xfrm>
              <a:off x="3496320" y="250920"/>
              <a:ext cx="1575720" cy="1367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7EFE1B-B60D-763E-660B-DF2DC284B6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6960" y="241560"/>
                <a:ext cx="1594440" cy="1386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9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18961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op</a:t>
            </a:r>
            <a:r>
              <a:rPr lang="en-US">
                <a:solidFill>
                  <a:srgbClr val="FFFFFF"/>
                </a:solidFill>
              </a:rPr>
              <a:t>-K A</a:t>
            </a:r>
            <a:r>
              <a:rPr lang="en-US" cap="small">
                <a:solidFill>
                  <a:srgbClr val="FFFFFF"/>
                </a:solidFill>
              </a:rPr>
              <a:t>ccuracy</a:t>
            </a:r>
            <a:endParaRPr/>
          </a:p>
        </p:txBody>
      </p:sp>
      <p:sp>
        <p:nvSpPr>
          <p:cNvPr id="1785" name="Google Shape;1785;p94"/>
          <p:cNvSpPr txBox="1"/>
          <p:nvPr/>
        </p:nvSpPr>
        <p:spPr>
          <a:xfrm>
            <a:off x="347294" y="515368"/>
            <a:ext cx="41460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5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For problems with many classes (e.g., ImageNet with 1000 classes):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Top-K Accuracy: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Correct if true class is in top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predictions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6" name="Google Shape;1786;p94"/>
          <p:cNvGrpSpPr/>
          <p:nvPr/>
        </p:nvGrpSpPr>
        <p:grpSpPr>
          <a:xfrm>
            <a:off x="513702" y="1889721"/>
            <a:ext cx="69291" cy="1130707"/>
            <a:chOff x="513702" y="1889721"/>
            <a:chExt cx="69291" cy="1130707"/>
          </a:xfrm>
        </p:grpSpPr>
        <p:pic>
          <p:nvPicPr>
            <p:cNvPr id="1787" name="Google Shape;1787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8897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8" name="Google Shape;1788;p9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1013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9" name="Google Shape;1789;p9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52787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0" name="Google Shape;1790;p9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7395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1" name="Google Shape;1791;p9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9511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2" name="Google Shape;1792;p94"/>
          <p:cNvSpPr txBox="1"/>
          <p:nvPr/>
        </p:nvSpPr>
        <p:spPr>
          <a:xfrm>
            <a:off x="347294" y="1549652"/>
            <a:ext cx="4257040" cy="151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Image classification with 1000 classes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81965" lvl="0" indent="0" algn="l" rtl="0">
              <a:lnSpc>
                <a:spcPct val="1323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Top-1 accuracy: Is the highest probability class correct? Top-5 accuracy: Is the true class in the top 5 predictions?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Why useful?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forgiving metric for large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2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Captures whether model has correct class among top candidates Standard in ImageNet challenge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3" name="Google Shape;1793;p94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794" name="Google Shape;1794;p9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9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9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7" name="Google Shape;1797;p9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798" name="Google Shape;1798;p9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99" name="Google Shape;1799;p94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56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r>
              <a:rPr lang="en-US"/>
              <a:t> / 100</a:t>
            </a:r>
            <a:endParaRPr/>
          </a:p>
        </p:txBody>
      </p:sp>
      <p:pic>
        <p:nvPicPr>
          <p:cNvPr id="1800" name="Google Shape;1800;p9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7700" y="994375"/>
            <a:ext cx="5294224" cy="5552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708FEE-5E63-8A25-4E1A-4F96C52AE71D}"/>
                  </a:ext>
                </a:extLst>
              </p14:cNvPr>
              <p14:cNvContentPartPr/>
              <p14:nvPr/>
            </p14:nvContentPartPr>
            <p14:xfrm>
              <a:off x="153000" y="189720"/>
              <a:ext cx="5349240" cy="1647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708FEE-5E63-8A25-4E1A-4F96C52AE7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640" y="180360"/>
                <a:ext cx="5367960" cy="166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9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ummary</a:t>
            </a:r>
            <a:r>
              <a:rPr lang="en-US">
                <a:solidFill>
                  <a:srgbClr val="FFFFFF"/>
                </a:solidFill>
              </a:rPr>
              <a:t>:  M</a:t>
            </a:r>
            <a:r>
              <a:rPr lang="en-US" cap="small">
                <a:solidFill>
                  <a:srgbClr val="FFFFFF"/>
                </a:solidFill>
              </a:rPr>
              <a:t>ulticlass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1806" name="Google Shape;1806;p95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807" name="Google Shape;1807;p9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95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95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0" name="Google Shape;1810;p9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811" name="Google Shape;1811;p9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12" name="Google Shape;1812;p95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85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r>
              <a:rPr lang="en-US"/>
              <a:t> / 100</a:t>
            </a:r>
            <a:endParaRPr/>
          </a:p>
        </p:txBody>
      </p:sp>
      <p:pic>
        <p:nvPicPr>
          <p:cNvPr id="1813" name="Google Shape;181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99" y="460525"/>
            <a:ext cx="4490174" cy="261870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CF0B57-E3EF-3ED5-60A8-D3A6F829D284}"/>
                  </a:ext>
                </a:extLst>
              </p14:cNvPr>
              <p14:cNvContentPartPr/>
              <p14:nvPr/>
            </p14:nvContentPartPr>
            <p14:xfrm>
              <a:off x="136440" y="487440"/>
              <a:ext cx="4176000" cy="178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CF0B57-E3EF-3ED5-60A8-D3A6F829D2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080" y="478080"/>
                <a:ext cx="4194720" cy="180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9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819" name="Google Shape;1819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96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21" name="Google Shape;1821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96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823" name="Google Shape;1823;p96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824" name="Google Shape;1824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5" name="Google Shape;1825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6" name="Google Shape;1826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7" name="Google Shape;1827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8" name="Google Shape;1828;p9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9" name="Google Shape;1829;p96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830" name="Google Shape;1830;p96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831" name="Google Shape;1831;p9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2" name="Google Shape;1832;p9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3" name="Google Shape;1833;p9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4" name="Google Shape;1834;p9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5" name="Google Shape;1835;p9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6" name="Google Shape;1836;p96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7" name="Google Shape;1837;p96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38" name="Google Shape;1838;p9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96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40" name="Google Shape;1840;p96"/>
          <p:cNvSpPr txBox="1"/>
          <p:nvPr/>
        </p:nvSpPr>
        <p:spPr>
          <a:xfrm>
            <a:off x="563023" y="391150"/>
            <a:ext cx="49383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3333B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3333B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841" name="Google Shape;1841;p96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842" name="Google Shape;1842;p9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9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9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5" name="Google Shape;1845;p9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846" name="Google Shape;1846;p9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47" name="Google Shape;1847;p96"/>
          <p:cNvSpPr txBox="1">
            <a:spLocks noGrp="1"/>
          </p:cNvSpPr>
          <p:nvPr>
            <p:ph type="sldNum" idx="12"/>
          </p:nvPr>
        </p:nvSpPr>
        <p:spPr>
          <a:xfrm>
            <a:off x="4627900" y="3137675"/>
            <a:ext cx="50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9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mplementation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ips</a:t>
            </a:r>
            <a:endParaRPr/>
          </a:p>
        </p:txBody>
      </p:sp>
      <p:grpSp>
        <p:nvGrpSpPr>
          <p:cNvPr id="1853" name="Google Shape;1853;p97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854" name="Google Shape;1854;p9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97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97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7" name="Google Shape;1857;p97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858" name="Google Shape;1858;p97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59" name="Google Shape;1859;p97"/>
          <p:cNvSpPr txBox="1">
            <a:spLocks noGrp="1"/>
          </p:cNvSpPr>
          <p:nvPr>
            <p:ph type="sldNum" idx="12"/>
          </p:nvPr>
        </p:nvSpPr>
        <p:spPr>
          <a:xfrm>
            <a:off x="4627901" y="3137675"/>
            <a:ext cx="464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r>
              <a:rPr lang="en-US"/>
              <a:t> / 100</a:t>
            </a:r>
            <a:endParaRPr/>
          </a:p>
        </p:txBody>
      </p:sp>
      <p:pic>
        <p:nvPicPr>
          <p:cNvPr id="1860" name="Google Shape;186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650" y="550235"/>
            <a:ext cx="4890943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E559D4-7ED4-5DC0-657E-FB5F167CA3E9}"/>
                  </a:ext>
                </a:extLst>
              </p14:cNvPr>
              <p14:cNvContentPartPr/>
              <p14:nvPr/>
            </p14:nvContentPartPr>
            <p14:xfrm>
              <a:off x="116640" y="341640"/>
              <a:ext cx="4882680" cy="279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E559D4-7ED4-5DC0-657E-FB5F167CA3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280" y="332280"/>
                <a:ext cx="4901400" cy="281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9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ebugging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hecklist</a:t>
            </a:r>
            <a:endParaRPr/>
          </a:p>
        </p:txBody>
      </p:sp>
      <p:grpSp>
        <p:nvGrpSpPr>
          <p:cNvPr id="1866" name="Google Shape;1866;p98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867" name="Google Shape;1867;p9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98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8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0" name="Google Shape;1870;p98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871" name="Google Shape;1871;p98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72" name="Google Shape;1872;p98"/>
          <p:cNvSpPr txBox="1">
            <a:spLocks noGrp="1"/>
          </p:cNvSpPr>
          <p:nvPr>
            <p:ph type="sldNum" idx="12"/>
          </p:nvPr>
        </p:nvSpPr>
        <p:spPr>
          <a:xfrm>
            <a:off x="4627903" y="3147199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r>
              <a:rPr lang="en-US"/>
              <a:t> / 100</a:t>
            </a:r>
            <a:endParaRPr/>
          </a:p>
        </p:txBody>
      </p:sp>
      <p:pic>
        <p:nvPicPr>
          <p:cNvPr id="1873" name="Google Shape;187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50" y="454000"/>
            <a:ext cx="4226898" cy="26932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303C0C-841B-A04D-BF50-875BF5D54E11}"/>
                  </a:ext>
                </a:extLst>
              </p14:cNvPr>
              <p14:cNvContentPartPr/>
              <p14:nvPr/>
            </p14:nvContentPartPr>
            <p14:xfrm>
              <a:off x="531720" y="250920"/>
              <a:ext cx="1693080" cy="1109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303C0C-841B-A04D-BF50-875BF5D54E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360" y="241560"/>
                <a:ext cx="1711800" cy="112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9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21551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1879" name="Google Shape;1879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455307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80" name="Google Shape;1880;p99"/>
          <p:cNvSpPr txBox="1"/>
          <p:nvPr/>
        </p:nvSpPr>
        <p:spPr>
          <a:xfrm>
            <a:off x="387959" y="458976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81" name="Google Shape;1881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656018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99"/>
          <p:cNvSpPr txBox="1"/>
          <p:nvPr/>
        </p:nvSpPr>
        <p:spPr>
          <a:xfrm>
            <a:off x="387959" y="659687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883" name="Google Shape;1883;p99"/>
          <p:cNvGrpSpPr/>
          <p:nvPr/>
        </p:nvGrpSpPr>
        <p:grpSpPr>
          <a:xfrm>
            <a:off x="343662" y="887310"/>
            <a:ext cx="302196" cy="873227"/>
            <a:chOff x="343662" y="887310"/>
            <a:chExt cx="302196" cy="873227"/>
          </a:xfrm>
        </p:grpSpPr>
        <p:pic>
          <p:nvPicPr>
            <p:cNvPr id="1884" name="Google Shape;1884;p9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0103" y="887310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5" name="Google Shape;1885;p9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70103" y="107077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6" name="Google Shape;1886;p9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70103" y="125423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7" name="Google Shape;1887;p9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0103" y="1437703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8" name="Google Shape;1888;p9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43662" y="1590573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9" name="Google Shape;1889;p99"/>
          <p:cNvSpPr txBox="1"/>
          <p:nvPr/>
        </p:nvSpPr>
        <p:spPr>
          <a:xfrm>
            <a:off x="387959" y="159424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890" name="Google Shape;1890;p99"/>
          <p:cNvGrpSpPr/>
          <p:nvPr/>
        </p:nvGrpSpPr>
        <p:grpSpPr>
          <a:xfrm>
            <a:off x="343662" y="1821865"/>
            <a:ext cx="302196" cy="1056691"/>
            <a:chOff x="343662" y="1821865"/>
            <a:chExt cx="302196" cy="1056691"/>
          </a:xfrm>
        </p:grpSpPr>
        <p:pic>
          <p:nvPicPr>
            <p:cNvPr id="1891" name="Google Shape;1891;p9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70103" y="1821865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2" name="Google Shape;1892;p9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70103" y="2005329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3" name="Google Shape;1893;p9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70103" y="2188794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4" name="Google Shape;1894;p9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0103" y="2372258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5" name="Google Shape;1895;p9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70103" y="2555722"/>
              <a:ext cx="75755" cy="75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6" name="Google Shape;1896;p99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343662" y="2708592"/>
              <a:ext cx="169964" cy="1699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7" name="Google Shape;1897;p99"/>
          <p:cNvSpPr txBox="1"/>
          <p:nvPr/>
        </p:nvSpPr>
        <p:spPr>
          <a:xfrm>
            <a:off x="387959" y="2712261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AFAF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98" name="Google Shape;1898;p9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3662" y="2909303"/>
            <a:ext cx="169964" cy="169964"/>
          </a:xfrm>
          <a:prstGeom prst="rect">
            <a:avLst/>
          </a:prstGeom>
          <a:noFill/>
          <a:ln>
            <a:noFill/>
          </a:ln>
        </p:spPr>
      </p:pic>
      <p:sp>
        <p:nvSpPr>
          <p:cNvPr id="1899" name="Google Shape;1899;p99"/>
          <p:cNvSpPr txBox="1"/>
          <p:nvPr/>
        </p:nvSpPr>
        <p:spPr>
          <a:xfrm>
            <a:off x="387959" y="2912972"/>
            <a:ext cx="81280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EAEAF7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00" name="Google Shape;1900;p99"/>
          <p:cNvSpPr txBox="1"/>
          <p:nvPr/>
        </p:nvSpPr>
        <p:spPr>
          <a:xfrm>
            <a:off x="563023" y="391150"/>
            <a:ext cx="5034300" cy="27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7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lvl="0" indent="0" algn="l" rtl="0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B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inary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8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Logistic Regression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The Model: Single Neuron for Binary Classification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156845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Binary Classification: Worked Example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Binary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M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ulti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-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class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 C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3"/>
              </a:rPr>
              <a:t>lassification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53670" lvl="0" indent="0" algn="l" rtl="0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Multi-class Classification Model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Mini-batch Stochastic Gradient Descent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Multiclass Classification: Worked Example</a:t>
            </a:r>
            <a:r>
              <a:rPr lang="en-US" sz="95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3670" marR="65532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Making Predictions (Inference)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53670" lvl="0" indent="0" algn="l" rtl="0">
              <a:lnSpc>
                <a:spcPct val="118571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Multiclass Classification: Evaluation Metrics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mplementation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T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ips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and</a:t>
            </a: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 D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29"/>
              </a:rPr>
              <a:t>ebugging</a:t>
            </a:r>
            <a:r>
              <a:rPr lang="en-US" sz="1300">
                <a:solidFill>
                  <a:srgbClr val="D6D6E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 sz="1300">
              <a:solidFill>
                <a:srgbClr val="D6D6E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marL="12700" marR="5080" lvl="0" indent="0" algn="l" rtl="0">
              <a:lnSpc>
                <a:spcPct val="112857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S</a:t>
            </a:r>
            <a:r>
              <a:rPr lang="en-US" sz="13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0"/>
              </a:rPr>
              <a:t>ummary</a:t>
            </a:r>
            <a:endParaRPr sz="13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01" name="Google Shape;1901;p99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902" name="Google Shape;1902;p9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99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99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5" name="Google Shape;1905;p99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906" name="Google Shape;1906;p99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07" name="Google Shape;1907;p99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95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00"/>
          <p:cNvSpPr txBox="1"/>
          <p:nvPr/>
        </p:nvSpPr>
        <p:spPr>
          <a:xfrm>
            <a:off x="95300" y="109545"/>
            <a:ext cx="242951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ctivation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F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unctions</a:t>
            </a:r>
            <a:endParaRPr sz="17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13" name="Google Shape;1913;p100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914" name="Google Shape;1914;p10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00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00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7" name="Google Shape;1917;p100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918" name="Google Shape;1918;p100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19" name="Google Shape;1919;p100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472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r>
              <a:rPr lang="en-US"/>
              <a:t> / 100</a:t>
            </a:r>
            <a:endParaRPr/>
          </a:p>
        </p:txBody>
      </p:sp>
      <p:pic>
        <p:nvPicPr>
          <p:cNvPr id="1920" name="Google Shape;1920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10134"/>
            <a:ext cx="5633274" cy="17278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59CA99-3085-4F8C-BB12-17D7608FB537}"/>
                  </a:ext>
                </a:extLst>
              </p14:cNvPr>
              <p14:cNvContentPartPr/>
              <p14:nvPr/>
            </p14:nvContentPartPr>
            <p14:xfrm>
              <a:off x="1233720" y="623520"/>
              <a:ext cx="408240" cy="197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59CA99-3085-4F8C-BB12-17D7608FB5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4360" y="614160"/>
                <a:ext cx="42696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01"/>
          <p:cNvSpPr txBox="1"/>
          <p:nvPr/>
        </p:nvSpPr>
        <p:spPr>
          <a:xfrm>
            <a:off x="95300" y="109545"/>
            <a:ext cx="171958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oss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F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unctions</a:t>
            </a:r>
            <a:endParaRPr sz="17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26" name="Google Shape;1926;p101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927" name="Google Shape;1927;p10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01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01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0" name="Google Shape;1930;p101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931" name="Google Shape;1931;p101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32" name="Google Shape;1932;p101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04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96</a:t>
            </a:fld>
            <a:r>
              <a:rPr lang="en-US"/>
              <a:t> / 100</a:t>
            </a:r>
            <a:endParaRPr/>
          </a:p>
        </p:txBody>
      </p:sp>
      <p:pic>
        <p:nvPicPr>
          <p:cNvPr id="1933" name="Google Shape;1933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8775"/>
            <a:ext cx="5447523" cy="262662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18DD2E-20C0-EED2-0F89-A1D947E4B5D6}"/>
                  </a:ext>
                </a:extLst>
              </p14:cNvPr>
              <p14:cNvContentPartPr/>
              <p14:nvPr/>
            </p14:nvContentPartPr>
            <p14:xfrm>
              <a:off x="100080" y="1134000"/>
              <a:ext cx="323280" cy="278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18DD2E-20C0-EED2-0F89-A1D947E4B5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720" y="1124640"/>
                <a:ext cx="342000" cy="29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102"/>
          <p:cNvSpPr txBox="1"/>
          <p:nvPr/>
        </p:nvSpPr>
        <p:spPr>
          <a:xfrm>
            <a:off x="95300" y="109545"/>
            <a:ext cx="312991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radient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D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escent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V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ariants</a:t>
            </a:r>
            <a:endParaRPr sz="17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39" name="Google Shape;1939;p102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940" name="Google Shape;1940;p10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02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02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3" name="Google Shape;1943;p102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944" name="Google Shape;1944;p102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45" name="Google Shape;1945;p102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36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97</a:t>
            </a:fld>
            <a:r>
              <a:rPr lang="en-US"/>
              <a:t> / 100</a:t>
            </a:r>
            <a:endParaRPr/>
          </a:p>
        </p:txBody>
      </p:sp>
      <p:pic>
        <p:nvPicPr>
          <p:cNvPr id="1946" name="Google Shape;1946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7450"/>
            <a:ext cx="5124226" cy="263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03"/>
          <p:cNvSpPr txBox="1"/>
          <p:nvPr/>
        </p:nvSpPr>
        <p:spPr>
          <a:xfrm>
            <a:off x="95300" y="109545"/>
            <a:ext cx="332676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omparison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of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L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inear</a:t>
            </a:r>
            <a:r>
              <a:rPr lang="en-US" sz="17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US" sz="1700" cap="small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models</a:t>
            </a:r>
            <a:endParaRPr sz="17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52" name="Google Shape;1952;p103"/>
          <p:cNvGrpSpPr/>
          <p:nvPr/>
        </p:nvGrpSpPr>
        <p:grpSpPr>
          <a:xfrm>
            <a:off x="0" y="3141936"/>
            <a:ext cx="5760262" cy="92075"/>
            <a:chOff x="0" y="3141936"/>
            <a:chExt cx="5760262" cy="92075"/>
          </a:xfrm>
        </p:grpSpPr>
        <p:sp>
          <p:nvSpPr>
            <p:cNvPr id="1953" name="Google Shape;1953;p10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03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03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103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1957" name="Google Shape;1957;p103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58" name="Google Shape;1958;p103"/>
          <p:cNvSpPr txBox="1">
            <a:spLocks noGrp="1"/>
          </p:cNvSpPr>
          <p:nvPr>
            <p:ph type="sldNum" idx="12"/>
          </p:nvPr>
        </p:nvSpPr>
        <p:spPr>
          <a:xfrm>
            <a:off x="4627902" y="3137675"/>
            <a:ext cx="512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98</a:t>
            </a:fld>
            <a:r>
              <a:rPr lang="en-US"/>
              <a:t> / 100</a:t>
            </a:r>
            <a:endParaRPr/>
          </a:p>
        </p:txBody>
      </p:sp>
      <p:pic>
        <p:nvPicPr>
          <p:cNvPr id="1959" name="Google Shape;195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83513"/>
            <a:ext cx="5485860" cy="259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0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ecap</a:t>
            </a:r>
            <a:r>
              <a:rPr lang="en-US">
                <a:solidFill>
                  <a:srgbClr val="FFFFFF"/>
                </a:solidFill>
              </a:rPr>
              <a:t>: B</a:t>
            </a:r>
            <a:r>
              <a:rPr lang="en-US" cap="small">
                <a:solidFill>
                  <a:srgbClr val="FFFFFF"/>
                </a:solidFill>
              </a:rPr>
              <a:t>inary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grpSp>
        <p:nvGrpSpPr>
          <p:cNvPr id="1965" name="Google Shape;1965;p104"/>
          <p:cNvGrpSpPr/>
          <p:nvPr/>
        </p:nvGrpSpPr>
        <p:grpSpPr>
          <a:xfrm>
            <a:off x="513702" y="1186751"/>
            <a:ext cx="1356686" cy="1346613"/>
            <a:chOff x="513702" y="1186751"/>
            <a:chExt cx="1356686" cy="1346613"/>
          </a:xfrm>
        </p:grpSpPr>
        <p:pic>
          <p:nvPicPr>
            <p:cNvPr id="1966" name="Google Shape;1966;p10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1867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7" name="Google Shape;1967;p10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8220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8" name="Google Shape;1968;p10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57765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9" name="Google Shape;1969;p10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77311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0" name="Google Shape;1970;p10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9685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1" name="Google Shape;1971;p104"/>
            <p:cNvSpPr/>
            <p:nvPr/>
          </p:nvSpPr>
          <p:spPr>
            <a:xfrm>
              <a:off x="1585908" y="2248884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8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1"/>
                  </a:lnTo>
                  <a:lnTo>
                    <a:pt x="186936" y="276839"/>
                  </a:lnTo>
                  <a:lnTo>
                    <a:pt x="225928" y="256675"/>
                  </a:lnTo>
                  <a:lnTo>
                    <a:pt x="256675" y="225928"/>
                  </a:lnTo>
                  <a:lnTo>
                    <a:pt x="276839" y="186936"/>
                  </a:lnTo>
                  <a:lnTo>
                    <a:pt x="284081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8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04"/>
            <p:cNvSpPr/>
            <p:nvPr/>
          </p:nvSpPr>
          <p:spPr>
            <a:xfrm>
              <a:off x="1585908" y="2248884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284081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8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8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1"/>
                  </a:lnTo>
                  <a:lnTo>
                    <a:pt x="186936" y="276839"/>
                  </a:lnTo>
                  <a:lnTo>
                    <a:pt x="225928" y="256675"/>
                  </a:lnTo>
                  <a:lnTo>
                    <a:pt x="256675" y="225928"/>
                  </a:lnTo>
                  <a:lnTo>
                    <a:pt x="276839" y="186936"/>
                  </a:lnTo>
                  <a:lnTo>
                    <a:pt x="284081" y="14204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3" name="Google Shape;1973;p104"/>
          <p:cNvSpPr txBox="1"/>
          <p:nvPr/>
        </p:nvSpPr>
        <p:spPr>
          <a:xfrm>
            <a:off x="334594" y="451039"/>
            <a:ext cx="5090700" cy="21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285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cap="small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Logistic Regres</a:t>
            </a:r>
            <a:r>
              <a:rPr lang="en-US" sz="1050" cap="small">
                <a:solidFill>
                  <a:srgbClr val="BF003F"/>
                </a:solidFill>
              </a:rPr>
              <a:t>s</a:t>
            </a:r>
            <a:r>
              <a:rPr lang="en-US" sz="1050" cap="small">
                <a:solidFill>
                  <a:srgbClr val="BF003F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marR="17780" lvl="0" indent="0" algn="l" rtl="0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Key insight: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Sigmoid maps linear combination to probability; optimized by minimiz- ing cross-entropy loss.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1966595" lvl="0" indent="0" algn="l" rtl="0">
              <a:lnSpc>
                <a:spcPct val="1149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Classify into two classes: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{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}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Single neuron with sigmoid activation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Probability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|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,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Loss: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Binary cross-entropy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Training: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Stochastic Gradient Descent (SGD)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3303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4" name="Google Shape;1974;p104"/>
          <p:cNvGrpSpPr/>
          <p:nvPr/>
        </p:nvGrpSpPr>
        <p:grpSpPr>
          <a:xfrm>
            <a:off x="1585908" y="2652088"/>
            <a:ext cx="284480" cy="284480"/>
            <a:chOff x="1585908" y="2652088"/>
            <a:chExt cx="284480" cy="284480"/>
          </a:xfrm>
        </p:grpSpPr>
        <p:sp>
          <p:nvSpPr>
            <p:cNvPr id="1975" name="Google Shape;1975;p104"/>
            <p:cNvSpPr/>
            <p:nvPr/>
          </p:nvSpPr>
          <p:spPr>
            <a:xfrm>
              <a:off x="1585908" y="265208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8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1"/>
                  </a:lnTo>
                  <a:lnTo>
                    <a:pt x="186936" y="276839"/>
                  </a:lnTo>
                  <a:lnTo>
                    <a:pt x="225928" y="256675"/>
                  </a:lnTo>
                  <a:lnTo>
                    <a:pt x="256675" y="225928"/>
                  </a:lnTo>
                  <a:lnTo>
                    <a:pt x="276839" y="186936"/>
                  </a:lnTo>
                  <a:lnTo>
                    <a:pt x="284081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8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04"/>
            <p:cNvSpPr/>
            <p:nvPr/>
          </p:nvSpPr>
          <p:spPr>
            <a:xfrm>
              <a:off x="1585908" y="265208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284081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8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8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1"/>
                  </a:lnTo>
                  <a:lnTo>
                    <a:pt x="186936" y="276839"/>
                  </a:lnTo>
                  <a:lnTo>
                    <a:pt x="225928" y="256675"/>
                  </a:lnTo>
                  <a:lnTo>
                    <a:pt x="256675" y="225928"/>
                  </a:lnTo>
                  <a:lnTo>
                    <a:pt x="276839" y="186936"/>
                  </a:lnTo>
                  <a:lnTo>
                    <a:pt x="284081" y="14204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7" name="Google Shape;1977;p104"/>
          <p:cNvSpPr txBox="1"/>
          <p:nvPr/>
        </p:nvSpPr>
        <p:spPr>
          <a:xfrm>
            <a:off x="1627200" y="2668960"/>
            <a:ext cx="1955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8" name="Google Shape;1978;p104"/>
          <p:cNvGrpSpPr/>
          <p:nvPr/>
        </p:nvGrpSpPr>
        <p:grpSpPr>
          <a:xfrm>
            <a:off x="2285959" y="2430525"/>
            <a:ext cx="324485" cy="324485"/>
            <a:chOff x="2285959" y="2430525"/>
            <a:chExt cx="324485" cy="324485"/>
          </a:xfrm>
        </p:grpSpPr>
        <p:sp>
          <p:nvSpPr>
            <p:cNvPr id="1979" name="Google Shape;1979;p104"/>
            <p:cNvSpPr/>
            <p:nvPr/>
          </p:nvSpPr>
          <p:spPr>
            <a:xfrm>
              <a:off x="2285959" y="2430525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162001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1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3"/>
                  </a:lnTo>
                  <a:lnTo>
                    <a:pt x="80235" y="301884"/>
                  </a:lnTo>
                  <a:lnTo>
                    <a:pt x="118934" y="318215"/>
                  </a:lnTo>
                  <a:lnTo>
                    <a:pt x="162001" y="324002"/>
                  </a:lnTo>
                  <a:lnTo>
                    <a:pt x="205067" y="318215"/>
                  </a:lnTo>
                  <a:lnTo>
                    <a:pt x="243766" y="301884"/>
                  </a:lnTo>
                  <a:lnTo>
                    <a:pt x="276553" y="276553"/>
                  </a:lnTo>
                  <a:lnTo>
                    <a:pt x="301884" y="243766"/>
                  </a:lnTo>
                  <a:lnTo>
                    <a:pt x="318215" y="205067"/>
                  </a:lnTo>
                  <a:lnTo>
                    <a:pt x="324002" y="162001"/>
                  </a:lnTo>
                  <a:lnTo>
                    <a:pt x="318215" y="118934"/>
                  </a:lnTo>
                  <a:lnTo>
                    <a:pt x="301884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1" y="0"/>
                  </a:lnTo>
                  <a:close/>
                </a:path>
              </a:pathLst>
            </a:custGeom>
            <a:solidFill>
              <a:srgbClr val="A2C0D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04"/>
            <p:cNvSpPr/>
            <p:nvPr/>
          </p:nvSpPr>
          <p:spPr>
            <a:xfrm>
              <a:off x="2285959" y="2430525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324002" y="162001"/>
                  </a:moveTo>
                  <a:lnTo>
                    <a:pt x="318215" y="118934"/>
                  </a:lnTo>
                  <a:lnTo>
                    <a:pt x="301884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1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1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3"/>
                  </a:lnTo>
                  <a:lnTo>
                    <a:pt x="80235" y="301884"/>
                  </a:lnTo>
                  <a:lnTo>
                    <a:pt x="118934" y="318215"/>
                  </a:lnTo>
                  <a:lnTo>
                    <a:pt x="162001" y="324002"/>
                  </a:lnTo>
                  <a:lnTo>
                    <a:pt x="205067" y="318215"/>
                  </a:lnTo>
                  <a:lnTo>
                    <a:pt x="243766" y="301884"/>
                  </a:lnTo>
                  <a:lnTo>
                    <a:pt x="276553" y="276553"/>
                  </a:lnTo>
                  <a:lnTo>
                    <a:pt x="301884" y="243766"/>
                  </a:lnTo>
                  <a:lnTo>
                    <a:pt x="318215" y="205067"/>
                  </a:lnTo>
                  <a:lnTo>
                    <a:pt x="324002" y="162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1" name="Google Shape;1981;p104"/>
          <p:cNvSpPr txBox="1"/>
          <p:nvPr/>
        </p:nvSpPr>
        <p:spPr>
          <a:xfrm>
            <a:off x="2381567" y="2480713"/>
            <a:ext cx="1333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Σ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82" name="Google Shape;1982;p104"/>
          <p:cNvGrpSpPr/>
          <p:nvPr/>
        </p:nvGrpSpPr>
        <p:grpSpPr>
          <a:xfrm>
            <a:off x="3293973" y="2430525"/>
            <a:ext cx="324485" cy="324485"/>
            <a:chOff x="3293973" y="2430525"/>
            <a:chExt cx="324485" cy="324485"/>
          </a:xfrm>
        </p:grpSpPr>
        <p:sp>
          <p:nvSpPr>
            <p:cNvPr id="1983" name="Google Shape;1983;p104"/>
            <p:cNvSpPr/>
            <p:nvPr/>
          </p:nvSpPr>
          <p:spPr>
            <a:xfrm>
              <a:off x="3293973" y="2430525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162001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1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3"/>
                  </a:lnTo>
                  <a:lnTo>
                    <a:pt x="80235" y="301884"/>
                  </a:lnTo>
                  <a:lnTo>
                    <a:pt x="118934" y="318215"/>
                  </a:lnTo>
                  <a:lnTo>
                    <a:pt x="162001" y="324002"/>
                  </a:lnTo>
                  <a:lnTo>
                    <a:pt x="205067" y="318215"/>
                  </a:lnTo>
                  <a:lnTo>
                    <a:pt x="243766" y="301884"/>
                  </a:lnTo>
                  <a:lnTo>
                    <a:pt x="276553" y="276553"/>
                  </a:lnTo>
                  <a:lnTo>
                    <a:pt x="301884" y="243766"/>
                  </a:lnTo>
                  <a:lnTo>
                    <a:pt x="318215" y="205067"/>
                  </a:lnTo>
                  <a:lnTo>
                    <a:pt x="324002" y="162001"/>
                  </a:lnTo>
                  <a:lnTo>
                    <a:pt x="318215" y="118934"/>
                  </a:lnTo>
                  <a:lnTo>
                    <a:pt x="301884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1" y="0"/>
                  </a:lnTo>
                  <a:close/>
                </a:path>
              </a:pathLst>
            </a:custGeom>
            <a:solidFill>
              <a:srgbClr val="4681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04"/>
            <p:cNvSpPr/>
            <p:nvPr/>
          </p:nvSpPr>
          <p:spPr>
            <a:xfrm>
              <a:off x="3293973" y="2430525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5" extrusionOk="0">
                  <a:moveTo>
                    <a:pt x="324002" y="162001"/>
                  </a:moveTo>
                  <a:lnTo>
                    <a:pt x="318215" y="118934"/>
                  </a:lnTo>
                  <a:lnTo>
                    <a:pt x="301884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1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1"/>
                  </a:lnTo>
                  <a:lnTo>
                    <a:pt x="5786" y="205067"/>
                  </a:lnTo>
                  <a:lnTo>
                    <a:pt x="22117" y="243766"/>
                  </a:lnTo>
                  <a:lnTo>
                    <a:pt x="47448" y="276553"/>
                  </a:lnTo>
                  <a:lnTo>
                    <a:pt x="80235" y="301884"/>
                  </a:lnTo>
                  <a:lnTo>
                    <a:pt x="118934" y="318215"/>
                  </a:lnTo>
                  <a:lnTo>
                    <a:pt x="162001" y="324002"/>
                  </a:lnTo>
                  <a:lnTo>
                    <a:pt x="205067" y="318215"/>
                  </a:lnTo>
                  <a:lnTo>
                    <a:pt x="243766" y="301884"/>
                  </a:lnTo>
                  <a:lnTo>
                    <a:pt x="276553" y="276553"/>
                  </a:lnTo>
                  <a:lnTo>
                    <a:pt x="301884" y="243766"/>
                  </a:lnTo>
                  <a:lnTo>
                    <a:pt x="318215" y="205067"/>
                  </a:lnTo>
                  <a:lnTo>
                    <a:pt x="324002" y="16200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5" name="Google Shape;1985;p104"/>
          <p:cNvSpPr txBox="1"/>
          <p:nvPr/>
        </p:nvSpPr>
        <p:spPr>
          <a:xfrm>
            <a:off x="3398278" y="2460685"/>
            <a:ext cx="10985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Bookman Old Style"/>
                <a:ea typeface="Bookman Old Style"/>
                <a:cs typeface="Bookman Old Style"/>
                <a:sym typeface="Bookman Old Style"/>
              </a:rPr>
              <a:t>σ</a:t>
            </a:r>
            <a:endParaRPr sz="1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1986" name="Google Shape;1986;p104"/>
          <p:cNvGrpSpPr/>
          <p:nvPr/>
        </p:nvGrpSpPr>
        <p:grpSpPr>
          <a:xfrm>
            <a:off x="3744747" y="2449285"/>
            <a:ext cx="287020" cy="287020"/>
            <a:chOff x="3744747" y="2449285"/>
            <a:chExt cx="287020" cy="287020"/>
          </a:xfrm>
        </p:grpSpPr>
        <p:sp>
          <p:nvSpPr>
            <p:cNvPr id="1987" name="Google Shape;1987;p104"/>
            <p:cNvSpPr/>
            <p:nvPr/>
          </p:nvSpPr>
          <p:spPr>
            <a:xfrm>
              <a:off x="3744747" y="2449285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143243" y="0"/>
                  </a:moveTo>
                  <a:lnTo>
                    <a:pt x="97963" y="7302"/>
                  </a:lnTo>
                  <a:lnTo>
                    <a:pt x="58641" y="27637"/>
                  </a:lnTo>
                  <a:lnTo>
                    <a:pt x="27634" y="58644"/>
                  </a:lnTo>
                  <a:lnTo>
                    <a:pt x="7301" y="97966"/>
                  </a:lnTo>
                  <a:lnTo>
                    <a:pt x="0" y="143242"/>
                  </a:lnTo>
                  <a:lnTo>
                    <a:pt x="7301" y="188517"/>
                  </a:lnTo>
                  <a:lnTo>
                    <a:pt x="27634" y="227839"/>
                  </a:lnTo>
                  <a:lnTo>
                    <a:pt x="58641" y="258846"/>
                  </a:lnTo>
                  <a:lnTo>
                    <a:pt x="97963" y="279181"/>
                  </a:lnTo>
                  <a:lnTo>
                    <a:pt x="143243" y="286484"/>
                  </a:lnTo>
                  <a:lnTo>
                    <a:pt x="188516" y="279181"/>
                  </a:lnTo>
                  <a:lnTo>
                    <a:pt x="227835" y="258846"/>
                  </a:lnTo>
                  <a:lnTo>
                    <a:pt x="258839" y="227839"/>
                  </a:lnTo>
                  <a:lnTo>
                    <a:pt x="279172" y="188517"/>
                  </a:lnTo>
                  <a:lnTo>
                    <a:pt x="286473" y="143242"/>
                  </a:lnTo>
                  <a:lnTo>
                    <a:pt x="279172" y="97966"/>
                  </a:lnTo>
                  <a:lnTo>
                    <a:pt x="258839" y="58644"/>
                  </a:lnTo>
                  <a:lnTo>
                    <a:pt x="227835" y="27637"/>
                  </a:lnTo>
                  <a:lnTo>
                    <a:pt x="188516" y="7302"/>
                  </a:lnTo>
                  <a:lnTo>
                    <a:pt x="143243" y="0"/>
                  </a:lnTo>
                  <a:close/>
                </a:path>
              </a:pathLst>
            </a:custGeom>
            <a:solidFill>
              <a:srgbClr val="B3FF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04"/>
            <p:cNvSpPr/>
            <p:nvPr/>
          </p:nvSpPr>
          <p:spPr>
            <a:xfrm>
              <a:off x="3744747" y="2449285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286473" y="143242"/>
                  </a:moveTo>
                  <a:lnTo>
                    <a:pt x="279172" y="97966"/>
                  </a:lnTo>
                  <a:lnTo>
                    <a:pt x="258839" y="58644"/>
                  </a:lnTo>
                  <a:lnTo>
                    <a:pt x="227835" y="27637"/>
                  </a:lnTo>
                  <a:lnTo>
                    <a:pt x="188516" y="7302"/>
                  </a:lnTo>
                  <a:lnTo>
                    <a:pt x="143243" y="0"/>
                  </a:lnTo>
                  <a:lnTo>
                    <a:pt x="97963" y="7302"/>
                  </a:lnTo>
                  <a:lnTo>
                    <a:pt x="58641" y="27637"/>
                  </a:lnTo>
                  <a:lnTo>
                    <a:pt x="27634" y="58644"/>
                  </a:lnTo>
                  <a:lnTo>
                    <a:pt x="7301" y="97966"/>
                  </a:lnTo>
                  <a:lnTo>
                    <a:pt x="0" y="143242"/>
                  </a:lnTo>
                  <a:lnTo>
                    <a:pt x="7301" y="188517"/>
                  </a:lnTo>
                  <a:lnTo>
                    <a:pt x="27634" y="227839"/>
                  </a:lnTo>
                  <a:lnTo>
                    <a:pt x="58641" y="258846"/>
                  </a:lnTo>
                  <a:lnTo>
                    <a:pt x="97963" y="279181"/>
                  </a:lnTo>
                  <a:lnTo>
                    <a:pt x="143243" y="286484"/>
                  </a:lnTo>
                  <a:lnTo>
                    <a:pt x="188516" y="279181"/>
                  </a:lnTo>
                  <a:lnTo>
                    <a:pt x="227835" y="258846"/>
                  </a:lnTo>
                  <a:lnTo>
                    <a:pt x="258839" y="227839"/>
                  </a:lnTo>
                  <a:lnTo>
                    <a:pt x="279172" y="188517"/>
                  </a:lnTo>
                  <a:lnTo>
                    <a:pt x="286473" y="14324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9" name="Google Shape;1989;p104"/>
          <p:cNvSpPr txBox="1"/>
          <p:nvPr/>
        </p:nvSpPr>
        <p:spPr>
          <a:xfrm>
            <a:off x="3834269" y="2467912"/>
            <a:ext cx="10350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 baseline="30000">
                <a:latin typeface="Tahoma"/>
                <a:ea typeface="Tahoma"/>
                <a:cs typeface="Tahoma"/>
                <a:sym typeface="Tahoma"/>
              </a:rPr>
              <a:t>ˆ</a:t>
            </a:r>
            <a:endParaRPr sz="1800" baseline="30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90" name="Google Shape;1990;p104"/>
          <p:cNvGrpSpPr/>
          <p:nvPr/>
        </p:nvGrpSpPr>
        <p:grpSpPr>
          <a:xfrm>
            <a:off x="1867166" y="2429890"/>
            <a:ext cx="1422181" cy="325837"/>
            <a:chOff x="1867166" y="2429890"/>
            <a:chExt cx="1422181" cy="325837"/>
          </a:xfrm>
        </p:grpSpPr>
        <p:sp>
          <p:nvSpPr>
            <p:cNvPr id="1991" name="Google Shape;1991;p104"/>
            <p:cNvSpPr/>
            <p:nvPr/>
          </p:nvSpPr>
          <p:spPr>
            <a:xfrm>
              <a:off x="1867166" y="2429890"/>
              <a:ext cx="417830" cy="117475"/>
            </a:xfrm>
            <a:custGeom>
              <a:avLst/>
              <a:gdLst/>
              <a:ahLst/>
              <a:cxnLst/>
              <a:rect l="l" t="t" r="r" b="b"/>
              <a:pathLst>
                <a:path w="417830" h="117475" extrusionOk="0">
                  <a:moveTo>
                    <a:pt x="0" y="0"/>
                  </a:moveTo>
                  <a:lnTo>
                    <a:pt x="417518" y="11691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04"/>
            <p:cNvSpPr/>
            <p:nvPr/>
          </p:nvSpPr>
          <p:spPr>
            <a:xfrm>
              <a:off x="2253594" y="2511148"/>
              <a:ext cx="33655" cy="59055"/>
            </a:xfrm>
            <a:custGeom>
              <a:avLst/>
              <a:gdLst/>
              <a:ahLst/>
              <a:cxnLst/>
              <a:rect l="l" t="t" r="r" b="b"/>
              <a:pathLst>
                <a:path w="33655" h="59055" extrusionOk="0">
                  <a:moveTo>
                    <a:pt x="16373" y="0"/>
                  </a:moveTo>
                  <a:lnTo>
                    <a:pt x="17607" y="12736"/>
                  </a:lnTo>
                  <a:lnTo>
                    <a:pt x="21305" y="22862"/>
                  </a:lnTo>
                  <a:lnTo>
                    <a:pt x="26825" y="30640"/>
                  </a:lnTo>
                  <a:lnTo>
                    <a:pt x="33528" y="36335"/>
                  </a:lnTo>
                  <a:lnTo>
                    <a:pt x="24843" y="37722"/>
                  </a:lnTo>
                  <a:lnTo>
                    <a:pt x="16086" y="41502"/>
                  </a:lnTo>
                  <a:lnTo>
                    <a:pt x="7668" y="48236"/>
                  </a:lnTo>
                  <a:lnTo>
                    <a:pt x="0" y="5848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04"/>
            <p:cNvSpPr/>
            <p:nvPr/>
          </p:nvSpPr>
          <p:spPr>
            <a:xfrm>
              <a:off x="1867166" y="2638252"/>
              <a:ext cx="417830" cy="117475"/>
            </a:xfrm>
            <a:custGeom>
              <a:avLst/>
              <a:gdLst/>
              <a:ahLst/>
              <a:cxnLst/>
              <a:rect l="l" t="t" r="r" b="b"/>
              <a:pathLst>
                <a:path w="417830" h="117475" extrusionOk="0">
                  <a:moveTo>
                    <a:pt x="0" y="116910"/>
                  </a:moveTo>
                  <a:lnTo>
                    <a:pt x="417518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04"/>
            <p:cNvSpPr/>
            <p:nvPr/>
          </p:nvSpPr>
          <p:spPr>
            <a:xfrm>
              <a:off x="2253594" y="2615424"/>
              <a:ext cx="33655" cy="59055"/>
            </a:xfrm>
            <a:custGeom>
              <a:avLst/>
              <a:gdLst/>
              <a:ahLst/>
              <a:cxnLst/>
              <a:rect l="l" t="t" r="r" b="b"/>
              <a:pathLst>
                <a:path w="33655" h="59055" extrusionOk="0">
                  <a:moveTo>
                    <a:pt x="0" y="0"/>
                  </a:moveTo>
                  <a:lnTo>
                    <a:pt x="7668" y="10244"/>
                  </a:lnTo>
                  <a:lnTo>
                    <a:pt x="16086" y="16977"/>
                  </a:lnTo>
                  <a:lnTo>
                    <a:pt x="24843" y="20758"/>
                  </a:lnTo>
                  <a:lnTo>
                    <a:pt x="33528" y="22145"/>
                  </a:lnTo>
                  <a:lnTo>
                    <a:pt x="26825" y="27839"/>
                  </a:lnTo>
                  <a:lnTo>
                    <a:pt x="21305" y="35618"/>
                  </a:lnTo>
                  <a:lnTo>
                    <a:pt x="17607" y="45743"/>
                  </a:lnTo>
                  <a:lnTo>
                    <a:pt x="16373" y="5848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04"/>
            <p:cNvSpPr/>
            <p:nvPr/>
          </p:nvSpPr>
          <p:spPr>
            <a:xfrm>
              <a:off x="2612538" y="2592527"/>
              <a:ext cx="674370" cy="0"/>
            </a:xfrm>
            <a:custGeom>
              <a:avLst/>
              <a:gdLst/>
              <a:ahLst/>
              <a:cxnLst/>
              <a:rect l="l" t="t" r="r" b="b"/>
              <a:pathLst>
                <a:path w="674370" h="120000" extrusionOk="0">
                  <a:moveTo>
                    <a:pt x="0" y="0"/>
                  </a:moveTo>
                  <a:lnTo>
                    <a:pt x="67392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04"/>
            <p:cNvSpPr/>
            <p:nvPr/>
          </p:nvSpPr>
          <p:spPr>
            <a:xfrm>
              <a:off x="3262677" y="256216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7" name="Google Shape;1997;p104"/>
          <p:cNvSpPr txBox="1"/>
          <p:nvPr/>
        </p:nvSpPr>
        <p:spPr>
          <a:xfrm>
            <a:off x="2913316" y="2440659"/>
            <a:ext cx="7112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i="1">
                <a:latin typeface="Arial"/>
                <a:ea typeface="Arial"/>
                <a:cs typeface="Arial"/>
                <a:sym typeface="Arial"/>
              </a:rPr>
              <a:t>z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8" name="Google Shape;1998;p104"/>
          <p:cNvGrpSpPr/>
          <p:nvPr/>
        </p:nvGrpSpPr>
        <p:grpSpPr>
          <a:xfrm>
            <a:off x="0" y="2562160"/>
            <a:ext cx="5760262" cy="671851"/>
            <a:chOff x="0" y="2562160"/>
            <a:chExt cx="5760262" cy="671851"/>
          </a:xfrm>
        </p:grpSpPr>
        <p:sp>
          <p:nvSpPr>
            <p:cNvPr id="1999" name="Google Shape;1999;p104"/>
            <p:cNvSpPr/>
            <p:nvPr/>
          </p:nvSpPr>
          <p:spPr>
            <a:xfrm>
              <a:off x="3620604" y="2592527"/>
              <a:ext cx="116839" cy="0"/>
            </a:xfrm>
            <a:custGeom>
              <a:avLst/>
              <a:gdLst/>
              <a:ahLst/>
              <a:cxnLst/>
              <a:rect l="l" t="t" r="r" b="b"/>
              <a:pathLst>
                <a:path w="116839" h="120000" extrusionOk="0">
                  <a:moveTo>
                    <a:pt x="0" y="0"/>
                  </a:moveTo>
                  <a:lnTo>
                    <a:pt x="116649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04"/>
            <p:cNvSpPr/>
            <p:nvPr/>
          </p:nvSpPr>
          <p:spPr>
            <a:xfrm>
              <a:off x="3713464" y="256216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60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0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04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04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4" name="Google Shape;2004;p104"/>
          <p:cNvSpPr txBox="1"/>
          <p:nvPr/>
        </p:nvSpPr>
        <p:spPr>
          <a:xfrm>
            <a:off x="3632377" y="2857727"/>
            <a:ext cx="511809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Class 0 or 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04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006" name="Google Shape;2006;p104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8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07" name="Google Shape;2007;p104"/>
          <p:cNvSpPr txBox="1">
            <a:spLocks noGrp="1"/>
          </p:cNvSpPr>
          <p:nvPr>
            <p:ph type="sldNum" idx="12"/>
          </p:nvPr>
        </p:nvSpPr>
        <p:spPr>
          <a:xfrm>
            <a:off x="4627903" y="3137675"/>
            <a:ext cx="552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99</a:t>
            </a:fld>
            <a:r>
              <a:rPr lang="en-US"/>
              <a:t> / 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0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ecap</a:t>
            </a:r>
            <a:r>
              <a:rPr lang="en-US">
                <a:solidFill>
                  <a:srgbClr val="FFFFFF"/>
                </a:solidFill>
              </a:rPr>
              <a:t>: 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cap="small">
                <a:solidFill>
                  <a:srgbClr val="FFFFFF"/>
                </a:solidFill>
              </a:rPr>
              <a:t>class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lassification</a:t>
            </a:r>
            <a:endParaRPr/>
          </a:p>
        </p:txBody>
      </p:sp>
      <p:sp>
        <p:nvSpPr>
          <p:cNvPr id="2013" name="Google Shape;2013;p105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014" name="Google Shape;2014;p105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3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15" name="Google Shape;2015;p105"/>
          <p:cNvSpPr txBox="1"/>
          <p:nvPr/>
        </p:nvSpPr>
        <p:spPr>
          <a:xfrm>
            <a:off x="4627895" y="3137672"/>
            <a:ext cx="38100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651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100</a:t>
            </a:fld>
            <a:r>
              <a:rPr lang="en-US" sz="600">
                <a:latin typeface="Bookman Old Style"/>
                <a:ea typeface="Bookman Old Style"/>
                <a:cs typeface="Bookman Old Style"/>
                <a:sym typeface="Bookman Old Style"/>
              </a:rPr>
              <a:t> / 100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016" name="Google Shape;2016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25"/>
            <a:ext cx="5028002" cy="253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1" name="Google Shape;2021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10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5035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2023" name="Google Shape;2023;p106"/>
          <p:cNvGrpSpPr/>
          <p:nvPr/>
        </p:nvGrpSpPr>
        <p:grpSpPr>
          <a:xfrm>
            <a:off x="0" y="748068"/>
            <a:ext cx="5760262" cy="2485943"/>
            <a:chOff x="0" y="748068"/>
            <a:chExt cx="5760262" cy="2485943"/>
          </a:xfrm>
        </p:grpSpPr>
        <p:pic>
          <p:nvPicPr>
            <p:cNvPr id="2024" name="Google Shape;2024;p10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74806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5" name="Google Shape;2025;p10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3640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6" name="Google Shape;2026;p10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9247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7" name="Google Shape;2027;p10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3296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8" name="Google Shape;2028;p10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06"/>
            <p:cNvSpPr/>
            <p:nvPr/>
          </p:nvSpPr>
          <p:spPr>
            <a:xfrm>
              <a:off x="1923859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53" y="0"/>
                  </a:lnTo>
                  <a:lnTo>
                    <a:pt x="1912353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06"/>
            <p:cNvSpPr/>
            <p:nvPr/>
          </p:nvSpPr>
          <p:spPr>
            <a:xfrm>
              <a:off x="3836212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59" y="0"/>
                  </a:lnTo>
                  <a:lnTo>
                    <a:pt x="1923859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1" name="Google Shape;2031;p106"/>
          <p:cNvSpPr txBox="1"/>
          <p:nvPr/>
        </p:nvSpPr>
        <p:spPr>
          <a:xfrm>
            <a:off x="644626" y="651051"/>
            <a:ext cx="4724400" cy="216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marR="5080" lvl="0" indent="0" algn="l" rtl="0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Zhang, A., Lipton, Z. C., Li, M., &amp; Smola, A. J. (2023).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 Cambridge University Press. Chapter 4 (Linear Neural Networks for Classification). </a:t>
            </a:r>
            <a:r>
              <a:rPr lang="en-US" sz="12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8"/>
              </a:rPr>
              <a:t>https://d2l.ai/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12700" marR="95885" lvl="0" indent="0" algn="l" rtl="0">
              <a:lnSpc>
                <a:spcPct val="1087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Goodfellow, I., Bengio, Y., &amp; Courville, A. (2016).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 MIT Press. Chapter 6 (Deep Feedforward Networks). </a:t>
            </a:r>
            <a:r>
              <a:rPr lang="en-US" sz="12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9"/>
              </a:rPr>
              <a:t>https://www.deeplearningbook.org/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  <a:p>
            <a:pPr marL="12700" marR="148590" lvl="0" indent="0" algn="l" rtl="0">
              <a:lnSpc>
                <a:spcPct val="1147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Bishop, C. M. (2006).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Pattern Recognition and Machine Learning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 Springer. Chapter 4 (Linear Models for Classification).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207645" lvl="0" indent="0" algn="l" rtl="0">
              <a:lnSpc>
                <a:spcPct val="1087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Murphy, K. P. (2022).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Probabilistic Machine Learning: An Introduction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 MIT Press. Chapter 10 (Logistic Regression). </a:t>
            </a:r>
            <a:r>
              <a:rPr lang="en-US" sz="12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10"/>
              </a:rPr>
              <a:t>https://probml.github.io/pml-book/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2" name="Google Shape;2032;p106"/>
          <p:cNvSpPr txBox="1">
            <a:spLocks noGrp="1"/>
          </p:cNvSpPr>
          <p:nvPr>
            <p:ph type="ftr" idx="11"/>
          </p:nvPr>
        </p:nvSpPr>
        <p:spPr>
          <a:xfrm>
            <a:off x="572122" y="3137672"/>
            <a:ext cx="7353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BITS P</a:t>
            </a:r>
            <a:r>
              <a:rPr lang="en-US" cap="small"/>
              <a:t>ilani</a:t>
            </a:r>
            <a:r>
              <a:rPr lang="en-US"/>
              <a:t> WILP</a:t>
            </a:r>
            <a:endParaRPr/>
          </a:p>
        </p:txBody>
      </p:sp>
      <p:sp>
        <p:nvSpPr>
          <p:cNvPr id="2033" name="Google Shape;2033;p106"/>
          <p:cNvSpPr txBox="1"/>
          <p:nvPr/>
        </p:nvSpPr>
        <p:spPr>
          <a:xfrm>
            <a:off x="2604942" y="3137672"/>
            <a:ext cx="59563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 L</a:t>
            </a:r>
            <a:r>
              <a:rPr lang="en-US" sz="600" u="sng" cap="small">
                <a:solidFill>
                  <a:schemeClr val="hlink"/>
                </a:solidFill>
                <a:latin typeface="Bookman Old Style"/>
                <a:ea typeface="Bookman Old Style"/>
                <a:cs typeface="Bookman Old Style"/>
                <a:sym typeface="Bookman Old Style"/>
                <a:hlinkClick r:id="rId11"/>
              </a:rPr>
              <a:t>earning</a:t>
            </a:r>
            <a:endParaRPr sz="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34" name="Google Shape;2034;p106"/>
          <p:cNvSpPr txBox="1">
            <a:spLocks noGrp="1"/>
          </p:cNvSpPr>
          <p:nvPr>
            <p:ph type="sldNum" idx="12"/>
          </p:nvPr>
        </p:nvSpPr>
        <p:spPr>
          <a:xfrm>
            <a:off x="4627900" y="3137675"/>
            <a:ext cx="595500" cy="9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100/100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85681d36855125f377b21b6e3ce08e02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62e79bbd806a0927d6c21365104fad4a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BDE878-7725-452B-BE68-3EBF2D65A536}">
  <ds:schemaRefs>
    <ds:schemaRef ds:uri="http://schemas.microsoft.com/office/2006/metadata/properties"/>
    <ds:schemaRef ds:uri="http://schemas.microsoft.com/office/infopath/2007/PartnerControls"/>
    <ds:schemaRef ds:uri="0a2451e9-b2b7-43a3-aada-52e3e0c35c47"/>
  </ds:schemaRefs>
</ds:datastoreItem>
</file>

<file path=customXml/itemProps2.xml><?xml version="1.0" encoding="utf-8"?>
<ds:datastoreItem xmlns:ds="http://schemas.openxmlformats.org/officeDocument/2006/customXml" ds:itemID="{830DAD9D-36CC-42FD-8591-38AA27E0AB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451e9-b2b7-43a3-aada-52e3e0c35c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950162-E224-4AAD-A097-0EB868159D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4587</Words>
  <Application>Microsoft Office PowerPoint</Application>
  <PresentationFormat>Custom</PresentationFormat>
  <Paragraphs>1048</Paragraphs>
  <Slides>101</Slides>
  <Notes>100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2" baseType="lpstr">
      <vt:lpstr>Office Theme</vt:lpstr>
      <vt:lpstr>PowerPoint Presentation</vt:lpstr>
      <vt:lpstr>PowerPoint Presentation</vt:lpstr>
      <vt:lpstr>Table of Contents</vt:lpstr>
      <vt:lpstr>What is Classification?</vt:lpstr>
      <vt:lpstr>Examples of Classification Problems</vt:lpstr>
      <vt:lpstr>Types of Classification</vt:lpstr>
      <vt:lpstr>Table of Contents</vt:lpstr>
      <vt:lpstr>Binary Classification Problem</vt:lpstr>
      <vt:lpstr>Binary Classification:  Visual Example</vt:lpstr>
      <vt:lpstr>Why Not Use Linear Regression?</vt:lpstr>
      <vt:lpstr>Table of Contents</vt:lpstr>
      <vt:lpstr>What is Logistic Regression?</vt:lpstr>
      <vt:lpstr>PowerPoint Presentation</vt:lpstr>
      <vt:lpstr>The Sigmoid Activation Function</vt:lpstr>
      <vt:lpstr>Properties of Sigmoid Function</vt:lpstr>
      <vt:lpstr>Table of Contents</vt:lpstr>
      <vt:lpstr>The Four Components</vt:lpstr>
      <vt:lpstr>Matrix Form of Data</vt:lpstr>
      <vt:lpstr>Logistic Regression as a Single Neuron</vt:lpstr>
      <vt:lpstr>Model Prediction</vt:lpstr>
      <vt:lpstr>Making Predictions</vt:lpstr>
      <vt:lpstr>Binary Cross-Entropy Loss</vt:lpstr>
      <vt:lpstr>Total Loss Function</vt:lpstr>
      <vt:lpstr>Why Cross-Entropy Loss?</vt:lpstr>
      <vt:lpstr>From Batch to Stochastic Gradient Descent</vt:lpstr>
      <vt:lpstr>Stochastic Gradient Descent (SGD)</vt:lpstr>
      <vt:lpstr>Computing the Gradient for SGD</vt:lpstr>
      <vt:lpstr>Stochastic Gradient Descent Algorithm</vt:lpstr>
      <vt:lpstr>SGD vs Batch GD: Visual Comparison</vt:lpstr>
      <vt:lpstr>Benefits and Challenges of SGD</vt:lpstr>
      <vt:lpstr>Table of Contents</vt:lpstr>
      <vt:lpstr>Numerical Example: Setup</vt:lpstr>
      <vt:lpstr>Numerical Example: Initialization</vt:lpstr>
      <vt:lpstr>Numerical Example: First SGD Iteration</vt:lpstr>
      <vt:lpstr>Numerical Example: Second SGD Iteration</vt:lpstr>
      <vt:lpstr>Numerical Example: Checking Progress</vt:lpstr>
      <vt:lpstr>Computational Graph for One SGD Step</vt:lpstr>
      <vt:lpstr>Table of Contents</vt:lpstr>
      <vt:lpstr>Evaluating Classification Models</vt:lpstr>
      <vt:lpstr>Confusion Matrix</vt:lpstr>
      <vt:lpstr>Classification  Metrics  I</vt:lpstr>
      <vt:lpstr>Classification  Metrics  II</vt:lpstr>
      <vt:lpstr>When to Use Which Metric?</vt:lpstr>
      <vt:lpstr>Example: Computing Metrics</vt:lpstr>
      <vt:lpstr>Summary: Binary Classification</vt:lpstr>
      <vt:lpstr>Key Takeaways</vt:lpstr>
      <vt:lpstr>Table of Contents</vt:lpstr>
      <vt:lpstr>What is Multi-class Classification?</vt:lpstr>
      <vt:lpstr>Examples of Multi-class Classification</vt:lpstr>
      <vt:lpstr>Multi-class Classification:  Visual Example</vt:lpstr>
      <vt:lpstr>Table of Contents</vt:lpstr>
      <vt:lpstr>The Four Components for Multi-class</vt:lpstr>
      <vt:lpstr>Data Representation</vt:lpstr>
      <vt:lpstr>One-Hot Encoding</vt:lpstr>
      <vt:lpstr>Weight Matrix for Multi-class Classification</vt:lpstr>
      <vt:lpstr>Multi-class Model Architecture</vt:lpstr>
      <vt:lpstr>Linear Model: Computing Logits</vt:lpstr>
      <vt:lpstr>The Softmax Function</vt:lpstr>
      <vt:lpstr>Properties of Softmax</vt:lpstr>
      <vt:lpstr>Softmax Example: Numerical Computation</vt:lpstr>
      <vt:lpstr>Complete Forward Pass</vt:lpstr>
      <vt:lpstr>Categorical Cross-Entropy Loss</vt:lpstr>
      <vt:lpstr>Understanding Categorical Cross-Entropy</vt:lpstr>
      <vt:lpstr>Why Categorical Cross-Entropy?</vt:lpstr>
      <vt:lpstr>Table of Contents</vt:lpstr>
      <vt:lpstr>From SGD to Mini-batch SGD</vt:lpstr>
      <vt:lpstr>Why Mini-batch SGD?</vt:lpstr>
      <vt:lpstr>Mini-batch SGD: Key Concepts</vt:lpstr>
      <vt:lpstr>Computing Gradients for Mini-batch</vt:lpstr>
      <vt:lpstr>Mini-batch SGD Update Rule</vt:lpstr>
      <vt:lpstr>Mini-batch SGD Algorithm</vt:lpstr>
      <vt:lpstr>PowerPoint Presentation</vt:lpstr>
      <vt:lpstr>Table of Contents</vt:lpstr>
      <vt:lpstr>Numerical Example: Setup</vt:lpstr>
      <vt:lpstr>Numerical Example: Data Representation</vt:lpstr>
      <vt:lpstr>Numerical Example: First Mini-batch (Examples</vt:lpstr>
      <vt:lpstr>Numerical Example: Softmax Computation</vt:lpstr>
      <vt:lpstr>Numerical Example: Gradient and Update</vt:lpstr>
      <vt:lpstr>Numerical Example: Weight Update</vt:lpstr>
      <vt:lpstr>Computational Graph for Mini-batch Forward</vt:lpstr>
      <vt:lpstr>Table of Contents</vt:lpstr>
      <vt:lpstr>Inference: Making Predictions</vt:lpstr>
      <vt:lpstr>Inference Example</vt:lpstr>
      <vt:lpstr>Table of Contents</vt:lpstr>
      <vt:lpstr>Evaluation Metrics for Multi-class</vt:lpstr>
      <vt:lpstr>Confusion Matrix for Multi-class</vt:lpstr>
      <vt:lpstr>Per-class Metrics</vt:lpstr>
      <vt:lpstr>Averaging  Strategies</vt:lpstr>
      <vt:lpstr>Top-K Accuracy</vt:lpstr>
      <vt:lpstr>Summary:  Multiclass Classification</vt:lpstr>
      <vt:lpstr>Table of Contents</vt:lpstr>
      <vt:lpstr>Implementation Tips</vt:lpstr>
      <vt:lpstr>Debugging Checklist</vt:lpstr>
      <vt:lpstr>Table of Contents</vt:lpstr>
      <vt:lpstr>PowerPoint Presentation</vt:lpstr>
      <vt:lpstr>PowerPoint Presentation</vt:lpstr>
      <vt:lpstr>PowerPoint Presentation</vt:lpstr>
      <vt:lpstr>PowerPoint Presentation</vt:lpstr>
      <vt:lpstr>Recap: Binary Classification</vt:lpstr>
      <vt:lpstr>Recap: Multi-class Classification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Sangeetha Viswanathan</cp:lastModifiedBy>
  <cp:revision>5</cp:revision>
  <dcterms:modified xsi:type="dcterms:W3CDTF">2025-12-14T06:51:57Z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