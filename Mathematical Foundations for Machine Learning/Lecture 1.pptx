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jpg"/>
  <Default Extension="emf" ContentType="image/x-emf"/>
  <Default Extension="rels" ContentType="application/vnd.openxmlformats-package.relationships+xml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3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4.xml" ContentType="application/vnd.openxmlformats-officedocument.theme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theme/theme5.xml" ContentType="application/vnd.openxmlformats-officedocument.theme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  <p:sldMasterId id="2147483689" r:id="rId3"/>
    <p:sldMasterId id="2147483712" r:id="rId4"/>
    <p:sldMasterId id="2147483735" r:id="rId5"/>
    <p:sldMasterId id="2147483758" r:id="rId6"/>
  </p:sldMasterIdLst>
  <p:notesMasterIdLst>
    <p:notesMasterId r:id="rId48"/>
  </p:notesMasterIdLst>
  <p:sldIdLst>
    <p:sldId id="256" r:id="rId7"/>
    <p:sldId id="297" r:id="rId8"/>
    <p:sldId id="298" r:id="rId9"/>
    <p:sldId id="257" r:id="rId10"/>
    <p:sldId id="258" r:id="rId11"/>
    <p:sldId id="259" r:id="rId12"/>
    <p:sldId id="260" r:id="rId13"/>
    <p:sldId id="299" r:id="rId14"/>
    <p:sldId id="300" r:id="rId15"/>
    <p:sldId id="301" r:id="rId16"/>
    <p:sldId id="302" r:id="rId17"/>
    <p:sldId id="309" r:id="rId18"/>
    <p:sldId id="310" r:id="rId19"/>
    <p:sldId id="311" r:id="rId20"/>
    <p:sldId id="312" r:id="rId21"/>
    <p:sldId id="272" r:id="rId22"/>
    <p:sldId id="273" r:id="rId23"/>
    <p:sldId id="274" r:id="rId24"/>
    <p:sldId id="313" r:id="rId25"/>
    <p:sldId id="314" r:id="rId26"/>
    <p:sldId id="315" r:id="rId27"/>
    <p:sldId id="275" r:id="rId28"/>
    <p:sldId id="276" r:id="rId29"/>
    <p:sldId id="277" r:id="rId30"/>
    <p:sldId id="278" r:id="rId31"/>
    <p:sldId id="316" r:id="rId32"/>
    <p:sldId id="317" r:id="rId33"/>
    <p:sldId id="319" r:id="rId34"/>
    <p:sldId id="320" r:id="rId35"/>
    <p:sldId id="394" r:id="rId36"/>
    <p:sldId id="303" r:id="rId37"/>
    <p:sldId id="304" r:id="rId38"/>
    <p:sldId id="305" r:id="rId39"/>
    <p:sldId id="306" r:id="rId40"/>
    <p:sldId id="307" r:id="rId41"/>
    <p:sldId id="308" r:id="rId42"/>
    <p:sldId id="292" r:id="rId43"/>
    <p:sldId id="293" r:id="rId44"/>
    <p:sldId id="295" r:id="rId45"/>
    <p:sldId id="392" r:id="rId46"/>
    <p:sldId id="393" r:id="rId47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252" d="100"/>
          <a:sy n="252" d="100"/>
        </p:scale>
        <p:origin x="-1568" y="-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notesMaster" Target="notesMasters/notesMaster1.xml"/><Relationship Id="rId49" Type="http://schemas.openxmlformats.org/officeDocument/2006/relationships/printerSettings" Target="printerSettings/printerSettings1.bin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65535" units="cm"/>
          <inkml:channel name="Y" type="integer" max="65535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1872.42859" units="1/cm"/>
          <inkml:channelProperty channel="Y" name="resolution" value="3276.7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2T04:09:45.2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5360 2411 76 0,'0'-8'112'0,"7"0"-68"0,10 0-216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CE4329-8B53-4AFD-A979-9FC5B18F0AF2}" type="datetimeFigureOut">
              <a:rPr lang="en-IN" smtClean="0"/>
              <a:t>07/11/25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AE4517-7F6E-41F0-9E7C-5B5A0822F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2208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AE4517-7F6E-41F0-9E7C-5B5A0822F91C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72627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218DCB-E81B-45EB-A302-6249DC07C3D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273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Relationship Id="rId3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eg"/><Relationship Id="rId3" Type="http://schemas.openxmlformats.org/officeDocument/2006/relationships/image" Target="../media/image5.pn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jpeg"/><Relationship Id="rId3" Type="http://schemas.openxmlformats.org/officeDocument/2006/relationships/image" Target="../media/image4.png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jpeg"/><Relationship Id="rId3" Type="http://schemas.openxmlformats.org/officeDocument/2006/relationships/image" Target="../media/image5.png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png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jpeg"/><Relationship Id="rId3" Type="http://schemas.openxmlformats.org/officeDocument/2006/relationships/image" Target="../media/image4.png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jpeg"/><Relationship Id="rId3" Type="http://schemas.openxmlformats.org/officeDocument/2006/relationships/image" Target="../media/image5.png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png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png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png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png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png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png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.png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jpeg"/><Relationship Id="rId3" Type="http://schemas.openxmlformats.org/officeDocument/2006/relationships/image" Target="../media/image4.png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7.jpeg"/><Relationship Id="rId3" Type="http://schemas.openxmlformats.org/officeDocument/2006/relationships/image" Target="../media/image5.png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.png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.png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.png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.png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.png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.png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8.png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9.png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6.jpeg"/><Relationship Id="rId3" Type="http://schemas.openxmlformats.org/officeDocument/2006/relationships/image" Target="../media/image4.png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7.jpeg"/><Relationship Id="rId3" Type="http://schemas.openxmlformats.org/officeDocument/2006/relationships/image" Target="../media/image9.png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9.png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9.png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9.png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9.png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9.png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9.png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3333B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07/11/25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07/11/25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07/11/25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07/11/25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07/11/25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2009263D-CFE2-1309-1A7C-0A2D111F9BD5}"/>
              </a:ext>
            </a:extLst>
          </p:cNvPr>
          <p:cNvSpPr/>
          <p:nvPr/>
        </p:nvSpPr>
        <p:spPr>
          <a:xfrm>
            <a:off x="0" y="0"/>
            <a:ext cx="4610100" cy="230716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xmlns="" id="{FDDE32AF-8EAF-9C99-4AFF-0B8CE2B5F3BB}"/>
              </a:ext>
            </a:extLst>
          </p:cNvPr>
          <p:cNvSpPr/>
          <p:nvPr/>
        </p:nvSpPr>
        <p:spPr>
          <a:xfrm>
            <a:off x="2401" y="0"/>
            <a:ext cx="4607699" cy="2307167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8A335342-8EF3-481B-8282-E5F28AA97C18}"/>
              </a:ext>
            </a:extLst>
          </p:cNvPr>
          <p:cNvCxnSpPr/>
          <p:nvPr/>
        </p:nvCxnSpPr>
        <p:spPr>
          <a:xfrm flipV="1">
            <a:off x="3171044" y="2656446"/>
            <a:ext cx="0" cy="461433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879" y="2503032"/>
            <a:ext cx="2938939" cy="738293"/>
          </a:xfrm>
        </p:spPr>
        <p:txBody>
          <a:bodyPr/>
          <a:lstStyle>
            <a:lvl1pPr algn="r">
              <a:defRPr sz="2218" spc="10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55883" y="2503032"/>
            <a:ext cx="1210151" cy="738293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7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230520" indent="0" algn="ctr">
              <a:buNone/>
              <a:defRPr sz="807"/>
            </a:lvl2pPr>
            <a:lvl3pPr marL="461040" indent="0" algn="ctr">
              <a:buNone/>
              <a:defRPr sz="807"/>
            </a:lvl3pPr>
            <a:lvl4pPr marL="691561" indent="0" algn="ctr">
              <a:buNone/>
              <a:defRPr sz="807"/>
            </a:lvl4pPr>
            <a:lvl5pPr marL="922081" indent="0" algn="ctr">
              <a:buNone/>
              <a:defRPr sz="807"/>
            </a:lvl5pPr>
            <a:lvl6pPr marL="1152601" indent="0" algn="ctr">
              <a:buNone/>
              <a:defRPr sz="807"/>
            </a:lvl6pPr>
            <a:lvl7pPr marL="1383121" indent="0" algn="ctr">
              <a:buNone/>
              <a:defRPr sz="807"/>
            </a:lvl7pPr>
            <a:lvl8pPr marL="1613642" indent="0" algn="ctr">
              <a:buNone/>
              <a:defRPr sz="807"/>
            </a:lvl8pPr>
            <a:lvl9pPr marL="1844162" indent="0" algn="ctr">
              <a:buNone/>
              <a:defRPr sz="80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xmlns="" id="{9E072998-72AC-CBFA-4380-687DAFF8A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xmlns="" id="{ECE62695-0E26-42FF-FA9C-62E19471C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xmlns="" id="{461788E2-79BB-2B02-1088-ACFB24F44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07CE6AC-C39E-4B48-AF53-2026AAA7B37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4265890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88E5AF2-2351-53C6-BDFC-5D0069168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59B81AD-33E9-4A57-1B56-DF9A4BBE9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CADBF1E-B11F-6E4D-E4BA-122FD4E61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C8B0CC-8302-427C-8587-6C1FA2882A2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0398953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B1C015CE-6DB2-51ED-56B0-109F9A7C051C}"/>
              </a:ext>
            </a:extLst>
          </p:cNvPr>
          <p:cNvSpPr/>
          <p:nvPr/>
        </p:nvSpPr>
        <p:spPr>
          <a:xfrm>
            <a:off x="0" y="0"/>
            <a:ext cx="4610100" cy="230716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xmlns="" id="{8D26737A-39DB-3D2B-CA87-33EE32B8E3CC}"/>
              </a:ext>
            </a:extLst>
          </p:cNvPr>
          <p:cNvSpPr/>
          <p:nvPr/>
        </p:nvSpPr>
        <p:spPr>
          <a:xfrm>
            <a:off x="2401" y="0"/>
            <a:ext cx="4607699" cy="2307167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3EFF9A4F-AB0D-8549-C5F2-810E1F406D86}"/>
              </a:ext>
            </a:extLst>
          </p:cNvPr>
          <p:cNvCxnSpPr/>
          <p:nvPr/>
        </p:nvCxnSpPr>
        <p:spPr>
          <a:xfrm flipV="1">
            <a:off x="3171044" y="2656446"/>
            <a:ext cx="0" cy="461433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879" y="2503032"/>
            <a:ext cx="2938939" cy="738293"/>
          </a:xfrm>
        </p:spPr>
        <p:txBody>
          <a:bodyPr/>
          <a:lstStyle>
            <a:lvl1pPr algn="r">
              <a:defRPr sz="2218" b="0" spc="10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55883" y="2503032"/>
            <a:ext cx="1210151" cy="738293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7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230520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2pPr>
            <a:lvl3pPr marL="461040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3pPr>
            <a:lvl4pPr marL="69156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4pPr>
            <a:lvl5pPr marL="92208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5pPr>
            <a:lvl6pPr marL="115260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6pPr>
            <a:lvl7pPr marL="138312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7pPr>
            <a:lvl8pPr marL="161364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8pPr>
            <a:lvl9pPr marL="184416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xmlns="" id="{A58629AB-3E92-719C-43C5-4894F5A85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xmlns="" id="{318CFD0F-4261-6007-2DAC-55A46B276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xmlns="" id="{CA22123A-7116-40EF-3F4A-BCF39736B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3CA71E8-F994-4B36-89D4-8C238EA34AF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3952619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249" y="295317"/>
            <a:ext cx="3675402" cy="7567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7248" y="1153583"/>
            <a:ext cx="1797939" cy="20303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4712" y="1153583"/>
            <a:ext cx="1797939" cy="20303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99C989D0-6208-DE33-D008-5AAA64EC4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1D0C1A66-55E3-695C-634E-83F0B9256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266CF722-BF0A-32F3-C678-1643C7BE5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A41D30-8096-4B2E-A6C3-A065DF0C7DD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972499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387249" y="295317"/>
            <a:ext cx="3675402" cy="7567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7248" y="1099909"/>
            <a:ext cx="1797939" cy="41529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109" b="0" cap="none" baseline="0">
                <a:solidFill>
                  <a:schemeClr val="accent1"/>
                </a:solidFill>
                <a:latin typeface="+mn-lt"/>
              </a:defRPr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7248" y="1497634"/>
            <a:ext cx="1797939" cy="1686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64712" y="1099909"/>
            <a:ext cx="1797939" cy="41529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109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64712" y="1497634"/>
            <a:ext cx="1797939" cy="1686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xmlns="" id="{623AC123-2239-8E53-3C58-3ABA4FA66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xmlns="" id="{458B8C94-8AD9-A488-3AF3-B0A6BCBC1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xmlns="" id="{9CC8F255-9C0D-F356-4B7B-8A859688A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C946DC-40A7-417B-857C-829FD04EFF8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9049146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xmlns="" id="{870291E9-9C84-BFD8-BA65-FAD56C2DB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xmlns="" id="{F08D46E6-72F2-9BB6-B07B-43F025696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xmlns="" id="{C5D36402-FF80-B9BE-83F5-F84ECCC0A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571A8A-1254-4647-A982-1ADE1082093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8445416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353F521B-AAAA-84ED-35C9-6E041E738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F27568CA-C529-05CF-D8CC-0B3A7EFED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C5E00CB-19FD-8CAF-2E24-A492567AC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F1DFB13-9CC2-46EA-98B4-42BCFD54752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7790924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87248" y="237938"/>
            <a:ext cx="1659636" cy="876723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181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60984" y="415290"/>
            <a:ext cx="2147154" cy="2616327"/>
          </a:xfrm>
        </p:spPr>
        <p:txBody>
          <a:bodyPr>
            <a:normAutofit/>
          </a:bodyPr>
          <a:lstStyle>
            <a:lvl1pPr>
              <a:defRPr sz="1008"/>
            </a:lvl1pPr>
            <a:lvl2pPr>
              <a:defRPr sz="807"/>
            </a:lvl2pPr>
            <a:lvl3pPr>
              <a:defRPr sz="605"/>
            </a:lvl3pPr>
            <a:lvl4pPr>
              <a:defRPr sz="605"/>
            </a:lvl4pPr>
            <a:lvl5pPr>
              <a:defRPr sz="605"/>
            </a:lvl5pPr>
            <a:lvl6pPr>
              <a:defRPr sz="605"/>
            </a:lvl6pPr>
            <a:lvl7pPr>
              <a:defRPr sz="605"/>
            </a:lvl7pPr>
            <a:lvl8pPr>
              <a:defRPr sz="605"/>
            </a:lvl8pPr>
            <a:lvl9pPr>
              <a:defRPr sz="6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7248" y="1139204"/>
            <a:ext cx="1659636" cy="1898565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303"/>
              </a:spcBef>
              <a:buNone/>
              <a:defRPr sz="807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xmlns="" id="{9D31E4C0-3F49-EFF4-C429-371DFDC4D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15A693F-3714-B804-D5D3-3C50E25CA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9C1AC27-D4B7-0665-C188-50C1AE673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565569-151B-40A6-AB17-92CD87B3089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7352663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xmlns="" id="{92D56F1B-4021-8739-8FAF-502EFA7A10FD}"/>
              </a:ext>
            </a:extLst>
          </p:cNvPr>
          <p:cNvCxnSpPr/>
          <p:nvPr/>
        </p:nvCxnSpPr>
        <p:spPr>
          <a:xfrm flipV="1">
            <a:off x="3171044" y="2656446"/>
            <a:ext cx="0" cy="461433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879" y="2503033"/>
            <a:ext cx="2938939" cy="738293"/>
          </a:xfrm>
        </p:spPr>
        <p:txBody>
          <a:bodyPr/>
          <a:lstStyle>
            <a:lvl1pPr algn="r">
              <a:defRPr sz="2218" spc="10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4608947" cy="2307167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tlCol="0">
            <a:normAutofit/>
          </a:bodyPr>
          <a:lstStyle>
            <a:lvl1pPr marL="0" indent="0">
              <a:buNone/>
              <a:defRPr sz="1210"/>
            </a:lvl1pPr>
            <a:lvl2pPr marL="172890" indent="0">
              <a:buNone/>
              <a:defRPr sz="1059"/>
            </a:lvl2pPr>
            <a:lvl3pPr marL="345780" indent="0">
              <a:buNone/>
              <a:defRPr sz="908"/>
            </a:lvl3pPr>
            <a:lvl4pPr marL="518671" indent="0">
              <a:buNone/>
              <a:defRPr sz="756"/>
            </a:lvl4pPr>
            <a:lvl5pPr marL="691561" indent="0">
              <a:buNone/>
              <a:defRPr sz="756"/>
            </a:lvl5pPr>
            <a:lvl6pPr marL="864451" indent="0">
              <a:buNone/>
              <a:defRPr sz="756"/>
            </a:lvl6pPr>
            <a:lvl7pPr marL="1037341" indent="0">
              <a:buNone/>
              <a:defRPr sz="756"/>
            </a:lvl7pPr>
            <a:lvl8pPr marL="1210231" indent="0">
              <a:buNone/>
              <a:defRPr sz="756"/>
            </a:lvl8pPr>
            <a:lvl9pPr marL="1383121" indent="0">
              <a:buNone/>
              <a:defRPr sz="756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55883" y="2503033"/>
            <a:ext cx="1210151" cy="738293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7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172890" indent="0">
              <a:buNone/>
              <a:defRPr sz="529"/>
            </a:lvl2pPr>
            <a:lvl3pPr marL="345780" indent="0">
              <a:buNone/>
              <a:defRPr sz="454"/>
            </a:lvl3pPr>
            <a:lvl4pPr marL="518671" indent="0">
              <a:buNone/>
              <a:defRPr sz="378"/>
            </a:lvl4pPr>
            <a:lvl5pPr marL="691561" indent="0">
              <a:buNone/>
              <a:defRPr sz="378"/>
            </a:lvl5pPr>
            <a:lvl6pPr marL="864451" indent="0">
              <a:buNone/>
              <a:defRPr sz="378"/>
            </a:lvl6pPr>
            <a:lvl7pPr marL="1037341" indent="0">
              <a:buNone/>
              <a:defRPr sz="378"/>
            </a:lvl7pPr>
            <a:lvl8pPr marL="1210231" indent="0">
              <a:buNone/>
              <a:defRPr sz="378"/>
            </a:lvl8pPr>
            <a:lvl9pPr marL="1383121" indent="0">
              <a:buNone/>
              <a:defRPr sz="3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xmlns="" id="{A19B348A-C197-ABCC-479A-317BE5227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xmlns="" id="{0881996B-EDD3-4BD9-373B-4BED48444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xmlns="" id="{DDC6AD28-8698-FA46-0257-3BDC059DF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2602B47-1B18-40F3-8665-0435E5AC300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7628661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A2C4335-CE9D-90DB-2D2B-60ADF05E3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3394534-695E-0ACC-61D4-A6754C9F4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DC4CDE3-68D1-B2F3-BE4D-E7928E036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55FDFE-2B84-4758-A88C-8149F7907FC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0559196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xmlns="" id="{5B6F1C13-A8F2-C805-7A72-CAB6F7FADFC7}"/>
              </a:ext>
            </a:extLst>
          </p:cNvPr>
          <p:cNvCxnSpPr/>
          <p:nvPr/>
        </p:nvCxnSpPr>
        <p:spPr>
          <a:xfrm rot="5400000" flipV="1">
            <a:off x="3803333" y="87479"/>
            <a:ext cx="0" cy="34575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99103" y="384528"/>
            <a:ext cx="994053" cy="2730147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4571" y="384528"/>
            <a:ext cx="2866906" cy="27301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DBB4B847-D4A6-9C7A-A715-39A06CDC9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F0473C72-6417-150C-E35F-813E522C8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097F088E-9B34-B960-C045-73833A5C1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C9080BC-78BB-4E73-A967-475489D3E1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8788773"/>
      </p:ext>
    </p:extLst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67888126-72A9-5410-E69E-A9AC70571F82}"/>
              </a:ext>
            </a:extLst>
          </p:cNvPr>
          <p:cNvSpPr/>
          <p:nvPr userDrawn="1"/>
        </p:nvSpPr>
        <p:spPr>
          <a:xfrm>
            <a:off x="0" y="1691922"/>
            <a:ext cx="4379595" cy="13843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CD2481EA-30A3-D1DF-3D87-EC2EA11AA261}"/>
              </a:ext>
            </a:extLst>
          </p:cNvPr>
          <p:cNvSpPr/>
          <p:nvPr userDrawn="1"/>
        </p:nvSpPr>
        <p:spPr>
          <a:xfrm>
            <a:off x="1459865" y="3076222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707434BE-20B8-7CDC-59E6-A7C9694DB6D9}"/>
              </a:ext>
            </a:extLst>
          </p:cNvPr>
          <p:cNvSpPr/>
          <p:nvPr userDrawn="1"/>
        </p:nvSpPr>
        <p:spPr>
          <a:xfrm>
            <a:off x="0" y="3076222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5D3C7AC3-B14B-0ADF-DF88-3A69BBE516BC}"/>
              </a:ext>
            </a:extLst>
          </p:cNvPr>
          <p:cNvSpPr/>
          <p:nvPr userDrawn="1"/>
        </p:nvSpPr>
        <p:spPr>
          <a:xfrm>
            <a:off x="2919730" y="3076222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8" name="Picture 11" descr="BITS_university_logo_whitevert.png">
            <a:extLst>
              <a:ext uri="{FF2B5EF4-FFF2-40B4-BE49-F238E27FC236}">
                <a16:creationId xmlns:a16="http://schemas.microsoft.com/office/drawing/2014/main" xmlns="" id="{F5C6B12D-B3A4-E36F-9C72-88F8CDCF3E8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38417" y="1691923"/>
            <a:ext cx="1037273" cy="998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D7FC72AE-7413-FD44-41BB-F465F3385AF2}"/>
              </a:ext>
            </a:extLst>
          </p:cNvPr>
          <p:cNvSpPr txBox="1"/>
          <p:nvPr userDrawn="1"/>
        </p:nvSpPr>
        <p:spPr>
          <a:xfrm>
            <a:off x="-38418" y="2653242"/>
            <a:ext cx="1114108" cy="3173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62" b="1" spc="-76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1462" spc="-76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45619CAB-AE34-4010-D7E8-F6976E3158A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6835" y="2859926"/>
            <a:ext cx="960438" cy="18543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605">
                <a:solidFill>
                  <a:srgbClr val="FFFFFF"/>
                </a:solidFill>
              </a:rPr>
              <a:t>Hyderabad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1267777" y="2730147"/>
            <a:ext cx="3034983" cy="269169"/>
          </a:xfrm>
        </p:spPr>
        <p:txBody>
          <a:bodyPr anchor="b">
            <a:noAutofit/>
          </a:bodyPr>
          <a:lstStyle>
            <a:lvl1pPr marL="0" indent="0" algn="r">
              <a:lnSpc>
                <a:spcPts val="908"/>
              </a:lnSpc>
              <a:spcBef>
                <a:spcPts val="0"/>
              </a:spcBef>
              <a:buNone/>
              <a:defRPr sz="908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7777" y="1922639"/>
            <a:ext cx="3034983" cy="769056"/>
          </a:xfrm>
        </p:spPr>
        <p:txBody>
          <a:bodyPr anchorCtr="0">
            <a:noAutofit/>
          </a:bodyPr>
          <a:lstStyle>
            <a:lvl1pPr algn="l">
              <a:lnSpc>
                <a:spcPts val="2017"/>
              </a:lnSpc>
              <a:defRPr sz="2218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86010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5FEAF430-237A-EE38-1A54-B602FB592AD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grpSp>
        <p:nvGrpSpPr>
          <p:cNvPr id="4" name="Group 8">
            <a:extLst>
              <a:ext uri="{FF2B5EF4-FFF2-40B4-BE49-F238E27FC236}">
                <a16:creationId xmlns:a16="http://schemas.microsoft.com/office/drawing/2014/main" xmlns="" id="{D2F28684-3188-DA8E-268E-FF61F2888D0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50879" y="3305337"/>
            <a:ext cx="3559221" cy="24834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xmlns="" id="{1C30C8FD-4E63-D8DA-B6ED-19369214C28E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0F6C1369-ED54-C1C8-B4FA-63C95CB55A2B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xmlns="" id="{307E8927-E998-BB16-3397-3E2A10D0C453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8" name="Picture 12" descr="Picture 7.png">
            <a:extLst>
              <a:ext uri="{FF2B5EF4-FFF2-40B4-BE49-F238E27FC236}">
                <a16:creationId xmlns:a16="http://schemas.microsoft.com/office/drawing/2014/main" xmlns="" id="{C5333E20-B648-D383-7243-EECCA4129F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13">
            <a:extLst>
              <a:ext uri="{FF2B5EF4-FFF2-40B4-BE49-F238E27FC236}">
                <a16:creationId xmlns:a16="http://schemas.microsoft.com/office/drawing/2014/main" xmlns="" id="{B9913320-5DEC-0248-BD7B-CE99A4F396A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B3FC4DC8-E234-A244-EBFD-5A9F4FA77F7D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9E549588-1E5C-A6F6-E9A8-949108CCEF62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xmlns="" id="{4A359F70-9F5D-1813-6760-8448600653C3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17">
            <a:extLst>
              <a:ext uri="{FF2B5EF4-FFF2-40B4-BE49-F238E27FC236}">
                <a16:creationId xmlns:a16="http://schemas.microsoft.com/office/drawing/2014/main" xmlns="" id="{A17B9D4E-E8CD-8FAE-AAD5-63DA85ABDCF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4D119BBD-697C-8C8F-6BDE-580E757067D3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xmlns="" id="{54888114-AB8E-5B31-ED20-9BA5A1E8F4C3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xmlns="" id="{F333BABE-C92D-BCE7-CA34-850E9F935B9C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670" y="753835"/>
            <a:ext cx="4149090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210">
                <a:latin typeface="Arial" pitchFamily="34" charset="0"/>
                <a:cs typeface="Arial" pitchFamily="34" charset="0"/>
              </a:defRPr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578932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41987511-E0E6-803F-F3F9-4D1B8215D2B0}"/>
              </a:ext>
            </a:extLst>
          </p:cNvPr>
          <p:cNvSpPr/>
          <p:nvPr userDrawn="1"/>
        </p:nvSpPr>
        <p:spPr>
          <a:xfrm>
            <a:off x="0" y="1691922"/>
            <a:ext cx="4379595" cy="13843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FF6217B3-2E38-C1D8-4931-E6BFA4C42315}"/>
              </a:ext>
            </a:extLst>
          </p:cNvPr>
          <p:cNvSpPr/>
          <p:nvPr userDrawn="1"/>
        </p:nvSpPr>
        <p:spPr>
          <a:xfrm>
            <a:off x="1459865" y="3076222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0D22DF01-42CD-F0AF-057B-1C0065292C39}"/>
              </a:ext>
            </a:extLst>
          </p:cNvPr>
          <p:cNvSpPr/>
          <p:nvPr userDrawn="1"/>
        </p:nvSpPr>
        <p:spPr>
          <a:xfrm>
            <a:off x="0" y="3076222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237A1939-47CE-6DC2-CEA3-52D596D8968B}"/>
              </a:ext>
            </a:extLst>
          </p:cNvPr>
          <p:cNvSpPr/>
          <p:nvPr userDrawn="1"/>
        </p:nvSpPr>
        <p:spPr>
          <a:xfrm>
            <a:off x="2919730" y="3076222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6" name="Picture 11" descr="BITS_university_logo_whitevert.png">
            <a:extLst>
              <a:ext uri="{FF2B5EF4-FFF2-40B4-BE49-F238E27FC236}">
                <a16:creationId xmlns:a16="http://schemas.microsoft.com/office/drawing/2014/main" xmlns="" id="{2C189CB8-84AC-38F3-200D-8C02FD35232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38417" y="1691923"/>
            <a:ext cx="1037273" cy="998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8D356B3F-59A6-667B-511C-AC844630756A}"/>
              </a:ext>
            </a:extLst>
          </p:cNvPr>
          <p:cNvSpPr txBox="1"/>
          <p:nvPr userDrawn="1"/>
        </p:nvSpPr>
        <p:spPr>
          <a:xfrm>
            <a:off x="-38418" y="2653242"/>
            <a:ext cx="1114108" cy="3173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62" b="1" spc="-76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1462" spc="-76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BCB58D67-B01D-B2C4-E9B8-576D829447F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6835" y="2859926"/>
            <a:ext cx="960438" cy="18543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605">
                <a:solidFill>
                  <a:srgbClr val="FFFFFF"/>
                </a:solidFill>
              </a:rPr>
              <a:t>Hyderabad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267777" y="1922639"/>
            <a:ext cx="3034983" cy="769056"/>
          </a:xfrm>
        </p:spPr>
        <p:txBody>
          <a:bodyPr anchorCtr="0">
            <a:noAutofit/>
          </a:bodyPr>
          <a:lstStyle>
            <a:lvl1pPr algn="l">
              <a:lnSpc>
                <a:spcPts val="2017"/>
              </a:lnSpc>
              <a:defRPr sz="2218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6784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\\Server\D\jyoti\FI023_BITS_v1\styleguide img\IMG_5627_b.jpg">
            <a:extLst>
              <a:ext uri="{FF2B5EF4-FFF2-40B4-BE49-F238E27FC236}">
                <a16:creationId xmlns:a16="http://schemas.microsoft.com/office/drawing/2014/main" xmlns="" id="{9CDBD017-042E-77CE-0B23-8A71AA8E40E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610100" cy="346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B7659E2E-4BE1-1757-2345-FE2ED64D01F3}"/>
              </a:ext>
            </a:extLst>
          </p:cNvPr>
          <p:cNvSpPr/>
          <p:nvPr userDrawn="1"/>
        </p:nvSpPr>
        <p:spPr>
          <a:xfrm>
            <a:off x="0" y="2160566"/>
            <a:ext cx="4610100" cy="1300184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4" name="Picture 9" descr="Picture 7.png">
            <a:extLst>
              <a:ext uri="{FF2B5EF4-FFF2-40B4-BE49-F238E27FC236}">
                <a16:creationId xmlns:a16="http://schemas.microsoft.com/office/drawing/2014/main" xmlns="" id="{B9C35291-110F-F610-01A9-931BE31E0D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57C3243C-60B6-6800-2DBC-523F09CCD03C}"/>
              </a:ext>
            </a:extLst>
          </p:cNvPr>
          <p:cNvSpPr/>
          <p:nvPr userDrawn="1"/>
        </p:nvSpPr>
        <p:spPr>
          <a:xfrm>
            <a:off x="1453462" y="3419093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9F59EEF6-85CF-C9D1-EDC6-B4FEBD6810CE}"/>
              </a:ext>
            </a:extLst>
          </p:cNvPr>
          <p:cNvSpPr/>
          <p:nvPr userDrawn="1"/>
        </p:nvSpPr>
        <p:spPr>
          <a:xfrm>
            <a:off x="-6403" y="3419093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67E03918-300A-B748-860F-40207AB77817}"/>
              </a:ext>
            </a:extLst>
          </p:cNvPr>
          <p:cNvSpPr/>
          <p:nvPr userDrawn="1"/>
        </p:nvSpPr>
        <p:spPr>
          <a:xfrm>
            <a:off x="2913327" y="3419093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0D9F76FD-55DF-FBD4-8591-A50EABCB15E7}"/>
              </a:ext>
            </a:extLst>
          </p:cNvPr>
          <p:cNvSpPr txBox="1"/>
          <p:nvPr userDrawn="1"/>
        </p:nvSpPr>
        <p:spPr>
          <a:xfrm>
            <a:off x="3457575" y="384528"/>
            <a:ext cx="1114108" cy="3173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62" b="1" spc="-76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1462" spc="-76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1D6E9FC1-D6BC-359C-C999-196464757BF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572827" y="591212"/>
            <a:ext cx="960438" cy="18543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605">
                <a:solidFill>
                  <a:srgbClr val="FFFFFF"/>
                </a:solidFill>
              </a:rPr>
              <a:t>Hyderabad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153670" y="2345620"/>
            <a:ext cx="4264343" cy="807508"/>
          </a:xfrm>
        </p:spPr>
        <p:txBody>
          <a:bodyPr>
            <a:noAutofit/>
          </a:bodyPr>
          <a:lstStyle>
            <a:lvl1pPr marL="0" indent="0">
              <a:lnSpc>
                <a:spcPts val="2118"/>
              </a:lnSpc>
              <a:spcBef>
                <a:spcPts val="0"/>
              </a:spcBef>
              <a:buNone/>
              <a:defRPr sz="2017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3174374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Picture 7.png">
            <a:extLst>
              <a:ext uri="{FF2B5EF4-FFF2-40B4-BE49-F238E27FC236}">
                <a16:creationId xmlns:a16="http://schemas.microsoft.com/office/drawing/2014/main" xmlns="" id="{53425BBD-F74E-15DD-5C31-D2FDD12BFE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8">
            <a:extLst>
              <a:ext uri="{FF2B5EF4-FFF2-40B4-BE49-F238E27FC236}">
                <a16:creationId xmlns:a16="http://schemas.microsoft.com/office/drawing/2014/main" xmlns="" id="{CB542EF0-44E0-E3F6-19F9-1A0297886C7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0D21B2B6-9E38-D385-F1BF-C16FC3212D81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xmlns="" id="{EB025E08-AA24-F9D4-031E-1F42137A4080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CCA5F9A4-3FF7-F893-F7B2-DE885DB592F9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2">
            <a:extLst>
              <a:ext uri="{FF2B5EF4-FFF2-40B4-BE49-F238E27FC236}">
                <a16:creationId xmlns:a16="http://schemas.microsoft.com/office/drawing/2014/main" xmlns="" id="{C87C554B-07DD-2011-4687-ED838E0C106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D6B0633F-1F11-0ACB-7DE5-76B84D17E545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FA3FB4FF-9BBA-347D-3C44-19C6B293B2FD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xmlns="" id="{273E1789-02DC-E556-F7EE-5AF68C429334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721F1465-0D22-2A09-F3FA-AD60F85F3F6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0505" y="807509"/>
            <a:ext cx="2036128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412"/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/>
            </a:lvl2pPr>
            <a:lvl3pPr>
              <a:defRPr sz="1008"/>
            </a:lvl3pPr>
            <a:lvl4pPr>
              <a:defRPr sz="908"/>
            </a:lvl4pPr>
            <a:lvl5pPr>
              <a:defRPr sz="908"/>
            </a:lvl5pPr>
            <a:lvl6pPr>
              <a:defRPr sz="908"/>
            </a:lvl6pPr>
            <a:lvl7pPr>
              <a:defRPr sz="908"/>
            </a:lvl7pPr>
            <a:lvl8pPr>
              <a:defRPr sz="908"/>
            </a:lvl8pPr>
            <a:lvl9pPr>
              <a:defRPr sz="908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97137" y="807509"/>
            <a:ext cx="2036128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412"/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>
                <a:latin typeface="Arial" pitchFamily="34" charset="0"/>
                <a:cs typeface="Arial" pitchFamily="34" charset="0"/>
              </a:defRPr>
            </a:lvl2pPr>
            <a:lvl3pPr>
              <a:defRPr sz="1008"/>
            </a:lvl3pPr>
            <a:lvl4pPr>
              <a:defRPr sz="908"/>
            </a:lvl4pPr>
            <a:lvl5pPr>
              <a:defRPr sz="908"/>
            </a:lvl5pPr>
            <a:lvl6pPr>
              <a:defRPr sz="908"/>
            </a:lvl6pPr>
            <a:lvl7pPr>
              <a:defRPr sz="908"/>
            </a:lvl7pPr>
            <a:lvl8pPr>
              <a:defRPr sz="908"/>
            </a:lvl8pPr>
            <a:lvl9pPr>
              <a:defRPr sz="908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126760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xmlns="" id="{66DD779E-BF3B-E6A9-D1B0-C7BEF2BDFCC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xmlns="" id="{DFFAC07B-ECFA-68B1-68CD-CED5914931C2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3A5602B0-13FB-8233-45BA-6A358BE52C15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9FC1EBFA-3039-1A37-73CF-E45D05634D29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xmlns="" id="{BB8EDE94-C59B-3086-76B8-6E25C1A0CA3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xmlns="" id="{CF50F71B-359B-A5D1-B9EF-E5953A1356DB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xmlns="" id="{2D684B8B-55D9-17AB-95A4-A39F6F548240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1151C95A-D377-696C-674C-F503C9B5260A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5" name="Picture 15" descr="Picture 7.png">
            <a:extLst>
              <a:ext uri="{FF2B5EF4-FFF2-40B4-BE49-F238E27FC236}">
                <a16:creationId xmlns:a16="http://schemas.microsoft.com/office/drawing/2014/main" xmlns="" id="{1264BB09-8598-00DD-8979-868332A2AB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CAA7E84F-B5AE-7BA2-191E-9FCD14E4CF6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0505" y="774663"/>
            <a:ext cx="2036928" cy="417373"/>
          </a:xfrm>
        </p:spPr>
        <p:txBody>
          <a:bodyPr anchor="b"/>
          <a:lstStyle>
            <a:lvl1pPr marL="0" indent="0">
              <a:buNone/>
              <a:defRPr sz="1210" b="1"/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0505" y="1192036"/>
            <a:ext cx="2036928" cy="1899407"/>
          </a:xfrm>
        </p:spPr>
        <p:txBody>
          <a:bodyPr/>
          <a:lstStyle>
            <a:lvl1pPr>
              <a:defRPr sz="1210"/>
            </a:lvl1pPr>
            <a:lvl2pPr>
              <a:defRPr sz="1008"/>
            </a:lvl2pPr>
            <a:lvl3pPr>
              <a:defRPr sz="908"/>
            </a:lvl3pPr>
            <a:lvl4pPr>
              <a:defRPr sz="807"/>
            </a:lvl4pPr>
            <a:lvl5pPr>
              <a:defRPr sz="807"/>
            </a:lvl5pPr>
            <a:lvl6pPr>
              <a:defRPr sz="807"/>
            </a:lvl6pPr>
            <a:lvl7pPr>
              <a:defRPr sz="807"/>
            </a:lvl7pPr>
            <a:lvl8pPr>
              <a:defRPr sz="807"/>
            </a:lvl8pPr>
            <a:lvl9pPr>
              <a:defRPr sz="8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41867" y="774663"/>
            <a:ext cx="2037728" cy="417373"/>
          </a:xfrm>
        </p:spPr>
        <p:txBody>
          <a:bodyPr anchor="b"/>
          <a:lstStyle>
            <a:lvl1pPr marL="0" indent="0">
              <a:buNone/>
              <a:defRPr sz="1210" b="1"/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41867" y="1192036"/>
            <a:ext cx="2037728" cy="1899407"/>
          </a:xfrm>
        </p:spPr>
        <p:txBody>
          <a:bodyPr/>
          <a:lstStyle>
            <a:lvl1pPr>
              <a:defRPr sz="1210"/>
            </a:lvl1pPr>
            <a:lvl2pPr>
              <a:defRPr sz="1008"/>
            </a:lvl2pPr>
            <a:lvl3pPr>
              <a:defRPr sz="908"/>
            </a:lvl3pPr>
            <a:lvl4pPr>
              <a:defRPr sz="807"/>
            </a:lvl4pPr>
            <a:lvl5pPr>
              <a:defRPr sz="807"/>
            </a:lvl5pPr>
            <a:lvl6pPr>
              <a:defRPr sz="807"/>
            </a:lvl6pPr>
            <a:lvl7pPr>
              <a:defRPr sz="807"/>
            </a:lvl7pPr>
            <a:lvl8pPr>
              <a:defRPr sz="807"/>
            </a:lvl8pPr>
            <a:lvl9pPr>
              <a:defRPr sz="8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570675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xmlns="" id="{762FD225-0DC8-B01E-FABE-5FB70C2BD68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xmlns="" id="{CF910773-0104-2AE0-F131-EF36E0247960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xmlns="" id="{EC0D3FE2-75CE-D55D-DE08-64AFD254C498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AD386EB7-9693-C224-76DD-401C5638147F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7" name="Group 11">
            <a:extLst>
              <a:ext uri="{FF2B5EF4-FFF2-40B4-BE49-F238E27FC236}">
                <a16:creationId xmlns:a16="http://schemas.microsoft.com/office/drawing/2014/main" xmlns="" id="{A2EC2EB8-34C3-4AC6-0472-87CBC793C52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1110C75A-3F4F-BFD6-9A3B-F8B3C49224C4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3C37F07A-DD4C-344A-577D-B7938BEBFC09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1125915F-3A43-8087-1AAC-362667FBCDDB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1" name="Picture 15" descr="Picture 7.png">
            <a:extLst>
              <a:ext uri="{FF2B5EF4-FFF2-40B4-BE49-F238E27FC236}">
                <a16:creationId xmlns:a16="http://schemas.microsoft.com/office/drawing/2014/main" xmlns="" id="{C2B4513C-6308-0D5B-D339-C8A7AE409B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8E6A1AFB-3A71-580E-0B54-E97B03FB8B4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450917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xmlns="" id="{D50B6DC1-B49F-C36C-DFB5-5F5C3256D11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xmlns="" id="{67AFEA66-8220-DDBB-163D-7FCB50F1EB0D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02F701D0-E03B-786E-1C33-BFEFB44E261D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xmlns="" id="{21A45C58-FAF7-B068-7EE3-7BE20EE9DE65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1">
            <a:extLst>
              <a:ext uri="{FF2B5EF4-FFF2-40B4-BE49-F238E27FC236}">
                <a16:creationId xmlns:a16="http://schemas.microsoft.com/office/drawing/2014/main" xmlns="" id="{6D4DC878-1872-1468-3055-B9F34B0C1FA9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C02DA742-A44D-8C4B-3AF7-D081748241A8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D3A7B159-F36A-4E41-27A0-70EC76729D9A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xmlns="" id="{8955F718-CD00-D9CE-85E8-1943328D2B99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3" name="Picture 15" descr="Picture 7.png">
            <a:extLst>
              <a:ext uri="{FF2B5EF4-FFF2-40B4-BE49-F238E27FC236}">
                <a16:creationId xmlns:a16="http://schemas.microsoft.com/office/drawing/2014/main" xmlns="" id="{37A8B521-3AC4-9899-5988-DE31705A9A9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BB274D31-C279-B754-36D7-217E97E7681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2421" y="807509"/>
            <a:ext cx="2577174" cy="2283935"/>
          </a:xfrm>
        </p:spPr>
        <p:txBody>
          <a:bodyPr/>
          <a:lstStyle>
            <a:lvl1pPr>
              <a:defRPr sz="1613"/>
            </a:lvl1pPr>
            <a:lvl2pPr>
              <a:defRPr sz="1412"/>
            </a:lvl2pPr>
            <a:lvl3pPr>
              <a:defRPr sz="1210"/>
            </a:lvl3pPr>
            <a:lvl4pPr>
              <a:defRPr sz="1008"/>
            </a:lvl4pPr>
            <a:lvl5pPr>
              <a:defRPr sz="1008"/>
            </a:lvl5pPr>
            <a:lvl6pPr>
              <a:defRPr sz="1008"/>
            </a:lvl6pPr>
            <a:lvl7pPr>
              <a:defRPr sz="1008"/>
            </a:lvl7pPr>
            <a:lvl8pPr>
              <a:defRPr sz="1008"/>
            </a:lvl8pPr>
            <a:lvl9pPr>
              <a:defRPr sz="100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0505" y="807509"/>
            <a:ext cx="1516691" cy="2283935"/>
          </a:xfrm>
        </p:spPr>
        <p:txBody>
          <a:bodyPr/>
          <a:lstStyle>
            <a:lvl1pPr marL="0" indent="0">
              <a:buNone/>
              <a:defRPr sz="706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721152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7">
            <a:extLst>
              <a:ext uri="{FF2B5EF4-FFF2-40B4-BE49-F238E27FC236}">
                <a16:creationId xmlns:a16="http://schemas.microsoft.com/office/drawing/2014/main" xmlns="" id="{4C590379-8953-C98C-D866-299A17411A2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xmlns="" id="{EBF96F1B-17C1-B874-6704-302AD7FE94F7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692B0CC5-15FE-2166-C8BE-0C971B586799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EAFFED89-C06A-8F1A-CB33-971C55E02F40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11">
            <a:extLst>
              <a:ext uri="{FF2B5EF4-FFF2-40B4-BE49-F238E27FC236}">
                <a16:creationId xmlns:a16="http://schemas.microsoft.com/office/drawing/2014/main" xmlns="" id="{1507CF0C-1BB0-21A5-6040-0E0099095D5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6F7E25C0-4F3F-4859-B024-29004BBC0766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xmlns="" id="{8C8797F2-C083-7CB2-2D6F-5B1F75EBDBE7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xmlns="" id="{8B4E0FC7-6E91-E1D7-608F-FB995F462AF3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4" name="Picture 15" descr="Picture 7.png">
            <a:extLst>
              <a:ext uri="{FF2B5EF4-FFF2-40B4-BE49-F238E27FC236}">
                <a16:creationId xmlns:a16="http://schemas.microsoft.com/office/drawing/2014/main" xmlns="" id="{8940B10F-F1A8-6A56-35E5-1516F70CA0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9401C8CE-05EE-67BC-62FF-11C36C9587D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3612" y="2728545"/>
            <a:ext cx="2766060" cy="153811"/>
          </a:xfrm>
        </p:spPr>
        <p:txBody>
          <a:bodyPr anchor="b"/>
          <a:lstStyle>
            <a:lvl1pPr algn="l">
              <a:defRPr sz="908" b="1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03612" y="922867"/>
            <a:ext cx="2766060" cy="1730375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1613"/>
            </a:lvl1pPr>
            <a:lvl2pPr marL="230520" indent="0">
              <a:buNone/>
              <a:defRPr sz="1412"/>
            </a:lvl2pPr>
            <a:lvl3pPr marL="461040" indent="0">
              <a:buNone/>
              <a:defRPr sz="1210"/>
            </a:lvl3pPr>
            <a:lvl4pPr marL="691561" indent="0">
              <a:buNone/>
              <a:defRPr sz="1008"/>
            </a:lvl4pPr>
            <a:lvl5pPr marL="922081" indent="0">
              <a:buNone/>
              <a:defRPr sz="1008"/>
            </a:lvl5pPr>
            <a:lvl6pPr marL="1152601" indent="0">
              <a:buNone/>
              <a:defRPr sz="1008"/>
            </a:lvl6pPr>
            <a:lvl7pPr marL="1383121" indent="0">
              <a:buNone/>
              <a:defRPr sz="1008"/>
            </a:lvl7pPr>
            <a:lvl8pPr marL="1613642" indent="0">
              <a:buNone/>
              <a:defRPr sz="1008"/>
            </a:lvl8pPr>
            <a:lvl9pPr marL="1844162" indent="0">
              <a:buNone/>
              <a:defRPr sz="1008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3612" y="2882356"/>
            <a:ext cx="2766060" cy="153811"/>
          </a:xfrm>
        </p:spPr>
        <p:txBody>
          <a:bodyPr>
            <a:normAutofit/>
          </a:bodyPr>
          <a:lstStyle>
            <a:lvl1pPr marL="0" indent="0">
              <a:buNone/>
              <a:defRPr sz="807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726994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xmlns="" id="{1929BE19-5CC1-8DDD-CFC8-E1CE180518D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xmlns="" id="{07E1D839-845A-08B9-5A61-87F267EE041E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xmlns="" id="{ACC373FA-EC25-780A-402F-B9E7E0294B4C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F6877AC3-1FD7-252B-C2B2-F5A7BFE41C0B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7" name="Group 11">
            <a:extLst>
              <a:ext uri="{FF2B5EF4-FFF2-40B4-BE49-F238E27FC236}">
                <a16:creationId xmlns:a16="http://schemas.microsoft.com/office/drawing/2014/main" xmlns="" id="{B022724D-840C-5AA8-FD7F-BD951B6378B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B7258DDC-D6C2-13DD-C200-499D12007CA7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A5139FA3-D235-1159-2C38-8C5B42EC5960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0BBACB52-747B-2859-D19A-45EA49A41510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1" name="Picture 15" descr="Picture 7.png">
            <a:extLst>
              <a:ext uri="{FF2B5EF4-FFF2-40B4-BE49-F238E27FC236}">
                <a16:creationId xmlns:a16="http://schemas.microsoft.com/office/drawing/2014/main" xmlns="" id="{538E2B83-21FD-D52C-3F77-D03DFEA063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F45A3C0B-5554-0FA0-74DD-C4ECBB99B4E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036507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xmlns="" id="{63E8EE5E-7C64-D590-DC04-6C187662955A}"/>
              </a:ext>
            </a:extLst>
          </p:cNvPr>
          <p:cNvGrpSpPr>
            <a:grpSpLocks/>
          </p:cNvGrpSpPr>
          <p:nvPr userDrawn="1"/>
        </p:nvGrpSpPr>
        <p:grpSpPr bwMode="auto">
          <a:xfrm rot="5400000">
            <a:off x="2522751" y="1295789"/>
            <a:ext cx="2614789" cy="23210"/>
            <a:chOff x="1905000" y="6553200"/>
            <a:chExt cx="7010400" cy="457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xmlns="" id="{981F64E8-4B02-F5E3-AB5E-0176F24E7E04}"/>
                </a:ext>
              </a:extLst>
            </p:cNvPr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xmlns="" id="{D357AD32-0618-04CE-DFEC-0A4064E0D497}"/>
                </a:ext>
              </a:extLst>
            </p:cNvPr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07787DFC-8150-E89E-6A62-C6497661103B}"/>
                </a:ext>
              </a:extLst>
            </p:cNvPr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8" name="Picture 11" descr="Picture 7.png">
            <a:extLst>
              <a:ext uri="{FF2B5EF4-FFF2-40B4-BE49-F238E27FC236}">
                <a16:creationId xmlns:a16="http://schemas.microsoft.com/office/drawing/2014/main" xmlns="" id="{090FC9E4-8196-7FC6-A33C-848067570FA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6" t="1923"/>
          <a:stretch>
            <a:fillRect/>
          </a:stretch>
        </p:blipFill>
        <p:spPr bwMode="auto">
          <a:xfrm>
            <a:off x="-4002" y="192264"/>
            <a:ext cx="348959" cy="1107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69C993DF-7C1D-2B31-8CDF-7CCABF9FEB72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1410400" y="1899206"/>
            <a:ext cx="2960864" cy="16222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454" b="1">
                <a:solidFill>
                  <a:srgbClr val="101141"/>
                </a:solidFill>
              </a:rPr>
              <a:t>BITS </a:t>
            </a:r>
            <a:r>
              <a:rPr lang="en-US" altLang="en-US" sz="454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4680" y="192264"/>
            <a:ext cx="3034983" cy="29528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2726284" y="1384564"/>
            <a:ext cx="2960864" cy="576263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475444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F06FC180-52B0-C36A-8AD0-7DDCA3E579D1}"/>
              </a:ext>
            </a:extLst>
          </p:cNvPr>
          <p:cNvSpPr/>
          <p:nvPr/>
        </p:nvSpPr>
        <p:spPr>
          <a:xfrm>
            <a:off x="0" y="0"/>
            <a:ext cx="4610100" cy="230716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xmlns="" id="{382D318E-0781-ACB3-41E7-E016BF584D30}"/>
              </a:ext>
            </a:extLst>
          </p:cNvPr>
          <p:cNvSpPr/>
          <p:nvPr/>
        </p:nvSpPr>
        <p:spPr>
          <a:xfrm>
            <a:off x="2401" y="0"/>
            <a:ext cx="4607699" cy="2307167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99B64941-70E9-670B-E42C-E7AE310D40C9}"/>
              </a:ext>
            </a:extLst>
          </p:cNvPr>
          <p:cNvCxnSpPr/>
          <p:nvPr/>
        </p:nvCxnSpPr>
        <p:spPr>
          <a:xfrm flipV="1">
            <a:off x="3171044" y="2656446"/>
            <a:ext cx="0" cy="461433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879" y="2503032"/>
            <a:ext cx="2938939" cy="738293"/>
          </a:xfrm>
        </p:spPr>
        <p:txBody>
          <a:bodyPr/>
          <a:lstStyle>
            <a:lvl1pPr algn="r">
              <a:defRPr sz="2218" spc="10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55883" y="2503032"/>
            <a:ext cx="1210151" cy="738293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7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230520" indent="0" algn="ctr">
              <a:buNone/>
              <a:defRPr sz="807"/>
            </a:lvl2pPr>
            <a:lvl3pPr marL="461040" indent="0" algn="ctr">
              <a:buNone/>
              <a:defRPr sz="807"/>
            </a:lvl3pPr>
            <a:lvl4pPr marL="691561" indent="0" algn="ctr">
              <a:buNone/>
              <a:defRPr sz="807"/>
            </a:lvl4pPr>
            <a:lvl5pPr marL="922081" indent="0" algn="ctr">
              <a:buNone/>
              <a:defRPr sz="807"/>
            </a:lvl5pPr>
            <a:lvl6pPr marL="1152601" indent="0" algn="ctr">
              <a:buNone/>
              <a:defRPr sz="807"/>
            </a:lvl6pPr>
            <a:lvl7pPr marL="1383121" indent="0" algn="ctr">
              <a:buNone/>
              <a:defRPr sz="807"/>
            </a:lvl7pPr>
            <a:lvl8pPr marL="1613642" indent="0" algn="ctr">
              <a:buNone/>
              <a:defRPr sz="807"/>
            </a:lvl8pPr>
            <a:lvl9pPr marL="1844162" indent="0" algn="ctr">
              <a:buNone/>
              <a:defRPr sz="80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xmlns="" id="{E8D0E22C-9D40-115F-86C5-C4FA3003F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xmlns="" id="{8CE95661-AA02-B0F8-762D-BCCB3E30E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xmlns="" id="{21067ABB-BC17-908A-6276-040E9C450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32041D0-9949-4AE6-93D2-7CE6FDC26CA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48927457"/>
      </p:ext>
    </p:extLst>
  </p:cSld>
  <p:clrMapOvr>
    <a:masterClrMapping/>
  </p:clrMapOvr>
  <p:hf hdr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15613E0-7E07-CAE4-351D-FCE5A8242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3948CE6-A105-821B-B7DF-9654E300A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47BD963-1264-34C3-9E4A-FB3A31C7C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7E36E-33A2-4A3B-A6F2-D7D5DF6230E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3062003"/>
      </p:ext>
    </p:extLst>
  </p:cSld>
  <p:clrMapOvr>
    <a:masterClrMapping/>
  </p:clrMapOvr>
  <p:hf hdr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F0760F14-3A9E-0C36-C0E9-98DB07BCEEAE}"/>
              </a:ext>
            </a:extLst>
          </p:cNvPr>
          <p:cNvSpPr/>
          <p:nvPr/>
        </p:nvSpPr>
        <p:spPr>
          <a:xfrm>
            <a:off x="0" y="0"/>
            <a:ext cx="4610100" cy="230716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xmlns="" id="{CADB4FED-132E-5A8E-8D0C-5139404E30D7}"/>
              </a:ext>
            </a:extLst>
          </p:cNvPr>
          <p:cNvSpPr/>
          <p:nvPr/>
        </p:nvSpPr>
        <p:spPr>
          <a:xfrm>
            <a:off x="2401" y="0"/>
            <a:ext cx="4607699" cy="2307167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6C1CAE42-A884-51FF-46D4-7B96A8635B00}"/>
              </a:ext>
            </a:extLst>
          </p:cNvPr>
          <p:cNvCxnSpPr/>
          <p:nvPr/>
        </p:nvCxnSpPr>
        <p:spPr>
          <a:xfrm flipV="1">
            <a:off x="3171044" y="2656446"/>
            <a:ext cx="0" cy="461433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879" y="2503032"/>
            <a:ext cx="2938939" cy="738293"/>
          </a:xfrm>
        </p:spPr>
        <p:txBody>
          <a:bodyPr/>
          <a:lstStyle>
            <a:lvl1pPr algn="r">
              <a:defRPr sz="2218" b="0" spc="10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55883" y="2503032"/>
            <a:ext cx="1210151" cy="738293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7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230520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2pPr>
            <a:lvl3pPr marL="461040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3pPr>
            <a:lvl4pPr marL="69156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4pPr>
            <a:lvl5pPr marL="92208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5pPr>
            <a:lvl6pPr marL="115260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6pPr>
            <a:lvl7pPr marL="138312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7pPr>
            <a:lvl8pPr marL="161364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8pPr>
            <a:lvl9pPr marL="184416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xmlns="" id="{FB04C484-2628-1D50-0BDB-3E59B09FA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xmlns="" id="{CB68C8CE-40D4-BDA6-C810-146BEFF99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xmlns="" id="{FDB73B18-DA76-22EA-59C1-1D8D2F144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70388AF-091B-4C72-B212-7111A38C25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6363176"/>
      </p:ext>
    </p:extLst>
  </p:cSld>
  <p:clrMapOvr>
    <a:masterClrMapping/>
  </p:clrMapOvr>
  <p:hf hdr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249" y="295317"/>
            <a:ext cx="3675402" cy="7567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7248" y="1153583"/>
            <a:ext cx="1797939" cy="20303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4712" y="1153583"/>
            <a:ext cx="1797939" cy="20303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06EABADA-2D39-FFFE-2FEA-3055D7F8B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5ABAF49C-A031-52E9-5765-0FEDA6BF6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DC167CBF-EA1F-5EE5-B9BA-578253868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8ED226-891E-4438-A956-0C0BFB303F3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7071536"/>
      </p:ext>
    </p:extLst>
  </p:cSld>
  <p:clrMapOvr>
    <a:masterClrMapping/>
  </p:clrMapOvr>
  <p:hf hdr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387249" y="295317"/>
            <a:ext cx="3675402" cy="7567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7248" y="1099909"/>
            <a:ext cx="1797939" cy="41529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109" b="0" cap="none" baseline="0">
                <a:solidFill>
                  <a:schemeClr val="accent1"/>
                </a:solidFill>
                <a:latin typeface="+mn-lt"/>
              </a:defRPr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7248" y="1497634"/>
            <a:ext cx="1797939" cy="1686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64712" y="1099909"/>
            <a:ext cx="1797939" cy="41529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109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64712" y="1497634"/>
            <a:ext cx="1797939" cy="1686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xmlns="" id="{68E0290B-4A02-96D2-3066-D8CCF0B2E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xmlns="" id="{105C11BB-34BC-8F6F-3571-F93DC2BDE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xmlns="" id="{2AB40352-7B7D-6C51-8493-1CA545947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5C7574-DE02-4717-861D-6BDE10F5A8A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4430430"/>
      </p:ext>
    </p:extLst>
  </p:cSld>
  <p:clrMapOvr>
    <a:masterClrMapping/>
  </p:clrMapOvr>
  <p:hf hdr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xmlns="" id="{401CC618-5AC9-3E13-4C8E-F30DA863A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xmlns="" id="{05F0CDDA-E8CB-0C24-BD86-0C2B437B7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xmlns="" id="{8275915D-0F1A-DCB6-5776-CF4140A76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27E0F3-E764-4D54-B572-BA466B4EDBC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5139369"/>
      </p:ext>
    </p:extLst>
  </p:cSld>
  <p:clrMapOvr>
    <a:masterClrMapping/>
  </p:clrMapOvr>
  <p:hf hdr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166E441A-9C12-3564-F25C-FF34E3151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2310332C-88E2-6044-98EE-89C31FCC5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5716BA4-9411-581B-C114-DE795B565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E1A0EA8-DF0D-4EF2-A2F5-988CDCF5981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2969788"/>
      </p:ext>
    </p:extLst>
  </p:cSld>
  <p:clrMapOvr>
    <a:masterClrMapping/>
  </p:clrMapOvr>
  <p:hf hdr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87248" y="237938"/>
            <a:ext cx="1659636" cy="876723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181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60984" y="415290"/>
            <a:ext cx="2147154" cy="2616327"/>
          </a:xfrm>
        </p:spPr>
        <p:txBody>
          <a:bodyPr>
            <a:normAutofit/>
          </a:bodyPr>
          <a:lstStyle>
            <a:lvl1pPr>
              <a:defRPr sz="1008"/>
            </a:lvl1pPr>
            <a:lvl2pPr>
              <a:defRPr sz="807"/>
            </a:lvl2pPr>
            <a:lvl3pPr>
              <a:defRPr sz="605"/>
            </a:lvl3pPr>
            <a:lvl4pPr>
              <a:defRPr sz="605"/>
            </a:lvl4pPr>
            <a:lvl5pPr>
              <a:defRPr sz="605"/>
            </a:lvl5pPr>
            <a:lvl6pPr>
              <a:defRPr sz="605"/>
            </a:lvl6pPr>
            <a:lvl7pPr>
              <a:defRPr sz="605"/>
            </a:lvl7pPr>
            <a:lvl8pPr>
              <a:defRPr sz="605"/>
            </a:lvl8pPr>
            <a:lvl9pPr>
              <a:defRPr sz="6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7248" y="1139204"/>
            <a:ext cx="1659636" cy="1898565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303"/>
              </a:spcBef>
              <a:buNone/>
              <a:defRPr sz="807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xmlns="" id="{F45371C1-FCEF-59D6-F723-B1E3BFEEE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84BFC24-306B-4B6A-1F78-9E0A5852A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1D7A218-6AC5-CCD0-F0A8-9135586B4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B25AD4-9B01-4714-8564-C2E8947FDB3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7746329"/>
      </p:ext>
    </p:extLst>
  </p:cSld>
  <p:clrMapOvr>
    <a:masterClrMapping/>
  </p:clrMapOvr>
  <p:hf hdr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xmlns="" id="{7927380B-87EB-6BE9-7836-6201B6EA2491}"/>
              </a:ext>
            </a:extLst>
          </p:cNvPr>
          <p:cNvCxnSpPr/>
          <p:nvPr/>
        </p:nvCxnSpPr>
        <p:spPr>
          <a:xfrm flipV="1">
            <a:off x="3171044" y="2656446"/>
            <a:ext cx="0" cy="461433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879" y="2503033"/>
            <a:ext cx="2938939" cy="738293"/>
          </a:xfrm>
        </p:spPr>
        <p:txBody>
          <a:bodyPr/>
          <a:lstStyle>
            <a:lvl1pPr algn="r">
              <a:defRPr sz="2218" spc="10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4608947" cy="2307167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tlCol="0">
            <a:normAutofit/>
          </a:bodyPr>
          <a:lstStyle>
            <a:lvl1pPr marL="0" indent="0">
              <a:buNone/>
              <a:defRPr sz="1210"/>
            </a:lvl1pPr>
            <a:lvl2pPr marL="172890" indent="0">
              <a:buNone/>
              <a:defRPr sz="1059"/>
            </a:lvl2pPr>
            <a:lvl3pPr marL="345780" indent="0">
              <a:buNone/>
              <a:defRPr sz="908"/>
            </a:lvl3pPr>
            <a:lvl4pPr marL="518671" indent="0">
              <a:buNone/>
              <a:defRPr sz="756"/>
            </a:lvl4pPr>
            <a:lvl5pPr marL="691561" indent="0">
              <a:buNone/>
              <a:defRPr sz="756"/>
            </a:lvl5pPr>
            <a:lvl6pPr marL="864451" indent="0">
              <a:buNone/>
              <a:defRPr sz="756"/>
            </a:lvl6pPr>
            <a:lvl7pPr marL="1037341" indent="0">
              <a:buNone/>
              <a:defRPr sz="756"/>
            </a:lvl7pPr>
            <a:lvl8pPr marL="1210231" indent="0">
              <a:buNone/>
              <a:defRPr sz="756"/>
            </a:lvl8pPr>
            <a:lvl9pPr marL="1383121" indent="0">
              <a:buNone/>
              <a:defRPr sz="756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55883" y="2503033"/>
            <a:ext cx="1210151" cy="738293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7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172890" indent="0">
              <a:buNone/>
              <a:defRPr sz="529"/>
            </a:lvl2pPr>
            <a:lvl3pPr marL="345780" indent="0">
              <a:buNone/>
              <a:defRPr sz="454"/>
            </a:lvl3pPr>
            <a:lvl4pPr marL="518671" indent="0">
              <a:buNone/>
              <a:defRPr sz="378"/>
            </a:lvl4pPr>
            <a:lvl5pPr marL="691561" indent="0">
              <a:buNone/>
              <a:defRPr sz="378"/>
            </a:lvl5pPr>
            <a:lvl6pPr marL="864451" indent="0">
              <a:buNone/>
              <a:defRPr sz="378"/>
            </a:lvl6pPr>
            <a:lvl7pPr marL="1037341" indent="0">
              <a:buNone/>
              <a:defRPr sz="378"/>
            </a:lvl7pPr>
            <a:lvl8pPr marL="1210231" indent="0">
              <a:buNone/>
              <a:defRPr sz="378"/>
            </a:lvl8pPr>
            <a:lvl9pPr marL="1383121" indent="0">
              <a:buNone/>
              <a:defRPr sz="3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xmlns="" id="{DCFAEABD-2193-9DFE-0761-7862729D1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xmlns="" id="{CD44B645-38AD-8B54-87FA-77E3ECB78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xmlns="" id="{A693DFA3-934C-D045-7B42-71E090382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D6FA515-B811-4515-9A87-E4A5A70ACAC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6399125"/>
      </p:ext>
    </p:extLst>
  </p:cSld>
  <p:clrMapOvr>
    <a:masterClrMapping/>
  </p:clrMapOvr>
  <p:hf hdr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496F801-6C64-0A44-ECD7-A734B4650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B3CDE5E-8183-48C5-31A9-7E00C3B4D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A4885C2-FFAC-B43A-2B20-A9B154564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D4225E-829A-40A7-AD6F-07E82D3F959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7631294"/>
      </p:ext>
    </p:extLst>
  </p:cSld>
  <p:clrMapOvr>
    <a:masterClrMapping/>
  </p:clrMapOvr>
  <p:hf hdr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xmlns="" id="{4E61DE40-C003-F4EC-874D-597C1F62E4FE}"/>
              </a:ext>
            </a:extLst>
          </p:cNvPr>
          <p:cNvCxnSpPr/>
          <p:nvPr/>
        </p:nvCxnSpPr>
        <p:spPr>
          <a:xfrm rot="5400000" flipV="1">
            <a:off x="3803333" y="87479"/>
            <a:ext cx="0" cy="34575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99103" y="384528"/>
            <a:ext cx="994053" cy="2730147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4571" y="384528"/>
            <a:ext cx="2866906" cy="27301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9EA0A90A-D6FB-4D84-019D-43B7599C9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038F9DC0-958F-3D82-FEC4-9AEEA30CD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8FCA83D7-4305-49CA-51CF-BE25EFCC6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5677695-CEB7-432F-8513-4A273BD9AF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1811008"/>
      </p:ext>
    </p:extLst>
  </p:cSld>
  <p:clrMapOvr>
    <a:masterClrMapping/>
  </p:clrMapOvr>
  <p:hf hdr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B0AE8035-CD1A-7911-8615-9B0651F97306}"/>
              </a:ext>
            </a:extLst>
          </p:cNvPr>
          <p:cNvSpPr/>
          <p:nvPr userDrawn="1"/>
        </p:nvSpPr>
        <p:spPr>
          <a:xfrm>
            <a:off x="0" y="1691922"/>
            <a:ext cx="4379595" cy="13843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E3841AFA-4CE3-87FB-7447-5C6F2DFE2CEF}"/>
              </a:ext>
            </a:extLst>
          </p:cNvPr>
          <p:cNvSpPr/>
          <p:nvPr userDrawn="1"/>
        </p:nvSpPr>
        <p:spPr>
          <a:xfrm>
            <a:off x="1459865" y="3076222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500D24BD-95D0-E648-3623-7CD3D3C344C1}"/>
              </a:ext>
            </a:extLst>
          </p:cNvPr>
          <p:cNvSpPr/>
          <p:nvPr userDrawn="1"/>
        </p:nvSpPr>
        <p:spPr>
          <a:xfrm>
            <a:off x="0" y="3076222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AC2214BC-68D3-5A3A-BB05-880D6E6C56DE}"/>
              </a:ext>
            </a:extLst>
          </p:cNvPr>
          <p:cNvSpPr/>
          <p:nvPr userDrawn="1"/>
        </p:nvSpPr>
        <p:spPr>
          <a:xfrm>
            <a:off x="2919730" y="3076222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8" name="Picture 11" descr="BITS_university_logo_whitevert.png">
            <a:extLst>
              <a:ext uri="{FF2B5EF4-FFF2-40B4-BE49-F238E27FC236}">
                <a16:creationId xmlns:a16="http://schemas.microsoft.com/office/drawing/2014/main" xmlns="" id="{5C6C1A36-813A-A2B8-B5D4-C54AEFEDBED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38417" y="1691923"/>
            <a:ext cx="1037273" cy="998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3AF88C2C-7068-5678-E0AC-D23BE27C5904}"/>
              </a:ext>
            </a:extLst>
          </p:cNvPr>
          <p:cNvSpPr txBox="1"/>
          <p:nvPr userDrawn="1"/>
        </p:nvSpPr>
        <p:spPr>
          <a:xfrm>
            <a:off x="-38418" y="2653242"/>
            <a:ext cx="1114108" cy="3173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62" b="1" spc="-76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1462" spc="-76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1E907E78-DEE7-F83D-BA4F-512409E5CBB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6835" y="2859926"/>
            <a:ext cx="960438" cy="18543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605">
                <a:solidFill>
                  <a:srgbClr val="FFFFFF"/>
                </a:solidFill>
              </a:rPr>
              <a:t>Hyderabad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1267777" y="2730147"/>
            <a:ext cx="3034983" cy="269169"/>
          </a:xfrm>
        </p:spPr>
        <p:txBody>
          <a:bodyPr anchor="b">
            <a:noAutofit/>
          </a:bodyPr>
          <a:lstStyle>
            <a:lvl1pPr marL="0" indent="0" algn="r">
              <a:lnSpc>
                <a:spcPts val="908"/>
              </a:lnSpc>
              <a:spcBef>
                <a:spcPts val="0"/>
              </a:spcBef>
              <a:buNone/>
              <a:defRPr sz="908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7777" y="1922639"/>
            <a:ext cx="3034983" cy="769056"/>
          </a:xfrm>
        </p:spPr>
        <p:txBody>
          <a:bodyPr anchorCtr="0">
            <a:noAutofit/>
          </a:bodyPr>
          <a:lstStyle>
            <a:lvl1pPr algn="l">
              <a:lnSpc>
                <a:spcPts val="2017"/>
              </a:lnSpc>
              <a:defRPr sz="2218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71519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3A8CD25-9605-5027-DA29-19FEE058DF6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grpSp>
        <p:nvGrpSpPr>
          <p:cNvPr id="4" name="Group 8">
            <a:extLst>
              <a:ext uri="{FF2B5EF4-FFF2-40B4-BE49-F238E27FC236}">
                <a16:creationId xmlns:a16="http://schemas.microsoft.com/office/drawing/2014/main" xmlns="" id="{8AB62128-A60C-6015-DCE3-9CB9B003253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50879" y="3305337"/>
            <a:ext cx="3559221" cy="24834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xmlns="" id="{56E02824-E247-55AD-448D-951D61FCFD57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81E8518F-ABE0-E098-97B7-7BC7A4672264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xmlns="" id="{A7E62B8B-93B2-AB1C-57E4-731EB4D9DF5D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8" name="Picture 12" descr="Picture 7.png">
            <a:extLst>
              <a:ext uri="{FF2B5EF4-FFF2-40B4-BE49-F238E27FC236}">
                <a16:creationId xmlns:a16="http://schemas.microsoft.com/office/drawing/2014/main" xmlns="" id="{728AD692-F367-F8DC-98FF-054B2A1CEA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13">
            <a:extLst>
              <a:ext uri="{FF2B5EF4-FFF2-40B4-BE49-F238E27FC236}">
                <a16:creationId xmlns:a16="http://schemas.microsoft.com/office/drawing/2014/main" xmlns="" id="{A1CA66AC-44A9-DB91-3D2E-C194D7B9FB3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0AFB39BA-9C45-DC0B-EE49-A1CDD868A9BE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B92D6394-1C4C-F150-8BDE-E3D81A13F7CF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xmlns="" id="{342854F8-C81B-E6C4-C6B6-E27894240DD0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17">
            <a:extLst>
              <a:ext uri="{FF2B5EF4-FFF2-40B4-BE49-F238E27FC236}">
                <a16:creationId xmlns:a16="http://schemas.microsoft.com/office/drawing/2014/main" xmlns="" id="{4B94FAE4-4C3D-C476-67C5-C6476127E0F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BDAE55FD-61CE-2E53-BA40-D3BF4C85081A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xmlns="" id="{82F3B104-3873-6037-8845-64C793B9705E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xmlns="" id="{C27DDCB7-5CEC-2A34-B0D5-5E346D9C272C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670" y="753835"/>
            <a:ext cx="4149090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210">
                <a:latin typeface="Arial" pitchFamily="34" charset="0"/>
                <a:cs typeface="Arial" pitchFamily="34" charset="0"/>
              </a:defRPr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583124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7FE59E82-3DE9-B7E7-6264-D6B01CC9FBEF}"/>
              </a:ext>
            </a:extLst>
          </p:cNvPr>
          <p:cNvSpPr/>
          <p:nvPr userDrawn="1"/>
        </p:nvSpPr>
        <p:spPr>
          <a:xfrm>
            <a:off x="0" y="1691922"/>
            <a:ext cx="4379595" cy="13843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3C5E2769-9B37-B7AA-A8A9-050FA52EEA41}"/>
              </a:ext>
            </a:extLst>
          </p:cNvPr>
          <p:cNvSpPr/>
          <p:nvPr userDrawn="1"/>
        </p:nvSpPr>
        <p:spPr>
          <a:xfrm>
            <a:off x="1459865" y="3076222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B71924A6-3B7A-D123-7596-B3851D4E828A}"/>
              </a:ext>
            </a:extLst>
          </p:cNvPr>
          <p:cNvSpPr/>
          <p:nvPr userDrawn="1"/>
        </p:nvSpPr>
        <p:spPr>
          <a:xfrm>
            <a:off x="0" y="3076222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A5F4E0D7-99A8-450C-E595-5FCD71685E85}"/>
              </a:ext>
            </a:extLst>
          </p:cNvPr>
          <p:cNvSpPr/>
          <p:nvPr userDrawn="1"/>
        </p:nvSpPr>
        <p:spPr>
          <a:xfrm>
            <a:off x="2919730" y="3076222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6" name="Picture 11" descr="BITS_university_logo_whitevert.png">
            <a:extLst>
              <a:ext uri="{FF2B5EF4-FFF2-40B4-BE49-F238E27FC236}">
                <a16:creationId xmlns:a16="http://schemas.microsoft.com/office/drawing/2014/main" xmlns="" id="{C3B8DD4F-4664-DDFE-D0FE-212D95018F3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38417" y="1691923"/>
            <a:ext cx="1037273" cy="998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8D0DE9B6-3DEB-525B-2CD3-D24FCF5B58D6}"/>
              </a:ext>
            </a:extLst>
          </p:cNvPr>
          <p:cNvSpPr txBox="1"/>
          <p:nvPr userDrawn="1"/>
        </p:nvSpPr>
        <p:spPr>
          <a:xfrm>
            <a:off x="-38418" y="2653242"/>
            <a:ext cx="1114108" cy="3173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62" b="1" spc="-76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1462" spc="-76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72CBF76A-DDA0-B455-65AB-3D550895697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6835" y="2859926"/>
            <a:ext cx="960438" cy="18543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605">
                <a:solidFill>
                  <a:srgbClr val="FFFFFF"/>
                </a:solidFill>
              </a:rPr>
              <a:t>Hyderabad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267777" y="1922639"/>
            <a:ext cx="3034983" cy="769056"/>
          </a:xfrm>
        </p:spPr>
        <p:txBody>
          <a:bodyPr anchorCtr="0">
            <a:noAutofit/>
          </a:bodyPr>
          <a:lstStyle>
            <a:lvl1pPr algn="l">
              <a:lnSpc>
                <a:spcPts val="2017"/>
              </a:lnSpc>
              <a:defRPr sz="2218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38324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\\Server\D\jyoti\FI023_BITS_v1\styleguide img\IMG_5627_b.jpg">
            <a:extLst>
              <a:ext uri="{FF2B5EF4-FFF2-40B4-BE49-F238E27FC236}">
                <a16:creationId xmlns:a16="http://schemas.microsoft.com/office/drawing/2014/main" xmlns="" id="{7CF8ABB8-00D9-0DF0-959D-A621D741447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610100" cy="346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83EDFF4D-79F2-EE51-79B4-A4D4857627D8}"/>
              </a:ext>
            </a:extLst>
          </p:cNvPr>
          <p:cNvSpPr/>
          <p:nvPr userDrawn="1"/>
        </p:nvSpPr>
        <p:spPr>
          <a:xfrm>
            <a:off x="0" y="2160566"/>
            <a:ext cx="4610100" cy="1300184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4" name="Picture 9" descr="Picture 7.png">
            <a:extLst>
              <a:ext uri="{FF2B5EF4-FFF2-40B4-BE49-F238E27FC236}">
                <a16:creationId xmlns:a16="http://schemas.microsoft.com/office/drawing/2014/main" xmlns="" id="{3B23A4CF-51CE-02EB-CA77-A4DA53EEF97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705A70CB-D477-8DC1-43C9-DE6315A70F69}"/>
              </a:ext>
            </a:extLst>
          </p:cNvPr>
          <p:cNvSpPr/>
          <p:nvPr userDrawn="1"/>
        </p:nvSpPr>
        <p:spPr>
          <a:xfrm>
            <a:off x="1453462" y="3419093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346768B0-E102-3809-A217-7CE1D49B58BE}"/>
              </a:ext>
            </a:extLst>
          </p:cNvPr>
          <p:cNvSpPr/>
          <p:nvPr userDrawn="1"/>
        </p:nvSpPr>
        <p:spPr>
          <a:xfrm>
            <a:off x="-6403" y="3419093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A15EA4B-1380-8255-43D9-66B4E0E53A70}"/>
              </a:ext>
            </a:extLst>
          </p:cNvPr>
          <p:cNvSpPr/>
          <p:nvPr userDrawn="1"/>
        </p:nvSpPr>
        <p:spPr>
          <a:xfrm>
            <a:off x="2913327" y="3419093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C2C22112-490A-E981-9B94-5BE718BBD2AC}"/>
              </a:ext>
            </a:extLst>
          </p:cNvPr>
          <p:cNvSpPr txBox="1"/>
          <p:nvPr userDrawn="1"/>
        </p:nvSpPr>
        <p:spPr>
          <a:xfrm>
            <a:off x="3457575" y="384528"/>
            <a:ext cx="1114108" cy="3173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62" b="1" spc="-76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1462" spc="-76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3D303846-41F4-EB49-1098-C1BB32A537B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572827" y="591212"/>
            <a:ext cx="960438" cy="18543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605">
                <a:solidFill>
                  <a:srgbClr val="FFFFFF"/>
                </a:solidFill>
              </a:rPr>
              <a:t>Hyderabad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153670" y="2345620"/>
            <a:ext cx="4264343" cy="807508"/>
          </a:xfrm>
        </p:spPr>
        <p:txBody>
          <a:bodyPr>
            <a:noAutofit/>
          </a:bodyPr>
          <a:lstStyle>
            <a:lvl1pPr marL="0" indent="0">
              <a:lnSpc>
                <a:spcPts val="2118"/>
              </a:lnSpc>
              <a:spcBef>
                <a:spcPts val="0"/>
              </a:spcBef>
              <a:buNone/>
              <a:defRPr sz="2017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43544588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Picture 7.png">
            <a:extLst>
              <a:ext uri="{FF2B5EF4-FFF2-40B4-BE49-F238E27FC236}">
                <a16:creationId xmlns:a16="http://schemas.microsoft.com/office/drawing/2014/main" xmlns="" id="{9C43A86C-A2DD-735D-5E95-D5D205CCF2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8">
            <a:extLst>
              <a:ext uri="{FF2B5EF4-FFF2-40B4-BE49-F238E27FC236}">
                <a16:creationId xmlns:a16="http://schemas.microsoft.com/office/drawing/2014/main" xmlns="" id="{D3D3458B-0A17-9AA3-AC97-C281E2CE64AE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FEBB1610-5453-9B2E-533B-CF45C90C13DD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xmlns="" id="{64775356-D16A-C932-05C2-9E27811E4ED9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45060FA5-C44B-5A03-5632-DC6EC9297B44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2">
            <a:extLst>
              <a:ext uri="{FF2B5EF4-FFF2-40B4-BE49-F238E27FC236}">
                <a16:creationId xmlns:a16="http://schemas.microsoft.com/office/drawing/2014/main" xmlns="" id="{29C8DA4B-78A5-0CA8-8BA4-667308A1D5F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801F630C-9044-4A44-379A-7A3F79CB8F8B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58F7540D-E539-106F-4616-2F5E463A1BC9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xmlns="" id="{E274DF6B-088F-AA52-F1F8-68F1ECBF3739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F4D0E261-3A31-DBAF-C020-8191791F260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0505" y="807509"/>
            <a:ext cx="2036128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412"/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/>
            </a:lvl2pPr>
            <a:lvl3pPr>
              <a:defRPr sz="1008"/>
            </a:lvl3pPr>
            <a:lvl4pPr>
              <a:defRPr sz="908"/>
            </a:lvl4pPr>
            <a:lvl5pPr>
              <a:defRPr sz="908"/>
            </a:lvl5pPr>
            <a:lvl6pPr>
              <a:defRPr sz="908"/>
            </a:lvl6pPr>
            <a:lvl7pPr>
              <a:defRPr sz="908"/>
            </a:lvl7pPr>
            <a:lvl8pPr>
              <a:defRPr sz="908"/>
            </a:lvl8pPr>
            <a:lvl9pPr>
              <a:defRPr sz="908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97137" y="807509"/>
            <a:ext cx="2036128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412"/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>
                <a:latin typeface="Arial" pitchFamily="34" charset="0"/>
                <a:cs typeface="Arial" pitchFamily="34" charset="0"/>
              </a:defRPr>
            </a:lvl2pPr>
            <a:lvl3pPr>
              <a:defRPr sz="1008"/>
            </a:lvl3pPr>
            <a:lvl4pPr>
              <a:defRPr sz="908"/>
            </a:lvl4pPr>
            <a:lvl5pPr>
              <a:defRPr sz="908"/>
            </a:lvl5pPr>
            <a:lvl6pPr>
              <a:defRPr sz="908"/>
            </a:lvl6pPr>
            <a:lvl7pPr>
              <a:defRPr sz="908"/>
            </a:lvl7pPr>
            <a:lvl8pPr>
              <a:defRPr sz="908"/>
            </a:lvl8pPr>
            <a:lvl9pPr>
              <a:defRPr sz="908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0354101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xmlns="" id="{F641BF37-CDD2-A949-F3DB-09426AB7B67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xmlns="" id="{DA2EA003-8CF2-9F80-BBE0-17911972EF2E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8B221EA4-D9BF-AD3E-D5DB-DC9CF1969D47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55C8B661-EACC-ED3E-9736-E67C34FB91CC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xmlns="" id="{36BCBAD5-73A4-057D-F024-912326B5EC9E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xmlns="" id="{EE45D91E-F78B-F6F1-29B9-B3D7CF3220B0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xmlns="" id="{815A8C3C-05D5-E549-80BF-D5AAB9260185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0D4FCE5B-7183-3B7B-B62E-62ACF64CFB9F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5" name="Picture 15" descr="Picture 7.png">
            <a:extLst>
              <a:ext uri="{FF2B5EF4-FFF2-40B4-BE49-F238E27FC236}">
                <a16:creationId xmlns:a16="http://schemas.microsoft.com/office/drawing/2014/main" xmlns="" id="{51FE4DCC-8B6A-1214-F782-44DF8C47E7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80066C39-07CC-92E7-47F4-3FFF355E593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0505" y="774663"/>
            <a:ext cx="2036928" cy="417373"/>
          </a:xfrm>
        </p:spPr>
        <p:txBody>
          <a:bodyPr anchor="b"/>
          <a:lstStyle>
            <a:lvl1pPr marL="0" indent="0">
              <a:buNone/>
              <a:defRPr sz="1210" b="1"/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0505" y="1192036"/>
            <a:ext cx="2036928" cy="1899407"/>
          </a:xfrm>
        </p:spPr>
        <p:txBody>
          <a:bodyPr/>
          <a:lstStyle>
            <a:lvl1pPr>
              <a:defRPr sz="1210"/>
            </a:lvl1pPr>
            <a:lvl2pPr>
              <a:defRPr sz="1008"/>
            </a:lvl2pPr>
            <a:lvl3pPr>
              <a:defRPr sz="908"/>
            </a:lvl3pPr>
            <a:lvl4pPr>
              <a:defRPr sz="807"/>
            </a:lvl4pPr>
            <a:lvl5pPr>
              <a:defRPr sz="807"/>
            </a:lvl5pPr>
            <a:lvl6pPr>
              <a:defRPr sz="807"/>
            </a:lvl6pPr>
            <a:lvl7pPr>
              <a:defRPr sz="807"/>
            </a:lvl7pPr>
            <a:lvl8pPr>
              <a:defRPr sz="807"/>
            </a:lvl8pPr>
            <a:lvl9pPr>
              <a:defRPr sz="8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41867" y="774663"/>
            <a:ext cx="2037728" cy="417373"/>
          </a:xfrm>
        </p:spPr>
        <p:txBody>
          <a:bodyPr anchor="b"/>
          <a:lstStyle>
            <a:lvl1pPr marL="0" indent="0">
              <a:buNone/>
              <a:defRPr sz="1210" b="1"/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41867" y="1192036"/>
            <a:ext cx="2037728" cy="1899407"/>
          </a:xfrm>
        </p:spPr>
        <p:txBody>
          <a:bodyPr/>
          <a:lstStyle>
            <a:lvl1pPr>
              <a:defRPr sz="1210"/>
            </a:lvl1pPr>
            <a:lvl2pPr>
              <a:defRPr sz="1008"/>
            </a:lvl2pPr>
            <a:lvl3pPr>
              <a:defRPr sz="908"/>
            </a:lvl3pPr>
            <a:lvl4pPr>
              <a:defRPr sz="807"/>
            </a:lvl4pPr>
            <a:lvl5pPr>
              <a:defRPr sz="807"/>
            </a:lvl5pPr>
            <a:lvl6pPr>
              <a:defRPr sz="807"/>
            </a:lvl6pPr>
            <a:lvl7pPr>
              <a:defRPr sz="807"/>
            </a:lvl7pPr>
            <a:lvl8pPr>
              <a:defRPr sz="807"/>
            </a:lvl8pPr>
            <a:lvl9pPr>
              <a:defRPr sz="8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4018713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xmlns="" id="{93270473-806B-9672-4394-84D053DE68B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xmlns="" id="{A386D613-9FF2-03A7-E401-64510A6FC49C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xmlns="" id="{37744670-1328-8C78-563D-5A0D8EEADAF2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EF9E5666-B774-2156-783F-5C2C2F56E909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7" name="Group 11">
            <a:extLst>
              <a:ext uri="{FF2B5EF4-FFF2-40B4-BE49-F238E27FC236}">
                <a16:creationId xmlns:a16="http://schemas.microsoft.com/office/drawing/2014/main" xmlns="" id="{1E69B01C-1E49-7228-C30E-6A8FC80EDF2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7A85C711-9CDC-D3E7-C565-FE7E71607C70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C34E89CD-FB2E-3981-74DC-5C45C17C19C9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84F98803-5769-8020-CF50-93A55718BD38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1" name="Picture 15" descr="Picture 7.png">
            <a:extLst>
              <a:ext uri="{FF2B5EF4-FFF2-40B4-BE49-F238E27FC236}">
                <a16:creationId xmlns:a16="http://schemas.microsoft.com/office/drawing/2014/main" xmlns="" id="{2179125F-6B55-5394-11FC-81F3A44B4C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7B0CBA37-C947-74DF-61B3-FDDFC2BFC1B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0104362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xmlns="" id="{0D0BA90A-7220-FE27-D2AA-08E26A5EF789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xmlns="" id="{17250B90-3D1B-EB1D-D5D8-F338FC975892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6C8F1222-4A7E-5776-7885-D081F1FEEE7E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xmlns="" id="{122F2AE5-F4DD-C073-510D-A277B8965F1B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1">
            <a:extLst>
              <a:ext uri="{FF2B5EF4-FFF2-40B4-BE49-F238E27FC236}">
                <a16:creationId xmlns:a16="http://schemas.microsoft.com/office/drawing/2014/main" xmlns="" id="{99072A36-490B-845E-8B4A-A5F59FE1171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93C8F639-700E-8697-ADFC-26E15ABA889C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0BF8ECD7-1426-1CB0-F8F8-A475C35A5417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xmlns="" id="{C7FABACD-4D4A-06CC-4E63-DA514281855B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3" name="Picture 15" descr="Picture 7.png">
            <a:extLst>
              <a:ext uri="{FF2B5EF4-FFF2-40B4-BE49-F238E27FC236}">
                <a16:creationId xmlns:a16="http://schemas.microsoft.com/office/drawing/2014/main" xmlns="" id="{04C68174-D9EA-E76E-2A05-FEFE443039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8BC9E8C7-D596-C6B3-00B4-D9041E8FF3F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2421" y="807509"/>
            <a:ext cx="2577174" cy="2283935"/>
          </a:xfrm>
        </p:spPr>
        <p:txBody>
          <a:bodyPr/>
          <a:lstStyle>
            <a:lvl1pPr>
              <a:defRPr sz="1613"/>
            </a:lvl1pPr>
            <a:lvl2pPr>
              <a:defRPr sz="1412"/>
            </a:lvl2pPr>
            <a:lvl3pPr>
              <a:defRPr sz="1210"/>
            </a:lvl3pPr>
            <a:lvl4pPr>
              <a:defRPr sz="1008"/>
            </a:lvl4pPr>
            <a:lvl5pPr>
              <a:defRPr sz="1008"/>
            </a:lvl5pPr>
            <a:lvl6pPr>
              <a:defRPr sz="1008"/>
            </a:lvl6pPr>
            <a:lvl7pPr>
              <a:defRPr sz="1008"/>
            </a:lvl7pPr>
            <a:lvl8pPr>
              <a:defRPr sz="1008"/>
            </a:lvl8pPr>
            <a:lvl9pPr>
              <a:defRPr sz="100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0505" y="807509"/>
            <a:ext cx="1516691" cy="2283935"/>
          </a:xfrm>
        </p:spPr>
        <p:txBody>
          <a:bodyPr/>
          <a:lstStyle>
            <a:lvl1pPr marL="0" indent="0">
              <a:buNone/>
              <a:defRPr sz="706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82299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7">
            <a:extLst>
              <a:ext uri="{FF2B5EF4-FFF2-40B4-BE49-F238E27FC236}">
                <a16:creationId xmlns:a16="http://schemas.microsoft.com/office/drawing/2014/main" xmlns="" id="{F266D403-F437-E048-AC92-5E3062E3B83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xmlns="" id="{75FC5D5A-D1CF-BC28-68F6-E46E38CA58A1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49728DDC-8BA3-1882-73F6-7B317138CE72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11BA1E9A-4444-291E-EDED-E6CEDBAABEB1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11">
            <a:extLst>
              <a:ext uri="{FF2B5EF4-FFF2-40B4-BE49-F238E27FC236}">
                <a16:creationId xmlns:a16="http://schemas.microsoft.com/office/drawing/2014/main" xmlns="" id="{AA8B7AEE-6F11-F4F1-D316-CE715542F1B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1C7E20C3-FD53-B439-507F-095A5642D0BC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xmlns="" id="{68B4ED20-79BB-2C45-5DBC-71E2F53E9398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xmlns="" id="{A34A52C7-859A-A29F-5E58-2737EE2A7BC3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4" name="Picture 15" descr="Picture 7.png">
            <a:extLst>
              <a:ext uri="{FF2B5EF4-FFF2-40B4-BE49-F238E27FC236}">
                <a16:creationId xmlns:a16="http://schemas.microsoft.com/office/drawing/2014/main" xmlns="" id="{62DFD921-1E37-44F7-62B0-424903C7C8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D81D2AED-F4F8-13C9-538A-7AFE5538236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3612" y="2728545"/>
            <a:ext cx="2766060" cy="153811"/>
          </a:xfrm>
        </p:spPr>
        <p:txBody>
          <a:bodyPr anchor="b"/>
          <a:lstStyle>
            <a:lvl1pPr algn="l">
              <a:defRPr sz="908" b="1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03612" y="922867"/>
            <a:ext cx="2766060" cy="1730375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1613"/>
            </a:lvl1pPr>
            <a:lvl2pPr marL="230520" indent="0">
              <a:buNone/>
              <a:defRPr sz="1412"/>
            </a:lvl2pPr>
            <a:lvl3pPr marL="461040" indent="0">
              <a:buNone/>
              <a:defRPr sz="1210"/>
            </a:lvl3pPr>
            <a:lvl4pPr marL="691561" indent="0">
              <a:buNone/>
              <a:defRPr sz="1008"/>
            </a:lvl4pPr>
            <a:lvl5pPr marL="922081" indent="0">
              <a:buNone/>
              <a:defRPr sz="1008"/>
            </a:lvl5pPr>
            <a:lvl6pPr marL="1152601" indent="0">
              <a:buNone/>
              <a:defRPr sz="1008"/>
            </a:lvl6pPr>
            <a:lvl7pPr marL="1383121" indent="0">
              <a:buNone/>
              <a:defRPr sz="1008"/>
            </a:lvl7pPr>
            <a:lvl8pPr marL="1613642" indent="0">
              <a:buNone/>
              <a:defRPr sz="1008"/>
            </a:lvl8pPr>
            <a:lvl9pPr marL="1844162" indent="0">
              <a:buNone/>
              <a:defRPr sz="1008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3612" y="2882356"/>
            <a:ext cx="2766060" cy="153811"/>
          </a:xfrm>
        </p:spPr>
        <p:txBody>
          <a:bodyPr>
            <a:normAutofit/>
          </a:bodyPr>
          <a:lstStyle>
            <a:lvl1pPr marL="0" indent="0">
              <a:buNone/>
              <a:defRPr sz="807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550684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xmlns="" id="{9E12A7C7-4F3C-3D58-AF56-02B62ABE88D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xmlns="" id="{498244EA-1752-E841-763C-4F91C278158D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xmlns="" id="{52993594-A695-91BF-AF84-4CBC683D2F8B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65D3C992-CBAC-9DCD-E6EF-C565D69A8A7E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7" name="Group 11">
            <a:extLst>
              <a:ext uri="{FF2B5EF4-FFF2-40B4-BE49-F238E27FC236}">
                <a16:creationId xmlns:a16="http://schemas.microsoft.com/office/drawing/2014/main" xmlns="" id="{88B33A65-607F-A77F-6DA3-885DEA7CFDD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F4DB4164-3F10-CC75-74A9-67F1F80FB396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BE5F9CAE-2919-F077-3FC2-13753C901712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0BD39B8B-FA21-2CA1-1F59-5FCC2D7D13BC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1" name="Picture 15" descr="Picture 7.png">
            <a:extLst>
              <a:ext uri="{FF2B5EF4-FFF2-40B4-BE49-F238E27FC236}">
                <a16:creationId xmlns:a16="http://schemas.microsoft.com/office/drawing/2014/main" xmlns="" id="{0CB0485C-477F-B04C-2EDE-B73C949E00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A3724E9C-4A16-4982-9BC0-0F4FD18CF23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8006047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xmlns="" id="{5C9CEB4C-AF94-E8F6-ACC8-4716D4E65308}"/>
              </a:ext>
            </a:extLst>
          </p:cNvPr>
          <p:cNvGrpSpPr>
            <a:grpSpLocks/>
          </p:cNvGrpSpPr>
          <p:nvPr userDrawn="1"/>
        </p:nvGrpSpPr>
        <p:grpSpPr bwMode="auto">
          <a:xfrm rot="5400000">
            <a:off x="2522751" y="1295789"/>
            <a:ext cx="2614789" cy="23210"/>
            <a:chOff x="1905000" y="6553200"/>
            <a:chExt cx="7010400" cy="457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xmlns="" id="{5DDAAFB5-7E4E-A8F3-BE10-04697E0BDB21}"/>
                </a:ext>
              </a:extLst>
            </p:cNvPr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xmlns="" id="{839C1DFD-207F-EC49-3648-E3F3801A3F88}"/>
                </a:ext>
              </a:extLst>
            </p:cNvPr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69B9C46C-3D14-8F0A-2A1C-9B8967200A3F}"/>
                </a:ext>
              </a:extLst>
            </p:cNvPr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8" name="Picture 11" descr="Picture 7.png">
            <a:extLst>
              <a:ext uri="{FF2B5EF4-FFF2-40B4-BE49-F238E27FC236}">
                <a16:creationId xmlns:a16="http://schemas.microsoft.com/office/drawing/2014/main" xmlns="" id="{D7379C7E-DEE4-79EF-B669-4B0AE9069E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6" t="1923"/>
          <a:stretch>
            <a:fillRect/>
          </a:stretch>
        </p:blipFill>
        <p:spPr bwMode="auto">
          <a:xfrm>
            <a:off x="-4002" y="192264"/>
            <a:ext cx="348959" cy="1107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7B869329-F852-B7DB-EE8E-99B2C298B05B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1410400" y="1899206"/>
            <a:ext cx="2960864" cy="16222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454" b="1">
                <a:solidFill>
                  <a:srgbClr val="101141"/>
                </a:solidFill>
              </a:rPr>
              <a:t>BITS </a:t>
            </a:r>
            <a:r>
              <a:rPr lang="en-US" altLang="en-US" sz="454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4680" y="192264"/>
            <a:ext cx="3034983" cy="29528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2726284" y="1384564"/>
            <a:ext cx="2960864" cy="576263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19893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1CA19ACB-852D-0752-2816-CB88698B53D3}"/>
              </a:ext>
            </a:extLst>
          </p:cNvPr>
          <p:cNvSpPr/>
          <p:nvPr/>
        </p:nvSpPr>
        <p:spPr>
          <a:xfrm>
            <a:off x="0" y="0"/>
            <a:ext cx="4610100" cy="230716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xmlns="" id="{E21679A2-ECB2-027E-3333-032836BE3B38}"/>
              </a:ext>
            </a:extLst>
          </p:cNvPr>
          <p:cNvSpPr/>
          <p:nvPr/>
        </p:nvSpPr>
        <p:spPr>
          <a:xfrm>
            <a:off x="2401" y="0"/>
            <a:ext cx="4607699" cy="2307167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06B5D63B-B618-5D31-5D1C-D7119BD6BE74}"/>
              </a:ext>
            </a:extLst>
          </p:cNvPr>
          <p:cNvCxnSpPr/>
          <p:nvPr/>
        </p:nvCxnSpPr>
        <p:spPr>
          <a:xfrm flipV="1">
            <a:off x="3171044" y="2656446"/>
            <a:ext cx="0" cy="461433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879" y="2503032"/>
            <a:ext cx="2938939" cy="738293"/>
          </a:xfrm>
        </p:spPr>
        <p:txBody>
          <a:bodyPr/>
          <a:lstStyle>
            <a:lvl1pPr algn="r">
              <a:defRPr sz="2218" spc="10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55883" y="2503032"/>
            <a:ext cx="1210151" cy="738293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7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230520" indent="0" algn="ctr">
              <a:buNone/>
              <a:defRPr sz="807"/>
            </a:lvl2pPr>
            <a:lvl3pPr marL="461040" indent="0" algn="ctr">
              <a:buNone/>
              <a:defRPr sz="807"/>
            </a:lvl3pPr>
            <a:lvl4pPr marL="691561" indent="0" algn="ctr">
              <a:buNone/>
              <a:defRPr sz="807"/>
            </a:lvl4pPr>
            <a:lvl5pPr marL="922081" indent="0" algn="ctr">
              <a:buNone/>
              <a:defRPr sz="807"/>
            </a:lvl5pPr>
            <a:lvl6pPr marL="1152601" indent="0" algn="ctr">
              <a:buNone/>
              <a:defRPr sz="807"/>
            </a:lvl6pPr>
            <a:lvl7pPr marL="1383121" indent="0" algn="ctr">
              <a:buNone/>
              <a:defRPr sz="807"/>
            </a:lvl7pPr>
            <a:lvl8pPr marL="1613642" indent="0" algn="ctr">
              <a:buNone/>
              <a:defRPr sz="807"/>
            </a:lvl8pPr>
            <a:lvl9pPr marL="1844162" indent="0" algn="ctr">
              <a:buNone/>
              <a:defRPr sz="80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xmlns="" id="{2010350E-947F-5B8A-E4BE-B3940A166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xmlns="" id="{09A3FC58-9CF5-44B0-3A0F-4880D9D3C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xmlns="" id="{A759F055-48B8-419B-3A31-78178FD6C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BAAF6E3-4176-4C13-AF6F-A21E59F17A2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2615542"/>
      </p:ext>
    </p:extLst>
  </p:cSld>
  <p:clrMapOvr>
    <a:masterClrMapping/>
  </p:clrMapOvr>
  <p:hf hdr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56EED2F-8C06-5E21-FEB0-83CAE671A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560712C-CC16-CFD1-3CAB-66DE49A62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DAF0AF2-0071-EE44-2008-7DC859356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FE6E84-BA87-493A-BB5A-AB730B7921B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0647502"/>
      </p:ext>
    </p:extLst>
  </p:cSld>
  <p:clrMapOvr>
    <a:masterClrMapping/>
  </p:clrMapOvr>
  <p:hf hdr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4CFD30B9-698C-D4BD-9681-3C3E49C9D110}"/>
              </a:ext>
            </a:extLst>
          </p:cNvPr>
          <p:cNvSpPr/>
          <p:nvPr/>
        </p:nvSpPr>
        <p:spPr>
          <a:xfrm>
            <a:off x="0" y="0"/>
            <a:ext cx="4610100" cy="230716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xmlns="" id="{BE44C0AB-041D-EE13-AA45-7D827C76B787}"/>
              </a:ext>
            </a:extLst>
          </p:cNvPr>
          <p:cNvSpPr/>
          <p:nvPr/>
        </p:nvSpPr>
        <p:spPr>
          <a:xfrm>
            <a:off x="2401" y="0"/>
            <a:ext cx="4607699" cy="2307167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3947E870-F873-02D7-C16B-6DEC0B5CFE83}"/>
              </a:ext>
            </a:extLst>
          </p:cNvPr>
          <p:cNvCxnSpPr/>
          <p:nvPr/>
        </p:nvCxnSpPr>
        <p:spPr>
          <a:xfrm flipV="1">
            <a:off x="3171044" y="2656446"/>
            <a:ext cx="0" cy="461433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879" y="2503032"/>
            <a:ext cx="2938939" cy="738293"/>
          </a:xfrm>
        </p:spPr>
        <p:txBody>
          <a:bodyPr/>
          <a:lstStyle>
            <a:lvl1pPr algn="r">
              <a:defRPr sz="2218" b="0" spc="10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55883" y="2503032"/>
            <a:ext cx="1210151" cy="738293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7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230520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2pPr>
            <a:lvl3pPr marL="461040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3pPr>
            <a:lvl4pPr marL="69156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4pPr>
            <a:lvl5pPr marL="92208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5pPr>
            <a:lvl6pPr marL="115260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6pPr>
            <a:lvl7pPr marL="138312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7pPr>
            <a:lvl8pPr marL="161364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8pPr>
            <a:lvl9pPr marL="184416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xmlns="" id="{61F5B2BE-E95F-52C5-8110-2358E24DB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xmlns="" id="{325FBEA0-479C-CAF7-C426-EE14DB7E3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xmlns="" id="{6A093C54-EB5F-D998-AA4E-701CAA8B5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C9205AA-5555-4164-8D8D-08482B1966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4443383"/>
      </p:ext>
    </p:extLst>
  </p:cSld>
  <p:clrMapOvr>
    <a:masterClrMapping/>
  </p:clrMapOvr>
  <p:hf hdr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249" y="295317"/>
            <a:ext cx="3675402" cy="7567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7248" y="1153583"/>
            <a:ext cx="1797939" cy="20303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4712" y="1153583"/>
            <a:ext cx="1797939" cy="20303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B02BFA3A-784B-ECCB-130B-8CC98788D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E1A48FDC-6544-F4B7-C242-2EA3D0317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977A56EF-9328-1584-932D-5D95163DA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798192-5C16-4094-8DED-300FB4A4965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731281"/>
      </p:ext>
    </p:extLst>
  </p:cSld>
  <p:clrMapOvr>
    <a:masterClrMapping/>
  </p:clrMapOvr>
  <p:hf hdr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387249" y="295317"/>
            <a:ext cx="3675402" cy="7567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7248" y="1099909"/>
            <a:ext cx="1797939" cy="41529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109" b="0" cap="none" baseline="0">
                <a:solidFill>
                  <a:schemeClr val="accent1"/>
                </a:solidFill>
                <a:latin typeface="+mn-lt"/>
              </a:defRPr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7248" y="1497634"/>
            <a:ext cx="1797939" cy="1686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64712" y="1099909"/>
            <a:ext cx="1797939" cy="41529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109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64712" y="1497634"/>
            <a:ext cx="1797939" cy="1686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xmlns="" id="{9DF2FB0C-F601-7D91-7B94-C3F2A99CB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xmlns="" id="{28A0329C-2AE6-C310-6CE4-277A3C932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xmlns="" id="{D858409B-A22B-F0C2-8E7E-C2F1441D0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C38228-E9B6-45CF-90D1-5196C2078C2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1454971"/>
      </p:ext>
    </p:extLst>
  </p:cSld>
  <p:clrMapOvr>
    <a:masterClrMapping/>
  </p:clrMapOvr>
  <p:hf hdr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xmlns="" id="{D47ED2EF-9EEA-D565-2E45-4B1CC550E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xmlns="" id="{9E583B4B-5138-1B6E-7312-931C38A34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xmlns="" id="{C591B6BB-21B1-C637-DBB9-48B20BF07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E336A7-1702-4A84-BAA8-E8B02ED4080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5986441"/>
      </p:ext>
    </p:extLst>
  </p:cSld>
  <p:clrMapOvr>
    <a:masterClrMapping/>
  </p:clrMapOvr>
  <p:hf hdr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5CC1DC0B-0A4E-C445-EE1D-1E60C0341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25FFAF70-66C9-40E8-691E-06FFBB456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1FFF80D-DEB7-9DF9-8418-B0939696D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321BCC1-AFF3-4BE3-B45E-2A5280F428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9569555"/>
      </p:ext>
    </p:extLst>
  </p:cSld>
  <p:clrMapOvr>
    <a:masterClrMapping/>
  </p:clrMapOvr>
  <p:hf hdr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87248" y="237938"/>
            <a:ext cx="1659636" cy="876723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181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60984" y="415290"/>
            <a:ext cx="2147154" cy="2616327"/>
          </a:xfrm>
        </p:spPr>
        <p:txBody>
          <a:bodyPr>
            <a:normAutofit/>
          </a:bodyPr>
          <a:lstStyle>
            <a:lvl1pPr>
              <a:defRPr sz="1008"/>
            </a:lvl1pPr>
            <a:lvl2pPr>
              <a:defRPr sz="807"/>
            </a:lvl2pPr>
            <a:lvl3pPr>
              <a:defRPr sz="605"/>
            </a:lvl3pPr>
            <a:lvl4pPr>
              <a:defRPr sz="605"/>
            </a:lvl4pPr>
            <a:lvl5pPr>
              <a:defRPr sz="605"/>
            </a:lvl5pPr>
            <a:lvl6pPr>
              <a:defRPr sz="605"/>
            </a:lvl6pPr>
            <a:lvl7pPr>
              <a:defRPr sz="605"/>
            </a:lvl7pPr>
            <a:lvl8pPr>
              <a:defRPr sz="605"/>
            </a:lvl8pPr>
            <a:lvl9pPr>
              <a:defRPr sz="6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7248" y="1139204"/>
            <a:ext cx="1659636" cy="1898565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303"/>
              </a:spcBef>
              <a:buNone/>
              <a:defRPr sz="807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xmlns="" id="{9F802BE0-F8B5-9C47-ADF5-8DB1F4EBB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822E84A-39CF-4E19-31CD-573FFFFDF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F081FDA-98C1-38F5-4595-FA15EFAD8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12ED6C-5488-4EA3-9B5D-633A5C0B252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445651"/>
      </p:ext>
    </p:extLst>
  </p:cSld>
  <p:clrMapOvr>
    <a:masterClrMapping/>
  </p:clrMapOvr>
  <p:hf hdr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xmlns="" id="{0042CCF8-44E0-03CF-413E-53D74A99D42B}"/>
              </a:ext>
            </a:extLst>
          </p:cNvPr>
          <p:cNvCxnSpPr/>
          <p:nvPr/>
        </p:nvCxnSpPr>
        <p:spPr>
          <a:xfrm flipV="1">
            <a:off x="3171044" y="2656446"/>
            <a:ext cx="0" cy="461433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879" y="2503033"/>
            <a:ext cx="2938939" cy="738293"/>
          </a:xfrm>
        </p:spPr>
        <p:txBody>
          <a:bodyPr/>
          <a:lstStyle>
            <a:lvl1pPr algn="r">
              <a:defRPr sz="2218" spc="10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4608947" cy="2307167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tlCol="0">
            <a:normAutofit/>
          </a:bodyPr>
          <a:lstStyle>
            <a:lvl1pPr marL="0" indent="0">
              <a:buNone/>
              <a:defRPr sz="1210"/>
            </a:lvl1pPr>
            <a:lvl2pPr marL="172890" indent="0">
              <a:buNone/>
              <a:defRPr sz="1059"/>
            </a:lvl2pPr>
            <a:lvl3pPr marL="345780" indent="0">
              <a:buNone/>
              <a:defRPr sz="908"/>
            </a:lvl3pPr>
            <a:lvl4pPr marL="518671" indent="0">
              <a:buNone/>
              <a:defRPr sz="756"/>
            </a:lvl4pPr>
            <a:lvl5pPr marL="691561" indent="0">
              <a:buNone/>
              <a:defRPr sz="756"/>
            </a:lvl5pPr>
            <a:lvl6pPr marL="864451" indent="0">
              <a:buNone/>
              <a:defRPr sz="756"/>
            </a:lvl6pPr>
            <a:lvl7pPr marL="1037341" indent="0">
              <a:buNone/>
              <a:defRPr sz="756"/>
            </a:lvl7pPr>
            <a:lvl8pPr marL="1210231" indent="0">
              <a:buNone/>
              <a:defRPr sz="756"/>
            </a:lvl8pPr>
            <a:lvl9pPr marL="1383121" indent="0">
              <a:buNone/>
              <a:defRPr sz="756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55883" y="2503033"/>
            <a:ext cx="1210151" cy="738293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7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172890" indent="0">
              <a:buNone/>
              <a:defRPr sz="529"/>
            </a:lvl2pPr>
            <a:lvl3pPr marL="345780" indent="0">
              <a:buNone/>
              <a:defRPr sz="454"/>
            </a:lvl3pPr>
            <a:lvl4pPr marL="518671" indent="0">
              <a:buNone/>
              <a:defRPr sz="378"/>
            </a:lvl4pPr>
            <a:lvl5pPr marL="691561" indent="0">
              <a:buNone/>
              <a:defRPr sz="378"/>
            </a:lvl5pPr>
            <a:lvl6pPr marL="864451" indent="0">
              <a:buNone/>
              <a:defRPr sz="378"/>
            </a:lvl6pPr>
            <a:lvl7pPr marL="1037341" indent="0">
              <a:buNone/>
              <a:defRPr sz="378"/>
            </a:lvl7pPr>
            <a:lvl8pPr marL="1210231" indent="0">
              <a:buNone/>
              <a:defRPr sz="378"/>
            </a:lvl8pPr>
            <a:lvl9pPr marL="1383121" indent="0">
              <a:buNone/>
              <a:defRPr sz="3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xmlns="" id="{B4BECE25-E657-E42E-18B3-EF0D5EB1E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xmlns="" id="{2F6D24DD-DDC2-7710-FD5A-6F75BBDB1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xmlns="" id="{1EF8892D-8DAA-0252-7720-4F253B3E3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083632A-D5F5-4677-87DC-B62D23D099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1328183"/>
      </p:ext>
    </p:extLst>
  </p:cSld>
  <p:clrMapOvr>
    <a:masterClrMapping/>
  </p:clrMapOvr>
  <p:hf hdr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5D53536-C5E4-9EA7-2CD1-3F1C88D05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B2EDD49-2DA3-1611-1106-66586080B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504FC64-2724-2A07-4C5C-B045BE124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E250E9-502C-477B-B27A-7261B2FB260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9612263"/>
      </p:ext>
    </p:extLst>
  </p:cSld>
  <p:clrMapOvr>
    <a:masterClrMapping/>
  </p:clrMapOvr>
  <p:hf hdr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xmlns="" id="{65513662-062D-DBAB-91B2-185C5010E2CB}"/>
              </a:ext>
            </a:extLst>
          </p:cNvPr>
          <p:cNvCxnSpPr/>
          <p:nvPr/>
        </p:nvCxnSpPr>
        <p:spPr>
          <a:xfrm rot="5400000" flipV="1">
            <a:off x="3803333" y="87479"/>
            <a:ext cx="0" cy="34575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99103" y="384528"/>
            <a:ext cx="994053" cy="2730147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4571" y="384528"/>
            <a:ext cx="2866906" cy="27301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5CB37233-21EF-78D0-7B4D-18250CC60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C53F8E66-9E57-8B8C-0F3D-BE25916A1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0F786456-3B35-F056-14C1-BA795498D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ED901F6-D67F-4D68-B4F3-BF83E9BB591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8365014"/>
      </p:ext>
    </p:extLst>
  </p:cSld>
  <p:clrMapOvr>
    <a:masterClrMapping/>
  </p:clrMapOvr>
  <p:hf hdr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A1B37E7C-1A56-9FDE-FF17-1CFBBE85F3AB}"/>
              </a:ext>
            </a:extLst>
          </p:cNvPr>
          <p:cNvSpPr/>
          <p:nvPr userDrawn="1"/>
        </p:nvSpPr>
        <p:spPr>
          <a:xfrm>
            <a:off x="0" y="1691922"/>
            <a:ext cx="4379595" cy="13843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9192D2F5-FC03-F8A3-D190-AD98887B2805}"/>
              </a:ext>
            </a:extLst>
          </p:cNvPr>
          <p:cNvSpPr/>
          <p:nvPr userDrawn="1"/>
        </p:nvSpPr>
        <p:spPr>
          <a:xfrm>
            <a:off x="1459865" y="3076222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34EA9D4A-BE6C-F9CD-F432-00E303B6EB44}"/>
              </a:ext>
            </a:extLst>
          </p:cNvPr>
          <p:cNvSpPr/>
          <p:nvPr userDrawn="1"/>
        </p:nvSpPr>
        <p:spPr>
          <a:xfrm>
            <a:off x="0" y="3076222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E091FFB1-BD06-9F45-5028-65EF638D98ED}"/>
              </a:ext>
            </a:extLst>
          </p:cNvPr>
          <p:cNvSpPr/>
          <p:nvPr userDrawn="1"/>
        </p:nvSpPr>
        <p:spPr>
          <a:xfrm>
            <a:off x="2919730" y="3076222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8" name="Picture 11" descr="BITS_university_logo_whitevert.png">
            <a:extLst>
              <a:ext uri="{FF2B5EF4-FFF2-40B4-BE49-F238E27FC236}">
                <a16:creationId xmlns:a16="http://schemas.microsoft.com/office/drawing/2014/main" xmlns="" id="{4C7A88BC-158B-AF76-D619-58A998DAFA1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38417" y="1691923"/>
            <a:ext cx="1037273" cy="998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88BDEC2B-A570-E879-595E-F0C3196F5170}"/>
              </a:ext>
            </a:extLst>
          </p:cNvPr>
          <p:cNvSpPr txBox="1"/>
          <p:nvPr userDrawn="1"/>
        </p:nvSpPr>
        <p:spPr>
          <a:xfrm>
            <a:off x="-38418" y="2653242"/>
            <a:ext cx="1114108" cy="3173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62" b="1" spc="-76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1462" spc="-76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31F6E6D0-055C-0E5C-4EF8-CCC9DF02A96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6835" y="2859926"/>
            <a:ext cx="960438" cy="18543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605">
                <a:solidFill>
                  <a:srgbClr val="FFFFFF"/>
                </a:solidFill>
              </a:rPr>
              <a:t>Hyderabad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1267777" y="2730147"/>
            <a:ext cx="3034983" cy="269169"/>
          </a:xfrm>
        </p:spPr>
        <p:txBody>
          <a:bodyPr anchor="b">
            <a:noAutofit/>
          </a:bodyPr>
          <a:lstStyle>
            <a:lvl1pPr marL="0" indent="0" algn="r">
              <a:lnSpc>
                <a:spcPts val="908"/>
              </a:lnSpc>
              <a:spcBef>
                <a:spcPts val="0"/>
              </a:spcBef>
              <a:buNone/>
              <a:defRPr sz="908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7777" y="1922639"/>
            <a:ext cx="3034983" cy="769056"/>
          </a:xfrm>
        </p:spPr>
        <p:txBody>
          <a:bodyPr anchorCtr="0">
            <a:noAutofit/>
          </a:bodyPr>
          <a:lstStyle>
            <a:lvl1pPr algn="l">
              <a:lnSpc>
                <a:spcPts val="2017"/>
              </a:lnSpc>
              <a:defRPr sz="2218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86726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85A77D5-7592-CC1A-5170-C52985DFE7A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grpSp>
        <p:nvGrpSpPr>
          <p:cNvPr id="4" name="Group 8">
            <a:extLst>
              <a:ext uri="{FF2B5EF4-FFF2-40B4-BE49-F238E27FC236}">
                <a16:creationId xmlns:a16="http://schemas.microsoft.com/office/drawing/2014/main" xmlns="" id="{9832606F-F685-0130-BAD9-4512836F843B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50879" y="3305337"/>
            <a:ext cx="3559221" cy="24834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xmlns="" id="{8F7CF4A4-6538-4C37-9FE6-C16534995B7F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1B3EE16E-F868-A0C6-F6DD-9B6CDDF695DB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xmlns="" id="{4780430D-7EE8-50DA-A606-ADD1CB67E147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8" name="Picture 12" descr="Picture 7.png">
            <a:extLst>
              <a:ext uri="{FF2B5EF4-FFF2-40B4-BE49-F238E27FC236}">
                <a16:creationId xmlns:a16="http://schemas.microsoft.com/office/drawing/2014/main" xmlns="" id="{40991CFE-CB45-5F64-1EAB-F01CA6E248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13">
            <a:extLst>
              <a:ext uri="{FF2B5EF4-FFF2-40B4-BE49-F238E27FC236}">
                <a16:creationId xmlns:a16="http://schemas.microsoft.com/office/drawing/2014/main" xmlns="" id="{E6632F47-D851-CE7D-3660-DC5F9B388CC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FABC1B2D-BB1C-653C-DC4F-7641A3590A46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BEF8828B-98C7-1FE6-B32A-36658B5F0999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xmlns="" id="{DCBF15DC-D413-4861-B175-1D3C699F2F7B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17">
            <a:extLst>
              <a:ext uri="{FF2B5EF4-FFF2-40B4-BE49-F238E27FC236}">
                <a16:creationId xmlns:a16="http://schemas.microsoft.com/office/drawing/2014/main" xmlns="" id="{E8889923-43DA-E44B-5CC4-BBB9C554D4D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15C106D4-70BF-41BA-5B50-30BAB6E821D7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xmlns="" id="{628508DB-BFD9-FCF4-F73A-09B7127293BC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xmlns="" id="{0F4C3FAB-3821-C54D-D13B-BB5848935DF0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670" y="753835"/>
            <a:ext cx="4149090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210">
                <a:latin typeface="Arial" pitchFamily="34" charset="0"/>
                <a:cs typeface="Arial" pitchFamily="34" charset="0"/>
              </a:defRPr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192536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4C5BC497-A1FE-4043-9209-103928BB170B}"/>
              </a:ext>
            </a:extLst>
          </p:cNvPr>
          <p:cNvSpPr/>
          <p:nvPr userDrawn="1"/>
        </p:nvSpPr>
        <p:spPr>
          <a:xfrm>
            <a:off x="0" y="1691922"/>
            <a:ext cx="4379595" cy="13843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AE96F88D-08BC-D381-3677-85CFAD48257C}"/>
              </a:ext>
            </a:extLst>
          </p:cNvPr>
          <p:cNvSpPr/>
          <p:nvPr userDrawn="1"/>
        </p:nvSpPr>
        <p:spPr>
          <a:xfrm>
            <a:off x="1459865" y="3076222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C3A2F7F5-6028-3A79-6E9E-4E854CA961DA}"/>
              </a:ext>
            </a:extLst>
          </p:cNvPr>
          <p:cNvSpPr/>
          <p:nvPr userDrawn="1"/>
        </p:nvSpPr>
        <p:spPr>
          <a:xfrm>
            <a:off x="0" y="3076222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BB73783A-EAC7-24E1-4277-44FB54870412}"/>
              </a:ext>
            </a:extLst>
          </p:cNvPr>
          <p:cNvSpPr/>
          <p:nvPr userDrawn="1"/>
        </p:nvSpPr>
        <p:spPr>
          <a:xfrm>
            <a:off x="2919730" y="3076222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6" name="Picture 11" descr="BITS_university_logo_whitevert.png">
            <a:extLst>
              <a:ext uri="{FF2B5EF4-FFF2-40B4-BE49-F238E27FC236}">
                <a16:creationId xmlns:a16="http://schemas.microsoft.com/office/drawing/2014/main" xmlns="" id="{2D06E967-C00F-F256-7E86-C390BFD5D1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38417" y="1691923"/>
            <a:ext cx="1037273" cy="998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1255AA42-336A-A040-07C6-F43353503CDA}"/>
              </a:ext>
            </a:extLst>
          </p:cNvPr>
          <p:cNvSpPr txBox="1"/>
          <p:nvPr userDrawn="1"/>
        </p:nvSpPr>
        <p:spPr>
          <a:xfrm>
            <a:off x="-38418" y="2653242"/>
            <a:ext cx="1114108" cy="3173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62" b="1" spc="-76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1462" spc="-76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5A21F4E-4580-ED1C-2F38-A648C63D00A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6835" y="2859926"/>
            <a:ext cx="960438" cy="18543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605">
                <a:solidFill>
                  <a:srgbClr val="FFFFFF"/>
                </a:solidFill>
              </a:rPr>
              <a:t>Hyderabad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267777" y="1922639"/>
            <a:ext cx="3034983" cy="769056"/>
          </a:xfrm>
        </p:spPr>
        <p:txBody>
          <a:bodyPr anchorCtr="0">
            <a:noAutofit/>
          </a:bodyPr>
          <a:lstStyle>
            <a:lvl1pPr algn="l">
              <a:lnSpc>
                <a:spcPts val="2017"/>
              </a:lnSpc>
              <a:defRPr sz="2218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40776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\\Server\D\jyoti\FI023_BITS_v1\styleguide img\IMG_5627_b.jpg">
            <a:extLst>
              <a:ext uri="{FF2B5EF4-FFF2-40B4-BE49-F238E27FC236}">
                <a16:creationId xmlns:a16="http://schemas.microsoft.com/office/drawing/2014/main" xmlns="" id="{2402B275-7331-4A71-5DC7-97ACA220363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610100" cy="346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629CA690-C1CC-FB71-4A86-7D1ECB1FEAD8}"/>
              </a:ext>
            </a:extLst>
          </p:cNvPr>
          <p:cNvSpPr/>
          <p:nvPr userDrawn="1"/>
        </p:nvSpPr>
        <p:spPr>
          <a:xfrm>
            <a:off x="0" y="2160566"/>
            <a:ext cx="4610100" cy="1300184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4" name="Picture 9" descr="Picture 7.png">
            <a:extLst>
              <a:ext uri="{FF2B5EF4-FFF2-40B4-BE49-F238E27FC236}">
                <a16:creationId xmlns:a16="http://schemas.microsoft.com/office/drawing/2014/main" xmlns="" id="{24DC167C-B597-05C8-6BDE-C0F083B6456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178FA94D-D977-AB61-D994-12AF9B2827C8}"/>
              </a:ext>
            </a:extLst>
          </p:cNvPr>
          <p:cNvSpPr/>
          <p:nvPr userDrawn="1"/>
        </p:nvSpPr>
        <p:spPr>
          <a:xfrm>
            <a:off x="1453462" y="3419093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A29CD799-90B0-5887-181B-5EEC99058F7D}"/>
              </a:ext>
            </a:extLst>
          </p:cNvPr>
          <p:cNvSpPr/>
          <p:nvPr userDrawn="1"/>
        </p:nvSpPr>
        <p:spPr>
          <a:xfrm>
            <a:off x="-6403" y="3419093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3BBECDB8-FA8C-96D2-FBE9-9DB88A2137A1}"/>
              </a:ext>
            </a:extLst>
          </p:cNvPr>
          <p:cNvSpPr/>
          <p:nvPr userDrawn="1"/>
        </p:nvSpPr>
        <p:spPr>
          <a:xfrm>
            <a:off x="2913327" y="3419093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B05C3716-B996-5F53-F929-F83344E8611A}"/>
              </a:ext>
            </a:extLst>
          </p:cNvPr>
          <p:cNvSpPr txBox="1"/>
          <p:nvPr userDrawn="1"/>
        </p:nvSpPr>
        <p:spPr>
          <a:xfrm>
            <a:off x="3457575" y="384528"/>
            <a:ext cx="1114108" cy="3173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62" b="1" spc="-76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1462" spc="-76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BAB16E23-9B05-AC31-B0DA-B710464EA4E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572827" y="591212"/>
            <a:ext cx="960438" cy="18543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605">
                <a:solidFill>
                  <a:srgbClr val="FFFFFF"/>
                </a:solidFill>
              </a:rPr>
              <a:t>Hyderabad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153670" y="2345620"/>
            <a:ext cx="4264343" cy="807508"/>
          </a:xfrm>
        </p:spPr>
        <p:txBody>
          <a:bodyPr>
            <a:noAutofit/>
          </a:bodyPr>
          <a:lstStyle>
            <a:lvl1pPr marL="0" indent="0">
              <a:lnSpc>
                <a:spcPts val="2118"/>
              </a:lnSpc>
              <a:spcBef>
                <a:spcPts val="0"/>
              </a:spcBef>
              <a:buNone/>
              <a:defRPr sz="2017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54394262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Picture 7.png">
            <a:extLst>
              <a:ext uri="{FF2B5EF4-FFF2-40B4-BE49-F238E27FC236}">
                <a16:creationId xmlns:a16="http://schemas.microsoft.com/office/drawing/2014/main" xmlns="" id="{0957314E-32C6-A6BC-0B1C-6701730015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8">
            <a:extLst>
              <a:ext uri="{FF2B5EF4-FFF2-40B4-BE49-F238E27FC236}">
                <a16:creationId xmlns:a16="http://schemas.microsoft.com/office/drawing/2014/main" xmlns="" id="{C2DBCC42-424F-929C-A648-4A3675DDF449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0793F4B8-60D2-39D3-4895-103ACC35F4EA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xmlns="" id="{738CE08C-4828-318E-65E2-1255C6480E1E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F8721A08-1CC7-D9F8-842D-5358811E3A97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2">
            <a:extLst>
              <a:ext uri="{FF2B5EF4-FFF2-40B4-BE49-F238E27FC236}">
                <a16:creationId xmlns:a16="http://schemas.microsoft.com/office/drawing/2014/main" xmlns="" id="{15565312-25CA-2F66-5E9A-E638FE86F19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D0E19115-AA0B-4A56-CBF9-2753F55EAAC6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5BAB512A-377D-DB7D-72FD-C3DC0B4FCD39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xmlns="" id="{AD83A65A-34A5-F13A-52AA-6E5C3BF6484F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7FC9300E-0CC7-35BA-4D13-64FA5089F2C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0505" y="807509"/>
            <a:ext cx="2036128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412"/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/>
            </a:lvl2pPr>
            <a:lvl3pPr>
              <a:defRPr sz="1008"/>
            </a:lvl3pPr>
            <a:lvl4pPr>
              <a:defRPr sz="908"/>
            </a:lvl4pPr>
            <a:lvl5pPr>
              <a:defRPr sz="908"/>
            </a:lvl5pPr>
            <a:lvl6pPr>
              <a:defRPr sz="908"/>
            </a:lvl6pPr>
            <a:lvl7pPr>
              <a:defRPr sz="908"/>
            </a:lvl7pPr>
            <a:lvl8pPr>
              <a:defRPr sz="908"/>
            </a:lvl8pPr>
            <a:lvl9pPr>
              <a:defRPr sz="908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97137" y="807509"/>
            <a:ext cx="2036128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412"/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>
                <a:latin typeface="Arial" pitchFamily="34" charset="0"/>
                <a:cs typeface="Arial" pitchFamily="34" charset="0"/>
              </a:defRPr>
            </a:lvl2pPr>
            <a:lvl3pPr>
              <a:defRPr sz="1008"/>
            </a:lvl3pPr>
            <a:lvl4pPr>
              <a:defRPr sz="908"/>
            </a:lvl4pPr>
            <a:lvl5pPr>
              <a:defRPr sz="908"/>
            </a:lvl5pPr>
            <a:lvl6pPr>
              <a:defRPr sz="908"/>
            </a:lvl6pPr>
            <a:lvl7pPr>
              <a:defRPr sz="908"/>
            </a:lvl7pPr>
            <a:lvl8pPr>
              <a:defRPr sz="908"/>
            </a:lvl8pPr>
            <a:lvl9pPr>
              <a:defRPr sz="908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4323560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xmlns="" id="{BF93BEC7-04EA-C775-CD0C-A4FEF0A4DB4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xmlns="" id="{9C52A5C0-668C-B34C-7029-E5D68D46D260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F7039341-D7DE-D656-3F2D-F0B335E576B8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34F2623B-B399-87CF-5D0B-1C53F9301C5B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xmlns="" id="{40D4E0C3-E400-B9D9-4FD0-3CF00E6B56C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xmlns="" id="{D85978DB-A6D9-FC62-33D1-BF7FC9C1A4ED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xmlns="" id="{6C2C4BC6-3CA5-0664-B1A9-D5F76E158A75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73E80DA4-51C0-D084-04C2-FA968028EE20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5" name="Picture 15" descr="Picture 7.png">
            <a:extLst>
              <a:ext uri="{FF2B5EF4-FFF2-40B4-BE49-F238E27FC236}">
                <a16:creationId xmlns:a16="http://schemas.microsoft.com/office/drawing/2014/main" xmlns="" id="{7990531F-B3E1-470A-B208-01B19F0C13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527E1C65-06B6-F1C3-95DF-604BC0C651A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0505" y="774663"/>
            <a:ext cx="2036928" cy="417373"/>
          </a:xfrm>
        </p:spPr>
        <p:txBody>
          <a:bodyPr anchor="b"/>
          <a:lstStyle>
            <a:lvl1pPr marL="0" indent="0">
              <a:buNone/>
              <a:defRPr sz="1210" b="1"/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0505" y="1192036"/>
            <a:ext cx="2036928" cy="1899407"/>
          </a:xfrm>
        </p:spPr>
        <p:txBody>
          <a:bodyPr/>
          <a:lstStyle>
            <a:lvl1pPr>
              <a:defRPr sz="1210"/>
            </a:lvl1pPr>
            <a:lvl2pPr>
              <a:defRPr sz="1008"/>
            </a:lvl2pPr>
            <a:lvl3pPr>
              <a:defRPr sz="908"/>
            </a:lvl3pPr>
            <a:lvl4pPr>
              <a:defRPr sz="807"/>
            </a:lvl4pPr>
            <a:lvl5pPr>
              <a:defRPr sz="807"/>
            </a:lvl5pPr>
            <a:lvl6pPr>
              <a:defRPr sz="807"/>
            </a:lvl6pPr>
            <a:lvl7pPr>
              <a:defRPr sz="807"/>
            </a:lvl7pPr>
            <a:lvl8pPr>
              <a:defRPr sz="807"/>
            </a:lvl8pPr>
            <a:lvl9pPr>
              <a:defRPr sz="8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41867" y="774663"/>
            <a:ext cx="2037728" cy="417373"/>
          </a:xfrm>
        </p:spPr>
        <p:txBody>
          <a:bodyPr anchor="b"/>
          <a:lstStyle>
            <a:lvl1pPr marL="0" indent="0">
              <a:buNone/>
              <a:defRPr sz="1210" b="1"/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41867" y="1192036"/>
            <a:ext cx="2037728" cy="1899407"/>
          </a:xfrm>
        </p:spPr>
        <p:txBody>
          <a:bodyPr/>
          <a:lstStyle>
            <a:lvl1pPr>
              <a:defRPr sz="1210"/>
            </a:lvl1pPr>
            <a:lvl2pPr>
              <a:defRPr sz="1008"/>
            </a:lvl2pPr>
            <a:lvl3pPr>
              <a:defRPr sz="908"/>
            </a:lvl3pPr>
            <a:lvl4pPr>
              <a:defRPr sz="807"/>
            </a:lvl4pPr>
            <a:lvl5pPr>
              <a:defRPr sz="807"/>
            </a:lvl5pPr>
            <a:lvl6pPr>
              <a:defRPr sz="807"/>
            </a:lvl6pPr>
            <a:lvl7pPr>
              <a:defRPr sz="807"/>
            </a:lvl7pPr>
            <a:lvl8pPr>
              <a:defRPr sz="807"/>
            </a:lvl8pPr>
            <a:lvl9pPr>
              <a:defRPr sz="8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939576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xmlns="" id="{0FC86F09-236A-E530-CD8D-B314480BAEC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xmlns="" id="{E01EDF08-38EF-A0BB-F9D9-EFFFC4AED9C2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xmlns="" id="{F15E5C26-DAA5-52FE-3970-1838540DFC0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AF69DB94-3EC9-B3A5-E3CA-1DA45896D673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7" name="Group 11">
            <a:extLst>
              <a:ext uri="{FF2B5EF4-FFF2-40B4-BE49-F238E27FC236}">
                <a16:creationId xmlns:a16="http://schemas.microsoft.com/office/drawing/2014/main" xmlns="" id="{343CF266-522E-5E8F-B919-2A0B7A03B9D9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BCFFD903-1798-0E66-2D1D-90A54D1A5B6F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9BBC9C25-14A4-06BC-1352-746E790A83CC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D9363999-69D7-632C-B8C5-117C8FF11A6E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1" name="Picture 15" descr="Picture 7.png">
            <a:extLst>
              <a:ext uri="{FF2B5EF4-FFF2-40B4-BE49-F238E27FC236}">
                <a16:creationId xmlns:a16="http://schemas.microsoft.com/office/drawing/2014/main" xmlns="" id="{CD07F0B5-2A65-2C7E-9B68-8BE1A2B6DD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09899925-26AC-CD9A-D78D-7F76CDA0A2F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890041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xmlns="" id="{822CA5CE-A416-BC31-7950-48620C1BFB7C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xmlns="" id="{4A09BBC8-414A-3057-118A-CB3AC31704B7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C2509528-E14E-B363-3AFD-C7D15B8875E5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xmlns="" id="{02ED8042-4C0A-EA9B-B76D-927C0863149B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1">
            <a:extLst>
              <a:ext uri="{FF2B5EF4-FFF2-40B4-BE49-F238E27FC236}">
                <a16:creationId xmlns:a16="http://schemas.microsoft.com/office/drawing/2014/main" xmlns="" id="{D9FD612D-5E68-C308-3D85-967AA0DA604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EC8F5065-4F74-269E-F5AD-F67950391A52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BF51EEF9-1833-E701-8896-CE3AF755ECB9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xmlns="" id="{FBC1DDA8-E218-0B6A-22AD-18BBBA668778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3" name="Picture 15" descr="Picture 7.png">
            <a:extLst>
              <a:ext uri="{FF2B5EF4-FFF2-40B4-BE49-F238E27FC236}">
                <a16:creationId xmlns:a16="http://schemas.microsoft.com/office/drawing/2014/main" xmlns="" id="{8DCEE838-C464-B62F-8CB9-0E1E42F630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F5571B4-3124-E3CA-FAB3-473FC96935B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2421" y="807509"/>
            <a:ext cx="2577174" cy="2283935"/>
          </a:xfrm>
        </p:spPr>
        <p:txBody>
          <a:bodyPr/>
          <a:lstStyle>
            <a:lvl1pPr>
              <a:defRPr sz="1613"/>
            </a:lvl1pPr>
            <a:lvl2pPr>
              <a:defRPr sz="1412"/>
            </a:lvl2pPr>
            <a:lvl3pPr>
              <a:defRPr sz="1210"/>
            </a:lvl3pPr>
            <a:lvl4pPr>
              <a:defRPr sz="1008"/>
            </a:lvl4pPr>
            <a:lvl5pPr>
              <a:defRPr sz="1008"/>
            </a:lvl5pPr>
            <a:lvl6pPr>
              <a:defRPr sz="1008"/>
            </a:lvl6pPr>
            <a:lvl7pPr>
              <a:defRPr sz="1008"/>
            </a:lvl7pPr>
            <a:lvl8pPr>
              <a:defRPr sz="1008"/>
            </a:lvl8pPr>
            <a:lvl9pPr>
              <a:defRPr sz="100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0505" y="807509"/>
            <a:ext cx="1516691" cy="2283935"/>
          </a:xfrm>
        </p:spPr>
        <p:txBody>
          <a:bodyPr/>
          <a:lstStyle>
            <a:lvl1pPr marL="0" indent="0">
              <a:buNone/>
              <a:defRPr sz="706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1137633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7">
            <a:extLst>
              <a:ext uri="{FF2B5EF4-FFF2-40B4-BE49-F238E27FC236}">
                <a16:creationId xmlns:a16="http://schemas.microsoft.com/office/drawing/2014/main" xmlns="" id="{0CBA4BC4-1C02-3D01-73DF-39F2AF28435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xmlns="" id="{6B51AF1A-7E7E-44DF-E905-609753491B9A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B3CACC2B-90CF-2B6C-99A7-9B10E4B045E7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8F6E4532-093A-3D39-C09B-FE52AE5B3074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11">
            <a:extLst>
              <a:ext uri="{FF2B5EF4-FFF2-40B4-BE49-F238E27FC236}">
                <a16:creationId xmlns:a16="http://schemas.microsoft.com/office/drawing/2014/main" xmlns="" id="{32C87178-9907-C398-6632-70909A38B73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D3CF42ED-968F-4D4C-B883-89DDA7BC042D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xmlns="" id="{EC75B08A-6D29-B44E-48A8-9F8146316F8A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xmlns="" id="{E3BCCA24-F13E-7446-65B3-7B98FD7715E3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4" name="Picture 15" descr="Picture 7.png">
            <a:extLst>
              <a:ext uri="{FF2B5EF4-FFF2-40B4-BE49-F238E27FC236}">
                <a16:creationId xmlns:a16="http://schemas.microsoft.com/office/drawing/2014/main" xmlns="" id="{4358017B-B7D0-2028-9611-303B931472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09686564-4268-1987-AABD-7405A2BA7FA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3612" y="2728545"/>
            <a:ext cx="2766060" cy="153811"/>
          </a:xfrm>
        </p:spPr>
        <p:txBody>
          <a:bodyPr anchor="b"/>
          <a:lstStyle>
            <a:lvl1pPr algn="l">
              <a:defRPr sz="908" b="1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03612" y="922867"/>
            <a:ext cx="2766060" cy="1730375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1613"/>
            </a:lvl1pPr>
            <a:lvl2pPr marL="230520" indent="0">
              <a:buNone/>
              <a:defRPr sz="1412"/>
            </a:lvl2pPr>
            <a:lvl3pPr marL="461040" indent="0">
              <a:buNone/>
              <a:defRPr sz="1210"/>
            </a:lvl3pPr>
            <a:lvl4pPr marL="691561" indent="0">
              <a:buNone/>
              <a:defRPr sz="1008"/>
            </a:lvl4pPr>
            <a:lvl5pPr marL="922081" indent="0">
              <a:buNone/>
              <a:defRPr sz="1008"/>
            </a:lvl5pPr>
            <a:lvl6pPr marL="1152601" indent="0">
              <a:buNone/>
              <a:defRPr sz="1008"/>
            </a:lvl6pPr>
            <a:lvl7pPr marL="1383121" indent="0">
              <a:buNone/>
              <a:defRPr sz="1008"/>
            </a:lvl7pPr>
            <a:lvl8pPr marL="1613642" indent="0">
              <a:buNone/>
              <a:defRPr sz="1008"/>
            </a:lvl8pPr>
            <a:lvl9pPr marL="1844162" indent="0">
              <a:buNone/>
              <a:defRPr sz="1008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3612" y="2882356"/>
            <a:ext cx="2766060" cy="153811"/>
          </a:xfrm>
        </p:spPr>
        <p:txBody>
          <a:bodyPr>
            <a:normAutofit/>
          </a:bodyPr>
          <a:lstStyle>
            <a:lvl1pPr marL="0" indent="0">
              <a:buNone/>
              <a:defRPr sz="807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6054794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xmlns="" id="{BB4FE2C9-99C8-3FBF-4462-C3FC42A8326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xmlns="" id="{30B40B9D-BFD6-3BCA-F557-F9A0A3DE71F6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xmlns="" id="{117D9004-3936-E502-6A81-0917BD48DF09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0206200C-4843-3001-7365-F9575501F75C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7" name="Group 11">
            <a:extLst>
              <a:ext uri="{FF2B5EF4-FFF2-40B4-BE49-F238E27FC236}">
                <a16:creationId xmlns:a16="http://schemas.microsoft.com/office/drawing/2014/main" xmlns="" id="{0A217B71-3DC0-C336-A653-821FDB4DAC3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7C0A6925-97A4-D1CE-02C9-44C3018BE0D7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2E681DC7-4F47-DD03-46D5-316EA5F027A6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8BF19ACA-79B3-5BB8-B75C-217126505DFD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1" name="Picture 15" descr="Picture 7.png">
            <a:extLst>
              <a:ext uri="{FF2B5EF4-FFF2-40B4-BE49-F238E27FC236}">
                <a16:creationId xmlns:a16="http://schemas.microsoft.com/office/drawing/2014/main" xmlns="" id="{505CF736-DA10-9DD7-07B4-7B08B7ED00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DD227DCD-D667-FCF3-F084-7BC2510073F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209920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xmlns="" id="{B97B1E1C-1BE5-3291-BB70-FBD16FBBCA7D}"/>
              </a:ext>
            </a:extLst>
          </p:cNvPr>
          <p:cNvGrpSpPr>
            <a:grpSpLocks/>
          </p:cNvGrpSpPr>
          <p:nvPr userDrawn="1"/>
        </p:nvGrpSpPr>
        <p:grpSpPr bwMode="auto">
          <a:xfrm rot="5400000">
            <a:off x="2522751" y="1295789"/>
            <a:ext cx="2614789" cy="23210"/>
            <a:chOff x="1905000" y="6553200"/>
            <a:chExt cx="7010400" cy="457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xmlns="" id="{A2500278-AFCA-C2B7-5523-C736920D4CB8}"/>
                </a:ext>
              </a:extLst>
            </p:cNvPr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xmlns="" id="{A0A86700-8AF8-B362-C104-4D58131A5C79}"/>
                </a:ext>
              </a:extLst>
            </p:cNvPr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C82BC061-D46B-2EB4-A4CA-E5A4C62D3DF2}"/>
                </a:ext>
              </a:extLst>
            </p:cNvPr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8" name="Picture 11" descr="Picture 7.png">
            <a:extLst>
              <a:ext uri="{FF2B5EF4-FFF2-40B4-BE49-F238E27FC236}">
                <a16:creationId xmlns:a16="http://schemas.microsoft.com/office/drawing/2014/main" xmlns="" id="{CD3DBD25-1C4E-1464-31A0-CA4786D5AE3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6" t="1923"/>
          <a:stretch>
            <a:fillRect/>
          </a:stretch>
        </p:blipFill>
        <p:spPr bwMode="auto">
          <a:xfrm>
            <a:off x="-4002" y="192264"/>
            <a:ext cx="348959" cy="1107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CC055846-74A3-1FB0-B57C-0B74033C6F29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1410400" y="1899206"/>
            <a:ext cx="2960864" cy="16222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454" b="1">
                <a:solidFill>
                  <a:srgbClr val="101141"/>
                </a:solidFill>
              </a:rPr>
              <a:t>BITS </a:t>
            </a:r>
            <a:r>
              <a:rPr lang="en-US" altLang="en-US" sz="454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4680" y="192264"/>
            <a:ext cx="3034983" cy="29528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2726284" y="1384564"/>
            <a:ext cx="2960864" cy="576263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1850000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EFF1246F-5B55-3551-888F-82C3FE932CEB}"/>
              </a:ext>
            </a:extLst>
          </p:cNvPr>
          <p:cNvSpPr/>
          <p:nvPr/>
        </p:nvSpPr>
        <p:spPr>
          <a:xfrm>
            <a:off x="0" y="0"/>
            <a:ext cx="4610100" cy="230716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xmlns="" id="{5954F831-8A05-2E0E-907C-B1DF52727DC1}"/>
              </a:ext>
            </a:extLst>
          </p:cNvPr>
          <p:cNvSpPr/>
          <p:nvPr/>
        </p:nvSpPr>
        <p:spPr>
          <a:xfrm>
            <a:off x="2401" y="0"/>
            <a:ext cx="4607699" cy="2307167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C931E78D-3182-FFE1-28D1-DE78C0A94833}"/>
              </a:ext>
            </a:extLst>
          </p:cNvPr>
          <p:cNvCxnSpPr/>
          <p:nvPr/>
        </p:nvCxnSpPr>
        <p:spPr>
          <a:xfrm flipV="1">
            <a:off x="3171044" y="2656446"/>
            <a:ext cx="0" cy="461433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879" y="2503032"/>
            <a:ext cx="2938939" cy="738293"/>
          </a:xfrm>
        </p:spPr>
        <p:txBody>
          <a:bodyPr/>
          <a:lstStyle>
            <a:lvl1pPr algn="r">
              <a:defRPr sz="2218" spc="10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55883" y="2503032"/>
            <a:ext cx="1210151" cy="738293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7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230520" indent="0" algn="ctr">
              <a:buNone/>
              <a:defRPr sz="807"/>
            </a:lvl2pPr>
            <a:lvl3pPr marL="461040" indent="0" algn="ctr">
              <a:buNone/>
              <a:defRPr sz="807"/>
            </a:lvl3pPr>
            <a:lvl4pPr marL="691561" indent="0" algn="ctr">
              <a:buNone/>
              <a:defRPr sz="807"/>
            </a:lvl4pPr>
            <a:lvl5pPr marL="922081" indent="0" algn="ctr">
              <a:buNone/>
              <a:defRPr sz="807"/>
            </a:lvl5pPr>
            <a:lvl6pPr marL="1152601" indent="0" algn="ctr">
              <a:buNone/>
              <a:defRPr sz="807"/>
            </a:lvl6pPr>
            <a:lvl7pPr marL="1383121" indent="0" algn="ctr">
              <a:buNone/>
              <a:defRPr sz="807"/>
            </a:lvl7pPr>
            <a:lvl8pPr marL="1613642" indent="0" algn="ctr">
              <a:buNone/>
              <a:defRPr sz="807"/>
            </a:lvl8pPr>
            <a:lvl9pPr marL="1844162" indent="0" algn="ctr">
              <a:buNone/>
              <a:defRPr sz="80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xmlns="" id="{DF8EBE21-F704-C238-45A5-0CCDA632F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xmlns="" id="{E9C9F359-7BB2-348F-6506-250929409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xmlns="" id="{1D03377E-43BF-780C-7B9F-86CC9B4C5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F11F753-475E-4F15-83FD-780C89EAED7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9161836"/>
      </p:ext>
    </p:extLst>
  </p:cSld>
  <p:clrMapOvr>
    <a:masterClrMapping/>
  </p:clrMapOvr>
  <p:hf hdr="0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2F8ADAD-EC2D-6899-2D87-95ADE4DBE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2BC8278-6A5E-B803-78BD-B9ED6380D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9F81FC4-E078-3F00-7DCA-85766415B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148748-900B-4C86-AC10-9219D700969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4762179"/>
      </p:ext>
    </p:extLst>
  </p:cSld>
  <p:clrMapOvr>
    <a:masterClrMapping/>
  </p:clrMapOvr>
  <p:hf hdr="0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545C6249-D991-676F-113C-A6373F965567}"/>
              </a:ext>
            </a:extLst>
          </p:cNvPr>
          <p:cNvSpPr/>
          <p:nvPr/>
        </p:nvSpPr>
        <p:spPr>
          <a:xfrm>
            <a:off x="0" y="0"/>
            <a:ext cx="4610100" cy="230716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xmlns="" id="{4FCFD41A-F425-0D9D-50C4-22DCCADB7374}"/>
              </a:ext>
            </a:extLst>
          </p:cNvPr>
          <p:cNvSpPr/>
          <p:nvPr/>
        </p:nvSpPr>
        <p:spPr>
          <a:xfrm>
            <a:off x="2401" y="0"/>
            <a:ext cx="4607699" cy="2307167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413F314E-8AF3-615B-DD9D-D1EB10DA8154}"/>
              </a:ext>
            </a:extLst>
          </p:cNvPr>
          <p:cNvCxnSpPr/>
          <p:nvPr/>
        </p:nvCxnSpPr>
        <p:spPr>
          <a:xfrm flipV="1">
            <a:off x="3171044" y="2656446"/>
            <a:ext cx="0" cy="461433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879" y="2503032"/>
            <a:ext cx="2938939" cy="738293"/>
          </a:xfrm>
        </p:spPr>
        <p:txBody>
          <a:bodyPr/>
          <a:lstStyle>
            <a:lvl1pPr algn="r">
              <a:defRPr sz="2218" b="0" spc="10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55883" y="2503032"/>
            <a:ext cx="1210151" cy="738293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7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230520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2pPr>
            <a:lvl3pPr marL="461040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3pPr>
            <a:lvl4pPr marL="69156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4pPr>
            <a:lvl5pPr marL="92208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5pPr>
            <a:lvl6pPr marL="115260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6pPr>
            <a:lvl7pPr marL="138312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7pPr>
            <a:lvl8pPr marL="161364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8pPr>
            <a:lvl9pPr marL="184416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xmlns="" id="{2727A82F-72EE-90FA-B96B-31D6E270F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xmlns="" id="{F2752337-9236-8ED2-2C6A-C44709E94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xmlns="" id="{BB2937E3-EB4F-8039-E561-D38E759F9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7E399E6-107C-4F26-935A-42557983D11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8815344"/>
      </p:ext>
    </p:extLst>
  </p:cSld>
  <p:clrMapOvr>
    <a:masterClrMapping/>
  </p:clrMapOvr>
  <p:hf hdr="0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249" y="295317"/>
            <a:ext cx="3675402" cy="7567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7248" y="1153583"/>
            <a:ext cx="1797939" cy="20303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4712" y="1153583"/>
            <a:ext cx="1797939" cy="20303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D03DF80C-2631-355D-2527-1323950BD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D9CCF4CD-A412-B00A-89B7-3B868DDA6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1DD47C17-25EE-671C-5856-8838E3F9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036EEA-5A33-4202-8771-5CFF44FFB9E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2610951"/>
      </p:ext>
    </p:extLst>
  </p:cSld>
  <p:clrMapOvr>
    <a:masterClrMapping/>
  </p:clrMapOvr>
  <p:hf hdr="0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387249" y="295317"/>
            <a:ext cx="3675402" cy="7567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7248" y="1099909"/>
            <a:ext cx="1797939" cy="41529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109" b="0" cap="none" baseline="0">
                <a:solidFill>
                  <a:schemeClr val="accent1"/>
                </a:solidFill>
                <a:latin typeface="+mn-lt"/>
              </a:defRPr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7248" y="1497634"/>
            <a:ext cx="1797939" cy="1686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64712" y="1099909"/>
            <a:ext cx="1797939" cy="41529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109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64712" y="1497634"/>
            <a:ext cx="1797939" cy="1686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xmlns="" id="{C72DDFB1-015E-8F34-77C4-137A5AE9D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xmlns="" id="{B7001070-E7F4-B078-BD75-D9F25C008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xmlns="" id="{38B7E0AF-CB7E-28A6-8614-FCFC1E53E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0BE64F-2C18-41AB-98F2-D629E53EAA5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9043869"/>
      </p:ext>
    </p:extLst>
  </p:cSld>
  <p:clrMapOvr>
    <a:masterClrMapping/>
  </p:clrMapOvr>
  <p:hf hdr="0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xmlns="" id="{61039CE3-4B67-8EE8-4CA6-2CAAE156A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xmlns="" id="{7C6D927A-A715-9BD1-7D6A-CA7B63FA9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xmlns="" id="{04F55E93-5F6A-568A-0942-90827A1B5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AB27C5-2CB5-44E7-AF76-62C48DC2640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1542101"/>
      </p:ext>
    </p:extLst>
  </p:cSld>
  <p:clrMapOvr>
    <a:masterClrMapping/>
  </p:clrMapOvr>
  <p:hf hdr="0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BC4AF125-D960-D981-66FC-610EF3DF6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B46038AF-4D14-083B-028C-6BD129E64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1195592-CB15-5356-E0C6-E244A4CE5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23C5604-81E4-4AB1-B741-86B603BF95C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7344014"/>
      </p:ext>
    </p:extLst>
  </p:cSld>
  <p:clrMapOvr>
    <a:masterClrMapping/>
  </p:clrMapOvr>
  <p:hf hdr="0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87248" y="237938"/>
            <a:ext cx="1659636" cy="876723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181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60984" y="415290"/>
            <a:ext cx="2147154" cy="2616327"/>
          </a:xfrm>
        </p:spPr>
        <p:txBody>
          <a:bodyPr>
            <a:normAutofit/>
          </a:bodyPr>
          <a:lstStyle>
            <a:lvl1pPr>
              <a:defRPr sz="1008"/>
            </a:lvl1pPr>
            <a:lvl2pPr>
              <a:defRPr sz="807"/>
            </a:lvl2pPr>
            <a:lvl3pPr>
              <a:defRPr sz="605"/>
            </a:lvl3pPr>
            <a:lvl4pPr>
              <a:defRPr sz="605"/>
            </a:lvl4pPr>
            <a:lvl5pPr>
              <a:defRPr sz="605"/>
            </a:lvl5pPr>
            <a:lvl6pPr>
              <a:defRPr sz="605"/>
            </a:lvl6pPr>
            <a:lvl7pPr>
              <a:defRPr sz="605"/>
            </a:lvl7pPr>
            <a:lvl8pPr>
              <a:defRPr sz="605"/>
            </a:lvl8pPr>
            <a:lvl9pPr>
              <a:defRPr sz="6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7248" y="1139204"/>
            <a:ext cx="1659636" cy="1898565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303"/>
              </a:spcBef>
              <a:buNone/>
              <a:defRPr sz="807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xmlns="" id="{EB4FBAB4-4655-7D0F-BD94-168A1B866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E7C3D00-9726-A024-F590-A23E02815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57E417D-C300-0B62-BCC9-508440C40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8A1FEC-4512-410A-9443-F8A13011A0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1257608"/>
      </p:ext>
    </p:extLst>
  </p:cSld>
  <p:clrMapOvr>
    <a:masterClrMapping/>
  </p:clrMapOvr>
  <p:hf hdr="0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xmlns="" id="{E9447E8A-C4DD-8C30-4C84-A39122E3E3A6}"/>
              </a:ext>
            </a:extLst>
          </p:cNvPr>
          <p:cNvCxnSpPr/>
          <p:nvPr/>
        </p:nvCxnSpPr>
        <p:spPr>
          <a:xfrm flipV="1">
            <a:off x="3171044" y="2656446"/>
            <a:ext cx="0" cy="461433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879" y="2503033"/>
            <a:ext cx="2938939" cy="738293"/>
          </a:xfrm>
        </p:spPr>
        <p:txBody>
          <a:bodyPr/>
          <a:lstStyle>
            <a:lvl1pPr algn="r">
              <a:defRPr sz="2218" spc="10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4608947" cy="2307167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tlCol="0">
            <a:normAutofit/>
          </a:bodyPr>
          <a:lstStyle>
            <a:lvl1pPr marL="0" indent="0">
              <a:buNone/>
              <a:defRPr sz="1210"/>
            </a:lvl1pPr>
            <a:lvl2pPr marL="172890" indent="0">
              <a:buNone/>
              <a:defRPr sz="1059"/>
            </a:lvl2pPr>
            <a:lvl3pPr marL="345780" indent="0">
              <a:buNone/>
              <a:defRPr sz="908"/>
            </a:lvl3pPr>
            <a:lvl4pPr marL="518671" indent="0">
              <a:buNone/>
              <a:defRPr sz="756"/>
            </a:lvl4pPr>
            <a:lvl5pPr marL="691561" indent="0">
              <a:buNone/>
              <a:defRPr sz="756"/>
            </a:lvl5pPr>
            <a:lvl6pPr marL="864451" indent="0">
              <a:buNone/>
              <a:defRPr sz="756"/>
            </a:lvl6pPr>
            <a:lvl7pPr marL="1037341" indent="0">
              <a:buNone/>
              <a:defRPr sz="756"/>
            </a:lvl7pPr>
            <a:lvl8pPr marL="1210231" indent="0">
              <a:buNone/>
              <a:defRPr sz="756"/>
            </a:lvl8pPr>
            <a:lvl9pPr marL="1383121" indent="0">
              <a:buNone/>
              <a:defRPr sz="756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55883" y="2503033"/>
            <a:ext cx="1210151" cy="738293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7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172890" indent="0">
              <a:buNone/>
              <a:defRPr sz="529"/>
            </a:lvl2pPr>
            <a:lvl3pPr marL="345780" indent="0">
              <a:buNone/>
              <a:defRPr sz="454"/>
            </a:lvl3pPr>
            <a:lvl4pPr marL="518671" indent="0">
              <a:buNone/>
              <a:defRPr sz="378"/>
            </a:lvl4pPr>
            <a:lvl5pPr marL="691561" indent="0">
              <a:buNone/>
              <a:defRPr sz="378"/>
            </a:lvl5pPr>
            <a:lvl6pPr marL="864451" indent="0">
              <a:buNone/>
              <a:defRPr sz="378"/>
            </a:lvl6pPr>
            <a:lvl7pPr marL="1037341" indent="0">
              <a:buNone/>
              <a:defRPr sz="378"/>
            </a:lvl7pPr>
            <a:lvl8pPr marL="1210231" indent="0">
              <a:buNone/>
              <a:defRPr sz="378"/>
            </a:lvl8pPr>
            <a:lvl9pPr marL="1383121" indent="0">
              <a:buNone/>
              <a:defRPr sz="3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xmlns="" id="{A2936752-5497-5BAB-378C-9DED1ACDF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xmlns="" id="{B9DF64C3-5903-3D99-14EE-92BBBB6D1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xmlns="" id="{62EA6951-0366-435D-2C69-3A29AEFA9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C036E4F-B934-417D-9C27-831E7F2A094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3414852"/>
      </p:ext>
    </p:extLst>
  </p:cSld>
  <p:clrMapOvr>
    <a:masterClrMapping/>
  </p:clrMapOvr>
  <p:hf hdr="0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32CF7ED-AD4F-2747-0C58-6B720102D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002669C-C19C-E9F2-7D35-B6165C673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95CB352-A53B-5CFF-FFDC-8137E3C4A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E74B33-3F23-4286-B73A-9260034BB11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4451726"/>
      </p:ext>
    </p:extLst>
  </p:cSld>
  <p:clrMapOvr>
    <a:masterClrMapping/>
  </p:clrMapOvr>
  <p:hf hdr="0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xmlns="" id="{0D4AA313-D6DF-FD55-262A-B5AFA47A0C8D}"/>
              </a:ext>
            </a:extLst>
          </p:cNvPr>
          <p:cNvCxnSpPr/>
          <p:nvPr/>
        </p:nvCxnSpPr>
        <p:spPr>
          <a:xfrm rot="5400000" flipV="1">
            <a:off x="3803333" y="87479"/>
            <a:ext cx="0" cy="34575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99103" y="384528"/>
            <a:ext cx="994053" cy="2730147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4571" y="384528"/>
            <a:ext cx="2866906" cy="27301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1908B880-15E9-9512-9F2E-AD685D419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D197541E-5E95-1185-382F-AE87FB9CC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2016C364-841C-8B8C-2F4C-549369DC8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477DB26-DD1A-47AE-B3EE-114232D0A09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8643579"/>
      </p:ext>
    </p:extLst>
  </p:cSld>
  <p:clrMapOvr>
    <a:masterClrMapping/>
  </p:clrMapOvr>
  <p:hf hdr="0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B9DCDD08-5C77-8BCF-1726-7F1703117EF6}"/>
              </a:ext>
            </a:extLst>
          </p:cNvPr>
          <p:cNvSpPr/>
          <p:nvPr userDrawn="1"/>
        </p:nvSpPr>
        <p:spPr>
          <a:xfrm>
            <a:off x="0" y="1691922"/>
            <a:ext cx="4379595" cy="13843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0DC71FD2-EF68-5F6A-ED94-3E97F69557B0}"/>
              </a:ext>
            </a:extLst>
          </p:cNvPr>
          <p:cNvSpPr/>
          <p:nvPr userDrawn="1"/>
        </p:nvSpPr>
        <p:spPr>
          <a:xfrm>
            <a:off x="1459865" y="3076222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D5BE66A8-F8A2-8CE9-5C73-071ADDD90970}"/>
              </a:ext>
            </a:extLst>
          </p:cNvPr>
          <p:cNvSpPr/>
          <p:nvPr userDrawn="1"/>
        </p:nvSpPr>
        <p:spPr>
          <a:xfrm>
            <a:off x="0" y="3076222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1315CEBE-A4EA-5C68-6551-96710625E97E}"/>
              </a:ext>
            </a:extLst>
          </p:cNvPr>
          <p:cNvSpPr/>
          <p:nvPr userDrawn="1"/>
        </p:nvSpPr>
        <p:spPr>
          <a:xfrm>
            <a:off x="2919730" y="3076222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8" name="Picture 11" descr="BITS_university_logo_whitevert.png">
            <a:extLst>
              <a:ext uri="{FF2B5EF4-FFF2-40B4-BE49-F238E27FC236}">
                <a16:creationId xmlns:a16="http://schemas.microsoft.com/office/drawing/2014/main" xmlns="" id="{179E5207-88DB-433A-AC0B-243D7011A66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38417" y="1691923"/>
            <a:ext cx="1037273" cy="998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7C1BBC82-6F47-6AA7-5C4E-4F1989680ED2}"/>
              </a:ext>
            </a:extLst>
          </p:cNvPr>
          <p:cNvSpPr txBox="1"/>
          <p:nvPr userDrawn="1"/>
        </p:nvSpPr>
        <p:spPr>
          <a:xfrm>
            <a:off x="-38418" y="2653242"/>
            <a:ext cx="1114108" cy="3173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62" b="1" spc="-76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1462" spc="-76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2063A932-E574-EB77-3B55-7CC3FDB5696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6835" y="2859926"/>
            <a:ext cx="960438" cy="18543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605">
                <a:solidFill>
                  <a:srgbClr val="FFFFFF"/>
                </a:solidFill>
              </a:rPr>
              <a:t>Hyderabad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1267777" y="2730147"/>
            <a:ext cx="3034983" cy="269169"/>
          </a:xfrm>
        </p:spPr>
        <p:txBody>
          <a:bodyPr anchor="b">
            <a:noAutofit/>
          </a:bodyPr>
          <a:lstStyle>
            <a:lvl1pPr marL="0" indent="0" algn="r">
              <a:lnSpc>
                <a:spcPts val="908"/>
              </a:lnSpc>
              <a:spcBef>
                <a:spcPts val="0"/>
              </a:spcBef>
              <a:buNone/>
              <a:defRPr sz="908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7777" y="1922639"/>
            <a:ext cx="3034983" cy="769056"/>
          </a:xfrm>
        </p:spPr>
        <p:txBody>
          <a:bodyPr anchorCtr="0">
            <a:noAutofit/>
          </a:bodyPr>
          <a:lstStyle>
            <a:lvl1pPr algn="l">
              <a:lnSpc>
                <a:spcPts val="2017"/>
              </a:lnSpc>
              <a:defRPr sz="2218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9577374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575AD44B-14AF-BBC5-D239-2A16E969D74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grpSp>
        <p:nvGrpSpPr>
          <p:cNvPr id="4" name="Group 8">
            <a:extLst>
              <a:ext uri="{FF2B5EF4-FFF2-40B4-BE49-F238E27FC236}">
                <a16:creationId xmlns:a16="http://schemas.microsoft.com/office/drawing/2014/main" xmlns="" id="{15F27DD9-09D0-70E3-1585-EC7DBE41F17B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50879" y="3305337"/>
            <a:ext cx="3559221" cy="24834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xmlns="" id="{9CA3A693-6A65-F212-509F-D2F6D791A1A2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F149C7E1-9F80-D7EC-4E33-D3EBE6E765DB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xmlns="" id="{E5BA3EC6-D382-4FA1-1C17-7F58F827CA03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8" name="Picture 12" descr="Picture 7.png">
            <a:extLst>
              <a:ext uri="{FF2B5EF4-FFF2-40B4-BE49-F238E27FC236}">
                <a16:creationId xmlns:a16="http://schemas.microsoft.com/office/drawing/2014/main" xmlns="" id="{F32785DC-0F1B-08B5-73CE-EE62F2C6E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13">
            <a:extLst>
              <a:ext uri="{FF2B5EF4-FFF2-40B4-BE49-F238E27FC236}">
                <a16:creationId xmlns:a16="http://schemas.microsoft.com/office/drawing/2014/main" xmlns="" id="{56B4CD79-1D93-FE8A-18B3-5D37F3567439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12F4F866-79E0-9035-D413-1B0CF24705D1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7E4421FE-3014-4315-D520-7FF0B439CB21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xmlns="" id="{2988B43C-B14F-F39D-B9FB-B9C95D0E36DE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17">
            <a:extLst>
              <a:ext uri="{FF2B5EF4-FFF2-40B4-BE49-F238E27FC236}">
                <a16:creationId xmlns:a16="http://schemas.microsoft.com/office/drawing/2014/main" xmlns="" id="{75A18F6E-B5C5-CD1C-A95E-9B3932D9DB0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34F4E903-5C64-3DE7-6A17-029809B7A536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xmlns="" id="{F449D79F-E9EC-7031-407C-0910EBAB930C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xmlns="" id="{DA8262F6-97B6-7B03-AA5A-14A6E1E35FC4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670" y="753835"/>
            <a:ext cx="4149090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210">
                <a:latin typeface="Arial" pitchFamily="34" charset="0"/>
                <a:cs typeface="Arial" pitchFamily="34" charset="0"/>
              </a:defRPr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3330231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C90E9F67-8C87-66B4-1A0C-753515EF2A56}"/>
              </a:ext>
            </a:extLst>
          </p:cNvPr>
          <p:cNvSpPr/>
          <p:nvPr userDrawn="1"/>
        </p:nvSpPr>
        <p:spPr>
          <a:xfrm>
            <a:off x="0" y="1691922"/>
            <a:ext cx="4379595" cy="13843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162D6C4E-3F83-500E-087B-B2628C1EAA87}"/>
              </a:ext>
            </a:extLst>
          </p:cNvPr>
          <p:cNvSpPr/>
          <p:nvPr userDrawn="1"/>
        </p:nvSpPr>
        <p:spPr>
          <a:xfrm>
            <a:off x="1459865" y="3076222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084123DB-01E0-616E-8B2A-1B5798B7C9B1}"/>
              </a:ext>
            </a:extLst>
          </p:cNvPr>
          <p:cNvSpPr/>
          <p:nvPr userDrawn="1"/>
        </p:nvSpPr>
        <p:spPr>
          <a:xfrm>
            <a:off x="0" y="3076222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B51E697D-C9B9-A7A1-04E8-78D4C7AC742E}"/>
              </a:ext>
            </a:extLst>
          </p:cNvPr>
          <p:cNvSpPr/>
          <p:nvPr userDrawn="1"/>
        </p:nvSpPr>
        <p:spPr>
          <a:xfrm>
            <a:off x="2919730" y="3076222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6" name="Picture 11" descr="BITS_university_logo_whitevert.png">
            <a:extLst>
              <a:ext uri="{FF2B5EF4-FFF2-40B4-BE49-F238E27FC236}">
                <a16:creationId xmlns:a16="http://schemas.microsoft.com/office/drawing/2014/main" xmlns="" id="{BE15CED9-A22F-454C-A808-CA5B82FE9BC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38417" y="1691923"/>
            <a:ext cx="1037273" cy="998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92F1CD09-5E53-4365-58A8-A0E167409D54}"/>
              </a:ext>
            </a:extLst>
          </p:cNvPr>
          <p:cNvSpPr txBox="1"/>
          <p:nvPr userDrawn="1"/>
        </p:nvSpPr>
        <p:spPr>
          <a:xfrm>
            <a:off x="-38418" y="2653242"/>
            <a:ext cx="1114108" cy="3173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62" b="1" spc="-76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1462" spc="-76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7925DA76-C728-76FA-C7A4-8568DC62091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6835" y="2859926"/>
            <a:ext cx="960438" cy="18543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605">
                <a:solidFill>
                  <a:srgbClr val="FFFFFF"/>
                </a:solidFill>
              </a:rPr>
              <a:t>Hyderabad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267777" y="1922639"/>
            <a:ext cx="3034983" cy="769056"/>
          </a:xfrm>
        </p:spPr>
        <p:txBody>
          <a:bodyPr anchorCtr="0">
            <a:noAutofit/>
          </a:bodyPr>
          <a:lstStyle>
            <a:lvl1pPr algn="l">
              <a:lnSpc>
                <a:spcPts val="2017"/>
              </a:lnSpc>
              <a:defRPr sz="2218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339645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\\Server\D\jyoti\FI023_BITS_v1\styleguide img\IMG_5627_b.jpg">
            <a:extLst>
              <a:ext uri="{FF2B5EF4-FFF2-40B4-BE49-F238E27FC236}">
                <a16:creationId xmlns:a16="http://schemas.microsoft.com/office/drawing/2014/main" xmlns="" id="{3A2B0F69-7715-33DF-B977-629DEBD738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610100" cy="346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135EC35A-8CC7-AC17-1F94-098CD5AE38D3}"/>
              </a:ext>
            </a:extLst>
          </p:cNvPr>
          <p:cNvSpPr/>
          <p:nvPr userDrawn="1"/>
        </p:nvSpPr>
        <p:spPr>
          <a:xfrm>
            <a:off x="0" y="2160566"/>
            <a:ext cx="4610100" cy="1300184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4" name="Picture 9" descr="Picture 7.png">
            <a:extLst>
              <a:ext uri="{FF2B5EF4-FFF2-40B4-BE49-F238E27FC236}">
                <a16:creationId xmlns:a16="http://schemas.microsoft.com/office/drawing/2014/main" xmlns="" id="{E81D979D-7141-F9F5-F05C-D528EDC4BB9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B51D4B9F-D694-D048-110D-7424DCC80F56}"/>
              </a:ext>
            </a:extLst>
          </p:cNvPr>
          <p:cNvSpPr/>
          <p:nvPr userDrawn="1"/>
        </p:nvSpPr>
        <p:spPr>
          <a:xfrm>
            <a:off x="1453462" y="3419093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595056AA-50C9-7B37-1E19-2C043A17D452}"/>
              </a:ext>
            </a:extLst>
          </p:cNvPr>
          <p:cNvSpPr/>
          <p:nvPr userDrawn="1"/>
        </p:nvSpPr>
        <p:spPr>
          <a:xfrm>
            <a:off x="-6403" y="3419093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5220D8A4-2868-FB9D-C91B-72A57DAFFA75}"/>
              </a:ext>
            </a:extLst>
          </p:cNvPr>
          <p:cNvSpPr/>
          <p:nvPr userDrawn="1"/>
        </p:nvSpPr>
        <p:spPr>
          <a:xfrm>
            <a:off x="2913327" y="3419093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0F05BA51-FC2A-8DDC-4779-99221B1D5C32}"/>
              </a:ext>
            </a:extLst>
          </p:cNvPr>
          <p:cNvSpPr txBox="1"/>
          <p:nvPr userDrawn="1"/>
        </p:nvSpPr>
        <p:spPr>
          <a:xfrm>
            <a:off x="3457575" y="384528"/>
            <a:ext cx="1114108" cy="3173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62" b="1" spc="-76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1462" spc="-76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3EEE40D5-16E7-44C9-4108-607B9A529E6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572827" y="591212"/>
            <a:ext cx="960438" cy="18543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605">
                <a:solidFill>
                  <a:srgbClr val="FFFFFF"/>
                </a:solidFill>
              </a:rPr>
              <a:t>Hyderabad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153670" y="2345620"/>
            <a:ext cx="4264343" cy="807508"/>
          </a:xfrm>
        </p:spPr>
        <p:txBody>
          <a:bodyPr>
            <a:noAutofit/>
          </a:bodyPr>
          <a:lstStyle>
            <a:lvl1pPr marL="0" indent="0">
              <a:lnSpc>
                <a:spcPts val="2118"/>
              </a:lnSpc>
              <a:spcBef>
                <a:spcPts val="0"/>
              </a:spcBef>
              <a:buNone/>
              <a:defRPr sz="2017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873200735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Picture 7.png">
            <a:extLst>
              <a:ext uri="{FF2B5EF4-FFF2-40B4-BE49-F238E27FC236}">
                <a16:creationId xmlns:a16="http://schemas.microsoft.com/office/drawing/2014/main" xmlns="" id="{BD12DC2B-2C7E-B888-D8CD-2B75F0C6351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8">
            <a:extLst>
              <a:ext uri="{FF2B5EF4-FFF2-40B4-BE49-F238E27FC236}">
                <a16:creationId xmlns:a16="http://schemas.microsoft.com/office/drawing/2014/main" xmlns="" id="{4C125482-9C44-486F-47C7-86ED881FCED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94EB4A59-4FE9-3E17-8401-9BA62AEA91E2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xmlns="" id="{10B0A761-9C99-D05E-AFE5-81F1065A2851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DA65CB57-6E31-A58D-8E92-A4631C27B5C0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2">
            <a:extLst>
              <a:ext uri="{FF2B5EF4-FFF2-40B4-BE49-F238E27FC236}">
                <a16:creationId xmlns:a16="http://schemas.microsoft.com/office/drawing/2014/main" xmlns="" id="{72624E10-F576-065E-3497-4CB244A4679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7E7C414C-EE88-15E7-DB95-4B8D9A8F465A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0EF5DEC6-799D-DD66-4C2B-B1A35CFC22C5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xmlns="" id="{B55B93B2-A3E0-E76F-631C-7408BAA39D90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0E84C5D8-652A-5A82-8871-B74349FB758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0505" y="807509"/>
            <a:ext cx="2036128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412"/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/>
            </a:lvl2pPr>
            <a:lvl3pPr>
              <a:defRPr sz="1008"/>
            </a:lvl3pPr>
            <a:lvl4pPr>
              <a:defRPr sz="908"/>
            </a:lvl4pPr>
            <a:lvl5pPr>
              <a:defRPr sz="908"/>
            </a:lvl5pPr>
            <a:lvl6pPr>
              <a:defRPr sz="908"/>
            </a:lvl6pPr>
            <a:lvl7pPr>
              <a:defRPr sz="908"/>
            </a:lvl7pPr>
            <a:lvl8pPr>
              <a:defRPr sz="908"/>
            </a:lvl8pPr>
            <a:lvl9pPr>
              <a:defRPr sz="908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97137" y="807509"/>
            <a:ext cx="2036128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412"/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>
                <a:latin typeface="Arial" pitchFamily="34" charset="0"/>
                <a:cs typeface="Arial" pitchFamily="34" charset="0"/>
              </a:defRPr>
            </a:lvl2pPr>
            <a:lvl3pPr>
              <a:defRPr sz="1008"/>
            </a:lvl3pPr>
            <a:lvl4pPr>
              <a:defRPr sz="908"/>
            </a:lvl4pPr>
            <a:lvl5pPr>
              <a:defRPr sz="908"/>
            </a:lvl5pPr>
            <a:lvl6pPr>
              <a:defRPr sz="908"/>
            </a:lvl6pPr>
            <a:lvl7pPr>
              <a:defRPr sz="908"/>
            </a:lvl7pPr>
            <a:lvl8pPr>
              <a:defRPr sz="908"/>
            </a:lvl8pPr>
            <a:lvl9pPr>
              <a:defRPr sz="908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07911543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xmlns="" id="{E698C1A8-4B9E-30D4-ACAE-39E48113F7C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xmlns="" id="{76A271F6-744D-CFC5-A033-67D5CE2C63EB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CBC7CC5B-F2A2-E4AB-80F1-BCEAEFC8D83B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2CFD1C74-0364-698B-E4D9-003E20D972A5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xmlns="" id="{ED78B051-1698-30E5-F64E-05C5DE8BF89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xmlns="" id="{08F07694-3362-DD7D-7518-FA86D8159E7A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xmlns="" id="{FC843426-90A0-061E-9055-C9C50E7585D2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3B3FCD60-C8D4-3AFF-BDC2-B972D668644F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5" name="Picture 15" descr="Picture 7.png">
            <a:extLst>
              <a:ext uri="{FF2B5EF4-FFF2-40B4-BE49-F238E27FC236}">
                <a16:creationId xmlns:a16="http://schemas.microsoft.com/office/drawing/2014/main" xmlns="" id="{60D50BC5-ECA4-64A5-8202-2A1D07F278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950BB87C-7FBF-51C6-3D21-04298D828CB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0505" y="774663"/>
            <a:ext cx="2036928" cy="417373"/>
          </a:xfrm>
        </p:spPr>
        <p:txBody>
          <a:bodyPr anchor="b"/>
          <a:lstStyle>
            <a:lvl1pPr marL="0" indent="0">
              <a:buNone/>
              <a:defRPr sz="1210" b="1"/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0505" y="1192036"/>
            <a:ext cx="2036928" cy="1899407"/>
          </a:xfrm>
        </p:spPr>
        <p:txBody>
          <a:bodyPr/>
          <a:lstStyle>
            <a:lvl1pPr>
              <a:defRPr sz="1210"/>
            </a:lvl1pPr>
            <a:lvl2pPr>
              <a:defRPr sz="1008"/>
            </a:lvl2pPr>
            <a:lvl3pPr>
              <a:defRPr sz="908"/>
            </a:lvl3pPr>
            <a:lvl4pPr>
              <a:defRPr sz="807"/>
            </a:lvl4pPr>
            <a:lvl5pPr>
              <a:defRPr sz="807"/>
            </a:lvl5pPr>
            <a:lvl6pPr>
              <a:defRPr sz="807"/>
            </a:lvl6pPr>
            <a:lvl7pPr>
              <a:defRPr sz="807"/>
            </a:lvl7pPr>
            <a:lvl8pPr>
              <a:defRPr sz="807"/>
            </a:lvl8pPr>
            <a:lvl9pPr>
              <a:defRPr sz="8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41867" y="774663"/>
            <a:ext cx="2037728" cy="417373"/>
          </a:xfrm>
        </p:spPr>
        <p:txBody>
          <a:bodyPr anchor="b"/>
          <a:lstStyle>
            <a:lvl1pPr marL="0" indent="0">
              <a:buNone/>
              <a:defRPr sz="1210" b="1"/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41867" y="1192036"/>
            <a:ext cx="2037728" cy="1899407"/>
          </a:xfrm>
        </p:spPr>
        <p:txBody>
          <a:bodyPr/>
          <a:lstStyle>
            <a:lvl1pPr>
              <a:defRPr sz="1210"/>
            </a:lvl1pPr>
            <a:lvl2pPr>
              <a:defRPr sz="1008"/>
            </a:lvl2pPr>
            <a:lvl3pPr>
              <a:defRPr sz="908"/>
            </a:lvl3pPr>
            <a:lvl4pPr>
              <a:defRPr sz="807"/>
            </a:lvl4pPr>
            <a:lvl5pPr>
              <a:defRPr sz="807"/>
            </a:lvl5pPr>
            <a:lvl6pPr>
              <a:defRPr sz="807"/>
            </a:lvl6pPr>
            <a:lvl7pPr>
              <a:defRPr sz="807"/>
            </a:lvl7pPr>
            <a:lvl8pPr>
              <a:defRPr sz="807"/>
            </a:lvl8pPr>
            <a:lvl9pPr>
              <a:defRPr sz="8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45293613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xmlns="" id="{AF6FBAD8-599A-92C0-B6EA-90B3D9BE746B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xmlns="" id="{10A1D449-B4A9-52CE-5B52-CF229D2BFFCF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xmlns="" id="{229A5E7E-2C82-57F0-08C6-F4CF9C6B52B3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ADCC886C-67BF-443C-461C-AC0BF23C084C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7" name="Group 11">
            <a:extLst>
              <a:ext uri="{FF2B5EF4-FFF2-40B4-BE49-F238E27FC236}">
                <a16:creationId xmlns:a16="http://schemas.microsoft.com/office/drawing/2014/main" xmlns="" id="{77910C58-A87D-5ECE-75EB-C9CA35CB690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B1D436C0-CEF7-69A0-29BC-232C596353CC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C4836EB6-05F5-6A95-46DF-6F313CCAEDB8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AB25B8B9-53FC-CE1A-C4A3-17A23FB93C1E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1" name="Picture 15" descr="Picture 7.png">
            <a:extLst>
              <a:ext uri="{FF2B5EF4-FFF2-40B4-BE49-F238E27FC236}">
                <a16:creationId xmlns:a16="http://schemas.microsoft.com/office/drawing/2014/main" xmlns="" id="{C6DBCDAE-7224-877D-A515-9F09AE659BE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3DFD37AA-14A4-D0D9-CBEB-3D3A796D16E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51641672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xmlns="" id="{1515B8A8-ED24-C0F2-23DA-0EF53A9DB1D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xmlns="" id="{2908395D-C015-935F-18CB-EE91EB0D2AE4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10059884-9A2F-AC88-1DBA-A872F990A865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xmlns="" id="{FAE68559-56CF-1E9D-1716-5E01B9ED0C00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1">
            <a:extLst>
              <a:ext uri="{FF2B5EF4-FFF2-40B4-BE49-F238E27FC236}">
                <a16:creationId xmlns:a16="http://schemas.microsoft.com/office/drawing/2014/main" xmlns="" id="{BBE23228-C0D2-6704-FC61-58EE7BBF8B9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7ED4061C-61CE-ADEA-ACA1-34B49C6B9DED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72C36FD6-118A-4E73-E5BF-76FA45299805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xmlns="" id="{1DBCD757-6BED-8DFB-0030-CC3F3A350A02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3" name="Picture 15" descr="Picture 7.png">
            <a:extLst>
              <a:ext uri="{FF2B5EF4-FFF2-40B4-BE49-F238E27FC236}">
                <a16:creationId xmlns:a16="http://schemas.microsoft.com/office/drawing/2014/main" xmlns="" id="{87FBAA7F-76F3-6A85-EA8E-511D7D174C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EACFEC66-692F-3FD0-82A4-71C61E05757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2421" y="807509"/>
            <a:ext cx="2577174" cy="2283935"/>
          </a:xfrm>
        </p:spPr>
        <p:txBody>
          <a:bodyPr/>
          <a:lstStyle>
            <a:lvl1pPr>
              <a:defRPr sz="1613"/>
            </a:lvl1pPr>
            <a:lvl2pPr>
              <a:defRPr sz="1412"/>
            </a:lvl2pPr>
            <a:lvl3pPr>
              <a:defRPr sz="1210"/>
            </a:lvl3pPr>
            <a:lvl4pPr>
              <a:defRPr sz="1008"/>
            </a:lvl4pPr>
            <a:lvl5pPr>
              <a:defRPr sz="1008"/>
            </a:lvl5pPr>
            <a:lvl6pPr>
              <a:defRPr sz="1008"/>
            </a:lvl6pPr>
            <a:lvl7pPr>
              <a:defRPr sz="1008"/>
            </a:lvl7pPr>
            <a:lvl8pPr>
              <a:defRPr sz="1008"/>
            </a:lvl8pPr>
            <a:lvl9pPr>
              <a:defRPr sz="100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0505" y="807509"/>
            <a:ext cx="1516691" cy="2283935"/>
          </a:xfrm>
        </p:spPr>
        <p:txBody>
          <a:bodyPr/>
          <a:lstStyle>
            <a:lvl1pPr marL="0" indent="0">
              <a:buNone/>
              <a:defRPr sz="706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8807476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7">
            <a:extLst>
              <a:ext uri="{FF2B5EF4-FFF2-40B4-BE49-F238E27FC236}">
                <a16:creationId xmlns:a16="http://schemas.microsoft.com/office/drawing/2014/main" xmlns="" id="{78B60B65-97FA-9BD4-228C-F8F3052BA6F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xmlns="" id="{8633307D-B798-6B1C-33D8-454FD78879B6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2208731F-20AA-AF08-423D-C7D7F7222945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79BF388C-19C7-A64C-F592-03CD13F94209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11">
            <a:extLst>
              <a:ext uri="{FF2B5EF4-FFF2-40B4-BE49-F238E27FC236}">
                <a16:creationId xmlns:a16="http://schemas.microsoft.com/office/drawing/2014/main" xmlns="" id="{1F771128-8E2D-7941-F27B-FF23BA4A821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BAB5CC25-600D-5964-D538-9DCC015948E3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xmlns="" id="{5048F104-AFD1-783E-B0E0-BB2DF71D78B2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xmlns="" id="{8920D7B4-458E-F29B-E0F6-46450309003F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4" name="Picture 15" descr="Picture 7.png">
            <a:extLst>
              <a:ext uri="{FF2B5EF4-FFF2-40B4-BE49-F238E27FC236}">
                <a16:creationId xmlns:a16="http://schemas.microsoft.com/office/drawing/2014/main" xmlns="" id="{AEB1ACBC-1C34-122E-D5CF-21A4ABB8C8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2F00A244-6707-2167-1CC2-E48A1CB8340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3612" y="2728545"/>
            <a:ext cx="2766060" cy="153811"/>
          </a:xfrm>
        </p:spPr>
        <p:txBody>
          <a:bodyPr anchor="b"/>
          <a:lstStyle>
            <a:lvl1pPr algn="l">
              <a:defRPr sz="908" b="1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03612" y="922867"/>
            <a:ext cx="2766060" cy="1730375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1613"/>
            </a:lvl1pPr>
            <a:lvl2pPr marL="230520" indent="0">
              <a:buNone/>
              <a:defRPr sz="1412"/>
            </a:lvl2pPr>
            <a:lvl3pPr marL="461040" indent="0">
              <a:buNone/>
              <a:defRPr sz="1210"/>
            </a:lvl3pPr>
            <a:lvl4pPr marL="691561" indent="0">
              <a:buNone/>
              <a:defRPr sz="1008"/>
            </a:lvl4pPr>
            <a:lvl5pPr marL="922081" indent="0">
              <a:buNone/>
              <a:defRPr sz="1008"/>
            </a:lvl5pPr>
            <a:lvl6pPr marL="1152601" indent="0">
              <a:buNone/>
              <a:defRPr sz="1008"/>
            </a:lvl6pPr>
            <a:lvl7pPr marL="1383121" indent="0">
              <a:buNone/>
              <a:defRPr sz="1008"/>
            </a:lvl7pPr>
            <a:lvl8pPr marL="1613642" indent="0">
              <a:buNone/>
              <a:defRPr sz="1008"/>
            </a:lvl8pPr>
            <a:lvl9pPr marL="1844162" indent="0">
              <a:buNone/>
              <a:defRPr sz="1008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3612" y="2882356"/>
            <a:ext cx="2766060" cy="153811"/>
          </a:xfrm>
        </p:spPr>
        <p:txBody>
          <a:bodyPr>
            <a:normAutofit/>
          </a:bodyPr>
          <a:lstStyle>
            <a:lvl1pPr marL="0" indent="0">
              <a:buNone/>
              <a:defRPr sz="807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74220122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xmlns="" id="{FF83B9BF-300B-A25E-0597-54D5FDD8BD4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653697"/>
            <a:ext cx="3534410" cy="23232"/>
            <a:chOff x="1905000" y="6553200"/>
            <a:chExt cx="7010400" cy="457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xmlns="" id="{509205B5-BF90-EABE-2225-5B9B09E23C53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xmlns="" id="{A610B9E1-36CA-4DE7-72ED-2C395B7EB1CA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FD861373-4F3E-4AC8-D458-4E817018D713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7" name="Group 11">
            <a:extLst>
              <a:ext uri="{FF2B5EF4-FFF2-40B4-BE49-F238E27FC236}">
                <a16:creationId xmlns:a16="http://schemas.microsoft.com/office/drawing/2014/main" xmlns="" id="{DB4AFADF-795B-2ED6-3C3F-784E84922EE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75690" y="3306939"/>
            <a:ext cx="3534410" cy="23232"/>
            <a:chOff x="1905000" y="6553200"/>
            <a:chExt cx="7010400" cy="457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5406DA47-AEEF-C9BB-822E-ED82DDE922C7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8B85BBEA-04E1-B793-ACE8-B149D70CD7F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80095560-1DD1-E5FB-4800-CF2A3F54B216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1" name="Picture 15" descr="Picture 7.png">
            <a:extLst>
              <a:ext uri="{FF2B5EF4-FFF2-40B4-BE49-F238E27FC236}">
                <a16:creationId xmlns:a16="http://schemas.microsoft.com/office/drawing/2014/main" xmlns="" id="{0F913282-3A8A-88DC-68C8-E287B91B34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3342323" y="0"/>
            <a:ext cx="1106104" cy="34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12BFC226-EA62-F454-8A79-F8BE8248BE5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1952" y="3328569"/>
            <a:ext cx="2958148" cy="17774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555" b="1">
                <a:solidFill>
                  <a:srgbClr val="101141"/>
                </a:solidFill>
              </a:rPr>
              <a:t>BITS </a:t>
            </a:r>
            <a:r>
              <a:rPr lang="en-US" altLang="en-US" sz="555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153670" y="76905"/>
            <a:ext cx="3188653" cy="576792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84219711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xmlns="" id="{169E1C24-E62B-6FFC-441F-9FC2EC249A33}"/>
              </a:ext>
            </a:extLst>
          </p:cNvPr>
          <p:cNvGrpSpPr>
            <a:grpSpLocks/>
          </p:cNvGrpSpPr>
          <p:nvPr userDrawn="1"/>
        </p:nvGrpSpPr>
        <p:grpSpPr bwMode="auto">
          <a:xfrm rot="5400000">
            <a:off x="2522751" y="1295789"/>
            <a:ext cx="2614789" cy="23210"/>
            <a:chOff x="1905000" y="6553200"/>
            <a:chExt cx="7010400" cy="457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xmlns="" id="{A65D6CE2-42F8-319A-70F8-DCC9A9D9A1BD}"/>
                </a:ext>
              </a:extLst>
            </p:cNvPr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xmlns="" id="{8A36E9D8-EE45-37C8-72D9-D232EE4A4D36}"/>
                </a:ext>
              </a:extLst>
            </p:cNvPr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4351F654-C649-394C-BA75-57CF0DCBA10F}"/>
                </a:ext>
              </a:extLst>
            </p:cNvPr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8" name="Picture 11" descr="Picture 7.png">
            <a:extLst>
              <a:ext uri="{FF2B5EF4-FFF2-40B4-BE49-F238E27FC236}">
                <a16:creationId xmlns:a16="http://schemas.microsoft.com/office/drawing/2014/main" xmlns="" id="{C8DB8C1A-E4E2-553F-F244-FEE918CEE4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6" t="1923"/>
          <a:stretch>
            <a:fillRect/>
          </a:stretch>
        </p:blipFill>
        <p:spPr bwMode="auto">
          <a:xfrm>
            <a:off x="-4002" y="192264"/>
            <a:ext cx="348959" cy="1107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645E9B2F-B8F3-D098-A9A8-7B12FD9E7EB2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1410400" y="1899206"/>
            <a:ext cx="2960864" cy="16222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454" b="1">
                <a:solidFill>
                  <a:srgbClr val="101141"/>
                </a:solidFill>
              </a:rPr>
              <a:t>BITS </a:t>
            </a:r>
            <a:r>
              <a:rPr lang="en-US" altLang="en-US" sz="454">
                <a:solidFill>
                  <a:srgbClr val="101141"/>
                </a:solidFill>
              </a:rPr>
              <a:t>Pilani, Hyderabad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4680" y="192264"/>
            <a:ext cx="3034983" cy="29528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2726284" y="1384564"/>
            <a:ext cx="2960864" cy="576263"/>
          </a:xfrm>
        </p:spPr>
        <p:txBody>
          <a:bodyPr anchor="ctr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2150683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4610100" cy="230716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2401" y="0"/>
            <a:ext cx="4607700" cy="2307167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879" y="2503032"/>
            <a:ext cx="2938939" cy="738293"/>
          </a:xfrm>
        </p:spPr>
        <p:txBody>
          <a:bodyPr anchor="ctr">
            <a:normAutofit/>
          </a:bodyPr>
          <a:lstStyle>
            <a:lvl1pPr algn="r">
              <a:defRPr sz="2218" spc="10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55883" y="2503032"/>
            <a:ext cx="1210151" cy="738293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807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230520" indent="0" algn="ctr">
              <a:buNone/>
              <a:defRPr sz="807"/>
            </a:lvl2pPr>
            <a:lvl3pPr marL="461040" indent="0" algn="ctr">
              <a:buNone/>
              <a:defRPr sz="807"/>
            </a:lvl3pPr>
            <a:lvl4pPr marL="691561" indent="0" algn="ctr">
              <a:buNone/>
              <a:defRPr sz="807"/>
            </a:lvl4pPr>
            <a:lvl5pPr marL="922081" indent="0" algn="ctr">
              <a:buNone/>
              <a:defRPr sz="807"/>
            </a:lvl5pPr>
            <a:lvl6pPr marL="1152601" indent="0" algn="ctr">
              <a:buNone/>
              <a:defRPr sz="807"/>
            </a:lvl6pPr>
            <a:lvl7pPr marL="1383121" indent="0" algn="ctr">
              <a:buNone/>
              <a:defRPr sz="807"/>
            </a:lvl7pPr>
            <a:lvl8pPr marL="1613642" indent="0" algn="ctr">
              <a:buNone/>
              <a:defRPr sz="807"/>
            </a:lvl8pPr>
            <a:lvl9pPr marL="1844162" indent="0" algn="ctr">
              <a:buNone/>
              <a:defRPr sz="80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24/7/2013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AAOC ZC222 Optimization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3171275" y="2656424"/>
            <a:ext cx="0" cy="461433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7873516"/>
      </p:ext>
    </p:extLst>
  </p:cSld>
  <p:clrMapOvr>
    <a:masterClrMapping/>
  </p:clrMapOvr>
  <p:hf hdr="0"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AAOC ZC222 Optimization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958924"/>
      </p:ext>
    </p:extLst>
  </p:cSld>
  <p:clrMapOvr>
    <a:masterClrMapping/>
  </p:clrMapOvr>
  <p:hf hdr="0"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4610100" cy="230716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2401" y="0"/>
            <a:ext cx="4607700" cy="2307167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879" y="2503032"/>
            <a:ext cx="2938939" cy="738293"/>
          </a:xfrm>
        </p:spPr>
        <p:txBody>
          <a:bodyPr anchor="ctr">
            <a:normAutofit/>
          </a:bodyPr>
          <a:lstStyle>
            <a:lvl1pPr algn="r">
              <a:defRPr sz="2218" b="0" spc="10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55883" y="2503032"/>
            <a:ext cx="1210151" cy="738293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7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230520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2pPr>
            <a:lvl3pPr marL="461040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3pPr>
            <a:lvl4pPr marL="69156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4pPr>
            <a:lvl5pPr marL="92208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5pPr>
            <a:lvl6pPr marL="115260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6pPr>
            <a:lvl7pPr marL="138312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7pPr>
            <a:lvl8pPr marL="161364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8pPr>
            <a:lvl9pPr marL="184416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AAOC ZC222 Optimization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3171275" y="2656424"/>
            <a:ext cx="0" cy="461433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62763"/>
      </p:ext>
    </p:extLst>
  </p:cSld>
  <p:clrMapOvr>
    <a:masterClrMapping/>
  </p:clrMapOvr>
  <p:hf hdr="0"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249" y="295317"/>
            <a:ext cx="3675402" cy="7567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7248" y="1153583"/>
            <a:ext cx="1797939" cy="20303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4712" y="1153583"/>
            <a:ext cx="1797939" cy="20303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AAOC ZC222 Optimization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115236"/>
      </p:ext>
    </p:extLst>
  </p:cSld>
  <p:clrMapOvr>
    <a:masterClrMapping/>
  </p:clrMapOvr>
  <p:hf hdr="0"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387249" y="295317"/>
            <a:ext cx="3675402" cy="7567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7248" y="1099909"/>
            <a:ext cx="1797939" cy="41529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109" b="0" cap="none" baseline="0">
                <a:solidFill>
                  <a:schemeClr val="accent1"/>
                </a:solidFill>
                <a:latin typeface="+mn-lt"/>
              </a:defRPr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7248" y="1497634"/>
            <a:ext cx="1797939" cy="1686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64712" y="1099909"/>
            <a:ext cx="1797939" cy="41529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109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marL="0" lvl="0" indent="0" algn="l" defTabSz="461040" rtl="0" eaLnBrk="1" latinLnBrk="0" hangingPunct="1">
              <a:lnSpc>
                <a:spcPct val="90000"/>
              </a:lnSpc>
              <a:spcBef>
                <a:spcPts val="908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64712" y="1497634"/>
            <a:ext cx="1797939" cy="1686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AAOC ZC222 Optimization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894985"/>
      </p:ext>
    </p:extLst>
  </p:cSld>
  <p:clrMapOvr>
    <a:masterClrMapping/>
  </p:clrMapOvr>
  <p:hf hdr="0"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AAOC ZC222 Optimization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996402"/>
      </p:ext>
    </p:extLst>
  </p:cSld>
  <p:clrMapOvr>
    <a:masterClrMapping/>
  </p:clrMapOvr>
  <p:hf hdr="0"/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AAOC ZC222 Optimization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724013"/>
      </p:ext>
    </p:extLst>
  </p:cSld>
  <p:clrMapOvr>
    <a:masterClrMapping/>
  </p:clrMapOvr>
  <p:hf hdr="0"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87248" y="237938"/>
            <a:ext cx="1659636" cy="876723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181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60984" y="415290"/>
            <a:ext cx="2147154" cy="2616327"/>
          </a:xfrm>
        </p:spPr>
        <p:txBody>
          <a:bodyPr>
            <a:normAutofit/>
          </a:bodyPr>
          <a:lstStyle>
            <a:lvl1pPr>
              <a:defRPr sz="1008"/>
            </a:lvl1pPr>
            <a:lvl2pPr>
              <a:defRPr sz="807"/>
            </a:lvl2pPr>
            <a:lvl3pPr>
              <a:defRPr sz="605"/>
            </a:lvl3pPr>
            <a:lvl4pPr>
              <a:defRPr sz="605"/>
            </a:lvl4pPr>
            <a:lvl5pPr>
              <a:defRPr sz="605"/>
            </a:lvl5pPr>
            <a:lvl6pPr>
              <a:defRPr sz="605"/>
            </a:lvl6pPr>
            <a:lvl7pPr>
              <a:defRPr sz="605"/>
            </a:lvl7pPr>
            <a:lvl8pPr>
              <a:defRPr sz="605"/>
            </a:lvl8pPr>
            <a:lvl9pPr>
              <a:defRPr sz="6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7248" y="1139204"/>
            <a:ext cx="1659636" cy="1898565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303"/>
              </a:spcBef>
              <a:buNone/>
              <a:defRPr sz="807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AAOC ZC222 Optimization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522008"/>
      </p:ext>
    </p:extLst>
  </p:cSld>
  <p:clrMapOvr>
    <a:masterClrMapping/>
  </p:clrMapOvr>
  <p:hf hdr="0"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879" y="2503033"/>
            <a:ext cx="2938939" cy="738293"/>
          </a:xfrm>
        </p:spPr>
        <p:txBody>
          <a:bodyPr anchor="ctr">
            <a:normAutofit/>
          </a:bodyPr>
          <a:lstStyle>
            <a:lvl1pPr algn="r">
              <a:defRPr sz="2218" spc="10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4608947" cy="2307167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1210"/>
            </a:lvl1pPr>
            <a:lvl2pPr marL="172890" indent="0">
              <a:buNone/>
              <a:defRPr sz="1059"/>
            </a:lvl2pPr>
            <a:lvl3pPr marL="345780" indent="0">
              <a:buNone/>
              <a:defRPr sz="908"/>
            </a:lvl3pPr>
            <a:lvl4pPr marL="518671" indent="0">
              <a:buNone/>
              <a:defRPr sz="756"/>
            </a:lvl4pPr>
            <a:lvl5pPr marL="691561" indent="0">
              <a:buNone/>
              <a:defRPr sz="756"/>
            </a:lvl5pPr>
            <a:lvl6pPr marL="864451" indent="0">
              <a:buNone/>
              <a:defRPr sz="756"/>
            </a:lvl6pPr>
            <a:lvl7pPr marL="1037341" indent="0">
              <a:buNone/>
              <a:defRPr sz="756"/>
            </a:lvl7pPr>
            <a:lvl8pPr marL="1210231" indent="0">
              <a:buNone/>
              <a:defRPr sz="756"/>
            </a:lvl8pPr>
            <a:lvl9pPr marL="1383121" indent="0">
              <a:buNone/>
              <a:defRPr sz="75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55883" y="2503033"/>
            <a:ext cx="1210151" cy="738293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7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172890" indent="0">
              <a:buNone/>
              <a:defRPr sz="529"/>
            </a:lvl2pPr>
            <a:lvl3pPr marL="345780" indent="0">
              <a:buNone/>
              <a:defRPr sz="454"/>
            </a:lvl3pPr>
            <a:lvl4pPr marL="518671" indent="0">
              <a:buNone/>
              <a:defRPr sz="378"/>
            </a:lvl4pPr>
            <a:lvl5pPr marL="691561" indent="0">
              <a:buNone/>
              <a:defRPr sz="378"/>
            </a:lvl5pPr>
            <a:lvl6pPr marL="864451" indent="0">
              <a:buNone/>
              <a:defRPr sz="378"/>
            </a:lvl6pPr>
            <a:lvl7pPr marL="1037341" indent="0">
              <a:buNone/>
              <a:defRPr sz="378"/>
            </a:lvl7pPr>
            <a:lvl8pPr marL="1210231" indent="0">
              <a:buNone/>
              <a:defRPr sz="378"/>
            </a:lvl8pPr>
            <a:lvl9pPr marL="1383121" indent="0">
              <a:buNone/>
              <a:defRPr sz="3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AAOC ZC222 Optimization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3171275" y="2656424"/>
            <a:ext cx="0" cy="461433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8916823"/>
      </p:ext>
    </p:extLst>
  </p:cSld>
  <p:clrMapOvr>
    <a:masterClrMapping/>
  </p:clrMapOvr>
  <p:hf hdr="0"/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AAOC ZC222 Optimization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257484"/>
      </p:ext>
    </p:extLst>
  </p:cSld>
  <p:clrMapOvr>
    <a:masterClrMapping/>
  </p:clrMapOvr>
  <p:hf hdr="0"/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99103" y="384528"/>
            <a:ext cx="994053" cy="2730147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4571" y="384528"/>
            <a:ext cx="2866906" cy="27301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24/7/2013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AAOC ZC222 Optimization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3803333" y="87744"/>
            <a:ext cx="0" cy="34575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4695908"/>
      </p:ext>
    </p:extLst>
  </p:cSld>
  <p:clrMapOvr>
    <a:masterClrMapping/>
  </p:clrMapOvr>
  <p:hf hdr="0"/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rotWithShape="1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1691922"/>
            <a:ext cx="4379595" cy="13843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459865" y="3076222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0" y="3076222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2919730" y="3076222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1267777" y="2730147"/>
            <a:ext cx="3034983" cy="269169"/>
          </a:xfrm>
        </p:spPr>
        <p:txBody>
          <a:bodyPr anchor="b" anchorCtr="0">
            <a:noAutofit/>
          </a:bodyPr>
          <a:lstStyle>
            <a:lvl1pPr marL="0" indent="0" algn="r">
              <a:lnSpc>
                <a:spcPts val="908"/>
              </a:lnSpc>
              <a:spcBef>
                <a:spcPts val="0"/>
              </a:spcBef>
              <a:buNone/>
              <a:defRPr sz="908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Presenter details comes here</a:t>
            </a:r>
          </a:p>
          <a:p>
            <a:pPr lvl="0"/>
            <a:r>
              <a:rPr lang="en-GB" dirty="0"/>
              <a:t>Date and other details can come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67777" y="1922639"/>
            <a:ext cx="3034983" cy="769056"/>
          </a:xfrm>
        </p:spPr>
        <p:txBody>
          <a:bodyPr anchor="ctr" anchorCtr="0">
            <a:noAutofit/>
          </a:bodyPr>
          <a:lstStyle>
            <a:lvl1pPr algn="l">
              <a:lnSpc>
                <a:spcPts val="2017"/>
              </a:lnSpc>
              <a:defRPr sz="2218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Please enter the presentation title here</a:t>
            </a:r>
            <a:endParaRPr lang="en-US" dirty="0"/>
          </a:p>
        </p:txBody>
      </p:sp>
      <p:pic>
        <p:nvPicPr>
          <p:cNvPr id="13" name="Picture 12" descr="BITS_university_logo_whitevert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38417" y="1691922"/>
            <a:ext cx="1037273" cy="999167"/>
          </a:xfrm>
          <a:prstGeom prst="rect">
            <a:avLst/>
          </a:prstGeom>
        </p:spPr>
      </p:pic>
      <p:sp>
        <p:nvSpPr>
          <p:cNvPr id="14" name="TextBox 13"/>
          <p:cNvSpPr txBox="1"/>
          <p:nvPr userDrawn="1"/>
        </p:nvSpPr>
        <p:spPr>
          <a:xfrm>
            <a:off x="-38418" y="2653242"/>
            <a:ext cx="1114108" cy="317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2" b="1" spc="-76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1462" spc="-76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76835" y="2859535"/>
            <a:ext cx="960438" cy="185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605" spc="0" dirty="0">
                <a:solidFill>
                  <a:srgbClr val="FFFFFF"/>
                </a:solidFill>
                <a:latin typeface="Arial"/>
                <a:cs typeface="Arial"/>
              </a:rPr>
              <a:t>Hyderabad </a:t>
            </a:r>
            <a:r>
              <a:rPr lang="en-US" sz="605" spc="0" baseline="0" dirty="0">
                <a:solidFill>
                  <a:srgbClr val="FFFFFF"/>
                </a:solidFill>
                <a:latin typeface="Arial"/>
                <a:cs typeface="Arial"/>
              </a:rPr>
              <a:t>Campus</a:t>
            </a:r>
            <a:endParaRPr lang="en-US" sz="605" spc="0" dirty="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9719247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53670" y="753835"/>
            <a:ext cx="4149090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210">
                <a:latin typeface="Arial" pitchFamily="34" charset="0"/>
                <a:cs typeface="Arial" pitchFamily="34" charset="0"/>
              </a:defRPr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>
                <a:latin typeface="Arial" pitchFamily="34" charset="0"/>
                <a:cs typeface="Arial" pitchFamily="34" charset="0"/>
              </a:defRPr>
            </a:lvl2pPr>
          </a:lstStyle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21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5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55" dirty="0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1050627" y="3305663"/>
            <a:ext cx="3559473" cy="24558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153670" y="76905"/>
            <a:ext cx="3188653" cy="576792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</p:spTree>
    <p:extLst>
      <p:ext uri="{BB962C8B-B14F-4D97-AF65-F5344CB8AC3E}">
        <p14:creationId xmlns:p14="http://schemas.microsoft.com/office/powerpoint/2010/main" val="4096709290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691922"/>
            <a:ext cx="4379595" cy="13843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l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1459865" y="3076222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 userDrawn="1"/>
        </p:nvSpPr>
        <p:spPr>
          <a:xfrm>
            <a:off x="0" y="3076222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 userDrawn="1"/>
        </p:nvSpPr>
        <p:spPr>
          <a:xfrm>
            <a:off x="2919730" y="3076222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BITS_university_logo_whitevert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38417" y="1691922"/>
            <a:ext cx="1037273" cy="999167"/>
          </a:xfrm>
          <a:prstGeom prst="rect">
            <a:avLst/>
          </a:prstGeom>
        </p:spPr>
      </p:pic>
      <p:sp>
        <p:nvSpPr>
          <p:cNvPr id="30" name="TextBox 29"/>
          <p:cNvSpPr txBox="1"/>
          <p:nvPr userDrawn="1"/>
        </p:nvSpPr>
        <p:spPr>
          <a:xfrm>
            <a:off x="-38418" y="2653242"/>
            <a:ext cx="1114108" cy="317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2" b="1" spc="-76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1462" spc="-76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31" name="TextBox 30"/>
          <p:cNvSpPr txBox="1"/>
          <p:nvPr userDrawn="1"/>
        </p:nvSpPr>
        <p:spPr>
          <a:xfrm>
            <a:off x="76835" y="2859535"/>
            <a:ext cx="960438" cy="185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605" spc="0" dirty="0">
                <a:solidFill>
                  <a:srgbClr val="FFFFFF"/>
                </a:solidFill>
                <a:latin typeface="Arial"/>
                <a:cs typeface="Arial"/>
              </a:rPr>
              <a:t>Hyderabad </a:t>
            </a:r>
            <a:r>
              <a:rPr lang="en-US" sz="605" spc="0" baseline="0" dirty="0">
                <a:solidFill>
                  <a:srgbClr val="FFFFFF"/>
                </a:solidFill>
                <a:latin typeface="Arial"/>
                <a:cs typeface="Arial"/>
              </a:rPr>
              <a:t>Campus</a:t>
            </a:r>
            <a:endParaRPr lang="en-US" sz="605" spc="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1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1267777" y="1922639"/>
            <a:ext cx="3034983" cy="769056"/>
          </a:xfrm>
        </p:spPr>
        <p:txBody>
          <a:bodyPr anchor="ctr" anchorCtr="0">
            <a:noAutofit/>
          </a:bodyPr>
          <a:lstStyle>
            <a:lvl1pPr algn="l">
              <a:lnSpc>
                <a:spcPts val="2017"/>
              </a:lnSpc>
              <a:defRPr sz="2218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Please enter the presentation title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612369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4610100" cy="346075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 userDrawn="1"/>
        </p:nvSpPr>
        <p:spPr>
          <a:xfrm>
            <a:off x="0" y="2160916"/>
            <a:ext cx="4610100" cy="1299834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sp>
        <p:nvSpPr>
          <p:cNvPr id="17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153670" y="2345620"/>
            <a:ext cx="4264343" cy="807508"/>
          </a:xfrm>
        </p:spPr>
        <p:txBody>
          <a:bodyPr>
            <a:noAutofit/>
          </a:bodyPr>
          <a:lstStyle>
            <a:lvl1pPr marL="0" indent="0">
              <a:lnSpc>
                <a:spcPts val="2118"/>
              </a:lnSpc>
              <a:spcBef>
                <a:spcPts val="0"/>
              </a:spcBef>
              <a:buNone/>
              <a:defRPr sz="2017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Topic headings here </a:t>
            </a:r>
          </a:p>
          <a:p>
            <a:pPr lvl="0"/>
            <a:r>
              <a:rPr lang="en-US" dirty="0"/>
              <a:t>(separator - can run in two lines)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1453462" y="3419093"/>
            <a:ext cx="1459865" cy="38453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-6403" y="3419093"/>
            <a:ext cx="1459865" cy="38453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2913327" y="3419093"/>
            <a:ext cx="1459865" cy="3845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 userDrawn="1"/>
        </p:nvSpPr>
        <p:spPr>
          <a:xfrm>
            <a:off x="3457575" y="384528"/>
            <a:ext cx="1114108" cy="317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2" b="1" spc="-76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1462" spc="-76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20" name="TextBox 19"/>
          <p:cNvSpPr txBox="1"/>
          <p:nvPr userDrawn="1"/>
        </p:nvSpPr>
        <p:spPr>
          <a:xfrm>
            <a:off x="3572827" y="590821"/>
            <a:ext cx="960438" cy="185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605" spc="0" dirty="0">
                <a:solidFill>
                  <a:srgbClr val="FFFFFF"/>
                </a:solidFill>
                <a:latin typeface="Arial"/>
                <a:cs typeface="Arial"/>
              </a:rPr>
              <a:t>Hyderabad </a:t>
            </a:r>
            <a:r>
              <a:rPr lang="en-US" sz="605" spc="0" baseline="0" dirty="0">
                <a:solidFill>
                  <a:srgbClr val="FFFFFF"/>
                </a:solidFill>
                <a:latin typeface="Arial"/>
                <a:cs typeface="Arial"/>
              </a:rPr>
              <a:t>Campus</a:t>
            </a:r>
            <a:endParaRPr lang="en-US" sz="605" spc="0" dirty="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17271310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230505" y="807509"/>
            <a:ext cx="2036128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412"/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/>
            </a:lvl2pPr>
            <a:lvl3pPr>
              <a:defRPr sz="1008"/>
            </a:lvl3pPr>
            <a:lvl4pPr>
              <a:defRPr sz="908"/>
            </a:lvl4pPr>
            <a:lvl5pPr>
              <a:defRPr sz="908"/>
            </a:lvl5pPr>
            <a:lvl6pPr>
              <a:defRPr sz="908"/>
            </a:lvl6pPr>
            <a:lvl7pPr>
              <a:defRPr sz="908"/>
            </a:lvl7pPr>
            <a:lvl8pPr>
              <a:defRPr sz="908"/>
            </a:lvl8pPr>
            <a:lvl9pPr>
              <a:defRPr sz="908"/>
            </a:lvl9pPr>
          </a:lstStyle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21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2497137" y="807509"/>
            <a:ext cx="2036128" cy="2283935"/>
          </a:xfrm>
        </p:spPr>
        <p:txBody>
          <a:bodyPr/>
          <a:lstStyle>
            <a:lvl1pPr marL="172890" marR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412"/>
            </a:lvl1pPr>
            <a:lvl2pPr marL="374595" marR="0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807">
                <a:latin typeface="Arial" pitchFamily="34" charset="0"/>
                <a:cs typeface="Arial" pitchFamily="34" charset="0"/>
              </a:defRPr>
            </a:lvl2pPr>
            <a:lvl3pPr>
              <a:defRPr sz="1008"/>
            </a:lvl3pPr>
            <a:lvl4pPr>
              <a:defRPr sz="908"/>
            </a:lvl4pPr>
            <a:lvl5pPr>
              <a:defRPr sz="908"/>
            </a:lvl5pPr>
            <a:lvl6pPr>
              <a:defRPr sz="908"/>
            </a:lvl6pPr>
            <a:lvl7pPr>
              <a:defRPr sz="908"/>
            </a:lvl7pPr>
            <a:lvl8pPr>
              <a:defRPr sz="908"/>
            </a:lvl8pPr>
            <a:lvl9pPr>
              <a:defRPr sz="908"/>
            </a:lvl9pPr>
          </a:lstStyle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374595" marR="0" lvl="1" indent="-144075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121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172890" marR="0" lvl="0" indent="-172890" algn="l" defTabSz="4610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121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121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121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153670" y="76905"/>
            <a:ext cx="3188653" cy="576792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/>
          <p:cNvGrpSpPr/>
          <p:nvPr userDrawn="1"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TextBox 35"/>
          <p:cNvSpPr txBox="1"/>
          <p:nvPr userDrawn="1"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5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55" dirty="0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</a:p>
        </p:txBody>
      </p:sp>
    </p:spTree>
    <p:extLst>
      <p:ext uri="{BB962C8B-B14F-4D97-AF65-F5344CB8AC3E}">
        <p14:creationId xmlns:p14="http://schemas.microsoft.com/office/powerpoint/2010/main" val="570421676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0505" y="774663"/>
            <a:ext cx="2036928" cy="417373"/>
          </a:xfrm>
        </p:spPr>
        <p:txBody>
          <a:bodyPr anchor="b"/>
          <a:lstStyle>
            <a:lvl1pPr marL="0" indent="0">
              <a:buNone/>
              <a:defRPr sz="1210" b="1"/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0505" y="1192036"/>
            <a:ext cx="2036928" cy="1899407"/>
          </a:xfrm>
        </p:spPr>
        <p:txBody>
          <a:bodyPr/>
          <a:lstStyle>
            <a:lvl1pPr>
              <a:defRPr sz="1210"/>
            </a:lvl1pPr>
            <a:lvl2pPr>
              <a:defRPr sz="1008"/>
            </a:lvl2pPr>
            <a:lvl3pPr>
              <a:defRPr sz="908"/>
            </a:lvl3pPr>
            <a:lvl4pPr>
              <a:defRPr sz="807"/>
            </a:lvl4pPr>
            <a:lvl5pPr>
              <a:defRPr sz="807"/>
            </a:lvl5pPr>
            <a:lvl6pPr>
              <a:defRPr sz="807"/>
            </a:lvl6pPr>
            <a:lvl7pPr>
              <a:defRPr sz="807"/>
            </a:lvl7pPr>
            <a:lvl8pPr>
              <a:defRPr sz="807"/>
            </a:lvl8pPr>
            <a:lvl9pPr>
              <a:defRPr sz="8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41867" y="774663"/>
            <a:ext cx="2037728" cy="417373"/>
          </a:xfrm>
        </p:spPr>
        <p:txBody>
          <a:bodyPr anchor="b"/>
          <a:lstStyle>
            <a:lvl1pPr marL="0" indent="0">
              <a:buNone/>
              <a:defRPr sz="1210" b="1"/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41867" y="1192036"/>
            <a:ext cx="2037728" cy="1899407"/>
          </a:xfrm>
        </p:spPr>
        <p:txBody>
          <a:bodyPr/>
          <a:lstStyle>
            <a:lvl1pPr>
              <a:defRPr sz="1210"/>
            </a:lvl1pPr>
            <a:lvl2pPr>
              <a:defRPr sz="1008"/>
            </a:lvl2pPr>
            <a:lvl3pPr>
              <a:defRPr sz="908"/>
            </a:lvl3pPr>
            <a:lvl4pPr>
              <a:defRPr sz="807"/>
            </a:lvl4pPr>
            <a:lvl5pPr>
              <a:defRPr sz="807"/>
            </a:lvl5pPr>
            <a:lvl6pPr>
              <a:defRPr sz="807"/>
            </a:lvl6pPr>
            <a:lvl7pPr>
              <a:defRPr sz="807"/>
            </a:lvl7pPr>
            <a:lvl8pPr>
              <a:defRPr sz="807"/>
            </a:lvl8pPr>
            <a:lvl9pPr>
              <a:defRPr sz="8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153670" y="76905"/>
            <a:ext cx="3188653" cy="576792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/>
          <p:cNvGrpSpPr/>
          <p:nvPr userDrawn="1"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17" name="Rectangle 1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0" name="Picture 19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sp>
        <p:nvSpPr>
          <p:cNvPr id="23" name="TextBox 22"/>
          <p:cNvSpPr txBox="1"/>
          <p:nvPr userDrawn="1"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5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55" dirty="0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</a:p>
        </p:txBody>
      </p:sp>
    </p:spTree>
    <p:extLst>
      <p:ext uri="{BB962C8B-B14F-4D97-AF65-F5344CB8AC3E}">
        <p14:creationId xmlns:p14="http://schemas.microsoft.com/office/powerpoint/2010/main" val="1798213315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153670" y="76905"/>
            <a:ext cx="3188653" cy="576792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 userDrawn="1"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sp>
        <p:nvSpPr>
          <p:cNvPr id="18" name="TextBox 17"/>
          <p:cNvSpPr txBox="1"/>
          <p:nvPr userDrawn="1"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5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55" dirty="0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</a:p>
        </p:txBody>
      </p:sp>
    </p:spTree>
    <p:extLst>
      <p:ext uri="{BB962C8B-B14F-4D97-AF65-F5344CB8AC3E}">
        <p14:creationId xmlns:p14="http://schemas.microsoft.com/office/powerpoint/2010/main" val="2543799958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2421" y="807509"/>
            <a:ext cx="2577174" cy="2283935"/>
          </a:xfrm>
        </p:spPr>
        <p:txBody>
          <a:bodyPr/>
          <a:lstStyle>
            <a:lvl1pPr>
              <a:defRPr sz="1613"/>
            </a:lvl1pPr>
            <a:lvl2pPr>
              <a:defRPr sz="1412"/>
            </a:lvl2pPr>
            <a:lvl3pPr>
              <a:defRPr sz="1210"/>
            </a:lvl3pPr>
            <a:lvl4pPr>
              <a:defRPr sz="1008"/>
            </a:lvl4pPr>
            <a:lvl5pPr>
              <a:defRPr sz="1008"/>
            </a:lvl5pPr>
            <a:lvl6pPr>
              <a:defRPr sz="1008"/>
            </a:lvl6pPr>
            <a:lvl7pPr>
              <a:defRPr sz="1008"/>
            </a:lvl7pPr>
            <a:lvl8pPr>
              <a:defRPr sz="1008"/>
            </a:lvl8pPr>
            <a:lvl9pPr>
              <a:defRPr sz="100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0505" y="807509"/>
            <a:ext cx="1516691" cy="2283935"/>
          </a:xfrm>
        </p:spPr>
        <p:txBody>
          <a:bodyPr/>
          <a:lstStyle>
            <a:lvl1pPr marL="0" indent="0">
              <a:buNone/>
              <a:defRPr sz="706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 hasCustomPrompt="1"/>
          </p:nvPr>
        </p:nvSpPr>
        <p:spPr>
          <a:xfrm>
            <a:off x="153670" y="76905"/>
            <a:ext cx="3188653" cy="576792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/>
          <p:cNvGrpSpPr/>
          <p:nvPr userDrawn="1"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8" name="Picture 17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sp>
        <p:nvSpPr>
          <p:cNvPr id="22" name="TextBox 21"/>
          <p:cNvSpPr txBox="1"/>
          <p:nvPr userDrawn="1"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5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55" dirty="0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</a:p>
        </p:txBody>
      </p:sp>
    </p:spTree>
    <p:extLst>
      <p:ext uri="{BB962C8B-B14F-4D97-AF65-F5344CB8AC3E}">
        <p14:creationId xmlns:p14="http://schemas.microsoft.com/office/powerpoint/2010/main" val="2287354910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3612" y="2728545"/>
            <a:ext cx="2766060" cy="153811"/>
          </a:xfrm>
        </p:spPr>
        <p:txBody>
          <a:bodyPr anchor="b">
            <a:normAutofit/>
          </a:bodyPr>
          <a:lstStyle>
            <a:lvl1pPr algn="l">
              <a:defRPr sz="908" b="1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03612" y="922867"/>
            <a:ext cx="2766060" cy="1730375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/>
          <a:lstStyle>
            <a:lvl1pPr marL="0" indent="0">
              <a:buNone/>
              <a:defRPr sz="1613"/>
            </a:lvl1pPr>
            <a:lvl2pPr marL="230520" indent="0">
              <a:buNone/>
              <a:defRPr sz="1412"/>
            </a:lvl2pPr>
            <a:lvl3pPr marL="461040" indent="0">
              <a:buNone/>
              <a:defRPr sz="1210"/>
            </a:lvl3pPr>
            <a:lvl4pPr marL="691561" indent="0">
              <a:buNone/>
              <a:defRPr sz="1008"/>
            </a:lvl4pPr>
            <a:lvl5pPr marL="922081" indent="0">
              <a:buNone/>
              <a:defRPr sz="1008"/>
            </a:lvl5pPr>
            <a:lvl6pPr marL="1152601" indent="0">
              <a:buNone/>
              <a:defRPr sz="1008"/>
            </a:lvl6pPr>
            <a:lvl7pPr marL="1383121" indent="0">
              <a:buNone/>
              <a:defRPr sz="1008"/>
            </a:lvl7pPr>
            <a:lvl8pPr marL="1613642" indent="0">
              <a:buNone/>
              <a:defRPr sz="1008"/>
            </a:lvl8pPr>
            <a:lvl9pPr marL="1844162" indent="0">
              <a:buNone/>
              <a:defRPr sz="1008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3612" y="2882356"/>
            <a:ext cx="2766060" cy="153811"/>
          </a:xfrm>
        </p:spPr>
        <p:txBody>
          <a:bodyPr>
            <a:normAutofit/>
          </a:bodyPr>
          <a:lstStyle>
            <a:lvl1pPr marL="0" indent="0">
              <a:buNone/>
              <a:defRPr sz="807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153670" y="76905"/>
            <a:ext cx="3188653" cy="576792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 userDrawn="1"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sp>
        <p:nvSpPr>
          <p:cNvPr id="19" name="TextBox 18"/>
          <p:cNvSpPr txBox="1"/>
          <p:nvPr userDrawn="1"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5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55" dirty="0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</a:p>
        </p:txBody>
      </p:sp>
    </p:spTree>
    <p:extLst>
      <p:ext uri="{BB962C8B-B14F-4D97-AF65-F5344CB8AC3E}">
        <p14:creationId xmlns:p14="http://schemas.microsoft.com/office/powerpoint/2010/main" val="142977903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153670" y="76905"/>
            <a:ext cx="3188653" cy="576792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653698"/>
            <a:ext cx="3534410" cy="23071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/>
          <p:cNvGrpSpPr/>
          <p:nvPr userDrawn="1"/>
        </p:nvGrpSpPr>
        <p:grpSpPr>
          <a:xfrm>
            <a:off x="1075690" y="3306939"/>
            <a:ext cx="3534410" cy="23071"/>
            <a:chOff x="1905000" y="6553200"/>
            <a:chExt cx="7010400" cy="45719"/>
          </a:xfrm>
        </p:grpSpPr>
        <p:sp>
          <p:nvSpPr>
            <p:cNvPr id="26" name="Rectangle 2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9" name="Picture 28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3342323" y="0"/>
            <a:ext cx="1105735" cy="349555"/>
          </a:xfrm>
          <a:prstGeom prst="rect">
            <a:avLst/>
          </a:prstGeom>
        </p:spPr>
      </p:pic>
      <p:sp>
        <p:nvSpPr>
          <p:cNvPr id="33" name="TextBox 32"/>
          <p:cNvSpPr txBox="1"/>
          <p:nvPr userDrawn="1"/>
        </p:nvSpPr>
        <p:spPr>
          <a:xfrm>
            <a:off x="1651952" y="3328734"/>
            <a:ext cx="2958148" cy="177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55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555" dirty="0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</a:p>
        </p:txBody>
      </p:sp>
    </p:spTree>
    <p:extLst>
      <p:ext uri="{BB962C8B-B14F-4D97-AF65-F5344CB8AC3E}">
        <p14:creationId xmlns:p14="http://schemas.microsoft.com/office/powerpoint/2010/main" val="2836976560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4680" y="192264"/>
            <a:ext cx="3034983" cy="29528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 hasCustomPrompt="1"/>
          </p:nvPr>
        </p:nvSpPr>
        <p:spPr>
          <a:xfrm rot="5400000">
            <a:off x="2726284" y="1384564"/>
            <a:ext cx="2960864" cy="576263"/>
          </a:xfrm>
        </p:spPr>
        <p:txBody>
          <a:bodyPr anchor="ctr" anchorCtr="0">
            <a:normAutofit/>
          </a:bodyPr>
          <a:lstStyle>
            <a:lvl1pPr marL="0">
              <a:lnSpc>
                <a:spcPts val="1815"/>
              </a:lnSpc>
              <a:spcBef>
                <a:spcPts val="0"/>
              </a:spcBef>
              <a:buNone/>
              <a:defRPr sz="1815" b="1" spc="-76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8" name="Group 7"/>
          <p:cNvGrpSpPr/>
          <p:nvPr userDrawn="1"/>
        </p:nvGrpSpPr>
        <p:grpSpPr>
          <a:xfrm rot="5400000">
            <a:off x="2522830" y="1295869"/>
            <a:ext cx="2614789" cy="23050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 rot="5400000">
            <a:off x="-383026" y="571022"/>
            <a:ext cx="1106750" cy="349235"/>
          </a:xfrm>
          <a:prstGeom prst="rect">
            <a:avLst/>
          </a:prstGeom>
        </p:spPr>
      </p:pic>
      <p:sp>
        <p:nvSpPr>
          <p:cNvPr id="18" name="TextBox 17"/>
          <p:cNvSpPr txBox="1"/>
          <p:nvPr userDrawn="1"/>
        </p:nvSpPr>
        <p:spPr>
          <a:xfrm rot="5400000">
            <a:off x="-1410216" y="1899206"/>
            <a:ext cx="2960864" cy="162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54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454" dirty="0">
                <a:solidFill>
                  <a:srgbClr val="101141"/>
                </a:solidFill>
                <a:latin typeface="Arial"/>
                <a:cs typeface="Arial"/>
              </a:rPr>
              <a:t>Pilani, Hyderabad</a:t>
            </a:r>
            <a:r>
              <a:rPr lang="en-US" sz="454" baseline="0" dirty="0">
                <a:solidFill>
                  <a:srgbClr val="101141"/>
                </a:solidFill>
                <a:latin typeface="Arial"/>
                <a:cs typeface="Arial"/>
              </a:rPr>
              <a:t> </a:t>
            </a:r>
            <a:r>
              <a:rPr lang="en-US" sz="454" dirty="0">
                <a:solidFill>
                  <a:srgbClr val="101141"/>
                </a:solidFill>
                <a:latin typeface="Arial"/>
                <a:cs typeface="Arial"/>
              </a:rPr>
              <a:t>Campus</a:t>
            </a:r>
          </a:p>
        </p:txBody>
      </p:sp>
    </p:spTree>
    <p:extLst>
      <p:ext uri="{BB962C8B-B14F-4D97-AF65-F5344CB8AC3E}">
        <p14:creationId xmlns:p14="http://schemas.microsoft.com/office/powerpoint/2010/main" val="1221725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.xml"/><Relationship Id="rId20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27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24.xml"/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6.xml"/><Relationship Id="rId20" Type="http://schemas.openxmlformats.org/officeDocument/2006/relationships/slideLayout" Target="../slideLayouts/slideLayout47.xml"/><Relationship Id="rId21" Type="http://schemas.openxmlformats.org/officeDocument/2006/relationships/slideLayout" Target="../slideLayouts/slideLayout48.xml"/><Relationship Id="rId22" Type="http://schemas.openxmlformats.org/officeDocument/2006/relationships/slideLayout" Target="../slideLayouts/slideLayout49.xml"/><Relationship Id="rId23" Type="http://schemas.openxmlformats.org/officeDocument/2006/relationships/theme" Target="../theme/theme3.xml"/><Relationship Id="rId10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4.xml"/><Relationship Id="rId18" Type="http://schemas.openxmlformats.org/officeDocument/2006/relationships/slideLayout" Target="../slideLayouts/slideLayout45.xml"/><Relationship Id="rId19" Type="http://schemas.openxmlformats.org/officeDocument/2006/relationships/slideLayout" Target="../slideLayouts/slideLayout46.xml"/><Relationship Id="rId1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9.xml"/><Relationship Id="rId3" Type="http://schemas.openxmlformats.org/officeDocument/2006/relationships/slideLayout" Target="../slideLayouts/slideLayout30.xml"/><Relationship Id="rId4" Type="http://schemas.openxmlformats.org/officeDocument/2006/relationships/slideLayout" Target="../slideLayouts/slideLayout31.xml"/><Relationship Id="rId5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4.xml"/><Relationship Id="rId8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8.xml"/><Relationship Id="rId20" Type="http://schemas.openxmlformats.org/officeDocument/2006/relationships/slideLayout" Target="../slideLayouts/slideLayout69.xml"/><Relationship Id="rId21" Type="http://schemas.openxmlformats.org/officeDocument/2006/relationships/slideLayout" Target="../slideLayouts/slideLayout70.xml"/><Relationship Id="rId22" Type="http://schemas.openxmlformats.org/officeDocument/2006/relationships/slideLayout" Target="../slideLayouts/slideLayout71.xml"/><Relationship Id="rId23" Type="http://schemas.openxmlformats.org/officeDocument/2006/relationships/theme" Target="../theme/theme4.xml"/><Relationship Id="rId10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60.xml"/><Relationship Id="rId12" Type="http://schemas.openxmlformats.org/officeDocument/2006/relationships/slideLayout" Target="../slideLayouts/slideLayout61.xml"/><Relationship Id="rId13" Type="http://schemas.openxmlformats.org/officeDocument/2006/relationships/slideLayout" Target="../slideLayouts/slideLayout62.xml"/><Relationship Id="rId14" Type="http://schemas.openxmlformats.org/officeDocument/2006/relationships/slideLayout" Target="../slideLayouts/slideLayout63.xml"/><Relationship Id="rId15" Type="http://schemas.openxmlformats.org/officeDocument/2006/relationships/slideLayout" Target="../slideLayouts/slideLayout64.xml"/><Relationship Id="rId16" Type="http://schemas.openxmlformats.org/officeDocument/2006/relationships/slideLayout" Target="../slideLayouts/slideLayout65.xml"/><Relationship Id="rId17" Type="http://schemas.openxmlformats.org/officeDocument/2006/relationships/slideLayout" Target="../slideLayouts/slideLayout66.xml"/><Relationship Id="rId18" Type="http://schemas.openxmlformats.org/officeDocument/2006/relationships/slideLayout" Target="../slideLayouts/slideLayout67.xml"/><Relationship Id="rId19" Type="http://schemas.openxmlformats.org/officeDocument/2006/relationships/slideLayout" Target="../slideLayouts/slideLayout68.xml"/><Relationship Id="rId1" Type="http://schemas.openxmlformats.org/officeDocument/2006/relationships/slideLayout" Target="../slideLayouts/slideLayout50.xml"/><Relationship Id="rId2" Type="http://schemas.openxmlformats.org/officeDocument/2006/relationships/slideLayout" Target="../slideLayouts/slideLayout51.xml"/><Relationship Id="rId3" Type="http://schemas.openxmlformats.org/officeDocument/2006/relationships/slideLayout" Target="../slideLayouts/slideLayout52.xml"/><Relationship Id="rId4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6.xml"/><Relationship Id="rId8" Type="http://schemas.openxmlformats.org/officeDocument/2006/relationships/slideLayout" Target="../slideLayouts/slideLayout57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0.xml"/><Relationship Id="rId20" Type="http://schemas.openxmlformats.org/officeDocument/2006/relationships/slideLayout" Target="../slideLayouts/slideLayout91.xml"/><Relationship Id="rId21" Type="http://schemas.openxmlformats.org/officeDocument/2006/relationships/slideLayout" Target="../slideLayouts/slideLayout92.xml"/><Relationship Id="rId22" Type="http://schemas.openxmlformats.org/officeDocument/2006/relationships/slideLayout" Target="../slideLayouts/slideLayout93.xml"/><Relationship Id="rId23" Type="http://schemas.openxmlformats.org/officeDocument/2006/relationships/theme" Target="../theme/theme5.xml"/><Relationship Id="rId10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3.xml"/><Relationship Id="rId13" Type="http://schemas.openxmlformats.org/officeDocument/2006/relationships/slideLayout" Target="../slideLayouts/slideLayout84.xml"/><Relationship Id="rId14" Type="http://schemas.openxmlformats.org/officeDocument/2006/relationships/slideLayout" Target="../slideLayouts/slideLayout85.xml"/><Relationship Id="rId15" Type="http://schemas.openxmlformats.org/officeDocument/2006/relationships/slideLayout" Target="../slideLayouts/slideLayout86.xml"/><Relationship Id="rId16" Type="http://schemas.openxmlformats.org/officeDocument/2006/relationships/slideLayout" Target="../slideLayouts/slideLayout87.xml"/><Relationship Id="rId17" Type="http://schemas.openxmlformats.org/officeDocument/2006/relationships/slideLayout" Target="../slideLayouts/slideLayout88.xml"/><Relationship Id="rId18" Type="http://schemas.openxmlformats.org/officeDocument/2006/relationships/slideLayout" Target="../slideLayouts/slideLayout89.xml"/><Relationship Id="rId19" Type="http://schemas.openxmlformats.org/officeDocument/2006/relationships/slideLayout" Target="../slideLayouts/slideLayout90.xml"/><Relationship Id="rId1" Type="http://schemas.openxmlformats.org/officeDocument/2006/relationships/slideLayout" Target="../slideLayouts/slideLayout72.xml"/><Relationship Id="rId2" Type="http://schemas.openxmlformats.org/officeDocument/2006/relationships/slideLayout" Target="../slideLayouts/slideLayout73.xml"/><Relationship Id="rId3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5.xml"/><Relationship Id="rId5" Type="http://schemas.openxmlformats.org/officeDocument/2006/relationships/slideLayout" Target="../slideLayouts/slideLayout76.xml"/><Relationship Id="rId6" Type="http://schemas.openxmlformats.org/officeDocument/2006/relationships/slideLayout" Target="../slideLayouts/slideLayout77.xml"/><Relationship Id="rId7" Type="http://schemas.openxmlformats.org/officeDocument/2006/relationships/slideLayout" Target="../slideLayouts/slideLayout78.xml"/><Relationship Id="rId8" Type="http://schemas.openxmlformats.org/officeDocument/2006/relationships/slideLayout" Target="../slideLayouts/slideLayout79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2.xml"/><Relationship Id="rId20" Type="http://schemas.openxmlformats.org/officeDocument/2006/relationships/slideLayout" Target="../slideLayouts/slideLayout113.xml"/><Relationship Id="rId21" Type="http://schemas.openxmlformats.org/officeDocument/2006/relationships/slideLayout" Target="../slideLayouts/slideLayout114.xml"/><Relationship Id="rId22" Type="http://schemas.openxmlformats.org/officeDocument/2006/relationships/slideLayout" Target="../slideLayouts/slideLayout115.xml"/><Relationship Id="rId23" Type="http://schemas.openxmlformats.org/officeDocument/2006/relationships/theme" Target="../theme/theme6.xml"/><Relationship Id="rId10" Type="http://schemas.openxmlformats.org/officeDocument/2006/relationships/slideLayout" Target="../slideLayouts/slideLayout103.xml"/><Relationship Id="rId11" Type="http://schemas.openxmlformats.org/officeDocument/2006/relationships/slideLayout" Target="../slideLayouts/slideLayout104.xml"/><Relationship Id="rId12" Type="http://schemas.openxmlformats.org/officeDocument/2006/relationships/slideLayout" Target="../slideLayouts/slideLayout105.xml"/><Relationship Id="rId13" Type="http://schemas.openxmlformats.org/officeDocument/2006/relationships/slideLayout" Target="../slideLayouts/slideLayout106.xml"/><Relationship Id="rId14" Type="http://schemas.openxmlformats.org/officeDocument/2006/relationships/slideLayout" Target="../slideLayouts/slideLayout107.xml"/><Relationship Id="rId15" Type="http://schemas.openxmlformats.org/officeDocument/2006/relationships/slideLayout" Target="../slideLayouts/slideLayout108.xml"/><Relationship Id="rId16" Type="http://schemas.openxmlformats.org/officeDocument/2006/relationships/slideLayout" Target="../slideLayouts/slideLayout109.xml"/><Relationship Id="rId17" Type="http://schemas.openxmlformats.org/officeDocument/2006/relationships/slideLayout" Target="../slideLayouts/slideLayout110.xml"/><Relationship Id="rId18" Type="http://schemas.openxmlformats.org/officeDocument/2006/relationships/slideLayout" Target="../slideLayouts/slideLayout111.xml"/><Relationship Id="rId19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94.xml"/><Relationship Id="rId2" Type="http://schemas.openxmlformats.org/officeDocument/2006/relationships/slideLayout" Target="../slideLayouts/slideLayout95.xml"/><Relationship Id="rId3" Type="http://schemas.openxmlformats.org/officeDocument/2006/relationships/slideLayout" Target="../slideLayouts/slideLayout96.xml"/><Relationship Id="rId4" Type="http://schemas.openxmlformats.org/officeDocument/2006/relationships/slideLayout" Target="../slideLayouts/slideLayout97.xml"/><Relationship Id="rId5" Type="http://schemas.openxmlformats.org/officeDocument/2006/relationships/slideLayout" Target="../slideLayouts/slideLayout98.xml"/><Relationship Id="rId6" Type="http://schemas.openxmlformats.org/officeDocument/2006/relationships/slideLayout" Target="../slideLayouts/slideLayout99.xml"/><Relationship Id="rId7" Type="http://schemas.openxmlformats.org/officeDocument/2006/relationships/slideLayout" Target="../slideLayouts/slideLayout100.xml"/><Relationship Id="rId8" Type="http://schemas.openxmlformats.org/officeDocument/2006/relationships/slideLayout" Target="../slideLayouts/slideLayout10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70380"/>
            <a:ext cx="4571961" cy="3218993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069083" y="337122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989465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167268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323614" y="3360914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260445" y="3367264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620326" y="33736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531425" y="33672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607626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78593" y="3360914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02393" y="33672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3878593" y="3399015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0" y="127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149573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51033" y="3391395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423969" y="3364900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4329112" y="3360914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72527"/>
            <a:ext cx="3249929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3333B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21957" y="834782"/>
            <a:ext cx="3864610" cy="18167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07/11/25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0178C6A6-0636-58AE-3FD8-F850D3FBC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377" y="295606"/>
            <a:ext cx="3675274" cy="756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51" name="Text Placeholder 2">
            <a:extLst>
              <a:ext uri="{FF2B5EF4-FFF2-40B4-BE49-F238E27FC236}">
                <a16:creationId xmlns:a16="http://schemas.microsoft.com/office/drawing/2014/main" xmlns="" id="{00754172-5682-0D82-A0B0-1EDEE380B46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387377" y="1153584"/>
            <a:ext cx="3675274" cy="2029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2C88043-438D-D02C-8BE5-373A232A92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7377" y="3265282"/>
            <a:ext cx="814771" cy="1385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504">
                <a:solidFill>
                  <a:prstClr val="black">
                    <a:lumMod val="95000"/>
                    <a:lumOff val="5000"/>
                  </a:prstClr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A4ADA30-33CA-6AE2-9825-DA017533C9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31234" y="3265282"/>
            <a:ext cx="2231416" cy="1385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504" cap="all" baseline="0">
                <a:solidFill>
                  <a:prstClr val="black">
                    <a:lumMod val="95000"/>
                    <a:lumOff val="5000"/>
                  </a:prstClr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5E29CC4-15B2-3FAD-A194-EBB8E4487D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97867" y="3265282"/>
            <a:ext cx="368168" cy="13859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504" smtClean="0">
                <a:solidFill>
                  <a:srgbClr val="0D0D0D"/>
                </a:solidFill>
                <a:latin typeface="Tw Cen MT Condensed" panose="020B0606020104020203" pitchFamily="34" charset="0"/>
              </a:defRPr>
            </a:lvl1pPr>
          </a:lstStyle>
          <a:p>
            <a:pPr>
              <a:defRPr/>
            </a:pPr>
            <a:fld id="{77EE9870-6A96-4190-A1B5-E00516DD323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CCE54301-1BBE-B94B-E673-A92414896D59}"/>
              </a:ext>
            </a:extLst>
          </p:cNvPr>
          <p:cNvCxnSpPr/>
          <p:nvPr/>
        </p:nvCxnSpPr>
        <p:spPr>
          <a:xfrm flipV="1">
            <a:off x="288131" y="417373"/>
            <a:ext cx="0" cy="461433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4841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4" r:id="rId18"/>
    <p:sldLayoutId id="2147483685" r:id="rId19"/>
    <p:sldLayoutId id="2147483686" r:id="rId20"/>
    <p:sldLayoutId id="2147483687" r:id="rId21"/>
    <p:sldLayoutId id="2147483688" r:id="rId22"/>
  </p:sldLayoutIdLst>
  <p:hf hdr="0"/>
  <p:txStyles>
    <p:titleStyle>
      <a:lvl1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18" kern="1200" cap="all" spc="50">
          <a:solidFill>
            <a:srgbClr val="0D0D0D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2pPr>
      <a:lvl3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3pPr>
      <a:lvl4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4pPr>
      <a:lvl5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5pPr>
      <a:lvl6pPr marL="230520" algn="l" rtl="0" fontAlgn="base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6pPr>
      <a:lvl7pPr marL="461040" algn="l" rtl="0" fontAlgn="base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7pPr>
      <a:lvl8pPr marL="691561" algn="l" rtl="0" fontAlgn="base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8pPr>
      <a:lvl9pPr marL="922081" algn="l" rtl="0" fontAlgn="base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9pPr>
    </p:titleStyle>
    <p:bodyStyle>
      <a:lvl1pPr marL="45624" indent="-45624" algn="l" rtl="0" eaLnBrk="0" fontAlgn="base" hangingPunct="0">
        <a:lnSpc>
          <a:spcPct val="90000"/>
        </a:lnSpc>
        <a:spcBef>
          <a:spcPts val="605"/>
        </a:spcBef>
        <a:spcAft>
          <a:spcPts val="101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1008" kern="1200">
          <a:solidFill>
            <a:schemeClr val="tx1"/>
          </a:solidFill>
          <a:latin typeface="+mn-lt"/>
          <a:ea typeface="+mn-ea"/>
          <a:cs typeface="+mn-cs"/>
        </a:defRPr>
      </a:lvl1pPr>
      <a:lvl2pPr marL="133670" indent="-68836" algn="l" rtl="0" eaLnBrk="0" fontAlgn="base" hangingPunct="0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anose="05040102010807070707" pitchFamily="18" charset="2"/>
        <a:buChar char=""/>
        <a:defRPr sz="807" kern="1200">
          <a:solidFill>
            <a:schemeClr val="tx1"/>
          </a:solidFill>
          <a:latin typeface="+mn-lt"/>
          <a:ea typeface="+mn-ea"/>
          <a:cs typeface="+mn-cs"/>
        </a:defRPr>
      </a:lvl2pPr>
      <a:lvl3pPr marL="225718" indent="-68836" algn="l" rtl="0" eaLnBrk="0" fontAlgn="base" hangingPunct="0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anose="05040102010807070707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3pPr>
      <a:lvl4pPr marL="299356" indent="-68836" algn="l" rtl="0" eaLnBrk="0" fontAlgn="base" hangingPunct="0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anose="05040102010807070707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4pPr>
      <a:lvl5pPr marL="391404" indent="-68836" algn="l" rtl="0" eaLnBrk="0" fontAlgn="base" hangingPunct="0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anose="05040102010807070707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5pPr>
      <a:lvl6pPr marL="461040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6pPr>
      <a:lvl7pPr marL="534807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7pPr>
      <a:lvl8pPr marL="613184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8pPr>
      <a:lvl9pPr marL="686950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1pPr>
      <a:lvl2pPr marL="23052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2pPr>
      <a:lvl3pPr marL="46104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3pPr>
      <a:lvl4pPr marL="69156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4pPr>
      <a:lvl5pPr marL="92208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5pPr>
      <a:lvl6pPr marL="115260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6pPr>
      <a:lvl7pPr marL="138312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7pPr>
      <a:lvl8pPr marL="161364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8pPr>
      <a:lvl9pPr marL="184416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A596B246-9B42-0BDA-1740-14C0CAAD3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377" y="295606"/>
            <a:ext cx="3675274" cy="756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75" name="Text Placeholder 2">
            <a:extLst>
              <a:ext uri="{FF2B5EF4-FFF2-40B4-BE49-F238E27FC236}">
                <a16:creationId xmlns:a16="http://schemas.microsoft.com/office/drawing/2014/main" xmlns="" id="{DCEA3CB9-DF53-A9B2-3240-6F41A2D49A0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387377" y="1153584"/>
            <a:ext cx="3675274" cy="2029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64CA911-6481-62C0-1AC4-091FDC677F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7377" y="3265282"/>
            <a:ext cx="814771" cy="1385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504">
                <a:solidFill>
                  <a:prstClr val="black">
                    <a:lumMod val="95000"/>
                    <a:lumOff val="5000"/>
                  </a:prstClr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9EC2F98-D9FB-0B33-5E71-7289DDEEDC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31234" y="3265282"/>
            <a:ext cx="2231416" cy="1385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504" cap="all" baseline="0">
                <a:solidFill>
                  <a:prstClr val="black">
                    <a:lumMod val="95000"/>
                    <a:lumOff val="5000"/>
                  </a:prstClr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DE5263F-1A6D-23A7-93D8-1850040BC7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97867" y="3265282"/>
            <a:ext cx="368168" cy="13859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504" smtClean="0">
                <a:solidFill>
                  <a:srgbClr val="0D0D0D"/>
                </a:solidFill>
                <a:latin typeface="Tw Cen MT Condensed" panose="020B0606020104020203" pitchFamily="34" charset="0"/>
              </a:defRPr>
            </a:lvl1pPr>
          </a:lstStyle>
          <a:p>
            <a:pPr>
              <a:defRPr/>
            </a:pPr>
            <a:fld id="{74F6695C-1B15-4B6F-83D6-6EEF8A7F195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27D1D298-F8EB-1FFB-BDA4-EF8C3F2472EA}"/>
              </a:ext>
            </a:extLst>
          </p:cNvPr>
          <p:cNvCxnSpPr/>
          <p:nvPr/>
        </p:nvCxnSpPr>
        <p:spPr>
          <a:xfrm flipV="1">
            <a:off x="288131" y="417373"/>
            <a:ext cx="0" cy="461433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4262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  <p:sldLayoutId id="2147483707" r:id="rId18"/>
    <p:sldLayoutId id="2147483708" r:id="rId19"/>
    <p:sldLayoutId id="2147483709" r:id="rId20"/>
    <p:sldLayoutId id="2147483710" r:id="rId21"/>
    <p:sldLayoutId id="2147483711" r:id="rId22"/>
  </p:sldLayoutIdLst>
  <p:hf hdr="0"/>
  <p:txStyles>
    <p:titleStyle>
      <a:lvl1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18" kern="1200" cap="all" spc="50">
          <a:solidFill>
            <a:srgbClr val="0D0D0D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2pPr>
      <a:lvl3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3pPr>
      <a:lvl4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4pPr>
      <a:lvl5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5pPr>
      <a:lvl6pPr marL="230520" algn="l" rtl="0" fontAlgn="base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6pPr>
      <a:lvl7pPr marL="461040" algn="l" rtl="0" fontAlgn="base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7pPr>
      <a:lvl8pPr marL="691561" algn="l" rtl="0" fontAlgn="base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8pPr>
      <a:lvl9pPr marL="922081" algn="l" rtl="0" fontAlgn="base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9pPr>
    </p:titleStyle>
    <p:bodyStyle>
      <a:lvl1pPr marL="45624" indent="-45624" algn="l" rtl="0" eaLnBrk="0" fontAlgn="base" hangingPunct="0">
        <a:lnSpc>
          <a:spcPct val="90000"/>
        </a:lnSpc>
        <a:spcBef>
          <a:spcPts val="605"/>
        </a:spcBef>
        <a:spcAft>
          <a:spcPts val="101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1008" kern="1200">
          <a:solidFill>
            <a:schemeClr val="tx1"/>
          </a:solidFill>
          <a:latin typeface="+mn-lt"/>
          <a:ea typeface="+mn-ea"/>
          <a:cs typeface="+mn-cs"/>
        </a:defRPr>
      </a:lvl1pPr>
      <a:lvl2pPr marL="133670" indent="-68836" algn="l" rtl="0" eaLnBrk="0" fontAlgn="base" hangingPunct="0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anose="05040102010807070707" pitchFamily="18" charset="2"/>
        <a:buChar char=""/>
        <a:defRPr sz="807" kern="1200">
          <a:solidFill>
            <a:schemeClr val="tx1"/>
          </a:solidFill>
          <a:latin typeface="+mn-lt"/>
          <a:ea typeface="+mn-ea"/>
          <a:cs typeface="+mn-cs"/>
        </a:defRPr>
      </a:lvl2pPr>
      <a:lvl3pPr marL="225718" indent="-68836" algn="l" rtl="0" eaLnBrk="0" fontAlgn="base" hangingPunct="0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anose="05040102010807070707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3pPr>
      <a:lvl4pPr marL="299356" indent="-68836" algn="l" rtl="0" eaLnBrk="0" fontAlgn="base" hangingPunct="0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anose="05040102010807070707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4pPr>
      <a:lvl5pPr marL="391404" indent="-68836" algn="l" rtl="0" eaLnBrk="0" fontAlgn="base" hangingPunct="0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anose="05040102010807070707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5pPr>
      <a:lvl6pPr marL="461040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6pPr>
      <a:lvl7pPr marL="534807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7pPr>
      <a:lvl8pPr marL="613184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8pPr>
      <a:lvl9pPr marL="686950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1pPr>
      <a:lvl2pPr marL="23052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2pPr>
      <a:lvl3pPr marL="46104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3pPr>
      <a:lvl4pPr marL="69156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4pPr>
      <a:lvl5pPr marL="92208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5pPr>
      <a:lvl6pPr marL="115260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6pPr>
      <a:lvl7pPr marL="138312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7pPr>
      <a:lvl8pPr marL="161364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8pPr>
      <a:lvl9pPr marL="184416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625616D8-4A90-33E4-B39E-3534A5972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377" y="295606"/>
            <a:ext cx="3675274" cy="756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099" name="Text Placeholder 2">
            <a:extLst>
              <a:ext uri="{FF2B5EF4-FFF2-40B4-BE49-F238E27FC236}">
                <a16:creationId xmlns:a16="http://schemas.microsoft.com/office/drawing/2014/main" xmlns="" id="{DBE20483-C022-0F5B-C7C5-A34C761F691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387377" y="1153584"/>
            <a:ext cx="3675274" cy="2029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6C666AA-05A7-2D7A-ABAC-745480F186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7377" y="3265282"/>
            <a:ext cx="814771" cy="1385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504">
                <a:solidFill>
                  <a:prstClr val="black">
                    <a:lumMod val="95000"/>
                    <a:lumOff val="5000"/>
                  </a:prstClr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05153C9-CC1F-47EC-CBAD-31C8F5A892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31234" y="3265282"/>
            <a:ext cx="2231416" cy="1385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504" cap="all" baseline="0">
                <a:solidFill>
                  <a:prstClr val="black">
                    <a:lumMod val="95000"/>
                    <a:lumOff val="5000"/>
                  </a:prstClr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85848AD-91E1-CD64-500F-3ACEF3E5EB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97867" y="3265282"/>
            <a:ext cx="368168" cy="13859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504" smtClean="0">
                <a:solidFill>
                  <a:srgbClr val="0D0D0D"/>
                </a:solidFill>
                <a:latin typeface="Tw Cen MT Condensed" panose="020B0606020104020203" pitchFamily="34" charset="0"/>
              </a:defRPr>
            </a:lvl1pPr>
          </a:lstStyle>
          <a:p>
            <a:pPr>
              <a:defRPr/>
            </a:pPr>
            <a:fld id="{EE1A5170-E369-40B9-8C26-C3FD0F40A3C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F0FB58B7-C90F-FBDE-2DC9-840C7AF3C0EC}"/>
              </a:ext>
            </a:extLst>
          </p:cNvPr>
          <p:cNvCxnSpPr/>
          <p:nvPr/>
        </p:nvCxnSpPr>
        <p:spPr>
          <a:xfrm flipV="1">
            <a:off x="288131" y="417373"/>
            <a:ext cx="0" cy="461433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6714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  <p:sldLayoutId id="2147483728" r:id="rId16"/>
    <p:sldLayoutId id="2147483729" r:id="rId17"/>
    <p:sldLayoutId id="2147483730" r:id="rId18"/>
    <p:sldLayoutId id="2147483731" r:id="rId19"/>
    <p:sldLayoutId id="2147483732" r:id="rId20"/>
    <p:sldLayoutId id="2147483733" r:id="rId21"/>
    <p:sldLayoutId id="2147483734" r:id="rId22"/>
  </p:sldLayoutIdLst>
  <p:hf hdr="0"/>
  <p:txStyles>
    <p:titleStyle>
      <a:lvl1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18" kern="1200" cap="all" spc="50">
          <a:solidFill>
            <a:srgbClr val="0D0D0D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2pPr>
      <a:lvl3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3pPr>
      <a:lvl4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4pPr>
      <a:lvl5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5pPr>
      <a:lvl6pPr marL="230520" algn="l" rtl="0" fontAlgn="base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6pPr>
      <a:lvl7pPr marL="461040" algn="l" rtl="0" fontAlgn="base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7pPr>
      <a:lvl8pPr marL="691561" algn="l" rtl="0" fontAlgn="base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8pPr>
      <a:lvl9pPr marL="922081" algn="l" rtl="0" fontAlgn="base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9pPr>
    </p:titleStyle>
    <p:bodyStyle>
      <a:lvl1pPr marL="45624" indent="-45624" algn="l" rtl="0" eaLnBrk="0" fontAlgn="base" hangingPunct="0">
        <a:lnSpc>
          <a:spcPct val="90000"/>
        </a:lnSpc>
        <a:spcBef>
          <a:spcPts val="605"/>
        </a:spcBef>
        <a:spcAft>
          <a:spcPts val="101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1008" kern="1200">
          <a:solidFill>
            <a:schemeClr val="tx1"/>
          </a:solidFill>
          <a:latin typeface="+mn-lt"/>
          <a:ea typeface="+mn-ea"/>
          <a:cs typeface="+mn-cs"/>
        </a:defRPr>
      </a:lvl1pPr>
      <a:lvl2pPr marL="133670" indent="-68836" algn="l" rtl="0" eaLnBrk="0" fontAlgn="base" hangingPunct="0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anose="05040102010807070707" pitchFamily="18" charset="2"/>
        <a:buChar char=""/>
        <a:defRPr sz="807" kern="1200">
          <a:solidFill>
            <a:schemeClr val="tx1"/>
          </a:solidFill>
          <a:latin typeface="+mn-lt"/>
          <a:ea typeface="+mn-ea"/>
          <a:cs typeface="+mn-cs"/>
        </a:defRPr>
      </a:lvl2pPr>
      <a:lvl3pPr marL="225718" indent="-68836" algn="l" rtl="0" eaLnBrk="0" fontAlgn="base" hangingPunct="0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anose="05040102010807070707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3pPr>
      <a:lvl4pPr marL="299356" indent="-68836" algn="l" rtl="0" eaLnBrk="0" fontAlgn="base" hangingPunct="0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anose="05040102010807070707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4pPr>
      <a:lvl5pPr marL="391404" indent="-68836" algn="l" rtl="0" eaLnBrk="0" fontAlgn="base" hangingPunct="0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anose="05040102010807070707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5pPr>
      <a:lvl6pPr marL="461040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6pPr>
      <a:lvl7pPr marL="534807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7pPr>
      <a:lvl8pPr marL="613184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8pPr>
      <a:lvl9pPr marL="686950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1pPr>
      <a:lvl2pPr marL="23052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2pPr>
      <a:lvl3pPr marL="46104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3pPr>
      <a:lvl4pPr marL="69156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4pPr>
      <a:lvl5pPr marL="92208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5pPr>
      <a:lvl6pPr marL="115260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6pPr>
      <a:lvl7pPr marL="138312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7pPr>
      <a:lvl8pPr marL="161364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8pPr>
      <a:lvl9pPr marL="184416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1439F03E-AA18-853F-A61B-10347135B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377" y="295606"/>
            <a:ext cx="3675274" cy="756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123" name="Text Placeholder 2">
            <a:extLst>
              <a:ext uri="{FF2B5EF4-FFF2-40B4-BE49-F238E27FC236}">
                <a16:creationId xmlns:a16="http://schemas.microsoft.com/office/drawing/2014/main" xmlns="" id="{E5ED1137-66B3-F3AE-1132-13EFAF04B91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387377" y="1153584"/>
            <a:ext cx="3675274" cy="2029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C1C7F45-D9E8-A39E-83ED-B922CC4FAB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7377" y="3265282"/>
            <a:ext cx="814771" cy="1385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504">
                <a:solidFill>
                  <a:prstClr val="black">
                    <a:lumMod val="95000"/>
                    <a:lumOff val="5000"/>
                  </a:prstClr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24/7/2013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9F22FA8-BF8E-9DB7-3A10-67916DB6E1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31234" y="3265282"/>
            <a:ext cx="2231416" cy="1385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504" cap="all" baseline="0">
                <a:solidFill>
                  <a:prstClr val="black">
                    <a:lumMod val="95000"/>
                    <a:lumOff val="5000"/>
                  </a:prstClr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AAOC ZC222 Optimization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853E174-F9AC-A541-2C49-90CB22A6D9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97867" y="3265282"/>
            <a:ext cx="368168" cy="13859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504" smtClean="0">
                <a:solidFill>
                  <a:srgbClr val="0D0D0D"/>
                </a:solidFill>
                <a:latin typeface="Tw Cen MT Condensed" panose="020B0606020104020203" pitchFamily="34" charset="0"/>
              </a:defRPr>
            </a:lvl1pPr>
          </a:lstStyle>
          <a:p>
            <a:pPr>
              <a:defRPr/>
            </a:pPr>
            <a:fld id="{B92DF25F-80ED-4825-A7A5-E0D43379BB2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5A6220E4-589E-81DA-4CC4-DF8CB665F82E}"/>
              </a:ext>
            </a:extLst>
          </p:cNvPr>
          <p:cNvCxnSpPr/>
          <p:nvPr/>
        </p:nvCxnSpPr>
        <p:spPr>
          <a:xfrm flipV="1">
            <a:off x="288131" y="417373"/>
            <a:ext cx="0" cy="461433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4892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  <p:sldLayoutId id="2147483754" r:id="rId19"/>
    <p:sldLayoutId id="2147483755" r:id="rId20"/>
    <p:sldLayoutId id="2147483756" r:id="rId21"/>
    <p:sldLayoutId id="2147483757" r:id="rId22"/>
  </p:sldLayoutIdLst>
  <p:hf hdr="0"/>
  <p:txStyles>
    <p:titleStyle>
      <a:lvl1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18" kern="1200" cap="all" spc="50">
          <a:solidFill>
            <a:srgbClr val="0D0D0D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2pPr>
      <a:lvl3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3pPr>
      <a:lvl4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4pPr>
      <a:lvl5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5pPr>
      <a:lvl6pPr marL="230520" algn="l" rtl="0" fontAlgn="base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6pPr>
      <a:lvl7pPr marL="461040" algn="l" rtl="0" fontAlgn="base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7pPr>
      <a:lvl8pPr marL="691561" algn="l" rtl="0" fontAlgn="base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8pPr>
      <a:lvl9pPr marL="922081" algn="l" rtl="0" fontAlgn="base">
        <a:lnSpc>
          <a:spcPct val="80000"/>
        </a:lnSpc>
        <a:spcBef>
          <a:spcPct val="0"/>
        </a:spcBef>
        <a:spcAft>
          <a:spcPct val="0"/>
        </a:spcAft>
        <a:defRPr sz="2218">
          <a:solidFill>
            <a:srgbClr val="0D0D0D"/>
          </a:solidFill>
          <a:latin typeface="Tw Cen MT Condensed" panose="020B0606020104020203" pitchFamily="34" charset="0"/>
        </a:defRPr>
      </a:lvl9pPr>
    </p:titleStyle>
    <p:bodyStyle>
      <a:lvl1pPr marL="45624" indent="-45624" algn="l" rtl="0" eaLnBrk="0" fontAlgn="base" hangingPunct="0">
        <a:lnSpc>
          <a:spcPct val="90000"/>
        </a:lnSpc>
        <a:spcBef>
          <a:spcPts val="605"/>
        </a:spcBef>
        <a:spcAft>
          <a:spcPts val="101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1008" kern="1200">
          <a:solidFill>
            <a:schemeClr val="tx1"/>
          </a:solidFill>
          <a:latin typeface="+mn-lt"/>
          <a:ea typeface="+mn-ea"/>
          <a:cs typeface="+mn-cs"/>
        </a:defRPr>
      </a:lvl1pPr>
      <a:lvl2pPr marL="133670" indent="-68836" algn="l" rtl="0" eaLnBrk="0" fontAlgn="base" hangingPunct="0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anose="05040102010807070707" pitchFamily="18" charset="2"/>
        <a:buChar char=""/>
        <a:defRPr sz="807" kern="1200">
          <a:solidFill>
            <a:schemeClr val="tx1"/>
          </a:solidFill>
          <a:latin typeface="+mn-lt"/>
          <a:ea typeface="+mn-ea"/>
          <a:cs typeface="+mn-cs"/>
        </a:defRPr>
      </a:lvl2pPr>
      <a:lvl3pPr marL="225718" indent="-68836" algn="l" rtl="0" eaLnBrk="0" fontAlgn="base" hangingPunct="0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anose="05040102010807070707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3pPr>
      <a:lvl4pPr marL="299356" indent="-68836" algn="l" rtl="0" eaLnBrk="0" fontAlgn="base" hangingPunct="0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anose="05040102010807070707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4pPr>
      <a:lvl5pPr marL="391404" indent="-68836" algn="l" rtl="0" eaLnBrk="0" fontAlgn="base" hangingPunct="0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anose="05040102010807070707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5pPr>
      <a:lvl6pPr marL="461040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6pPr>
      <a:lvl7pPr marL="534807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7pPr>
      <a:lvl8pPr marL="613184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8pPr>
      <a:lvl9pPr marL="686950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1pPr>
      <a:lvl2pPr marL="23052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2pPr>
      <a:lvl3pPr marL="46104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3pPr>
      <a:lvl4pPr marL="69156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4pPr>
      <a:lvl5pPr marL="92208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5pPr>
      <a:lvl6pPr marL="115260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6pPr>
      <a:lvl7pPr marL="138312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7pPr>
      <a:lvl8pPr marL="161364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8pPr>
      <a:lvl9pPr marL="184416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7249" y="295317"/>
            <a:ext cx="3675402" cy="7567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7249" y="1153583"/>
            <a:ext cx="3675403" cy="2030307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7249" y="3265309"/>
            <a:ext cx="814535" cy="1384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4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24/7/2013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31234" y="3265309"/>
            <a:ext cx="2231489" cy="1384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4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AAOC ZC222 Optimization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097867" y="3265309"/>
            <a:ext cx="368168" cy="1384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4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288131" y="416988"/>
            <a:ext cx="0" cy="461433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5622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  <p:sldLayoutId id="2147483771" r:id="rId13"/>
    <p:sldLayoutId id="2147483772" r:id="rId14"/>
    <p:sldLayoutId id="2147483773" r:id="rId15"/>
    <p:sldLayoutId id="2147483774" r:id="rId16"/>
    <p:sldLayoutId id="2147483775" r:id="rId17"/>
    <p:sldLayoutId id="2147483776" r:id="rId18"/>
    <p:sldLayoutId id="2147483777" r:id="rId19"/>
    <p:sldLayoutId id="2147483778" r:id="rId20"/>
    <p:sldLayoutId id="2147483779" r:id="rId21"/>
    <p:sldLayoutId id="2147483780" r:id="rId22"/>
  </p:sldLayoutIdLst>
  <p:hf hdr="0"/>
  <p:txStyles>
    <p:titleStyle>
      <a:lvl1pPr algn="l" defTabSz="461040" rtl="0" eaLnBrk="1" latinLnBrk="0" hangingPunct="1">
        <a:lnSpc>
          <a:spcPct val="80000"/>
        </a:lnSpc>
        <a:spcBef>
          <a:spcPct val="0"/>
        </a:spcBef>
        <a:buNone/>
        <a:defRPr sz="2218" kern="1200" cap="all" spc="5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46104" indent="-46104" algn="l" defTabSz="461040" rtl="0" eaLnBrk="1" latinLnBrk="0" hangingPunct="1">
        <a:lnSpc>
          <a:spcPct val="90000"/>
        </a:lnSpc>
        <a:spcBef>
          <a:spcPts val="605"/>
        </a:spcBef>
        <a:spcAft>
          <a:spcPts val="101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1008" kern="1200">
          <a:solidFill>
            <a:schemeClr val="tx1"/>
          </a:solidFill>
          <a:latin typeface="+mn-lt"/>
          <a:ea typeface="+mn-ea"/>
          <a:cs typeface="+mn-cs"/>
        </a:defRPr>
      </a:lvl1pPr>
      <a:lvl2pPr marL="133702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807" kern="1200">
          <a:solidFill>
            <a:schemeClr val="tx1"/>
          </a:solidFill>
          <a:latin typeface="+mn-lt"/>
          <a:ea typeface="+mn-ea"/>
          <a:cs typeface="+mn-cs"/>
        </a:defRPr>
      </a:lvl2pPr>
      <a:lvl3pPr marL="225910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3pPr>
      <a:lvl4pPr marL="299676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4pPr>
      <a:lvl5pPr marL="391884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5pPr>
      <a:lvl6pPr marL="461040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6pPr>
      <a:lvl7pPr marL="534807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7pPr>
      <a:lvl8pPr marL="613184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8pPr>
      <a:lvl9pPr marL="686950" indent="-69156" algn="l" defTabSz="461040" rtl="0" eaLnBrk="1" latinLnBrk="0" hangingPunct="1">
        <a:lnSpc>
          <a:spcPct val="90000"/>
        </a:lnSpc>
        <a:spcBef>
          <a:spcPts val="101"/>
        </a:spcBef>
        <a:spcAft>
          <a:spcPts val="202"/>
        </a:spcAft>
        <a:buClr>
          <a:schemeClr val="accent1"/>
        </a:buClr>
        <a:buFont typeface="Wingdings 3" pitchFamily="18" charset="2"/>
        <a:buChar char=""/>
        <a:defRPr sz="6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1pPr>
      <a:lvl2pPr marL="23052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2pPr>
      <a:lvl3pPr marL="46104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3pPr>
      <a:lvl4pPr marL="69156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4pPr>
      <a:lvl5pPr marL="92208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5pPr>
      <a:lvl6pPr marL="115260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6pPr>
      <a:lvl7pPr marL="138312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7pPr>
      <a:lvl8pPr marL="161364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8pPr>
      <a:lvl9pPr marL="184416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5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image" Target="../media/image16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4" Type="http://schemas.openxmlformats.org/officeDocument/2006/relationships/image" Target="../media/image19.emf"/><Relationship Id="rId1" Type="http://schemas.openxmlformats.org/officeDocument/2006/relationships/slideLayout" Target="../slideLayouts/slideLayout40.xml"/><Relationship Id="rId2" Type="http://schemas.openxmlformats.org/officeDocument/2006/relationships/image" Target="../media/image17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4" Type="http://schemas.openxmlformats.org/officeDocument/2006/relationships/image" Target="../media/image22.emf"/><Relationship Id="rId5" Type="http://schemas.openxmlformats.org/officeDocument/2006/relationships/image" Target="../media/image23.emf"/><Relationship Id="rId1" Type="http://schemas.openxmlformats.org/officeDocument/2006/relationships/slideLayout" Target="../slideLayouts/slideLayout40.xml"/><Relationship Id="rId2" Type="http://schemas.openxmlformats.org/officeDocument/2006/relationships/image" Target="../media/image20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4" Type="http://schemas.openxmlformats.org/officeDocument/2006/relationships/image" Target="../media/image26.emf"/><Relationship Id="rId5" Type="http://schemas.openxmlformats.org/officeDocument/2006/relationships/image" Target="../media/image27.emf"/><Relationship Id="rId6" Type="http://schemas.openxmlformats.org/officeDocument/2006/relationships/image" Target="../media/image28.emf"/><Relationship Id="rId1" Type="http://schemas.openxmlformats.org/officeDocument/2006/relationships/slideLayout" Target="../slideLayouts/slideLayout40.xml"/><Relationship Id="rId2" Type="http://schemas.openxmlformats.org/officeDocument/2006/relationships/image" Target="../media/image24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image" Target="../media/image29.emf"/><Relationship Id="rId3" Type="http://schemas.openxmlformats.org/officeDocument/2006/relationships/image" Target="../media/image30.e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image" Target="../media/image31.emf"/><Relationship Id="rId3" Type="http://schemas.openxmlformats.org/officeDocument/2006/relationships/image" Target="../media/image32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1" Type="http://schemas.openxmlformats.org/officeDocument/2006/relationships/slideLayout" Target="../slideLayouts/slideLayout62.xml"/><Relationship Id="rId2" Type="http://schemas.openxmlformats.org/officeDocument/2006/relationships/image" Target="../media/image33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6" Type="http://schemas.openxmlformats.org/officeDocument/2006/relationships/image" Target="../media/image56.png"/><Relationship Id="rId1" Type="http://schemas.openxmlformats.org/officeDocument/2006/relationships/slideLayout" Target="../slideLayouts/slideLayout84.xml"/><Relationship Id="rId2" Type="http://schemas.openxmlformats.org/officeDocument/2006/relationships/image" Target="../media/image37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image" Target="../media/image38.e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image" Target="../media/image39.emf"/><Relationship Id="rId3" Type="http://schemas.openxmlformats.org/officeDocument/2006/relationships/image" Target="../media/image40.e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1.e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image" Target="../media/image42.emf"/><Relationship Id="rId3" Type="http://schemas.openxmlformats.org/officeDocument/2006/relationships/image" Target="../media/image43.e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image" Target="../media/image44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6.xml"/><Relationship Id="rId2" Type="http://schemas.openxmlformats.org/officeDocument/2006/relationships/image" Target="../media/image54.emf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018" y="14"/>
            <a:ext cx="4319985" cy="345598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578559" y="1772688"/>
            <a:ext cx="1450975" cy="6851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4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4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Math</a:t>
            </a:r>
            <a:r>
              <a:rPr sz="11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Tahoma"/>
                <a:cs typeface="Tahoma"/>
              </a:rPr>
              <a:t>Foundations</a:t>
            </a:r>
            <a:r>
              <a:rPr sz="11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Team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 xmlns:p14="http://schemas.microsoft.com/office/powerpoint/2010/main"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40268D-23AC-DC54-C674-75E4C1FD1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3249929" cy="215444"/>
          </a:xfrm>
        </p:spPr>
        <p:txBody>
          <a:bodyPr/>
          <a:lstStyle/>
          <a:p>
            <a:r>
              <a:rPr lang="en-IN" dirty="0"/>
              <a:t>Course Over 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F7DA55C-7AB0-0B79-CAD9-266C5B6B0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" y="815976"/>
            <a:ext cx="4191317" cy="1523494"/>
          </a:xfrm>
        </p:spPr>
        <p:txBody>
          <a:bodyPr/>
          <a:lstStyle/>
          <a:p>
            <a:r>
              <a:rPr lang="en-IN" dirty="0"/>
              <a:t>Modules:</a:t>
            </a:r>
          </a:p>
          <a:p>
            <a:pPr marL="228600" indent="-228600">
              <a:buAutoNum type="arabicPeriod"/>
            </a:pPr>
            <a:r>
              <a:rPr lang="en-IN" dirty="0"/>
              <a:t>Matrices and Solving System of Linear Equations</a:t>
            </a:r>
          </a:p>
          <a:p>
            <a:pPr marL="228600" indent="-228600">
              <a:buAutoNum type="arabicPeriod"/>
            </a:pPr>
            <a:r>
              <a:rPr lang="en-IN" dirty="0"/>
              <a:t>Vectors, Distance and Angle between vectors, Linear Independence and Dependence</a:t>
            </a:r>
          </a:p>
          <a:p>
            <a:pPr marL="228600" indent="-228600">
              <a:buAutoNum type="arabicPeriod"/>
            </a:pPr>
            <a:r>
              <a:rPr lang="en-IN" dirty="0"/>
              <a:t>Matrix Decompositions</a:t>
            </a:r>
          </a:p>
          <a:p>
            <a:pPr marL="228600" indent="-228600">
              <a:buAutoNum type="arabicPeriod"/>
            </a:pPr>
            <a:r>
              <a:rPr lang="en-IN" dirty="0"/>
              <a:t>Vector Calculus</a:t>
            </a:r>
          </a:p>
          <a:p>
            <a:pPr marL="228600" indent="-228600">
              <a:buAutoNum type="arabicPeriod"/>
            </a:pPr>
            <a:r>
              <a:rPr lang="en-IN" dirty="0"/>
              <a:t>Gradient Descent Algorithms, Challenges in optimization in ML</a:t>
            </a:r>
          </a:p>
          <a:p>
            <a:pPr marL="228600" indent="-228600">
              <a:buAutoNum type="arabicPeriod"/>
            </a:pPr>
            <a:r>
              <a:rPr lang="en-IN" dirty="0"/>
              <a:t>Optimization in Machine Learning (PCA, SVM)</a:t>
            </a:r>
          </a:p>
          <a:p>
            <a:pPr marL="228600" indent="-228600"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6837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2652E48-282A-B91E-9308-05DEC00B1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3249929" cy="215444"/>
          </a:xfrm>
        </p:spPr>
        <p:txBody>
          <a:bodyPr/>
          <a:lstStyle/>
          <a:p>
            <a:r>
              <a:rPr lang="en-IN" dirty="0"/>
              <a:t>Why do we study Vectors and Matrices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DCF49DC-3C1C-61B8-82C0-25133142E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300" y="739775"/>
            <a:ext cx="4191267" cy="3170099"/>
          </a:xfrm>
        </p:spPr>
        <p:txBody>
          <a:bodyPr/>
          <a:lstStyle/>
          <a:p>
            <a:r>
              <a:rPr lang="en-US" sz="900" dirty="0">
                <a:latin typeface="+mj-lt"/>
              </a:rPr>
              <a:t>Vectors are fundamental in machine learning (ML) and are used throughout the entire workflow, from data representation to model training and prediction. Here's a breakdown of how vectors are used in ML:</a:t>
            </a:r>
          </a:p>
          <a:p>
            <a:pPr marL="228600" indent="-228600">
              <a:buAutoNum type="arabicPeriod"/>
            </a:pPr>
            <a:r>
              <a:rPr lang="en-US" sz="900" b="1" dirty="0">
                <a:latin typeface="+mj-lt"/>
              </a:rPr>
              <a:t>Data Representation: </a:t>
            </a:r>
          </a:p>
          <a:p>
            <a:r>
              <a:rPr lang="en-US" sz="900" b="1" dirty="0">
                <a:latin typeface="+mj-lt"/>
              </a:rPr>
              <a:t> </a:t>
            </a:r>
            <a:r>
              <a:rPr lang="en-US" sz="900" dirty="0">
                <a:latin typeface="+mj-lt"/>
              </a:rPr>
              <a:t>(a)</a:t>
            </a:r>
            <a:r>
              <a:rPr lang="en-US" sz="900" b="1" dirty="0">
                <a:latin typeface="+mj-lt"/>
              </a:rPr>
              <a:t> </a:t>
            </a:r>
            <a:r>
              <a:rPr lang="en-US" sz="900" dirty="0">
                <a:latin typeface="+mj-lt"/>
              </a:rPr>
              <a:t>Feature representation(A house can be described by the features:(House number, No of Bed rooms, Area in square feet) = (133, 4, 2200)</a:t>
            </a:r>
          </a:p>
          <a:p>
            <a:r>
              <a:rPr lang="en-US" sz="900" dirty="0">
                <a:latin typeface="+mj-lt"/>
              </a:rPr>
              <a:t>(b) Text  as Vectors: In ML texts are represented as vectors. There are techniques such as Word2Vec, BERT embeddings, </a:t>
            </a:r>
            <a:r>
              <a:rPr lang="en-US" sz="900" dirty="0" smtClean="0">
                <a:latin typeface="+mj-lt"/>
              </a:rPr>
              <a:t>etc. </a:t>
            </a:r>
            <a:r>
              <a:rPr lang="en-US" sz="900" dirty="0">
                <a:latin typeface="+mj-lt"/>
              </a:rPr>
              <a:t>that convert words or text into vectors.</a:t>
            </a:r>
          </a:p>
          <a:p>
            <a:endParaRPr lang="en-US" sz="900" dirty="0">
              <a:latin typeface="+mj-lt"/>
            </a:endParaRPr>
          </a:p>
          <a:p>
            <a:r>
              <a:rPr lang="en-US" sz="900" b="1" dirty="0">
                <a:latin typeface="+mj-lt"/>
              </a:rPr>
              <a:t>2. Distance and Similarity:</a:t>
            </a:r>
          </a:p>
          <a:p>
            <a:r>
              <a:rPr lang="en-US" sz="900" dirty="0">
                <a:latin typeface="+mj-lt"/>
              </a:rPr>
              <a:t>The distance between vectors is defined using inner product (also known as dot product) and this notion is used to study the similarity of the data.</a:t>
            </a:r>
          </a:p>
          <a:p>
            <a:endParaRPr lang="en-US" sz="900" dirty="0">
              <a:latin typeface="+mj-lt"/>
            </a:endParaRPr>
          </a:p>
          <a:p>
            <a:r>
              <a:rPr lang="en-US" sz="900" b="1" dirty="0">
                <a:latin typeface="+mj-lt"/>
              </a:rPr>
              <a:t>3. Linear dependency and Data Redundancy: </a:t>
            </a:r>
            <a:r>
              <a:rPr lang="en-US" sz="900" dirty="0">
                <a:latin typeface="+mj-lt"/>
              </a:rPr>
              <a:t>We study linear independent and linear dependent vectors. If two vectors are linearly dependent then we conclude that one of the data is redundant of the another.</a:t>
            </a:r>
            <a:endParaRPr lang="en-US" sz="900" b="1" dirty="0">
              <a:latin typeface="+mj-lt"/>
            </a:endParaRPr>
          </a:p>
          <a:p>
            <a:r>
              <a:rPr lang="en-US" sz="900" dirty="0">
                <a:latin typeface="+mj-lt"/>
              </a:rPr>
              <a:t>         </a:t>
            </a:r>
          </a:p>
          <a:p>
            <a:r>
              <a:rPr lang="en-US" sz="900" dirty="0">
                <a:latin typeface="+mj-lt"/>
              </a:rPr>
              <a:t>                                            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2186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What</a:t>
            </a:r>
            <a:r>
              <a:rPr spc="-40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spc="-35" dirty="0"/>
              <a:t>linear </a:t>
            </a:r>
            <a:r>
              <a:rPr spc="-50" dirty="0"/>
              <a:t>algebra?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7" y="972437"/>
            <a:ext cx="3834765" cy="147256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60960" lvl="0" indent="-177165" defTabSz="914400" eaLnBrk="1" fontAlgn="auto" latinLnBrk="0" hangingPunct="1">
              <a:lnSpc>
                <a:spcPct val="102600"/>
              </a:lnSpc>
              <a:spcBef>
                <a:spcPts val="55"/>
              </a:spcBef>
              <a:spcAft>
                <a:spcPts val="0"/>
              </a:spcAft>
              <a:buClr>
                <a:srgbClr val="3333B2"/>
              </a:buClr>
              <a:buSzTx/>
              <a:buFont typeface="Lucida Sans Unicode"/>
              <a:buChar char="►"/>
              <a:tabLst>
                <a:tab pos="214629" algn="l"/>
              </a:tabLst>
              <a:defRPr/>
            </a:pP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Linear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algebra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is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the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study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of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vectors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and rules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to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manipulate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vectors.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  <a:p>
            <a:pPr marL="214629" marR="30480" lvl="0" indent="-177165" defTabSz="914400" eaLnBrk="1" fontAlgn="auto" latinLnBrk="0" hangingPunct="1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Clr>
                <a:srgbClr val="3333B2"/>
              </a:buClr>
              <a:buSzTx/>
              <a:buFont typeface="Lucida Sans Unicode"/>
              <a:buChar char="►"/>
              <a:tabLst>
                <a:tab pos="214629" algn="l"/>
              </a:tabLst>
              <a:defRPr/>
            </a:pP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Vectors</a:t>
            </a:r>
            <a:r>
              <a:rPr kumimoji="0" sz="11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are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not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only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the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familiar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geometric vectors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from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high 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school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(points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in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2D/3D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space)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but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any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special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objects 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which 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can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be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added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together and 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multiplied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by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scalar 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values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to 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produce 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another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object</a:t>
            </a:r>
            <a:r>
              <a:rPr kumimoji="0" sz="11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of</a:t>
            </a:r>
            <a:r>
              <a:rPr kumimoji="0" sz="1100" b="0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the</a:t>
            </a:r>
            <a:r>
              <a:rPr kumimoji="0" sz="11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same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kind.</a:t>
            </a:r>
            <a:r>
              <a:rPr kumimoji="0" sz="1100" b="0" i="0" u="none" strike="noStrike" kern="0" cap="none" spc="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For</a:t>
            </a:r>
            <a:r>
              <a:rPr kumimoji="0" sz="11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example, 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polynomials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can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also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be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treated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as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vectors.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  <a:p>
            <a:pPr marL="215265" marR="0" lvl="0" indent="-177165" defTabSz="914400" eaLnBrk="1" fontAlgn="auto" latinLnBrk="0" hangingPunct="1">
              <a:lnSpc>
                <a:spcPct val="100000"/>
              </a:lnSpc>
              <a:spcBef>
                <a:spcPts val="334"/>
              </a:spcBef>
              <a:spcAft>
                <a:spcPts val="0"/>
              </a:spcAft>
              <a:buClr>
                <a:srgbClr val="3333B2"/>
              </a:buClr>
              <a:buSzTx/>
              <a:buFont typeface="Lucida Sans Unicode"/>
              <a:buChar char="►"/>
              <a:tabLst>
                <a:tab pos="215265" algn="l"/>
              </a:tabLst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We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shall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deal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with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vectors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in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the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space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</a:t>
            </a:r>
            <a:r>
              <a:rPr kumimoji="0" sz="1200" b="0" i="1" u="none" strike="noStrike" kern="0" cap="none" spc="-37" normalizeH="0" baseline="27777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</a:t>
            </a:r>
            <a:endParaRPr kumimoji="0" sz="1200" b="0" i="0" u="none" strike="noStrike" kern="0" cap="none" spc="0" normalizeH="0" baseline="27777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39570834"/>
      </p:ext>
    </p:extLst>
  </p:cSld>
  <p:clrMapOvr>
    <a:masterClrMapping/>
  </p:clrMapOvr>
  <p:transition xmlns:p14="http://schemas.microsoft.com/office/powerpoint/2010/main"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5" dirty="0"/>
              <a:t>Systems</a:t>
            </a:r>
            <a:r>
              <a:rPr spc="-60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spc="-35" dirty="0"/>
              <a:t>linear</a:t>
            </a:r>
            <a:r>
              <a:rPr spc="-55" dirty="0"/>
              <a:t> </a:t>
            </a:r>
            <a:r>
              <a:rPr spc="-45" dirty="0"/>
              <a:t>equations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98284" rIns="0" bIns="0" rtlCol="0">
            <a:spAutoFit/>
          </a:bodyPr>
          <a:lstStyle/>
          <a:p>
            <a:pPr marL="214629" marR="410845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40" dirty="0"/>
              <a:t>Systems </a:t>
            </a:r>
            <a:r>
              <a:rPr sz="1100" dirty="0"/>
              <a:t>of</a:t>
            </a:r>
            <a:r>
              <a:rPr sz="1100" spc="-30" dirty="0"/>
              <a:t> linear</a:t>
            </a:r>
            <a:r>
              <a:rPr sz="1100" spc="-35" dirty="0"/>
              <a:t> </a:t>
            </a:r>
            <a:r>
              <a:rPr sz="1100" spc="-40" dirty="0"/>
              <a:t>equations</a:t>
            </a:r>
            <a:r>
              <a:rPr sz="1100" spc="-35" dirty="0"/>
              <a:t> </a:t>
            </a:r>
            <a:r>
              <a:rPr sz="1100" spc="-40" dirty="0"/>
              <a:t>form</a:t>
            </a:r>
            <a:r>
              <a:rPr sz="1100" spc="-30" dirty="0"/>
              <a:t> </a:t>
            </a:r>
            <a:r>
              <a:rPr sz="1100" dirty="0"/>
              <a:t>a</a:t>
            </a:r>
            <a:r>
              <a:rPr sz="1100" spc="-35" dirty="0"/>
              <a:t> </a:t>
            </a:r>
            <a:r>
              <a:rPr sz="1100" spc="-25" dirty="0"/>
              <a:t>central</a:t>
            </a:r>
            <a:r>
              <a:rPr sz="1100" spc="-30" dirty="0"/>
              <a:t> </a:t>
            </a:r>
            <a:r>
              <a:rPr sz="1100" spc="-20" dirty="0"/>
              <a:t>part</a:t>
            </a:r>
            <a:r>
              <a:rPr sz="1100" spc="-40" dirty="0"/>
              <a:t> </a:t>
            </a:r>
            <a:r>
              <a:rPr sz="1100" dirty="0"/>
              <a:t>of</a:t>
            </a:r>
            <a:r>
              <a:rPr sz="1100" spc="-30" dirty="0"/>
              <a:t> </a:t>
            </a:r>
            <a:r>
              <a:rPr sz="1100" spc="-40" dirty="0"/>
              <a:t>linear </a:t>
            </a:r>
            <a:r>
              <a:rPr sz="1100" spc="-10" dirty="0"/>
              <a:t>algebra.</a:t>
            </a:r>
            <a:endParaRPr sz="1100"/>
          </a:p>
          <a:p>
            <a:pPr marL="214629" marR="492759" indent="-177165">
              <a:lnSpc>
                <a:spcPct val="102699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/>
              <a:t>Many</a:t>
            </a:r>
            <a:r>
              <a:rPr sz="1100" spc="-45" dirty="0"/>
              <a:t> </a:t>
            </a:r>
            <a:r>
              <a:rPr sz="1100" spc="-50" dirty="0"/>
              <a:t>problems</a:t>
            </a:r>
            <a:r>
              <a:rPr sz="1100" spc="-35" dirty="0"/>
              <a:t> </a:t>
            </a:r>
            <a:r>
              <a:rPr sz="1100" spc="-20" dirty="0"/>
              <a:t>can</a:t>
            </a:r>
            <a:r>
              <a:rPr sz="1100" spc="-35" dirty="0"/>
              <a:t> </a:t>
            </a:r>
            <a:r>
              <a:rPr sz="1100" spc="-10" dirty="0"/>
              <a:t>be</a:t>
            </a:r>
            <a:r>
              <a:rPr sz="1100" spc="-40" dirty="0"/>
              <a:t> formulated</a:t>
            </a:r>
            <a:r>
              <a:rPr sz="1100" spc="-35" dirty="0"/>
              <a:t> </a:t>
            </a:r>
            <a:r>
              <a:rPr sz="1100" spc="-30" dirty="0"/>
              <a:t>as</a:t>
            </a:r>
            <a:r>
              <a:rPr sz="1100" spc="-40" dirty="0"/>
              <a:t> </a:t>
            </a:r>
            <a:r>
              <a:rPr sz="1100" spc="-50" dirty="0"/>
              <a:t>systems</a:t>
            </a:r>
            <a:r>
              <a:rPr sz="1100" spc="-35" dirty="0"/>
              <a:t> </a:t>
            </a:r>
            <a:r>
              <a:rPr sz="1100" dirty="0"/>
              <a:t>of</a:t>
            </a:r>
            <a:r>
              <a:rPr sz="1100" spc="-40" dirty="0"/>
              <a:t> linear </a:t>
            </a:r>
            <a:r>
              <a:rPr sz="1100" spc="-10" dirty="0"/>
              <a:t>equations.</a:t>
            </a:r>
            <a:endParaRPr sz="1100"/>
          </a:p>
          <a:p>
            <a:pPr marL="215265" indent="-177165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spc="-10" dirty="0"/>
              <a:t>Tools</a:t>
            </a:r>
            <a:r>
              <a:rPr sz="1100" spc="-40" dirty="0"/>
              <a:t> </a:t>
            </a:r>
            <a:r>
              <a:rPr sz="1100" dirty="0"/>
              <a:t>of</a:t>
            </a:r>
            <a:r>
              <a:rPr sz="1100" spc="-30" dirty="0"/>
              <a:t> linear </a:t>
            </a:r>
            <a:r>
              <a:rPr sz="1100" spc="-55" dirty="0"/>
              <a:t>algebra</a:t>
            </a:r>
            <a:r>
              <a:rPr sz="1100" spc="-35" dirty="0"/>
              <a:t> </a:t>
            </a:r>
            <a:r>
              <a:rPr sz="1100" spc="-20" dirty="0"/>
              <a:t>can</a:t>
            </a:r>
            <a:r>
              <a:rPr sz="1100" spc="-30" dirty="0"/>
              <a:t> </a:t>
            </a:r>
            <a:r>
              <a:rPr sz="1100" spc="-10" dirty="0"/>
              <a:t>be</a:t>
            </a:r>
            <a:r>
              <a:rPr sz="1100" spc="-35" dirty="0"/>
              <a:t> </a:t>
            </a:r>
            <a:r>
              <a:rPr sz="1100" spc="-60" dirty="0"/>
              <a:t>used</a:t>
            </a:r>
            <a:r>
              <a:rPr sz="1100" spc="-25" dirty="0"/>
              <a:t> </a:t>
            </a:r>
            <a:r>
              <a:rPr sz="1100" dirty="0"/>
              <a:t>to</a:t>
            </a:r>
            <a:r>
              <a:rPr sz="1100" spc="-35" dirty="0"/>
              <a:t> </a:t>
            </a:r>
            <a:r>
              <a:rPr sz="1100" spc="-50" dirty="0"/>
              <a:t>solve</a:t>
            </a:r>
            <a:r>
              <a:rPr sz="1100" spc="-35" dirty="0"/>
              <a:t> </a:t>
            </a:r>
            <a:r>
              <a:rPr sz="1100" spc="-45" dirty="0"/>
              <a:t>such</a:t>
            </a:r>
            <a:r>
              <a:rPr sz="1100" spc="-30" dirty="0"/>
              <a:t> </a:t>
            </a:r>
            <a:r>
              <a:rPr sz="1100" spc="-10" dirty="0"/>
              <a:t>problems.</a:t>
            </a:r>
            <a:endParaRPr sz="1100"/>
          </a:p>
          <a:p>
            <a:pPr marL="214629" marR="304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/>
              <a:t>We</a:t>
            </a:r>
            <a:r>
              <a:rPr sz="1100" spc="-40" dirty="0"/>
              <a:t> </a:t>
            </a:r>
            <a:r>
              <a:rPr sz="1100" spc="-45" dirty="0"/>
              <a:t>would</a:t>
            </a:r>
            <a:r>
              <a:rPr sz="1100" spc="-25" dirty="0"/>
              <a:t> </a:t>
            </a:r>
            <a:r>
              <a:rPr sz="1100" spc="-65" dirty="0"/>
              <a:t>use</a:t>
            </a:r>
            <a:r>
              <a:rPr sz="1100" spc="-25" dirty="0"/>
              <a:t> </a:t>
            </a:r>
            <a:r>
              <a:rPr sz="1100" spc="-20" dirty="0"/>
              <a:t>analytical</a:t>
            </a:r>
            <a:r>
              <a:rPr sz="1100" spc="-30" dirty="0"/>
              <a:t> </a:t>
            </a:r>
            <a:r>
              <a:rPr sz="1100" spc="-45" dirty="0"/>
              <a:t>techniques</a:t>
            </a:r>
            <a:r>
              <a:rPr sz="1100" spc="-30" dirty="0"/>
              <a:t> </a:t>
            </a:r>
            <a:r>
              <a:rPr sz="1100" spc="-35" dirty="0"/>
              <a:t>and</a:t>
            </a:r>
            <a:r>
              <a:rPr sz="1100" spc="-30" dirty="0"/>
              <a:t> </a:t>
            </a:r>
            <a:r>
              <a:rPr sz="1100" spc="-35" dirty="0"/>
              <a:t>numerical</a:t>
            </a:r>
            <a:r>
              <a:rPr sz="1100" spc="-30" dirty="0"/>
              <a:t> </a:t>
            </a:r>
            <a:r>
              <a:rPr sz="1100" spc="-40" dirty="0"/>
              <a:t>methods</a:t>
            </a:r>
            <a:r>
              <a:rPr sz="1100" spc="-30" dirty="0"/>
              <a:t> </a:t>
            </a:r>
            <a:r>
              <a:rPr sz="1100" spc="-25" dirty="0"/>
              <a:t>to </a:t>
            </a:r>
            <a:r>
              <a:rPr sz="1100" spc="-50" dirty="0"/>
              <a:t>solve</a:t>
            </a:r>
            <a:r>
              <a:rPr sz="1100" spc="-40" dirty="0"/>
              <a:t> </a:t>
            </a:r>
            <a:r>
              <a:rPr sz="1100" spc="-10" dirty="0"/>
              <a:t>the</a:t>
            </a:r>
            <a:r>
              <a:rPr sz="1100" spc="-40" dirty="0"/>
              <a:t> </a:t>
            </a:r>
            <a:r>
              <a:rPr sz="1100" spc="-50" dirty="0"/>
              <a:t>systems</a:t>
            </a:r>
            <a:r>
              <a:rPr sz="1100" spc="-40" dirty="0"/>
              <a:t> </a:t>
            </a:r>
            <a:r>
              <a:rPr sz="1100" dirty="0"/>
              <a:t>of</a:t>
            </a:r>
            <a:r>
              <a:rPr sz="1100" spc="-35" dirty="0"/>
              <a:t> </a:t>
            </a:r>
            <a:r>
              <a:rPr sz="1100" spc="-30" dirty="0"/>
              <a:t>linear</a:t>
            </a:r>
            <a:r>
              <a:rPr sz="1100" spc="-40" dirty="0"/>
              <a:t> </a:t>
            </a:r>
            <a:r>
              <a:rPr sz="1100" spc="-10" dirty="0"/>
              <a:t>equations.</a:t>
            </a:r>
            <a:endParaRPr sz="1100"/>
          </a:p>
        </p:txBody>
      </p:sp>
    </p:spTree>
  </p:cSld>
  <p:clrMapOvr>
    <a:masterClrMapping/>
  </p:clrMapOvr>
  <p:transition xmlns:p14="http://schemas.microsoft.com/office/powerpoint/2010/main"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72527"/>
            <a:ext cx="3249929" cy="4482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Motivating</a:t>
            </a:r>
            <a:r>
              <a:rPr spc="-100" dirty="0"/>
              <a:t> </a:t>
            </a:r>
            <a:r>
              <a:rPr spc="-50" dirty="0"/>
              <a:t>problem</a:t>
            </a:r>
            <a:r>
              <a:rPr lang="en-IN" spc="-50" dirty="0"/>
              <a:t> for studying Linear System of Equations</a:t>
            </a:r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321894" y="1074825"/>
            <a:ext cx="3921125" cy="12242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Tahoma"/>
                <a:cs typeface="Tahoma"/>
              </a:rPr>
              <a:t>Consider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following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problem.</a:t>
            </a:r>
            <a:endParaRPr sz="1100">
              <a:latin typeface="Tahoma"/>
              <a:cs typeface="Tahoma"/>
            </a:endParaRPr>
          </a:p>
          <a:p>
            <a:pPr marL="38100" marR="30480">
              <a:lnSpc>
                <a:spcPct val="102600"/>
              </a:lnSpc>
            </a:pP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company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produces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products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200" baseline="-10416" dirty="0">
                <a:latin typeface="Trebuchet MS"/>
                <a:cs typeface="Trebuchet MS"/>
              </a:rPr>
              <a:t>1</a:t>
            </a:r>
            <a:r>
              <a:rPr sz="1100" i="1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200" baseline="-10416" dirty="0">
                <a:latin typeface="Trebuchet MS"/>
                <a:cs typeface="Trebuchet MS"/>
              </a:rPr>
              <a:t>2</a:t>
            </a:r>
            <a:r>
              <a:rPr sz="1100" i="1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...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200" i="1" spc="292" baseline="-10416" dirty="0">
                <a:latin typeface="Arial"/>
                <a:cs typeface="Arial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which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resources </a:t>
            </a:r>
            <a:r>
              <a:rPr sz="1100" i="1" spc="-20" dirty="0">
                <a:latin typeface="Arial"/>
                <a:cs typeface="Arial"/>
              </a:rPr>
              <a:t>R</a:t>
            </a:r>
            <a:r>
              <a:rPr sz="1200" spc="-30" baseline="-10416" dirty="0">
                <a:latin typeface="Trebuchet MS"/>
                <a:cs typeface="Trebuchet MS"/>
              </a:rPr>
              <a:t>1</a:t>
            </a:r>
            <a:r>
              <a:rPr sz="1100" i="1" spc="-20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-20" dirty="0">
                <a:latin typeface="Arial"/>
                <a:cs typeface="Arial"/>
              </a:rPr>
              <a:t>R</a:t>
            </a:r>
            <a:r>
              <a:rPr sz="1200" spc="-30" baseline="-10416" dirty="0">
                <a:latin typeface="Trebuchet MS"/>
                <a:cs typeface="Trebuchet MS"/>
              </a:rPr>
              <a:t>2</a:t>
            </a:r>
            <a:r>
              <a:rPr sz="1100" i="1" spc="-20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...</a:t>
            </a:r>
            <a:r>
              <a:rPr sz="1100" i="1" dirty="0">
                <a:latin typeface="Arial"/>
                <a:cs typeface="Arial"/>
              </a:rPr>
              <a:t>R</a:t>
            </a:r>
            <a:r>
              <a:rPr sz="1200" i="1" baseline="-10416" dirty="0">
                <a:latin typeface="Arial"/>
                <a:cs typeface="Arial"/>
              </a:rPr>
              <a:t>m</a:t>
            </a:r>
            <a:r>
              <a:rPr sz="1200" i="1" spc="172" baseline="-10416" dirty="0">
                <a:latin typeface="Arial"/>
                <a:cs typeface="Arial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required.</a:t>
            </a:r>
            <a:r>
              <a:rPr sz="1100" spc="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produce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unit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product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200" i="1" spc="322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a</a:t>
            </a:r>
            <a:r>
              <a:rPr sz="1200" i="1" spc="-37" baseline="-10416" dirty="0">
                <a:latin typeface="Arial"/>
                <a:cs typeface="Arial"/>
              </a:rPr>
              <a:t>ij</a:t>
            </a:r>
            <a:r>
              <a:rPr sz="1200" i="1" spc="-15" baseline="-10416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units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 </a:t>
            </a:r>
            <a:r>
              <a:rPr sz="1100" spc="-60" dirty="0">
                <a:latin typeface="Tahoma"/>
                <a:cs typeface="Tahoma"/>
              </a:rPr>
              <a:t>resource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R</a:t>
            </a:r>
            <a:r>
              <a:rPr sz="1200" i="1" baseline="-10416" dirty="0">
                <a:latin typeface="Arial"/>
                <a:cs typeface="Arial"/>
              </a:rPr>
              <a:t>j</a:t>
            </a:r>
            <a:r>
              <a:rPr sz="1200" i="1" spc="345" baseline="-10416" dirty="0">
                <a:latin typeface="Arial"/>
                <a:cs typeface="Arial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needed,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where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1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100" i="1" spc="7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i="1" spc="-10" dirty="0">
                <a:latin typeface="Arial"/>
                <a:cs typeface="Arial"/>
              </a:rPr>
              <a:t>n</a:t>
            </a:r>
            <a:r>
              <a:rPr sz="1100" i="1" spc="-10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spc="-60" dirty="0">
                <a:latin typeface="Tahoma"/>
                <a:cs typeface="Tahoma"/>
              </a:rPr>
              <a:t>1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j</a:t>
            </a:r>
            <a:r>
              <a:rPr sz="1100" i="1" spc="7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m</a:t>
            </a:r>
            <a:r>
              <a:rPr sz="1100" dirty="0">
                <a:latin typeface="Tahoma"/>
                <a:cs typeface="Tahoma"/>
              </a:rPr>
              <a:t>.</a:t>
            </a:r>
            <a:r>
              <a:rPr sz="1100" spc="10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Find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optimal </a:t>
            </a:r>
            <a:r>
              <a:rPr sz="1100" spc="-35" dirty="0">
                <a:latin typeface="Tahoma"/>
                <a:cs typeface="Tahoma"/>
              </a:rPr>
              <a:t>production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plan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where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200" i="1" spc="315" baseline="-10416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units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product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200" i="1" spc="315" baseline="-10416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are </a:t>
            </a:r>
            <a:r>
              <a:rPr sz="1100" spc="-50" dirty="0">
                <a:latin typeface="Tahoma"/>
                <a:cs typeface="Tahoma"/>
              </a:rPr>
              <a:t>produced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total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200" i="1" baseline="-10416" dirty="0">
                <a:latin typeface="Arial"/>
                <a:cs typeface="Arial"/>
              </a:rPr>
              <a:t>j</a:t>
            </a:r>
            <a:r>
              <a:rPr sz="1200" i="1" spc="322" baseline="-10416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units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resource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R</a:t>
            </a:r>
            <a:r>
              <a:rPr sz="1200" i="1" baseline="-10416" dirty="0">
                <a:latin typeface="Arial"/>
                <a:cs typeface="Arial"/>
              </a:rPr>
              <a:t>j</a:t>
            </a:r>
            <a:r>
              <a:rPr sz="1200" i="1" spc="330" baseline="-10416" dirty="0">
                <a:latin typeface="Arial"/>
                <a:cs typeface="Arial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available,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no </a:t>
            </a:r>
            <a:r>
              <a:rPr sz="1100" spc="-55" dirty="0">
                <a:latin typeface="Tahoma"/>
                <a:cs typeface="Tahoma"/>
              </a:rPr>
              <a:t>resources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left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over.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 xmlns:p14="http://schemas.microsoft.com/office/powerpoint/2010/main"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Formulation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3794" y="670888"/>
            <a:ext cx="3909695" cy="164211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76200" marR="68580">
              <a:lnSpc>
                <a:spcPct val="102600"/>
              </a:lnSpc>
              <a:spcBef>
                <a:spcPts val="55"/>
              </a:spcBef>
            </a:pPr>
            <a:r>
              <a:rPr sz="1100" spc="-30" dirty="0">
                <a:latin typeface="Tahoma"/>
                <a:cs typeface="Tahoma"/>
              </a:rPr>
              <a:t>If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90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produce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Trebuchet MS"/>
                <a:cs typeface="Trebuchet MS"/>
              </a:rPr>
              <a:t>1</a:t>
            </a:r>
            <a:r>
              <a:rPr sz="1100" i="1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Trebuchet MS"/>
                <a:cs typeface="Trebuchet MS"/>
              </a:rPr>
              <a:t>2</a:t>
            </a:r>
            <a:r>
              <a:rPr sz="1100" i="1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200" i="1" spc="217" baseline="-10416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units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0" dirty="0">
                <a:latin typeface="Tahoma"/>
                <a:cs typeface="Tahoma"/>
              </a:rPr>
              <a:t> the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products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200" baseline="-10416" dirty="0">
                <a:latin typeface="Trebuchet MS"/>
                <a:cs typeface="Trebuchet MS"/>
              </a:rPr>
              <a:t>1</a:t>
            </a:r>
            <a:r>
              <a:rPr sz="1100" i="1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200" baseline="-10416" dirty="0">
                <a:latin typeface="Trebuchet MS"/>
                <a:cs typeface="Trebuchet MS"/>
              </a:rPr>
              <a:t>2</a:t>
            </a:r>
            <a:r>
              <a:rPr sz="1200" spc="-37" baseline="-10416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200" i="1" spc="262" baseline="-10416" dirty="0">
                <a:latin typeface="Arial"/>
                <a:cs typeface="Arial"/>
              </a:rPr>
              <a:t> </a:t>
            </a:r>
            <a:r>
              <a:rPr sz="1100" spc="-45" dirty="0">
                <a:latin typeface="Tahoma"/>
                <a:cs typeface="Tahoma"/>
              </a:rPr>
              <a:t>we </a:t>
            </a:r>
            <a:r>
              <a:rPr sz="1100" spc="-60" dirty="0">
                <a:latin typeface="Tahoma"/>
                <a:cs typeface="Tahoma"/>
              </a:rPr>
              <a:t>need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total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baseline="-10416" dirty="0">
                <a:latin typeface="Trebuchet MS"/>
                <a:cs typeface="Trebuchet MS"/>
              </a:rPr>
              <a:t>1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Trebuchet MS"/>
                <a:cs typeface="Trebuchet MS"/>
              </a:rPr>
              <a:t>1</a:t>
            </a:r>
            <a:r>
              <a:rPr sz="1200" spc="52" baseline="-10416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baseline="-10416" dirty="0">
                <a:latin typeface="Trebuchet MS"/>
                <a:cs typeface="Trebuchet MS"/>
              </a:rPr>
              <a:t>2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Trebuchet MS"/>
                <a:cs typeface="Trebuchet MS"/>
              </a:rPr>
              <a:t>2</a:t>
            </a:r>
            <a:r>
              <a:rPr sz="1200" spc="60" baseline="-10416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65" dirty="0">
                <a:latin typeface="Lucida Sans Unicode"/>
                <a:cs typeface="Lucida Sans Unicode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70" dirty="0">
                <a:latin typeface="Lucida Sans Unicode"/>
                <a:cs typeface="Lucida Sans Unicode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35" dirty="0">
                <a:latin typeface="Arial"/>
                <a:cs typeface="Arial"/>
              </a:rPr>
              <a:t>a</a:t>
            </a:r>
            <a:r>
              <a:rPr sz="1200" i="1" spc="-52" baseline="-10416" dirty="0">
                <a:latin typeface="Arial"/>
                <a:cs typeface="Arial"/>
              </a:rPr>
              <a:t>ni</a:t>
            </a:r>
            <a:r>
              <a:rPr sz="1200" i="1" spc="-142" baseline="-10416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200" i="1" spc="270" baseline="-10416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units</a:t>
            </a:r>
            <a:r>
              <a:rPr sz="1100" dirty="0">
                <a:latin typeface="Tahoma"/>
                <a:cs typeface="Tahoma"/>
              </a:rPr>
              <a:t> of </a:t>
            </a:r>
            <a:r>
              <a:rPr sz="1100" spc="-60" dirty="0">
                <a:latin typeface="Tahoma"/>
                <a:cs typeface="Tahoma"/>
              </a:rPr>
              <a:t>resource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i="1" spc="-35" dirty="0">
                <a:latin typeface="Arial"/>
                <a:cs typeface="Arial"/>
              </a:rPr>
              <a:t>R</a:t>
            </a:r>
            <a:r>
              <a:rPr sz="1200" i="1" spc="-52" baseline="-10416" dirty="0">
                <a:latin typeface="Arial"/>
                <a:cs typeface="Arial"/>
              </a:rPr>
              <a:t>j</a:t>
            </a:r>
            <a:r>
              <a:rPr sz="1200" i="1" spc="-150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. </a:t>
            </a:r>
            <a:r>
              <a:rPr sz="1100" dirty="0">
                <a:latin typeface="Tahoma"/>
                <a:cs typeface="Tahoma"/>
              </a:rPr>
              <a:t>Thus</a:t>
            </a:r>
            <a:r>
              <a:rPr sz="1100" spc="-90" dirty="0">
                <a:latin typeface="Tahoma"/>
                <a:cs typeface="Tahoma"/>
              </a:rPr>
              <a:t> 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up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equation:</a:t>
            </a:r>
            <a:endParaRPr sz="1100">
              <a:latin typeface="Tahoma"/>
              <a:cs typeface="Tahoma"/>
            </a:endParaRPr>
          </a:p>
          <a:p>
            <a:pPr marR="981075" algn="r">
              <a:lnSpc>
                <a:spcPct val="100000"/>
              </a:lnSpc>
              <a:spcBef>
                <a:spcPts val="1130"/>
              </a:spcBef>
            </a:pPr>
            <a:r>
              <a:rPr sz="1100" i="1" dirty="0">
                <a:latin typeface="Arial"/>
                <a:cs typeface="Arial"/>
              </a:rPr>
              <a:t>a</a:t>
            </a:r>
            <a:r>
              <a:rPr sz="1200" baseline="-10416" dirty="0">
                <a:latin typeface="Trebuchet MS"/>
                <a:cs typeface="Trebuchet MS"/>
              </a:rPr>
              <a:t>1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Trebuchet MS"/>
                <a:cs typeface="Trebuchet MS"/>
              </a:rPr>
              <a:t>1</a:t>
            </a:r>
            <a:r>
              <a:rPr sz="1200" spc="104" baseline="-10416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baseline="-10416" dirty="0">
                <a:latin typeface="Trebuchet MS"/>
                <a:cs typeface="Trebuchet MS"/>
              </a:rPr>
              <a:t>2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Trebuchet MS"/>
                <a:cs typeface="Trebuchet MS"/>
              </a:rPr>
              <a:t>2</a:t>
            </a:r>
            <a:r>
              <a:rPr sz="1200" spc="112" baseline="-10416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5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6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15" dirty="0">
                <a:latin typeface="Calibri"/>
                <a:cs typeface="Calibri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i="1" spc="-35" dirty="0">
                <a:latin typeface="Arial"/>
                <a:cs typeface="Arial"/>
              </a:rPr>
              <a:t>a</a:t>
            </a:r>
            <a:r>
              <a:rPr sz="1200" i="1" spc="-52" baseline="-10416" dirty="0">
                <a:latin typeface="Arial"/>
                <a:cs typeface="Arial"/>
              </a:rPr>
              <a:t>ni</a:t>
            </a:r>
            <a:r>
              <a:rPr sz="1200" i="1" spc="-135" baseline="-10416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200" i="1" spc="262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b</a:t>
            </a:r>
            <a:r>
              <a:rPr sz="1200" i="1" spc="-37" baseline="-10416" dirty="0">
                <a:latin typeface="Arial"/>
                <a:cs typeface="Arial"/>
              </a:rPr>
              <a:t>i</a:t>
            </a:r>
            <a:endParaRPr sz="1200" baseline="-10416">
              <a:latin typeface="Arial"/>
              <a:cs typeface="Arial"/>
            </a:endParaRPr>
          </a:p>
          <a:p>
            <a:pPr marL="75565">
              <a:lnSpc>
                <a:spcPct val="100000"/>
              </a:lnSpc>
              <a:spcBef>
                <a:spcPts val="1130"/>
              </a:spcBef>
            </a:pPr>
            <a:r>
              <a:rPr sz="1100" dirty="0">
                <a:latin typeface="Tahoma"/>
                <a:cs typeface="Tahoma"/>
              </a:rPr>
              <a:t>We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similarly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up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following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linear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equations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n</a:t>
            </a:r>
            <a:endParaRPr sz="1100">
              <a:latin typeface="Arial"/>
              <a:cs typeface="Arial"/>
            </a:endParaRPr>
          </a:p>
          <a:p>
            <a:pPr marL="75565">
              <a:lnSpc>
                <a:spcPct val="100000"/>
              </a:lnSpc>
              <a:spcBef>
                <a:spcPts val="35"/>
              </a:spcBef>
            </a:pPr>
            <a:r>
              <a:rPr sz="1100" spc="-50" dirty="0">
                <a:latin typeface="Tahoma"/>
                <a:cs typeface="Tahoma"/>
              </a:rPr>
              <a:t>unknowns,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Trebuchet MS"/>
                <a:cs typeface="Trebuchet MS"/>
              </a:rPr>
              <a:t>1</a:t>
            </a:r>
            <a:r>
              <a:rPr sz="1100" i="1" dirty="0">
                <a:latin typeface="Calibri"/>
                <a:cs typeface="Calibri"/>
              </a:rPr>
              <a:t>,</a:t>
            </a:r>
            <a:r>
              <a:rPr sz="1100" i="1" spc="-65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spc="-15" baseline="-10416" dirty="0">
                <a:latin typeface="Trebuchet MS"/>
                <a:cs typeface="Trebuchet MS"/>
              </a:rPr>
              <a:t>2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6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i="1" spc="-37" baseline="-10416" dirty="0">
                <a:latin typeface="Arial"/>
                <a:cs typeface="Arial"/>
              </a:rPr>
              <a:t>n</a:t>
            </a:r>
            <a:r>
              <a:rPr sz="1100" spc="-25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R="995044" algn="r">
              <a:lnSpc>
                <a:spcPct val="100000"/>
              </a:lnSpc>
              <a:spcBef>
                <a:spcPts val="1130"/>
              </a:spcBef>
            </a:pPr>
            <a:r>
              <a:rPr sz="1100" i="1" spc="-10" dirty="0">
                <a:latin typeface="Arial"/>
                <a:cs typeface="Arial"/>
              </a:rPr>
              <a:t>a</a:t>
            </a:r>
            <a:r>
              <a:rPr sz="1200" spc="-15" baseline="-10416" dirty="0">
                <a:latin typeface="Trebuchet MS"/>
                <a:cs typeface="Trebuchet MS"/>
              </a:rPr>
              <a:t>11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spc="-15" baseline="-10416" dirty="0">
                <a:latin typeface="Trebuchet MS"/>
                <a:cs typeface="Trebuchet MS"/>
              </a:rPr>
              <a:t>1</a:t>
            </a:r>
            <a:r>
              <a:rPr sz="1200" spc="15" baseline="-10416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10" dirty="0">
                <a:latin typeface="Arial"/>
                <a:cs typeface="Arial"/>
              </a:rPr>
              <a:t>a</a:t>
            </a:r>
            <a:r>
              <a:rPr sz="1200" spc="-15" baseline="-10416" dirty="0">
                <a:latin typeface="Trebuchet MS"/>
                <a:cs typeface="Trebuchet MS"/>
              </a:rPr>
              <a:t>21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spc="-15" baseline="-10416" dirty="0">
                <a:latin typeface="Trebuchet MS"/>
                <a:cs typeface="Trebuchet MS"/>
              </a:rPr>
              <a:t>2</a:t>
            </a:r>
            <a:r>
              <a:rPr sz="1200" spc="60" baseline="-10416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65" dirty="0">
                <a:latin typeface="Lucida Sans Unicode"/>
                <a:cs typeface="Lucida Sans Unicode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70" dirty="0">
                <a:latin typeface="Lucida Sans Unicode"/>
                <a:cs typeface="Lucida Sans Unicode"/>
              </a:rPr>
              <a:t> </a:t>
            </a:r>
            <a:r>
              <a:rPr sz="1100" spc="-400" dirty="0">
                <a:latin typeface="Lucida Sans Unicode"/>
                <a:cs typeface="Lucida Sans Unicode"/>
              </a:rPr>
              <a:t>·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200" baseline="-10416" dirty="0">
                <a:latin typeface="Trebuchet MS"/>
                <a:cs typeface="Trebuchet MS"/>
              </a:rPr>
              <a:t>1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200" i="1" spc="202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b</a:t>
            </a:r>
            <a:r>
              <a:rPr sz="1200" spc="-37" baseline="-10416" dirty="0">
                <a:latin typeface="Trebuchet MS"/>
                <a:cs typeface="Trebuchet MS"/>
              </a:rPr>
              <a:t>1</a:t>
            </a:r>
            <a:endParaRPr sz="1200" baseline="-10416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45205" y="2330334"/>
            <a:ext cx="641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0457" y="2337166"/>
            <a:ext cx="2114550" cy="44577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R="30480" algn="r">
              <a:lnSpc>
                <a:spcPct val="100000"/>
              </a:lnSpc>
              <a:spcBef>
                <a:spcPts val="434"/>
              </a:spcBef>
            </a:pPr>
            <a:r>
              <a:rPr sz="1100" spc="-50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34"/>
              </a:spcBef>
            </a:pPr>
            <a:r>
              <a:rPr sz="1100" i="1" dirty="0">
                <a:latin typeface="Arial"/>
                <a:cs typeface="Arial"/>
              </a:rPr>
              <a:t>a</a:t>
            </a:r>
            <a:r>
              <a:rPr sz="1200" baseline="-10416" dirty="0">
                <a:latin typeface="Trebuchet MS"/>
                <a:cs typeface="Trebuchet MS"/>
              </a:rPr>
              <a:t>1</a:t>
            </a:r>
            <a:r>
              <a:rPr sz="1200" i="1" baseline="-10416" dirty="0">
                <a:latin typeface="Arial"/>
                <a:cs typeface="Arial"/>
              </a:rPr>
              <a:t>m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Trebuchet MS"/>
                <a:cs typeface="Trebuchet MS"/>
              </a:rPr>
              <a:t>1</a:t>
            </a:r>
            <a:r>
              <a:rPr sz="1200" spc="37" baseline="-10416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baseline="-10416" dirty="0">
                <a:latin typeface="Trebuchet MS"/>
                <a:cs typeface="Trebuchet MS"/>
              </a:rPr>
              <a:t>2</a:t>
            </a:r>
            <a:r>
              <a:rPr sz="1200" i="1" baseline="-10416" dirty="0">
                <a:latin typeface="Arial"/>
                <a:cs typeface="Arial"/>
              </a:rPr>
              <a:t>m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Trebuchet MS"/>
                <a:cs typeface="Trebuchet MS"/>
              </a:rPr>
              <a:t>2</a:t>
            </a:r>
            <a:r>
              <a:rPr sz="1200" spc="75" baseline="-10416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i="1" baseline="-10416" dirty="0">
                <a:latin typeface="Arial"/>
                <a:cs typeface="Arial"/>
              </a:rPr>
              <a:t>nm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200" i="1" spc="209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b</a:t>
            </a:r>
            <a:r>
              <a:rPr sz="1200" i="1" spc="-37" baseline="-10416" dirty="0">
                <a:latin typeface="Arial"/>
                <a:cs typeface="Arial"/>
              </a:rPr>
              <a:t>m</a:t>
            </a:r>
            <a:endParaRPr sz="1200" baseline="-10416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7294" y="2902228"/>
            <a:ext cx="332612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linear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system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has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zero,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one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infinitely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many</a:t>
            </a:r>
            <a:r>
              <a:rPr sz="1100" spc="-30" dirty="0">
                <a:latin typeface="Tahoma"/>
                <a:cs typeface="Tahoma"/>
              </a:rPr>
              <a:t> solutions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 xmlns:p14="http://schemas.microsoft.com/office/powerpoint/2010/main"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937D135-126A-170B-C2F5-F7496AD59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63443D3-7475-FF91-2E08-BF7407A21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3249929" cy="215444"/>
          </a:xfrm>
        </p:spPr>
        <p:txBody>
          <a:bodyPr/>
          <a:lstStyle/>
          <a:p>
            <a:r>
              <a:rPr lang="en-IN" dirty="0"/>
              <a:t>A System of Linear Equations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96631CA-0558-57A1-C72A-00CE8FF634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EA69E182-74C2-6E8A-BDBF-08EFBBC38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2667"/>
            <a:ext cx="4610100" cy="2635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756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62053A4-9BC0-8C24-C456-AEF52C9C9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A44F484-559E-3B45-A9AE-F6A1A610F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3249929" cy="215444"/>
          </a:xfrm>
        </p:spPr>
        <p:txBody>
          <a:bodyPr/>
          <a:lstStyle/>
          <a:p>
            <a:r>
              <a:rPr lang="en-IN" dirty="0"/>
              <a:t>System Of Linear Equations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DDE2DC8-FB1A-7C09-C376-B8B9817CC9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87117683-D3F5-6F82-D1F5-89BCE64FE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66" y="511175"/>
            <a:ext cx="4234101" cy="2341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224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7F94543-22B7-B2D4-079E-7BDBD2B77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2109AFD-8FDB-25C4-D548-B10D8F0F8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3249929" cy="215444"/>
          </a:xfrm>
        </p:spPr>
        <p:txBody>
          <a:bodyPr/>
          <a:lstStyle/>
          <a:p>
            <a:r>
              <a:rPr lang="en-IN" dirty="0"/>
              <a:t>Augmented Matrix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4DB7B3D-3782-757A-787B-662EBB1A0F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8C6544B-B812-644C-EC4F-C6148D683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00" y="566844"/>
            <a:ext cx="4092843" cy="2415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9813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4BE6804-828A-3601-6FEE-BC36D7A81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268CD11-312F-9D97-3684-2BB2B6932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3249929" cy="215444"/>
          </a:xfrm>
        </p:spPr>
        <p:txBody>
          <a:bodyPr/>
          <a:lstStyle/>
          <a:p>
            <a:r>
              <a:rPr lang="en-IN" dirty="0"/>
              <a:t>Solving System of Equations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1CAAF53-D65D-D199-91E4-45739B2A8D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7DA85C93-927E-7E15-5ECB-8456A057D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66" y="434975"/>
            <a:ext cx="4286567" cy="2847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738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Content Placeholder 4">
            <a:extLst>
              <a:ext uri="{FF2B5EF4-FFF2-40B4-BE49-F238E27FC236}">
                <a16:creationId xmlns:a16="http://schemas.microsoft.com/office/drawing/2014/main" xmlns="" id="{B67A9F40-7570-1FC8-4F85-807264DD76D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835" y="769937"/>
            <a:ext cx="4491646" cy="2189798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28FDBE9-DA34-14A1-1FFF-7417DB07F20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>
            <a:normAutofit fontScale="62500" lnSpcReduction="20000"/>
          </a:bodyPr>
          <a:lstStyle/>
          <a:p>
            <a:pPr indent="-46104" eaLnBrk="1" fontAlgn="auto" hangingPunct="1">
              <a:defRPr/>
            </a:pPr>
            <a:r>
              <a:rPr lang="en-US" dirty="0"/>
              <a:t>Solving system of linear </a:t>
            </a:r>
            <a:r>
              <a:rPr lang="en-US" dirty="0" smtClean="0"/>
              <a:t>equations with </a:t>
            </a:r>
            <a:r>
              <a:rPr lang="en-US" dirty="0"/>
              <a:t>two variables and their geometrical interpretation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B754612C-5873-4896-7B22-6BF33E54E6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70" y="896336"/>
            <a:ext cx="4149090" cy="2281839"/>
          </a:xfrm>
        </p:spPr>
        <p:txBody>
          <a:bodyPr/>
          <a:lstStyle/>
          <a:p>
            <a:pPr>
              <a:defRPr/>
            </a:pPr>
            <a:r>
              <a:rPr lang="en-US" dirty="0"/>
              <a:t>A system of linear equations has </a:t>
            </a:r>
          </a:p>
          <a:p>
            <a:pPr marL="230520" indent="-230520">
              <a:buFont typeface="Arial" pitchFamily="34" charset="0"/>
              <a:buAutoNum type="arabicPeriod"/>
              <a:defRPr/>
            </a:pPr>
            <a:r>
              <a:rPr lang="en-US" dirty="0"/>
              <a:t>no solution, or </a:t>
            </a:r>
          </a:p>
          <a:p>
            <a:pPr marL="0" indent="0">
              <a:defRPr/>
            </a:pPr>
            <a:r>
              <a:rPr lang="en-US" dirty="0"/>
              <a:t>2. exactly one solution, or </a:t>
            </a:r>
          </a:p>
          <a:p>
            <a:pPr marL="0" indent="0">
              <a:defRPr/>
            </a:pPr>
            <a:r>
              <a:rPr lang="en-US" dirty="0"/>
              <a:t>3. infinitely many solutions. </a:t>
            </a:r>
          </a:p>
          <a:p>
            <a:pPr marL="0" indent="0">
              <a:defRPr/>
            </a:pPr>
            <a:endParaRPr lang="en-US" dirty="0"/>
          </a:p>
          <a:p>
            <a:pPr marL="0" indent="0">
              <a:defRPr/>
            </a:pPr>
            <a:r>
              <a:rPr lang="en-US" dirty="0"/>
              <a:t>A system of linear equations is said to be consistent if it has either one solution or infinitely many solutions; a system is inconsistent if it has no solution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F4FC5A-DEA8-B66B-7825-B9D33C4E7BA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Three Possibilities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14" name="Content Placeholder 3">
            <a:extLst>
              <a:ext uri="{FF2B5EF4-FFF2-40B4-BE49-F238E27FC236}">
                <a16:creationId xmlns:a16="http://schemas.microsoft.com/office/drawing/2014/main" xmlns="" id="{018CF29F-25B8-EFF2-45C6-4E7055925CE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3850" y="739775"/>
            <a:ext cx="3924988" cy="2281839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74E3D13-3BA2-7461-DCCC-1367D05EC5E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23850" y="239183"/>
            <a:ext cx="3188653" cy="576792"/>
          </a:xfrm>
        </p:spPr>
        <p:txBody>
          <a:bodyPr rtlCol="0"/>
          <a:lstStyle/>
          <a:p>
            <a:pPr indent="-46104" eaLnBrk="1" fontAlgn="auto" hangingPunct="1">
              <a:defRPr/>
            </a:pPr>
            <a:r>
              <a:rPr lang="en-US" dirty="0"/>
              <a:t>Matrices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138" name="Content Placeholder 3">
            <a:extLst>
              <a:ext uri="{FF2B5EF4-FFF2-40B4-BE49-F238E27FC236}">
                <a16:creationId xmlns:a16="http://schemas.microsoft.com/office/drawing/2014/main" xmlns="" id="{1F43F55C-7280-DBE9-A1E8-91A579AD94F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0910" y="885190"/>
            <a:ext cx="3908180" cy="789159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20C8D18-7D36-13B8-25DA-523D531B0A9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indent="-46104" eaLnBrk="1" fontAlgn="auto" hangingPunct="1">
              <a:defRPr/>
            </a:pPr>
            <a:r>
              <a:rPr lang="en-US" dirty="0"/>
              <a:t>How to represent a system of equations in Matrix form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7795FCE5-B46E-F054-9C3F-E0208506A81E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22593" y="1999297"/>
            <a:ext cx="3716534" cy="799808"/>
          </a:xfrm>
          <a:prstGeom prst="rect">
            <a:avLst/>
          </a:prstGeom>
          <a:blipFill>
            <a:blip r:embed="rId3"/>
            <a:stretch>
              <a:fillRect l="-744"/>
            </a:stretch>
          </a:blipFill>
        </p:spPr>
        <p:txBody>
          <a:bodyPr/>
          <a:lstStyle/>
          <a:p>
            <a:pPr algn="l" defTabSz="461040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IN" sz="908" kern="1200">
                <a:noFill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 </a:t>
            </a:r>
          </a:p>
        </p:txBody>
      </p:sp>
      <p:pic>
        <p:nvPicPr>
          <p:cNvPr id="91141" name="Picture 5">
            <a:extLst>
              <a:ext uri="{FF2B5EF4-FFF2-40B4-BE49-F238E27FC236}">
                <a16:creationId xmlns:a16="http://schemas.microsoft.com/office/drawing/2014/main" xmlns="" id="{0F06B6F2-5717-B1C8-0A46-8A8A66B4626F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933" y="1909657"/>
            <a:ext cx="603475" cy="3649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Content Placeholder 1">
            <a:extLst>
              <a:ext uri="{FF2B5EF4-FFF2-40B4-BE49-F238E27FC236}">
                <a16:creationId xmlns:a16="http://schemas.microsoft.com/office/drawing/2014/main" xmlns="" id="{C890A21D-A79B-3FD2-2C15-F51F8D06E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73" y="789947"/>
            <a:ext cx="4149090" cy="2281839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r>
              <a:rPr lang="en-US" altLang="en-US"/>
              <a:t>Solve the system of equations</a:t>
            </a:r>
          </a:p>
          <a:p>
            <a:pPr fontAlgn="base">
              <a:spcAft>
                <a:spcPct val="0"/>
              </a:spcAft>
            </a:pP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9AC3897-F0E4-83F3-AC2D-B4865A21370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indent="-46104" eaLnBrk="1" fontAlgn="auto" hangingPunct="1">
              <a:defRPr/>
            </a:pPr>
            <a:r>
              <a:rPr lang="en-US" dirty="0"/>
              <a:t>Example</a:t>
            </a:r>
            <a:endParaRPr lang="en-IN" dirty="0"/>
          </a:p>
        </p:txBody>
      </p:sp>
      <p:pic>
        <p:nvPicPr>
          <p:cNvPr id="92164" name="Picture 3">
            <a:extLst>
              <a:ext uri="{FF2B5EF4-FFF2-40B4-BE49-F238E27FC236}">
                <a16:creationId xmlns:a16="http://schemas.microsoft.com/office/drawing/2014/main" xmlns="" id="{D7C64364-9378-53B0-C6DB-7BB1AF42A1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262" y="1038860"/>
            <a:ext cx="1037273" cy="553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65" name="Picture 4">
            <a:extLst>
              <a:ext uri="{FF2B5EF4-FFF2-40B4-BE49-F238E27FC236}">
                <a16:creationId xmlns:a16="http://schemas.microsoft.com/office/drawing/2014/main" xmlns="" id="{C27B34D0-BB4A-0A9A-6AF1-6474FD37784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756" y="1730375"/>
            <a:ext cx="1790415" cy="400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66" name="TextBox 5">
            <a:extLst>
              <a:ext uri="{FF2B5EF4-FFF2-40B4-BE49-F238E27FC236}">
                <a16:creationId xmlns:a16="http://schemas.microsoft.com/office/drawing/2014/main" xmlns="" id="{0A80EC3F-B02B-A9A8-DB0B-1D0E650DE3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8720" y="1845628"/>
            <a:ext cx="1383030" cy="2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defTabSz="461040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908" kern="1200">
                <a:solidFill>
                  <a:prstClr val="black"/>
                </a:solidFill>
                <a:ea typeface="+mn-ea"/>
              </a:rPr>
              <a:t>Augmented Matrix</a:t>
            </a:r>
            <a:endParaRPr lang="en-IN" altLang="en-US" sz="908" kern="1200">
              <a:solidFill>
                <a:prstClr val="black"/>
              </a:solidFill>
              <a:ea typeface="+mn-ea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xmlns="" id="{E8A4B0FD-CDEB-C7DD-3BBD-8FA1C234DAF7}"/>
              </a:ext>
            </a:extLst>
          </p:cNvPr>
          <p:cNvCxnSpPr/>
          <p:nvPr/>
        </p:nvCxnSpPr>
        <p:spPr>
          <a:xfrm>
            <a:off x="2055336" y="1930466"/>
            <a:ext cx="3457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168" name="Picture 8">
            <a:extLst>
              <a:ext uri="{FF2B5EF4-FFF2-40B4-BE49-F238E27FC236}">
                <a16:creationId xmlns:a16="http://schemas.microsoft.com/office/drawing/2014/main" xmlns="" id="{105BC59E-D3D9-E031-E618-F90537AF9BFE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543" y="2426692"/>
            <a:ext cx="1740793" cy="396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69" name="Picture 9">
            <a:extLst>
              <a:ext uri="{FF2B5EF4-FFF2-40B4-BE49-F238E27FC236}">
                <a16:creationId xmlns:a16="http://schemas.microsoft.com/office/drawing/2014/main" xmlns="" id="{D0B3E563-3035-09A0-8D3E-5C38FD6BD423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8720" y="2426692"/>
            <a:ext cx="1856046" cy="355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186" name="Content Placeholder 3">
            <a:extLst>
              <a:ext uri="{FF2B5EF4-FFF2-40B4-BE49-F238E27FC236}">
                <a16:creationId xmlns:a16="http://schemas.microsoft.com/office/drawing/2014/main" xmlns="" id="{A5310BC7-7BF6-D375-8974-0E08DB3AA70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0505" y="808355"/>
            <a:ext cx="1856046" cy="388177"/>
          </a:xfrm>
        </p:spPr>
      </p:pic>
      <p:pic>
        <p:nvPicPr>
          <p:cNvPr id="93188" name="Picture 4">
            <a:extLst>
              <a:ext uri="{FF2B5EF4-FFF2-40B4-BE49-F238E27FC236}">
                <a16:creationId xmlns:a16="http://schemas.microsoft.com/office/drawing/2014/main" xmlns="" id="{D576BF14-3284-A877-CAB6-3BD48B13502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00" y="1384618"/>
            <a:ext cx="1527096" cy="392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189" name="Picture 5">
            <a:extLst>
              <a:ext uri="{FF2B5EF4-FFF2-40B4-BE49-F238E27FC236}">
                <a16:creationId xmlns:a16="http://schemas.microsoft.com/office/drawing/2014/main" xmlns="" id="{165E2A31-9E8C-96BB-165F-A8C53E196CFC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6146" y="1350202"/>
            <a:ext cx="1773608" cy="388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190" name="Picture 6">
            <a:extLst>
              <a:ext uri="{FF2B5EF4-FFF2-40B4-BE49-F238E27FC236}">
                <a16:creationId xmlns:a16="http://schemas.microsoft.com/office/drawing/2014/main" xmlns="" id="{3DB6BA2F-1760-53BC-ECF9-5BDD4202CEED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23" y="1926465"/>
            <a:ext cx="1642348" cy="372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191" name="Picture 14">
            <a:extLst>
              <a:ext uri="{FF2B5EF4-FFF2-40B4-BE49-F238E27FC236}">
                <a16:creationId xmlns:a16="http://schemas.microsoft.com/office/drawing/2014/main" xmlns="" id="{62252510-D941-11E5-D163-76D732FAC5B8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670" y="2300235"/>
            <a:ext cx="2791672" cy="412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79AC3897-F0E4-83F3-AC2D-B4865A21370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59397" y="239183"/>
            <a:ext cx="3188653" cy="576792"/>
          </a:xfrm>
        </p:spPr>
        <p:txBody>
          <a:bodyPr rtlCol="0"/>
          <a:lstStyle/>
          <a:p>
            <a:pPr indent="-46104" eaLnBrk="1" fontAlgn="auto" hangingPunct="1">
              <a:defRPr/>
            </a:pPr>
            <a:r>
              <a:rPr lang="en-US" dirty="0"/>
              <a:t>Example</a:t>
            </a:r>
            <a:endParaRPr lang="en-I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210" name="Content Placeholder 3">
            <a:extLst>
              <a:ext uri="{FF2B5EF4-FFF2-40B4-BE49-F238E27FC236}">
                <a16:creationId xmlns:a16="http://schemas.microsoft.com/office/drawing/2014/main" xmlns="" id="{C03CD2AF-D332-BBC5-85CC-1C8532F43F0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7845" y="769937"/>
            <a:ext cx="1478274" cy="396981"/>
          </a:xfrm>
        </p:spPr>
      </p:pic>
      <p:pic>
        <p:nvPicPr>
          <p:cNvPr id="94212" name="Picture 4">
            <a:extLst>
              <a:ext uri="{FF2B5EF4-FFF2-40B4-BE49-F238E27FC236}">
                <a16:creationId xmlns:a16="http://schemas.microsoft.com/office/drawing/2014/main" xmlns="" id="{60A055AA-0818-E8E4-D03C-9D2A99826A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680" y="1384618"/>
            <a:ext cx="1511088" cy="351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79AC3897-F0E4-83F3-AC2D-B4865A21370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59397" y="130175"/>
            <a:ext cx="3188653" cy="576792"/>
          </a:xfrm>
        </p:spPr>
        <p:txBody>
          <a:bodyPr rtlCol="0"/>
          <a:lstStyle/>
          <a:p>
            <a:pPr indent="-46104" eaLnBrk="1" fontAlgn="auto" hangingPunct="1">
              <a:defRPr/>
            </a:pPr>
            <a:r>
              <a:rPr lang="en-US" dirty="0"/>
              <a:t>Example</a:t>
            </a:r>
            <a:endParaRPr lang="en-IN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17B3DA49-F5B0-2092-0786-688AF6BAE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70" y="754731"/>
            <a:ext cx="4149090" cy="2281839"/>
          </a:xfrm>
        </p:spPr>
        <p:txBody>
          <a:bodyPr/>
          <a:lstStyle/>
          <a:p>
            <a:pPr>
              <a:defRPr/>
            </a:pPr>
            <a:r>
              <a:rPr lang="en-US" dirty="0"/>
              <a:t>    A rectangular matrix is in echelon form (or row echelon form) if it has the following three properties: </a:t>
            </a:r>
          </a:p>
          <a:p>
            <a:pPr marL="230520" indent="-230520">
              <a:buFont typeface="Arial" pitchFamily="34" charset="0"/>
              <a:buAutoNum type="arabicPeriod"/>
              <a:defRPr/>
            </a:pPr>
            <a:r>
              <a:rPr lang="en-US" dirty="0"/>
              <a:t>All nonzero rows are above any rows of all zeros. </a:t>
            </a:r>
          </a:p>
          <a:p>
            <a:pPr marL="230520" indent="-230520">
              <a:buFont typeface="Arial" pitchFamily="34" charset="0"/>
              <a:buAutoNum type="arabicPeriod"/>
              <a:defRPr/>
            </a:pPr>
            <a:r>
              <a:rPr lang="en-US" dirty="0"/>
              <a:t>Each leading entry of a row is in a column to the right of the leading entry of the row above it. </a:t>
            </a:r>
          </a:p>
          <a:p>
            <a:pPr marL="230520" indent="-230520">
              <a:buFont typeface="Arial" pitchFamily="34" charset="0"/>
              <a:buAutoNum type="arabicPeriod"/>
              <a:defRPr/>
            </a:pPr>
            <a:r>
              <a:rPr lang="en-US" dirty="0"/>
              <a:t>All entries in a column below a leading entry are zeros. </a:t>
            </a:r>
          </a:p>
          <a:p>
            <a:pPr marL="0" indent="0">
              <a:defRPr/>
            </a:pPr>
            <a:endParaRPr lang="en-US" dirty="0"/>
          </a:p>
          <a:p>
            <a:pPr marL="0" indent="0">
              <a:defRPr/>
            </a:pPr>
            <a:r>
              <a:rPr lang="en-US" dirty="0"/>
              <a:t>If a matrix in echelon form satisfies the following additional conditions, then it is in reduced echelon form (or reduced row echelon form): </a:t>
            </a:r>
          </a:p>
          <a:p>
            <a:pPr marL="0" indent="0">
              <a:defRPr/>
            </a:pPr>
            <a:r>
              <a:rPr lang="en-US" dirty="0"/>
              <a:t>4. The leading entry in each nonzero row is 1. </a:t>
            </a:r>
          </a:p>
          <a:p>
            <a:pPr marL="0" indent="0">
              <a:defRPr/>
            </a:pPr>
            <a:r>
              <a:rPr lang="en-US" dirty="0"/>
              <a:t>5. Each leading 1 is the only nonzero entry in its column.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9BE70EB-58DE-5727-76EB-2F23AEAD2C3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53671" y="76905"/>
            <a:ext cx="3141980" cy="510470"/>
          </a:xfrm>
        </p:spPr>
        <p:txBody>
          <a:bodyPr>
            <a:normAutofit fontScale="55000" lnSpcReduction="20000"/>
          </a:bodyPr>
          <a:lstStyle/>
          <a:p>
            <a:pPr marL="0" marR="0" lvl="0" indent="-45624" algn="l" defTabSz="914400" rtl="0" eaLnBrk="0" fontAlgn="base" latinLnBrk="0" hangingPunct="0">
              <a:lnSpc>
                <a:spcPts val="1815"/>
              </a:lnSpc>
              <a:spcBef>
                <a:spcPts val="0"/>
              </a:spcBef>
              <a:spcAft>
                <a:spcPts val="101"/>
              </a:spcAft>
              <a:buClr>
                <a:srgbClr val="1CADE4"/>
              </a:buClr>
              <a:buSzPct val="100000"/>
              <a:buFont typeface="Tw Cen MT" panose="020B0602020104020603" pitchFamily="34" charset="0"/>
              <a:buNone/>
              <a:tabLst/>
              <a:defRPr/>
            </a:pPr>
            <a:r>
              <a:rPr kumimoji="0" lang="en-IN" sz="2200" b="1" i="0" u="none" strike="noStrike" kern="1200" cap="none" spc="-7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Echelon Form and Reduced Row Echelon Form</a:t>
            </a:r>
          </a:p>
          <a:p>
            <a:pPr>
              <a:defRPr/>
            </a:pPr>
            <a:endParaRPr lang="en-I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258" name="Content Placeholder 3">
            <a:extLst>
              <a:ext uri="{FF2B5EF4-FFF2-40B4-BE49-F238E27FC236}">
                <a16:creationId xmlns:a16="http://schemas.microsoft.com/office/drawing/2014/main" xmlns="" id="{794C8E39-49B2-4BF8-C23F-7990306923E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lum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015" r="-565" b="6897"/>
          <a:stretch>
            <a:fillRect/>
          </a:stretch>
        </p:blipFill>
        <p:spPr>
          <a:xfrm>
            <a:off x="188277" y="801152"/>
            <a:ext cx="2573973" cy="1198146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32452CA-D314-4C28-637B-58D84B92ADA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indent="-46104" eaLnBrk="1" fontAlgn="auto" hangingPunct="1">
              <a:defRPr/>
            </a:pPr>
            <a:r>
              <a:rPr lang="en-US" dirty="0"/>
              <a:t>Elementary Row operations</a:t>
            </a:r>
          </a:p>
        </p:txBody>
      </p:sp>
      <p:pic>
        <p:nvPicPr>
          <p:cNvPr id="96260" name="Picture 4">
            <a:extLst>
              <a:ext uri="{FF2B5EF4-FFF2-40B4-BE49-F238E27FC236}">
                <a16:creationId xmlns:a16="http://schemas.microsoft.com/office/drawing/2014/main" xmlns="" id="{F0A24F1D-2D91-AE32-D2D6-D96D4AA518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672" y="2145765"/>
            <a:ext cx="4225925" cy="427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EB0321B-BFEB-5E95-C216-A3435E0F2CF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indent="-46104" eaLnBrk="1" fontAlgn="auto" hangingPunct="1">
              <a:defRPr/>
            </a:pPr>
            <a:r>
              <a:rPr lang="en-US" dirty="0"/>
              <a:t>Reduced Echelon Form</a:t>
            </a:r>
          </a:p>
        </p:txBody>
      </p:sp>
      <p:pic>
        <p:nvPicPr>
          <p:cNvPr id="97283" name="Picture 4">
            <a:extLst>
              <a:ext uri="{FF2B5EF4-FFF2-40B4-BE49-F238E27FC236}">
                <a16:creationId xmlns:a16="http://schemas.microsoft.com/office/drawing/2014/main" xmlns="" id="{06911FF1-918A-E259-2900-911C4C2925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563" y="837380"/>
            <a:ext cx="1389433" cy="5338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7285" name="Picture 6">
            <a:extLst>
              <a:ext uri="{FF2B5EF4-FFF2-40B4-BE49-F238E27FC236}">
                <a16:creationId xmlns:a16="http://schemas.microsoft.com/office/drawing/2014/main" xmlns="" id="{103CC756-C6E5-5E18-1F70-00554C32EB4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97" t="4286" r="45920"/>
          <a:stretch/>
        </p:blipFill>
        <p:spPr bwMode="auto">
          <a:xfrm>
            <a:off x="443705" y="1654175"/>
            <a:ext cx="83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DD1E3864-8FD2-2D94-7934-606C9B6012A1}"/>
              </a:ext>
            </a:extLst>
          </p:cNvPr>
          <p:cNvSpPr txBox="1"/>
          <p:nvPr/>
        </p:nvSpPr>
        <p:spPr>
          <a:xfrm>
            <a:off x="2182225" y="2427239"/>
            <a:ext cx="1728788" cy="3717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 defTabSz="461040" rtl="0">
              <a:defRPr/>
            </a:pPr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These matrices are not in  echelon form. Why?</a:t>
            </a:r>
          </a:p>
        </p:txBody>
      </p:sp>
      <p:sp>
        <p:nvSpPr>
          <p:cNvPr id="97287" name="Content Placeholder 1">
            <a:extLst>
              <a:ext uri="{FF2B5EF4-FFF2-40B4-BE49-F238E27FC236}">
                <a16:creationId xmlns:a16="http://schemas.microsoft.com/office/drawing/2014/main" xmlns="" id="{58275751-8BC3-9231-ADF7-243A19303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70" y="754732"/>
            <a:ext cx="3903980" cy="747043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endParaRPr lang="en-IN" altLang="en-US" dirty="0"/>
          </a:p>
          <a:p>
            <a:pPr fontAlgn="base">
              <a:spcAft>
                <a:spcPct val="0"/>
              </a:spcAft>
            </a:pPr>
            <a:endParaRPr lang="en-IN" altLang="en-US" dirty="0"/>
          </a:p>
          <a:p>
            <a:pPr fontAlgn="base">
              <a:spcAft>
                <a:spcPct val="0"/>
              </a:spcAft>
            </a:pPr>
            <a:endParaRPr lang="en-IN" altLang="en-US" dirty="0"/>
          </a:p>
          <a:p>
            <a:pPr fontAlgn="base">
              <a:spcAft>
                <a:spcPct val="0"/>
              </a:spcAft>
            </a:pPr>
            <a:endParaRPr lang="en-IN" altLang="en-US" dirty="0"/>
          </a:p>
          <a:p>
            <a:pPr fontAlgn="base">
              <a:spcAft>
                <a:spcPct val="0"/>
              </a:spcAft>
            </a:pPr>
            <a:endParaRPr lang="en-IN" altLang="en-US" dirty="0"/>
          </a:p>
          <a:p>
            <a:pPr fontAlgn="base">
              <a:spcAft>
                <a:spcPct val="0"/>
              </a:spcAft>
            </a:pPr>
            <a:endParaRPr lang="en-I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6ED0AF6-2B32-F0EB-D1AC-0B980AB47261}"/>
              </a:ext>
            </a:extLst>
          </p:cNvPr>
          <p:cNvSpPr txBox="1"/>
          <p:nvPr/>
        </p:nvSpPr>
        <p:spPr>
          <a:xfrm>
            <a:off x="1695450" y="867340"/>
            <a:ext cx="243840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These matrices are in Reduced Echelon form. Verify.</a:t>
            </a:r>
          </a:p>
          <a:p>
            <a:r>
              <a:rPr lang="en-IN" sz="900" dirty="0"/>
              <a:t>Which rows have pivot elements?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B2BDADDB-2ABD-7798-047B-43DE6129E55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2049" t="-200" r="23262"/>
          <a:stretch/>
        </p:blipFill>
        <p:spPr>
          <a:xfrm>
            <a:off x="1543050" y="2458471"/>
            <a:ext cx="609600" cy="4153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502126D-B5A8-1DD4-4A5F-2DFA6FC476A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5142" r="74689" b="-1"/>
          <a:stretch/>
        </p:blipFill>
        <p:spPr>
          <a:xfrm>
            <a:off x="817397" y="2427239"/>
            <a:ext cx="624947" cy="4358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A7F1F07F-6628-C5E1-96CC-C73E8EC1A71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6991" t="-27458" b="-1"/>
          <a:stretch/>
        </p:blipFill>
        <p:spPr>
          <a:xfrm>
            <a:off x="1254672" y="1531735"/>
            <a:ext cx="609601" cy="5170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030EB597-1CB1-D512-517E-ED0B3274E66C}"/>
              </a:ext>
            </a:extLst>
          </p:cNvPr>
          <p:cNvSpPr txBox="1"/>
          <p:nvPr/>
        </p:nvSpPr>
        <p:spPr>
          <a:xfrm>
            <a:off x="2076450" y="1649820"/>
            <a:ext cx="2209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/>
              <a:t>These matrices are in echelon form but not in reduced echelon form. Why?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06" name="Content Placeholder 3">
            <a:extLst>
              <a:ext uri="{FF2B5EF4-FFF2-40B4-BE49-F238E27FC236}">
                <a16:creationId xmlns:a16="http://schemas.microsoft.com/office/drawing/2014/main" xmlns="" id="{FF57B302-AD23-32F4-5404-B50191D1CC5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lum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4175" y="769938"/>
            <a:ext cx="3841750" cy="2404295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391E381-B41E-C555-F426-AF5F0A354FC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indent="-46104" eaLnBrk="1" fontAlgn="auto" hangingPunct="1">
              <a:defRPr/>
            </a:pPr>
            <a:r>
              <a:rPr lang="en-US" dirty="0"/>
              <a:t>Gauss-Jordan Elimination Method - Example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CC2A323-06D7-D285-6074-3A9A1C17C47E}"/>
              </a:ext>
            </a:extLst>
          </p:cNvPr>
          <p:cNvSpPr txBox="1"/>
          <p:nvPr/>
        </p:nvSpPr>
        <p:spPr>
          <a:xfrm>
            <a:off x="153670" y="769938"/>
            <a:ext cx="1459865" cy="3717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 defTabSz="461040" rtl="0">
              <a:defRPr/>
            </a:pPr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Solve the system of equations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xmlns="" id="{CE5CB613-B43A-4A41-B309-1B1EC366BD43}"/>
                  </a:ext>
                </a:extLst>
              </p14:cNvPr>
              <p14:cNvContentPartPr/>
              <p14:nvPr/>
            </p14:nvContentPartPr>
            <p14:xfrm>
              <a:off x="1929600" y="859320"/>
              <a:ext cx="9000" cy="90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E5CB613-B43A-4A41-B309-1B1EC366BD4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20240" y="849960"/>
                <a:ext cx="27720" cy="27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330" name="Content Placeholder 3">
            <a:extLst>
              <a:ext uri="{FF2B5EF4-FFF2-40B4-BE49-F238E27FC236}">
                <a16:creationId xmlns:a16="http://schemas.microsoft.com/office/drawing/2014/main" xmlns="" id="{4DDB5E93-828F-0A4D-8966-E84D6ECF4C2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lum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99" b="4082"/>
          <a:stretch>
            <a:fillRect/>
          </a:stretch>
        </p:blipFill>
        <p:spPr>
          <a:xfrm>
            <a:off x="136863" y="846772"/>
            <a:ext cx="4178703" cy="1959293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DD96902-133B-0FBE-1435-D05B1866379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indent="-46104" eaLnBrk="1" fontAlgn="auto" hangingPunct="1">
              <a:defRPr/>
            </a:pPr>
            <a:r>
              <a:rPr lang="en-US" dirty="0"/>
              <a:t>Example </a:t>
            </a:r>
            <a:r>
              <a:rPr lang="en-US" dirty="0" err="1"/>
              <a:t>Ctd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354" name="Content Placeholder 3">
            <a:extLst>
              <a:ext uri="{FF2B5EF4-FFF2-40B4-BE49-F238E27FC236}">
                <a16:creationId xmlns:a16="http://schemas.microsoft.com/office/drawing/2014/main" xmlns="" id="{F11B38C8-0D92-C355-1A35-65B7A5FEE9E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lum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0505" y="769938"/>
            <a:ext cx="3580031" cy="1152525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3669282-A567-8E56-9E98-7E5EFC717EB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indent="-46104" eaLnBrk="1" fontAlgn="auto" hangingPunct="1">
              <a:defRPr/>
            </a:pPr>
            <a:r>
              <a:rPr lang="en-US" dirty="0"/>
              <a:t>Example </a:t>
            </a:r>
            <a:r>
              <a:rPr lang="en-US" dirty="0" err="1"/>
              <a:t>Ctd</a:t>
            </a:r>
            <a:endParaRPr lang="en-US" dirty="0"/>
          </a:p>
        </p:txBody>
      </p:sp>
      <p:pic>
        <p:nvPicPr>
          <p:cNvPr id="100356" name="Picture 4">
            <a:extLst>
              <a:ext uri="{FF2B5EF4-FFF2-40B4-BE49-F238E27FC236}">
                <a16:creationId xmlns:a16="http://schemas.microsoft.com/office/drawing/2014/main" xmlns="" id="{149B63E9-CED4-1592-B84D-A570005260A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758" y="1922463"/>
            <a:ext cx="3380740" cy="1180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378" name="Content Placeholder 3">
            <a:extLst>
              <a:ext uri="{FF2B5EF4-FFF2-40B4-BE49-F238E27FC236}">
                <a16:creationId xmlns:a16="http://schemas.microsoft.com/office/drawing/2014/main" xmlns="" id="{A6CC8CDB-966F-CC86-81B4-33DA0A82874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lum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3" t="12074" r="1189" b="4919"/>
          <a:stretch>
            <a:fillRect/>
          </a:stretch>
        </p:blipFill>
        <p:spPr>
          <a:xfrm>
            <a:off x="1075690" y="769937"/>
            <a:ext cx="3111818" cy="2112963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770075F-3956-0992-2CBF-121815F61D2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indent="-46104" eaLnBrk="1" fontAlgn="auto" hangingPunct="1">
              <a:defRPr/>
            </a:pPr>
            <a:r>
              <a:rPr lang="en-US" dirty="0"/>
              <a:t>System of Equations with no solution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A435401E-21A3-254A-56F0-DE30A2E1314D}"/>
              </a:ext>
            </a:extLst>
          </p:cNvPr>
          <p:cNvSpPr txBox="1"/>
          <p:nvPr/>
        </p:nvSpPr>
        <p:spPr>
          <a:xfrm>
            <a:off x="153670" y="858778"/>
            <a:ext cx="845185" cy="65120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 defTabSz="461040" rtl="0">
              <a:defRPr/>
            </a:pPr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Solve the system of equations if possible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02" name="Content Placeholder 3">
            <a:extLst>
              <a:ext uri="{FF2B5EF4-FFF2-40B4-BE49-F238E27FC236}">
                <a16:creationId xmlns:a16="http://schemas.microsoft.com/office/drawing/2014/main" xmlns="" id="{6FA4A8AF-656D-292D-DBA4-E121F9FDCE2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lum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59957" y="792348"/>
            <a:ext cx="1682366" cy="414589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2E13525-A5F9-0E4A-42D2-48975B0ABBF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indent="-46104" eaLnBrk="1" fontAlgn="auto" hangingPunct="1">
              <a:defRPr/>
            </a:pPr>
            <a:r>
              <a:rPr lang="en-US" dirty="0"/>
              <a:t>System of Equations with Infinite Number of Solutions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E90CCA00-4B76-E056-4FB6-014B384118CB}"/>
              </a:ext>
            </a:extLst>
          </p:cNvPr>
          <p:cNvSpPr txBox="1"/>
          <p:nvPr/>
        </p:nvSpPr>
        <p:spPr>
          <a:xfrm>
            <a:off x="238509" y="792348"/>
            <a:ext cx="1517491" cy="3717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 defTabSz="461040" rtl="0">
              <a:defRPr/>
            </a:pPr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Solve the system of equations </a:t>
            </a:r>
          </a:p>
        </p:txBody>
      </p:sp>
      <p:pic>
        <p:nvPicPr>
          <p:cNvPr id="102405" name="Picture 5">
            <a:extLst>
              <a:ext uri="{FF2B5EF4-FFF2-40B4-BE49-F238E27FC236}">
                <a16:creationId xmlns:a16="http://schemas.microsoft.com/office/drawing/2014/main" xmlns="" id="{D36D0091-1DF0-44C8-B599-064A1B48142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173" y="1214140"/>
            <a:ext cx="2770062" cy="1011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45DE1D02-9E3D-1057-0540-5134B989282D}"/>
              </a:ext>
            </a:extLst>
          </p:cNvPr>
          <p:cNvSpPr txBox="1"/>
          <p:nvPr/>
        </p:nvSpPr>
        <p:spPr>
          <a:xfrm>
            <a:off x="380173" y="2383473"/>
            <a:ext cx="3538412" cy="79092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 defTabSz="461040" rtl="0">
              <a:defRPr/>
            </a:pPr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Note that in the final matrix which is reduced echelon form 2</a:t>
            </a:r>
            <a:r>
              <a:rPr lang="en-US" sz="908" kern="1200" baseline="300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nd</a:t>
            </a:r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 and 3</a:t>
            </a:r>
            <a:r>
              <a:rPr lang="en-US" sz="908" kern="1200" baseline="300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rd</a:t>
            </a:r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 column do not have pivot elements. Those columns correspond to the independent variables. That is x</a:t>
            </a:r>
            <a:r>
              <a:rPr lang="en-US" sz="908" kern="1200" baseline="-250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2</a:t>
            </a:r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 and x</a:t>
            </a:r>
            <a:r>
              <a:rPr lang="en-US" sz="908" kern="1200" baseline="-250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3</a:t>
            </a:r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 are independent variables.</a:t>
            </a:r>
          </a:p>
          <a:p>
            <a:pPr algn="l" defTabSz="461040" rtl="0">
              <a:defRPr/>
            </a:pPr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Hence the solutions are x</a:t>
            </a:r>
            <a:r>
              <a:rPr lang="en-US" sz="908" kern="1200" baseline="-250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4</a:t>
            </a:r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 = 2, x</a:t>
            </a:r>
            <a:r>
              <a:rPr lang="en-US" sz="908" kern="1200" baseline="-250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2</a:t>
            </a:r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 = r,  x</a:t>
            </a:r>
            <a:r>
              <a:rPr lang="en-US" sz="908" kern="1200" baseline="-250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3</a:t>
            </a:r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 = s and x</a:t>
            </a:r>
            <a:r>
              <a:rPr lang="en-US" sz="908" kern="1200" baseline="-250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1</a:t>
            </a:r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 = -2 -2x</a:t>
            </a:r>
            <a:r>
              <a:rPr lang="en-US" sz="908" kern="1200" baseline="-250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2</a:t>
            </a:r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 + x</a:t>
            </a:r>
            <a:r>
              <a:rPr lang="en-US" sz="908" kern="1200" baseline="-250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3</a:t>
            </a:r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Arial" panose="020B0604020202020204" pitchFamily="34" charset="0"/>
              </a:rPr>
              <a:t> where r and s are any real numbers.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2F603D11-8748-136F-B8A0-9E59085ED7F6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xfrm>
            <a:off x="153670" y="754731"/>
            <a:ext cx="4264343" cy="2473927"/>
          </a:xfrm>
          <a:blipFill>
            <a:blip r:embed="rId2"/>
            <a:stretch>
              <a:fillRect l="-1657" t="-870"/>
            </a:stretch>
          </a:blipFill>
        </p:spPr>
        <p:txBody>
          <a:bodyPr/>
          <a:lstStyle/>
          <a:p>
            <a:pPr>
              <a:defRPr/>
            </a:pPr>
            <a:r>
              <a:rPr lang="en-IN">
                <a:noFill/>
              </a:rPr>
              <a:t>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CF9AE09-B14D-E9C7-8AC6-1CF725E0FAC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indent="-46104" eaLnBrk="1" fontAlgn="auto" hangingPunct="1">
              <a:defRPr/>
            </a:pPr>
            <a:r>
              <a:rPr lang="en-US" dirty="0"/>
              <a:t>Homogenous System</a:t>
            </a:r>
          </a:p>
        </p:txBody>
      </p:sp>
      <p:sp>
        <p:nvSpPr>
          <p:cNvPr id="4" name="Left Bracket 3">
            <a:extLst>
              <a:ext uri="{FF2B5EF4-FFF2-40B4-BE49-F238E27FC236}">
                <a16:creationId xmlns:a16="http://schemas.microsoft.com/office/drawing/2014/main" xmlns="" id="{E3AB8E62-3C76-B419-22C5-C6BA9D726560}"/>
              </a:ext>
            </a:extLst>
          </p:cNvPr>
          <p:cNvSpPr/>
          <p:nvPr/>
        </p:nvSpPr>
        <p:spPr>
          <a:xfrm>
            <a:off x="1459865" y="1423035"/>
            <a:ext cx="192088" cy="576263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defTabSz="461040" rtl="0">
              <a:defRPr/>
            </a:pPr>
            <a:endParaRPr lang="en-US" sz="908" kern="1200">
              <a:solidFill>
                <a:prstClr val="black"/>
              </a:solidFill>
              <a:latin typeface="Tw Cen MT" panose="020B0602020104020603"/>
            </a:endParaRPr>
          </a:p>
        </p:txBody>
      </p:sp>
      <p:sp>
        <p:nvSpPr>
          <p:cNvPr id="5" name="Right Bracket 4">
            <a:extLst>
              <a:ext uri="{FF2B5EF4-FFF2-40B4-BE49-F238E27FC236}">
                <a16:creationId xmlns:a16="http://schemas.microsoft.com/office/drawing/2014/main" xmlns="" id="{94020055-EEE6-E456-39B2-451C72A6F21E}"/>
              </a:ext>
            </a:extLst>
          </p:cNvPr>
          <p:cNvSpPr/>
          <p:nvPr/>
        </p:nvSpPr>
        <p:spPr>
          <a:xfrm>
            <a:off x="2573972" y="1307783"/>
            <a:ext cx="192088" cy="691515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defTabSz="461040" rtl="0">
              <a:defRPr/>
            </a:pPr>
            <a:endParaRPr lang="en-US" sz="908" kern="1200">
              <a:solidFill>
                <a:prstClr val="black"/>
              </a:solidFill>
              <a:latin typeface="Tw Cen MT" panose="020B0602020104020603"/>
            </a:endParaRPr>
          </a:p>
        </p:txBody>
      </p:sp>
      <p:sp>
        <p:nvSpPr>
          <p:cNvPr id="6" name="Left Bracket 5">
            <a:extLst>
              <a:ext uri="{FF2B5EF4-FFF2-40B4-BE49-F238E27FC236}">
                <a16:creationId xmlns:a16="http://schemas.microsoft.com/office/drawing/2014/main" xmlns="" id="{24752014-39F0-BAFA-8C3F-2EC2E5A1FD49}"/>
              </a:ext>
            </a:extLst>
          </p:cNvPr>
          <p:cNvSpPr/>
          <p:nvPr/>
        </p:nvSpPr>
        <p:spPr>
          <a:xfrm>
            <a:off x="845185" y="2191385"/>
            <a:ext cx="76835" cy="653098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defTabSz="461040" rtl="0">
              <a:defRPr/>
            </a:pPr>
            <a:endParaRPr lang="en-US" sz="908" kern="1200">
              <a:solidFill>
                <a:prstClr val="black"/>
              </a:solidFill>
              <a:latin typeface="Tw Cen MT" panose="020B0602020104020603"/>
            </a:endParaRPr>
          </a:p>
        </p:txBody>
      </p:sp>
      <p:sp>
        <p:nvSpPr>
          <p:cNvPr id="7" name="Right Bracket 6">
            <a:extLst>
              <a:ext uri="{FF2B5EF4-FFF2-40B4-BE49-F238E27FC236}">
                <a16:creationId xmlns:a16="http://schemas.microsoft.com/office/drawing/2014/main" xmlns="" id="{17DEE143-5231-AC66-B511-BF058FC1AC25}"/>
              </a:ext>
            </a:extLst>
          </p:cNvPr>
          <p:cNvSpPr/>
          <p:nvPr/>
        </p:nvSpPr>
        <p:spPr>
          <a:xfrm>
            <a:off x="1651952" y="2191385"/>
            <a:ext cx="96044" cy="653098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defTabSz="461040" rtl="0">
              <a:defRPr/>
            </a:pPr>
            <a:endParaRPr lang="en-US" sz="908" kern="1200">
              <a:solidFill>
                <a:prstClr val="black"/>
              </a:solidFill>
              <a:latin typeface="Tw Cen MT" panose="020B0602020104020603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8E2616B0-2CF2-6A67-870E-67AFEAAF1454}"/>
              </a:ext>
            </a:extLst>
          </p:cNvPr>
          <p:cNvCxnSpPr/>
          <p:nvPr/>
        </p:nvCxnSpPr>
        <p:spPr>
          <a:xfrm>
            <a:off x="1543050" y="2263775"/>
            <a:ext cx="0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412FB69B-44AC-4174-A123-62A514076ACC}"/>
              </a:ext>
            </a:extLst>
          </p:cNvPr>
          <p:cNvCxnSpPr/>
          <p:nvPr/>
        </p:nvCxnSpPr>
        <p:spPr>
          <a:xfrm>
            <a:off x="2573972" y="1423035"/>
            <a:ext cx="0" cy="4597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Content Placeholder 1">
            <a:extLst>
              <a:ext uri="{FF2B5EF4-FFF2-40B4-BE49-F238E27FC236}">
                <a16:creationId xmlns:a16="http://schemas.microsoft.com/office/drawing/2014/main" xmlns="" id="{1D652E71-E476-4B43-AFD1-F851049B8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70" y="754731"/>
            <a:ext cx="4149090" cy="2281839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r>
              <a:rPr lang="en-US" altLang="en-US"/>
              <a:t>    The augmented matrix of a linear system has been reduced  by row operations to the form shown. In each case, continue the appropriate row operations and describe the solution set of the original system.</a:t>
            </a:r>
            <a:endParaRPr lang="en-IN" altLang="en-US"/>
          </a:p>
          <a:p>
            <a:pPr fontAlgn="base">
              <a:spcAft>
                <a:spcPct val="0"/>
              </a:spcAft>
            </a:pP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1377319-1EAA-E26C-C967-09BC934BEB7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Practice Problems</a:t>
            </a:r>
            <a:endParaRPr lang="en-IN" dirty="0"/>
          </a:p>
        </p:txBody>
      </p:sp>
      <p:pic>
        <p:nvPicPr>
          <p:cNvPr id="105476" name="Picture 3">
            <a:extLst>
              <a:ext uri="{FF2B5EF4-FFF2-40B4-BE49-F238E27FC236}">
                <a16:creationId xmlns:a16="http://schemas.microsoft.com/office/drawing/2014/main" xmlns="" id="{8203DDA8-7AAB-3D81-9923-E37E1DD928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175" y="1691957"/>
            <a:ext cx="2074545" cy="145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498" name="Content Placeholder 3">
            <a:extLst>
              <a:ext uri="{FF2B5EF4-FFF2-40B4-BE49-F238E27FC236}">
                <a16:creationId xmlns:a16="http://schemas.microsoft.com/office/drawing/2014/main" xmlns="" id="{CFDC5CA1-C8F4-CD7E-D74B-A985C076F61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5757" y="808355"/>
            <a:ext cx="2804478" cy="844385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6A85A14-DBA3-C987-BF9B-7F89CD0749F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Practice Problems</a:t>
            </a:r>
            <a:endParaRPr lang="en-IN" dirty="0"/>
          </a:p>
        </p:txBody>
      </p:sp>
      <p:pic>
        <p:nvPicPr>
          <p:cNvPr id="106500" name="Picture 5">
            <a:extLst>
              <a:ext uri="{FF2B5EF4-FFF2-40B4-BE49-F238E27FC236}">
                <a16:creationId xmlns:a16="http://schemas.microsoft.com/office/drawing/2014/main" xmlns="" id="{19780EAA-22C9-DFCA-EDE2-1802191809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593" y="1999297"/>
            <a:ext cx="2852499" cy="499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9F43461B-232F-A92F-748A-0415D844C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You don’t have to compute Reduced Echelon form to solve the system of linear equations. Instead it is enough to find the Echelon form. </a:t>
            </a:r>
          </a:p>
          <a:p>
            <a:r>
              <a:rPr lang="en-IN" dirty="0"/>
              <a:t>The following example explains this method. This method is called Gaussian Elimination method.</a:t>
            </a:r>
          </a:p>
          <a:p>
            <a:r>
              <a:rPr lang="en-IN" dirty="0"/>
              <a:t>HW: Follow this method for the previous examples to solve the system of </a:t>
            </a:r>
            <a:r>
              <a:rPr lang="en-IN"/>
              <a:t>linear equations.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3FECDE1-4512-135D-66B4-E8D64CB2C20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33920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C33C4D7-0C6B-9808-A7AF-90636FD9E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72527"/>
            <a:ext cx="3249929" cy="215444"/>
          </a:xfrm>
        </p:spPr>
        <p:txBody>
          <a:bodyPr/>
          <a:lstStyle/>
          <a:p>
            <a:r>
              <a:rPr lang="en-IN" dirty="0"/>
              <a:t>One more Example: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DE128D5-6EDD-19FE-10F7-9DA203C75E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6047B69-1D6E-1819-577F-F589FB71F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38" y="783500"/>
            <a:ext cx="4135465" cy="1893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6582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982E3A4-E9D9-A766-91CD-D5F28A9FA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3E42815-81C0-B400-48EF-5E832E1CBC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752698B-624A-8179-3BD6-705FC1805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880" y="892175"/>
            <a:ext cx="3976687" cy="1842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1999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7523420-0FDE-9653-C002-9C3A416A3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46BE4AB-511C-A938-6E90-85B404F107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9B17A77-2108-76A4-E5B2-25781D683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17" y="434975"/>
            <a:ext cx="4133850" cy="2651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9958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C92F15A-59ED-D003-88DC-4E8FA87F6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358A794-2746-2D95-6D05-179CC8895E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73DC8DB-E1D3-84BD-09A9-5A8013B7B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44" y="772273"/>
            <a:ext cx="4188143" cy="2396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0632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B6A30D5-BDAB-2AD5-BA4D-D2EE31CD3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56EF74C-F501-1A26-FC81-40B7A0FEC9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22D94ED-BAAF-664C-595D-8C711D751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956" y="617489"/>
            <a:ext cx="3946081" cy="2332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8002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787DC8D-73EC-7AE5-FC25-0BC6BC30A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56A9898-C916-0701-748D-132DFCBC92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A37E782-4362-5143-1B72-B9074EC90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" y="844974"/>
            <a:ext cx="3828449" cy="1949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7509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5" dirty="0"/>
              <a:t>Gaussian</a:t>
            </a:r>
            <a:r>
              <a:rPr spc="-50" dirty="0"/>
              <a:t> </a:t>
            </a:r>
            <a:r>
              <a:rPr spc="-30" dirty="0"/>
              <a:t>elimination</a:t>
            </a:r>
            <a:r>
              <a:rPr spc="-45" dirty="0"/>
              <a:t> </a:t>
            </a:r>
            <a:r>
              <a:rPr spc="-30" dirty="0"/>
              <a:t>and</a:t>
            </a:r>
            <a:r>
              <a:rPr spc="-45" dirty="0"/>
              <a:t> </a:t>
            </a:r>
            <a:r>
              <a:rPr spc="-50" dirty="0"/>
              <a:t>Gauss</a:t>
            </a:r>
            <a:r>
              <a:rPr spc="-45" dirty="0"/>
              <a:t> </a:t>
            </a:r>
            <a:r>
              <a:rPr spc="-20" dirty="0"/>
              <a:t>Jordan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7" y="815186"/>
            <a:ext cx="3851910" cy="18923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30480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40" dirty="0">
                <a:latin typeface="Tahoma"/>
                <a:cs typeface="Tahoma"/>
              </a:rPr>
              <a:t>Repeated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use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elementary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row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operations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done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convert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 </a:t>
            </a:r>
            <a:r>
              <a:rPr sz="1100" spc="-20" dirty="0">
                <a:latin typeface="Tahoma"/>
                <a:cs typeface="Tahoma"/>
              </a:rPr>
              <a:t>matrix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upper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triangular </a:t>
            </a:r>
            <a:r>
              <a:rPr sz="1100" spc="-40" dirty="0">
                <a:latin typeface="Tahoma"/>
                <a:cs typeface="Tahoma"/>
              </a:rPr>
              <a:t>form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called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Gaussian</a:t>
            </a:r>
            <a:r>
              <a:rPr sz="1100" spc="-30" dirty="0">
                <a:latin typeface="Tahoma"/>
                <a:cs typeface="Tahoma"/>
              </a:rPr>
              <a:t> elimination.</a:t>
            </a:r>
            <a:endParaRPr sz="1100">
              <a:latin typeface="Tahoma"/>
              <a:cs typeface="Tahoma"/>
            </a:endParaRPr>
          </a:p>
          <a:p>
            <a:pPr marL="215265" indent="-17716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spc="-35" dirty="0">
                <a:latin typeface="Tahoma"/>
                <a:cs typeface="Tahoma"/>
              </a:rPr>
              <a:t>Consider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system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equations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Arial"/>
                <a:cs typeface="Arial"/>
              </a:rPr>
              <a:t>Ax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b="1" dirty="0">
                <a:latin typeface="Arial"/>
                <a:cs typeface="Arial"/>
              </a:rPr>
              <a:t>b</a:t>
            </a:r>
            <a:r>
              <a:rPr sz="1100" b="1" spc="15" dirty="0">
                <a:latin typeface="Arial"/>
                <a:cs typeface="Arial"/>
              </a:rPr>
              <a:t> </a:t>
            </a:r>
            <a:r>
              <a:rPr sz="1100" spc="-60" dirty="0">
                <a:latin typeface="Tahoma"/>
                <a:cs typeface="Tahoma"/>
              </a:rPr>
              <a:t>where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100" i="1" spc="1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spc="-60" dirty="0">
                <a:latin typeface="Arial"/>
                <a:cs typeface="Arial"/>
              </a:rPr>
              <a:t>n</a:t>
            </a:r>
            <a:r>
              <a:rPr sz="1100" i="1" spc="-45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Arial"/>
                <a:cs typeface="Arial"/>
              </a:rPr>
              <a:t>n</a:t>
            </a:r>
            <a:endParaRPr sz="1100">
              <a:latin typeface="Arial"/>
              <a:cs typeface="Arial"/>
            </a:endParaRPr>
          </a:p>
          <a:p>
            <a:pPr marL="214629">
              <a:lnSpc>
                <a:spcPct val="100000"/>
              </a:lnSpc>
              <a:spcBef>
                <a:spcPts val="35"/>
              </a:spcBef>
            </a:pPr>
            <a:r>
              <a:rPr sz="1100" spc="-10" dirty="0">
                <a:latin typeface="Tahoma"/>
                <a:cs typeface="Tahoma"/>
              </a:rPr>
              <a:t>matrix.</a:t>
            </a:r>
            <a:endParaRPr sz="1100">
              <a:latin typeface="Tahoma"/>
              <a:cs typeface="Tahoma"/>
            </a:endParaRPr>
          </a:p>
          <a:p>
            <a:pPr marL="215265" indent="-177165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spc="-30" dirty="0">
                <a:latin typeface="Tahoma"/>
                <a:cs typeface="Tahoma"/>
              </a:rPr>
              <a:t>If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100" i="1" spc="2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invertible,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means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i="1" spc="55" dirty="0">
                <a:latin typeface="Arial"/>
                <a:cs typeface="Arial"/>
              </a:rPr>
              <a:t>A</a:t>
            </a:r>
            <a:r>
              <a:rPr sz="1200" i="1" spc="82" baseline="27777" dirty="0">
                <a:latin typeface="Arial"/>
                <a:cs typeface="Arial"/>
              </a:rPr>
              <a:t>−</a:t>
            </a:r>
            <a:r>
              <a:rPr sz="1200" spc="82" baseline="27777" dirty="0">
                <a:latin typeface="Trebuchet MS"/>
                <a:cs typeface="Trebuchet MS"/>
              </a:rPr>
              <a:t>1</a:t>
            </a:r>
            <a:r>
              <a:rPr sz="1200" spc="195" baseline="27777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Tahoma"/>
                <a:cs typeface="Tahoma"/>
              </a:rPr>
              <a:t>exists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such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that</a:t>
            </a:r>
            <a:endParaRPr sz="1100">
              <a:latin typeface="Tahoma"/>
              <a:cs typeface="Tahoma"/>
            </a:endParaRPr>
          </a:p>
          <a:p>
            <a:pPr marL="214629">
              <a:lnSpc>
                <a:spcPct val="100000"/>
              </a:lnSpc>
              <a:spcBef>
                <a:spcPts val="35"/>
              </a:spcBef>
            </a:pPr>
            <a:r>
              <a:rPr sz="1100" i="1" dirty="0">
                <a:latin typeface="Arial"/>
                <a:cs typeface="Arial"/>
              </a:rPr>
              <a:t>AA</a:t>
            </a:r>
            <a:r>
              <a:rPr sz="1200" i="1" baseline="27777" dirty="0">
                <a:latin typeface="Arial"/>
                <a:cs typeface="Arial"/>
              </a:rPr>
              <a:t>−</a:t>
            </a:r>
            <a:r>
              <a:rPr sz="1200" baseline="27777" dirty="0">
                <a:latin typeface="Trebuchet MS"/>
                <a:cs typeface="Trebuchet MS"/>
              </a:rPr>
              <a:t>1</a:t>
            </a:r>
            <a:r>
              <a:rPr sz="1200" spc="262" baseline="27777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i="1" spc="50" dirty="0">
                <a:latin typeface="Arial"/>
                <a:cs typeface="Arial"/>
              </a:rPr>
              <a:t>A</a:t>
            </a:r>
            <a:r>
              <a:rPr sz="1200" i="1" spc="75" baseline="27777" dirty="0">
                <a:latin typeface="Arial"/>
                <a:cs typeface="Arial"/>
              </a:rPr>
              <a:t>−</a:t>
            </a:r>
            <a:r>
              <a:rPr sz="1200" spc="75" baseline="27777" dirty="0">
                <a:latin typeface="Trebuchet MS"/>
                <a:cs typeface="Trebuchet MS"/>
              </a:rPr>
              <a:t>1</a:t>
            </a:r>
            <a:r>
              <a:rPr sz="1100" i="1" spc="50" dirty="0">
                <a:latin typeface="Arial"/>
                <a:cs typeface="Arial"/>
              </a:rPr>
              <a:t>A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I</a:t>
            </a:r>
            <a:r>
              <a:rPr sz="1200" i="1" spc="-37" baseline="-10416" dirty="0">
                <a:latin typeface="Arial"/>
                <a:cs typeface="Arial"/>
              </a:rPr>
              <a:t>n</a:t>
            </a:r>
            <a:endParaRPr sz="1200" baseline="-10416">
              <a:latin typeface="Arial"/>
              <a:cs typeface="Arial"/>
            </a:endParaRPr>
          </a:p>
          <a:p>
            <a:pPr marL="214629" marR="254635" indent="-177165">
              <a:lnSpc>
                <a:spcPct val="102600"/>
              </a:lnSpc>
              <a:spcBef>
                <a:spcPts val="29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60" dirty="0">
                <a:latin typeface="Tahoma"/>
                <a:cs typeface="Tahoma"/>
              </a:rPr>
              <a:t>In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such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case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row-</a:t>
            </a:r>
            <a:r>
              <a:rPr sz="1100" spc="-50" dirty="0">
                <a:latin typeface="Tahoma"/>
                <a:cs typeface="Tahoma"/>
              </a:rPr>
              <a:t>reduced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echelon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form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100" i="1" spc="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i.e </a:t>
            </a:r>
            <a:r>
              <a:rPr sz="1100" spc="-60" dirty="0">
                <a:latin typeface="Tahoma"/>
                <a:cs typeface="Tahoma"/>
              </a:rPr>
              <a:t>every</a:t>
            </a:r>
            <a:r>
              <a:rPr sz="1100" spc="-30" dirty="0">
                <a:latin typeface="Tahoma"/>
                <a:cs typeface="Tahoma"/>
              </a:rPr>
              <a:t> column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pivot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column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where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pivot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1.</a:t>
            </a:r>
            <a:endParaRPr sz="1100">
              <a:latin typeface="Tahoma"/>
              <a:cs typeface="Tahoma"/>
            </a:endParaRPr>
          </a:p>
          <a:p>
            <a:pPr marL="214629" marR="31242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process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converting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100" i="1" spc="2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200" i="1" spc="24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90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discussed </a:t>
            </a:r>
            <a:r>
              <a:rPr sz="1100" spc="-45" dirty="0">
                <a:latin typeface="Tahoma"/>
                <a:cs typeface="Tahoma"/>
              </a:rPr>
              <a:t>above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called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Gauss-</a:t>
            </a:r>
            <a:r>
              <a:rPr sz="1100" spc="-40" dirty="0">
                <a:latin typeface="Tahoma"/>
                <a:cs typeface="Tahoma"/>
              </a:rPr>
              <a:t>Jordan </a:t>
            </a:r>
            <a:r>
              <a:rPr sz="1100" spc="-10" dirty="0">
                <a:latin typeface="Tahoma"/>
                <a:cs typeface="Tahoma"/>
              </a:rPr>
              <a:t>method.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 xmlns:p14="http://schemas.microsoft.com/office/powerpoint/2010/main"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5" dirty="0"/>
              <a:t>Gaussian</a:t>
            </a:r>
            <a:r>
              <a:rPr spc="-50" dirty="0"/>
              <a:t> </a:t>
            </a:r>
            <a:r>
              <a:rPr spc="-30" dirty="0"/>
              <a:t>elimination</a:t>
            </a:r>
            <a:r>
              <a:rPr spc="-45" dirty="0"/>
              <a:t> </a:t>
            </a:r>
            <a:r>
              <a:rPr spc="-30" dirty="0"/>
              <a:t>and</a:t>
            </a:r>
            <a:r>
              <a:rPr spc="-45" dirty="0"/>
              <a:t> </a:t>
            </a:r>
            <a:r>
              <a:rPr spc="-50" dirty="0"/>
              <a:t>Gauss</a:t>
            </a:r>
            <a:r>
              <a:rPr spc="-45" dirty="0"/>
              <a:t> </a:t>
            </a:r>
            <a:r>
              <a:rPr spc="-20" dirty="0"/>
              <a:t>Jordan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7" y="692707"/>
            <a:ext cx="3865245" cy="21983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184150" indent="-177165">
              <a:lnSpc>
                <a:spcPct val="102699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6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Gaussian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Elimination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use</a:t>
            </a:r>
            <a:r>
              <a:rPr sz="1100" spc="-25" dirty="0">
                <a:latin typeface="Tahoma"/>
                <a:cs typeface="Tahoma"/>
              </a:rPr>
              <a:t> multiples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first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row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to </a:t>
            </a:r>
            <a:r>
              <a:rPr sz="1100" spc="-30" dirty="0">
                <a:latin typeface="Tahoma"/>
                <a:cs typeface="Tahoma"/>
              </a:rPr>
              <a:t>eliminate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entries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first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column</a:t>
            </a:r>
            <a:r>
              <a:rPr sz="1100" spc="-50" dirty="0">
                <a:latin typeface="Tahoma"/>
                <a:cs typeface="Tahoma"/>
              </a:rPr>
              <a:t> below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first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row.</a:t>
            </a:r>
            <a:endParaRPr sz="1100">
              <a:latin typeface="Tahoma"/>
              <a:cs typeface="Tahoma"/>
            </a:endParaRPr>
          </a:p>
          <a:p>
            <a:pPr marL="214629" marR="304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Then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use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multiples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second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row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eliminate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entries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second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column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below</a:t>
            </a:r>
            <a:r>
              <a:rPr sz="1100" spc="-30" dirty="0">
                <a:latin typeface="Tahoma"/>
                <a:cs typeface="Tahoma"/>
              </a:rPr>
              <a:t> 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second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row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on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until</a:t>
            </a:r>
            <a:r>
              <a:rPr sz="1100" spc="-35" dirty="0">
                <a:latin typeface="Tahoma"/>
                <a:cs typeface="Tahoma"/>
              </a:rPr>
              <a:t> we </a:t>
            </a:r>
            <a:r>
              <a:rPr sz="1100" spc="-20" dirty="0">
                <a:latin typeface="Tahoma"/>
                <a:cs typeface="Tahoma"/>
              </a:rPr>
              <a:t>get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upper-</a:t>
            </a:r>
            <a:r>
              <a:rPr sz="1100" spc="-35" dirty="0">
                <a:latin typeface="Tahoma"/>
                <a:cs typeface="Tahoma"/>
              </a:rPr>
              <a:t>triangular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matrix.</a:t>
            </a:r>
            <a:endParaRPr sz="1100">
              <a:latin typeface="Tahoma"/>
              <a:cs typeface="Tahoma"/>
            </a:endParaRPr>
          </a:p>
          <a:p>
            <a:pPr marL="214629" marR="276225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This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Gauss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Jordan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process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shown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diagramatically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next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slide.</a:t>
            </a:r>
            <a:endParaRPr sz="1100">
              <a:latin typeface="Tahoma"/>
              <a:cs typeface="Tahoma"/>
            </a:endParaRPr>
          </a:p>
          <a:p>
            <a:pPr marL="214629" marR="30480" indent="-177165">
              <a:lnSpc>
                <a:spcPct val="102600"/>
              </a:lnSpc>
              <a:spcBef>
                <a:spcPts val="29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Then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take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multiples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last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row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eliminate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non-</a:t>
            </a:r>
            <a:r>
              <a:rPr sz="1100" spc="-20" dirty="0">
                <a:latin typeface="Tahoma"/>
                <a:cs typeface="Tahoma"/>
              </a:rPr>
              <a:t>zero </a:t>
            </a:r>
            <a:r>
              <a:rPr sz="1100" spc="-35" dirty="0">
                <a:latin typeface="Tahoma"/>
                <a:cs typeface="Tahoma"/>
              </a:rPr>
              <a:t>entries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last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column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above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last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entry, followed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by multiples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last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but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one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row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eliminate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non-</a:t>
            </a:r>
            <a:r>
              <a:rPr sz="1100" spc="-35" dirty="0">
                <a:latin typeface="Tahoma"/>
                <a:cs typeface="Tahoma"/>
              </a:rPr>
              <a:t>zero </a:t>
            </a:r>
            <a:r>
              <a:rPr sz="1100" spc="-25" dirty="0">
                <a:latin typeface="Tahoma"/>
                <a:cs typeface="Tahoma"/>
              </a:rPr>
              <a:t>entries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last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but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one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column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and</a:t>
            </a:r>
            <a:r>
              <a:rPr sz="1100" spc="-50" dirty="0">
                <a:latin typeface="Tahoma"/>
                <a:cs typeface="Tahoma"/>
              </a:rPr>
              <a:t> so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on.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gives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us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diagonal </a:t>
            </a:r>
            <a:r>
              <a:rPr sz="1100" spc="-10" dirty="0">
                <a:latin typeface="Tahoma"/>
                <a:cs typeface="Tahoma"/>
              </a:rPr>
              <a:t>matrix.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 xmlns:p14="http://schemas.microsoft.com/office/powerpoint/2010/main"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Calculating </a:t>
            </a:r>
            <a:r>
              <a:rPr spc="-55" dirty="0"/>
              <a:t>inverse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268605" indent="-177165" algn="just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/>
              <a:t>Can</a:t>
            </a:r>
            <a:r>
              <a:rPr sz="1100" spc="-30" dirty="0"/>
              <a:t> </a:t>
            </a:r>
            <a:r>
              <a:rPr sz="1100" spc="-10" dirty="0"/>
              <a:t>the</a:t>
            </a:r>
            <a:r>
              <a:rPr sz="1100" spc="-25" dirty="0"/>
              <a:t> </a:t>
            </a:r>
            <a:r>
              <a:rPr sz="1100" spc="-50" dirty="0"/>
              <a:t>Gauss</a:t>
            </a:r>
            <a:r>
              <a:rPr sz="1100" spc="-30" dirty="0"/>
              <a:t> Jordan</a:t>
            </a:r>
            <a:r>
              <a:rPr sz="1100" spc="-25" dirty="0"/>
              <a:t> </a:t>
            </a:r>
            <a:r>
              <a:rPr sz="1100" spc="-60" dirty="0"/>
              <a:t>procedure</a:t>
            </a:r>
            <a:r>
              <a:rPr sz="1100" spc="-25" dirty="0"/>
              <a:t> calculate </a:t>
            </a:r>
            <a:r>
              <a:rPr sz="1100" spc="-10" dirty="0"/>
              <a:t>the</a:t>
            </a:r>
            <a:r>
              <a:rPr sz="1100" spc="-25" dirty="0"/>
              <a:t> </a:t>
            </a:r>
            <a:r>
              <a:rPr sz="1100" spc="-55" dirty="0"/>
              <a:t>inverse</a:t>
            </a:r>
            <a:r>
              <a:rPr sz="1100" spc="-30" dirty="0"/>
              <a:t> </a:t>
            </a:r>
            <a:r>
              <a:rPr sz="1100" dirty="0"/>
              <a:t>of</a:t>
            </a:r>
            <a:r>
              <a:rPr sz="1100" spc="-25" dirty="0"/>
              <a:t> </a:t>
            </a:r>
            <a:r>
              <a:rPr sz="1100" spc="-50" dirty="0"/>
              <a:t>a </a:t>
            </a:r>
            <a:r>
              <a:rPr sz="1100" spc="-10" dirty="0"/>
              <a:t>matrix?</a:t>
            </a:r>
            <a:endParaRPr sz="1100"/>
          </a:p>
          <a:p>
            <a:pPr marL="214629" marR="361315" indent="-177165" algn="just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40" dirty="0"/>
              <a:t>For</a:t>
            </a:r>
            <a:r>
              <a:rPr sz="1100" spc="20" dirty="0"/>
              <a:t> </a:t>
            </a:r>
            <a:r>
              <a:rPr sz="1100" spc="-55" dirty="0"/>
              <a:t>example,</a:t>
            </a:r>
            <a:r>
              <a:rPr sz="1100" spc="20" dirty="0"/>
              <a:t> </a:t>
            </a:r>
            <a:r>
              <a:rPr sz="1100" spc="-20" dirty="0"/>
              <a:t>let</a:t>
            </a:r>
            <a:r>
              <a:rPr sz="1100" spc="15" dirty="0"/>
              <a:t> </a:t>
            </a:r>
            <a:r>
              <a:rPr sz="1100" i="1" spc="-15" dirty="0">
                <a:latin typeface="Arial"/>
                <a:cs typeface="Arial"/>
              </a:rPr>
              <a:t>A</a:t>
            </a:r>
            <a:r>
              <a:rPr sz="1100" i="1" spc="55" dirty="0">
                <a:latin typeface="Arial"/>
                <a:cs typeface="Arial"/>
              </a:rPr>
              <a:t> </a:t>
            </a:r>
            <a:r>
              <a:rPr sz="1100" spc="-60" dirty="0"/>
              <a:t>be</a:t>
            </a:r>
            <a:r>
              <a:rPr sz="1100" spc="20" dirty="0"/>
              <a:t> </a:t>
            </a:r>
            <a:r>
              <a:rPr sz="1100" spc="-55" dirty="0"/>
              <a:t>a</a:t>
            </a:r>
            <a:r>
              <a:rPr sz="1100" spc="20" dirty="0"/>
              <a:t> </a:t>
            </a:r>
            <a:r>
              <a:rPr sz="1100" i="1" spc="-60" dirty="0">
                <a:latin typeface="Arial"/>
                <a:cs typeface="Arial"/>
              </a:rPr>
              <a:t>n</a:t>
            </a:r>
            <a:r>
              <a:rPr sz="1100" i="1" spc="-45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spc="-60" dirty="0">
                <a:latin typeface="Arial"/>
                <a:cs typeface="Arial"/>
              </a:rPr>
              <a:t>n</a:t>
            </a:r>
            <a:r>
              <a:rPr sz="1100" i="1" spc="75" dirty="0">
                <a:latin typeface="Arial"/>
                <a:cs typeface="Arial"/>
              </a:rPr>
              <a:t> </a:t>
            </a:r>
            <a:r>
              <a:rPr sz="1100" spc="-30" dirty="0"/>
              <a:t>matrix</a:t>
            </a:r>
            <a:r>
              <a:rPr sz="1100" spc="15" dirty="0"/>
              <a:t> </a:t>
            </a:r>
            <a:r>
              <a:rPr sz="1100" spc="-70" dirty="0"/>
              <a:t>whose</a:t>
            </a:r>
            <a:r>
              <a:rPr sz="1100" spc="20" dirty="0"/>
              <a:t> </a:t>
            </a:r>
            <a:r>
              <a:rPr sz="1100" spc="-55" dirty="0"/>
              <a:t>inverse</a:t>
            </a:r>
            <a:r>
              <a:rPr sz="1100" spc="20" dirty="0"/>
              <a:t> </a:t>
            </a:r>
            <a:r>
              <a:rPr sz="1100" i="1" spc="55" dirty="0">
                <a:latin typeface="Arial"/>
                <a:cs typeface="Arial"/>
              </a:rPr>
              <a:t>A</a:t>
            </a:r>
            <a:r>
              <a:rPr sz="1200" i="1" spc="82" baseline="27777" dirty="0">
                <a:latin typeface="Arial"/>
                <a:cs typeface="Arial"/>
              </a:rPr>
              <a:t>−</a:t>
            </a:r>
            <a:r>
              <a:rPr sz="1200" spc="82" baseline="27777" dirty="0">
                <a:latin typeface="Trebuchet MS"/>
                <a:cs typeface="Trebuchet MS"/>
              </a:rPr>
              <a:t>1</a:t>
            </a:r>
            <a:r>
              <a:rPr sz="1200" spc="-7" baseline="27777" dirty="0">
                <a:latin typeface="Trebuchet MS"/>
                <a:cs typeface="Trebuchet MS"/>
              </a:rPr>
              <a:t> </a:t>
            </a:r>
            <a:r>
              <a:rPr sz="1100" spc="-40" dirty="0"/>
              <a:t>exists.</a:t>
            </a:r>
            <a:r>
              <a:rPr sz="1100" spc="140" dirty="0"/>
              <a:t> </a:t>
            </a:r>
            <a:r>
              <a:rPr sz="1100" spc="-45" dirty="0"/>
              <a:t>We</a:t>
            </a:r>
            <a:r>
              <a:rPr sz="1100" spc="20" dirty="0"/>
              <a:t> </a:t>
            </a:r>
            <a:r>
              <a:rPr sz="1100" spc="-55" dirty="0"/>
              <a:t>would</a:t>
            </a:r>
            <a:r>
              <a:rPr sz="1100" spc="20" dirty="0"/>
              <a:t> </a:t>
            </a:r>
            <a:r>
              <a:rPr sz="1100" spc="-35" dirty="0"/>
              <a:t>like</a:t>
            </a:r>
            <a:r>
              <a:rPr sz="1100" spc="20" dirty="0"/>
              <a:t> </a:t>
            </a:r>
            <a:r>
              <a:rPr sz="1100" spc="-15" dirty="0"/>
              <a:t>to</a:t>
            </a:r>
            <a:r>
              <a:rPr sz="1100" spc="20" dirty="0"/>
              <a:t> </a:t>
            </a:r>
            <a:r>
              <a:rPr sz="1100" spc="-50" dirty="0"/>
              <a:t>compute</a:t>
            </a:r>
            <a:r>
              <a:rPr sz="1100" spc="20" dirty="0"/>
              <a:t> </a:t>
            </a:r>
            <a:r>
              <a:rPr sz="1100" spc="-15" dirty="0"/>
              <a:t>its</a:t>
            </a:r>
            <a:r>
              <a:rPr sz="1100" spc="15" dirty="0"/>
              <a:t> </a:t>
            </a:r>
            <a:r>
              <a:rPr sz="1100" spc="-55" dirty="0"/>
              <a:t>inverse</a:t>
            </a:r>
            <a:r>
              <a:rPr sz="1100" spc="20" dirty="0"/>
              <a:t> </a:t>
            </a:r>
            <a:r>
              <a:rPr sz="1100" spc="-50" dirty="0"/>
              <a:t>using</a:t>
            </a:r>
            <a:r>
              <a:rPr sz="1100" spc="15" dirty="0"/>
              <a:t> </a:t>
            </a:r>
            <a:r>
              <a:rPr sz="1100" spc="-55" dirty="0"/>
              <a:t>Gauss</a:t>
            </a:r>
            <a:r>
              <a:rPr sz="1100" spc="-35" dirty="0"/>
              <a:t> </a:t>
            </a:r>
            <a:r>
              <a:rPr sz="1100" spc="-45" dirty="0"/>
              <a:t>Jordan</a:t>
            </a:r>
            <a:r>
              <a:rPr sz="1100" spc="20" dirty="0"/>
              <a:t> </a:t>
            </a:r>
            <a:r>
              <a:rPr sz="1100" spc="-55" dirty="0"/>
              <a:t>procedure.</a:t>
            </a:r>
            <a:r>
              <a:rPr sz="1100" spc="140" dirty="0"/>
              <a:t> </a:t>
            </a:r>
            <a:r>
              <a:rPr sz="1100" spc="-90" dirty="0"/>
              <a:t>Is</a:t>
            </a:r>
            <a:r>
              <a:rPr sz="1100" spc="15" dirty="0"/>
              <a:t> </a:t>
            </a:r>
            <a:r>
              <a:rPr sz="1100" spc="-25" dirty="0"/>
              <a:t>this</a:t>
            </a:r>
            <a:r>
              <a:rPr sz="1100" spc="15" dirty="0"/>
              <a:t> </a:t>
            </a:r>
            <a:r>
              <a:rPr sz="1100" spc="-45" dirty="0"/>
              <a:t>possible?</a:t>
            </a:r>
            <a:endParaRPr sz="1100">
              <a:latin typeface="Trebuchet MS"/>
              <a:cs typeface="Trebuchet MS"/>
            </a:endParaRPr>
          </a:p>
          <a:p>
            <a:pPr marL="214629" marR="304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40" dirty="0"/>
              <a:t>Yes</a:t>
            </a:r>
            <a:r>
              <a:rPr sz="1100" spc="-50" dirty="0"/>
              <a:t> </a:t>
            </a:r>
            <a:r>
              <a:rPr sz="1100" spc="-95" dirty="0"/>
              <a:t>we</a:t>
            </a:r>
            <a:r>
              <a:rPr sz="1100" spc="10" dirty="0"/>
              <a:t> </a:t>
            </a:r>
            <a:r>
              <a:rPr sz="1100" spc="-20" dirty="0"/>
              <a:t>can</a:t>
            </a:r>
            <a:r>
              <a:rPr sz="1100" spc="-70" dirty="0"/>
              <a:t> </a:t>
            </a:r>
            <a:r>
              <a:rPr sz="1100" spc="-40" dirty="0"/>
              <a:t>compute</a:t>
            </a:r>
            <a:r>
              <a:rPr sz="1100" spc="-45" dirty="0"/>
              <a:t> </a:t>
            </a:r>
            <a:r>
              <a:rPr sz="1100" spc="-10" dirty="0"/>
              <a:t>the</a:t>
            </a:r>
            <a:r>
              <a:rPr sz="1100" spc="-45" dirty="0"/>
              <a:t> </a:t>
            </a:r>
            <a:r>
              <a:rPr sz="1100" spc="-55" dirty="0"/>
              <a:t>inverse</a:t>
            </a:r>
            <a:r>
              <a:rPr sz="1100" spc="-35" dirty="0"/>
              <a:t> </a:t>
            </a:r>
            <a:r>
              <a:rPr sz="1100" dirty="0"/>
              <a:t>in</a:t>
            </a:r>
            <a:r>
              <a:rPr sz="1100" spc="-35" dirty="0"/>
              <a:t> </a:t>
            </a:r>
            <a:r>
              <a:rPr sz="1100" spc="-10" dirty="0"/>
              <a:t>the</a:t>
            </a:r>
            <a:r>
              <a:rPr sz="1100" spc="-40" dirty="0"/>
              <a:t> </a:t>
            </a:r>
            <a:r>
              <a:rPr sz="1100" spc="-35" dirty="0"/>
              <a:t>following</a:t>
            </a:r>
            <a:r>
              <a:rPr sz="1100" spc="-40" dirty="0"/>
              <a:t> </a:t>
            </a:r>
            <a:r>
              <a:rPr sz="1100" spc="-45" dirty="0"/>
              <a:t>way:</a:t>
            </a:r>
            <a:r>
              <a:rPr sz="1100" spc="60" dirty="0"/>
              <a:t> </a:t>
            </a:r>
            <a:r>
              <a:rPr sz="1100" spc="-25" dirty="0"/>
              <a:t>we simply</a:t>
            </a:r>
            <a:r>
              <a:rPr sz="1100" spc="-65" dirty="0"/>
              <a:t> </a:t>
            </a:r>
            <a:r>
              <a:rPr sz="1100" spc="-20" dirty="0"/>
              <a:t>set</a:t>
            </a:r>
            <a:r>
              <a:rPr sz="1100" spc="-30" dirty="0"/>
              <a:t> </a:t>
            </a:r>
            <a:r>
              <a:rPr sz="1100" spc="-10" dirty="0"/>
              <a:t>up</a:t>
            </a:r>
            <a:r>
              <a:rPr sz="1100" spc="-25" dirty="0"/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i="1" spc="25" dirty="0">
                <a:latin typeface="Arial"/>
                <a:cs typeface="Arial"/>
              </a:rPr>
              <a:t> </a:t>
            </a:r>
            <a:r>
              <a:rPr sz="1100" spc="-30" dirty="0"/>
              <a:t>linear</a:t>
            </a:r>
            <a:r>
              <a:rPr sz="1100" spc="-25" dirty="0"/>
              <a:t> </a:t>
            </a:r>
            <a:r>
              <a:rPr sz="1100" spc="-55" dirty="0"/>
              <a:t>systems</a:t>
            </a:r>
            <a:r>
              <a:rPr sz="1100" spc="-30" dirty="0"/>
              <a:t> </a:t>
            </a:r>
            <a:r>
              <a:rPr sz="1100" dirty="0"/>
              <a:t>of</a:t>
            </a:r>
            <a:r>
              <a:rPr sz="1100" spc="-25" dirty="0"/>
              <a:t> </a:t>
            </a:r>
            <a:r>
              <a:rPr sz="1100" spc="-10" dirty="0"/>
              <a:t>the</a:t>
            </a:r>
            <a:r>
              <a:rPr sz="1100" spc="-25" dirty="0"/>
              <a:t> </a:t>
            </a:r>
            <a:r>
              <a:rPr sz="1100" spc="-40" dirty="0"/>
              <a:t>form</a:t>
            </a:r>
            <a:r>
              <a:rPr sz="1100" spc="-30" dirty="0"/>
              <a:t> </a:t>
            </a:r>
            <a:r>
              <a:rPr sz="1100" b="1" spc="-10" dirty="0">
                <a:latin typeface="Arial"/>
                <a:cs typeface="Arial"/>
              </a:rPr>
              <a:t>Ax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dirty="0"/>
              <a:t>=</a:t>
            </a:r>
            <a:r>
              <a:rPr sz="1100" spc="-80" dirty="0"/>
              <a:t> </a:t>
            </a:r>
            <a:r>
              <a:rPr sz="1100" b="1" dirty="0">
                <a:latin typeface="Arial"/>
                <a:cs typeface="Arial"/>
              </a:rPr>
              <a:t>e</a:t>
            </a:r>
            <a:r>
              <a:rPr sz="1200" b="1" baseline="-13888" dirty="0">
                <a:latin typeface="Arial"/>
                <a:cs typeface="Arial"/>
              </a:rPr>
              <a:t>i</a:t>
            </a:r>
            <a:r>
              <a:rPr sz="1100" dirty="0"/>
              <a:t>,</a:t>
            </a:r>
            <a:r>
              <a:rPr sz="1100" spc="-25" dirty="0"/>
              <a:t> </a:t>
            </a:r>
            <a:r>
              <a:rPr sz="1100" spc="-60" dirty="0"/>
              <a:t>1</a:t>
            </a:r>
            <a:r>
              <a:rPr sz="1100" spc="-45" dirty="0"/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100" i="1" spc="5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≤</a:t>
            </a:r>
            <a:r>
              <a:rPr sz="1100" spc="-85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Arial"/>
                <a:cs typeface="Arial"/>
              </a:rPr>
              <a:t>n </a:t>
            </a:r>
            <a:r>
              <a:rPr sz="1100" spc="-60" dirty="0"/>
              <a:t>where</a:t>
            </a:r>
            <a:r>
              <a:rPr sz="1100" spc="-30" dirty="0"/>
              <a:t> </a:t>
            </a:r>
            <a:r>
              <a:rPr sz="1100" b="1" dirty="0">
                <a:latin typeface="Arial"/>
                <a:cs typeface="Arial"/>
              </a:rPr>
              <a:t>e</a:t>
            </a:r>
            <a:r>
              <a:rPr sz="1200" b="1" baseline="-13888" dirty="0">
                <a:latin typeface="Arial"/>
                <a:cs typeface="Arial"/>
              </a:rPr>
              <a:t>i</a:t>
            </a:r>
            <a:r>
              <a:rPr sz="1200" b="1" spc="150" baseline="-13888" dirty="0">
                <a:latin typeface="Arial"/>
                <a:cs typeface="Arial"/>
              </a:rPr>
              <a:t> </a:t>
            </a:r>
            <a:r>
              <a:rPr sz="1100" dirty="0"/>
              <a:t>is</a:t>
            </a:r>
            <a:r>
              <a:rPr sz="1100" spc="-45" dirty="0"/>
              <a:t> </a:t>
            </a:r>
            <a:r>
              <a:rPr sz="1100" spc="-10" dirty="0"/>
              <a:t>the</a:t>
            </a:r>
            <a:r>
              <a:rPr sz="1100" spc="-35" dirty="0"/>
              <a:t> 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100" i="1" spc="-200" dirty="0">
                <a:latin typeface="Arial"/>
                <a:cs typeface="Arial"/>
              </a:rPr>
              <a:t> </a:t>
            </a:r>
            <a:r>
              <a:rPr sz="1100" dirty="0"/>
              <a:t>th</a:t>
            </a:r>
            <a:r>
              <a:rPr sz="1100" spc="-40" dirty="0"/>
              <a:t> </a:t>
            </a:r>
            <a:r>
              <a:rPr sz="1100" spc="-30" dirty="0"/>
              <a:t>canonical</a:t>
            </a:r>
            <a:r>
              <a:rPr sz="1100" spc="-35" dirty="0"/>
              <a:t> basis</a:t>
            </a:r>
            <a:r>
              <a:rPr sz="1100" spc="-45" dirty="0"/>
              <a:t> </a:t>
            </a:r>
            <a:r>
              <a:rPr sz="1100" spc="-35" dirty="0"/>
              <a:t>vector and</a:t>
            </a:r>
            <a:r>
              <a:rPr sz="1100" spc="-40" dirty="0"/>
              <a:t> </a:t>
            </a:r>
            <a:r>
              <a:rPr sz="1100" spc="-10" dirty="0"/>
              <a:t>find</a:t>
            </a:r>
            <a:r>
              <a:rPr sz="1100" spc="-35" dirty="0"/>
              <a:t> </a:t>
            </a:r>
            <a:r>
              <a:rPr sz="1100" spc="-10" dirty="0"/>
              <a:t>their </a:t>
            </a:r>
            <a:r>
              <a:rPr sz="1100" spc="-30" dirty="0"/>
              <a:t>solutions</a:t>
            </a:r>
            <a:r>
              <a:rPr sz="1100" spc="-40" dirty="0"/>
              <a:t> </a:t>
            </a:r>
            <a:r>
              <a:rPr sz="1100" b="1" dirty="0">
                <a:latin typeface="Arial"/>
                <a:cs typeface="Arial"/>
              </a:rPr>
              <a:t>x</a:t>
            </a:r>
            <a:r>
              <a:rPr sz="1100" dirty="0"/>
              <a:t>.</a:t>
            </a:r>
            <a:r>
              <a:rPr sz="1100" spc="70" dirty="0"/>
              <a:t> </a:t>
            </a:r>
            <a:r>
              <a:rPr sz="1100" spc="-10" dirty="0"/>
              <a:t>Each</a:t>
            </a:r>
            <a:r>
              <a:rPr sz="1100" spc="-35" dirty="0"/>
              <a:t> </a:t>
            </a:r>
            <a:r>
              <a:rPr sz="1100" spc="-30" dirty="0"/>
              <a:t>solution</a:t>
            </a:r>
            <a:r>
              <a:rPr sz="1100" spc="-35" dirty="0"/>
              <a:t> vector</a:t>
            </a:r>
            <a:r>
              <a:rPr sz="1100" spc="-40" dirty="0"/>
              <a:t> </a:t>
            </a:r>
            <a:r>
              <a:rPr sz="1100" spc="-25" dirty="0"/>
              <a:t>constitutes</a:t>
            </a:r>
            <a:r>
              <a:rPr sz="1100" spc="-35" dirty="0"/>
              <a:t> </a:t>
            </a:r>
            <a:r>
              <a:rPr sz="1100" dirty="0"/>
              <a:t>a</a:t>
            </a:r>
            <a:r>
              <a:rPr sz="1100" spc="-35" dirty="0"/>
              <a:t> </a:t>
            </a:r>
            <a:r>
              <a:rPr sz="1100" spc="-30" dirty="0"/>
              <a:t>column</a:t>
            </a:r>
            <a:r>
              <a:rPr sz="1100" spc="-40" dirty="0"/>
              <a:t> </a:t>
            </a:r>
            <a:r>
              <a:rPr sz="1100" dirty="0"/>
              <a:t>in</a:t>
            </a:r>
            <a:r>
              <a:rPr sz="1100" spc="-35" dirty="0"/>
              <a:t> </a:t>
            </a:r>
            <a:r>
              <a:rPr sz="1100" i="1" spc="-20" dirty="0">
                <a:latin typeface="Arial"/>
                <a:cs typeface="Arial"/>
              </a:rPr>
              <a:t>A</a:t>
            </a:r>
            <a:r>
              <a:rPr sz="1200" i="1" spc="-30" baseline="27777" dirty="0">
                <a:latin typeface="Arial"/>
                <a:cs typeface="Arial"/>
              </a:rPr>
              <a:t>−</a:t>
            </a:r>
            <a:r>
              <a:rPr sz="1200" spc="-30" baseline="27777" dirty="0">
                <a:latin typeface="Trebuchet MS"/>
                <a:cs typeface="Trebuchet MS"/>
              </a:rPr>
              <a:t>1</a:t>
            </a:r>
            <a:r>
              <a:rPr sz="1100" spc="-20" dirty="0"/>
              <a:t>. </a:t>
            </a:r>
            <a:r>
              <a:rPr sz="1100" dirty="0"/>
              <a:t>Why</a:t>
            </a:r>
            <a:r>
              <a:rPr sz="1100" spc="-60" dirty="0"/>
              <a:t> </a:t>
            </a:r>
            <a:r>
              <a:rPr sz="1100" dirty="0"/>
              <a:t>is</a:t>
            </a:r>
            <a:r>
              <a:rPr sz="1100" spc="-50" dirty="0"/>
              <a:t> </a:t>
            </a:r>
            <a:r>
              <a:rPr sz="1100" dirty="0"/>
              <a:t>this</a:t>
            </a:r>
            <a:r>
              <a:rPr sz="1100" spc="-60" dirty="0"/>
              <a:t> </a:t>
            </a:r>
            <a:r>
              <a:rPr sz="1100" spc="-10" dirty="0"/>
              <a:t>true?</a:t>
            </a:r>
            <a:endParaRPr sz="110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 xmlns:p14="http://schemas.microsoft.com/office/powerpoint/2010/main"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lum contrast="40000"/>
          </a:blip>
          <a:stretch>
            <a:fillRect/>
          </a:stretch>
        </p:blipFill>
        <p:spPr>
          <a:xfrm>
            <a:off x="183666" y="853254"/>
            <a:ext cx="3196047" cy="21528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7650" y="653697"/>
            <a:ext cx="3555683" cy="232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461040" rtl="0"/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Find the inverse of A is exists.</a:t>
            </a:r>
          </a:p>
        </p:txBody>
      </p:sp>
      <p:sp>
        <p:nvSpPr>
          <p:cNvPr id="6" name="object 2"/>
          <p:cNvSpPr txBox="1">
            <a:spLocks noGrp="1"/>
          </p:cNvSpPr>
          <p:nvPr>
            <p:ph sz="quarter" idx="10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Calculating </a:t>
            </a:r>
            <a:r>
              <a:rPr spc="-55" dirty="0"/>
              <a:t>inverse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2990850" y="2873375"/>
            <a:ext cx="0" cy="152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686050" y="3025775"/>
            <a:ext cx="16002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  <a:latin typeface="Arial"/>
                <a:cs typeface="Arial"/>
              </a:rPr>
              <a:t>INVERSE OF THE MATRIX </a:t>
            </a:r>
            <a:endParaRPr lang="en-U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29649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lum contrast="40000"/>
          </a:blip>
          <a:stretch>
            <a:fillRect/>
          </a:stretch>
        </p:blipFill>
        <p:spPr>
          <a:xfrm>
            <a:off x="422593" y="1384618"/>
            <a:ext cx="2852128" cy="14139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2592" y="885190"/>
            <a:ext cx="3726498" cy="232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461040" rtl="0"/>
            <a:r>
              <a:rPr lang="en-US" sz="908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Find the inverse of A if exists.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5E14145E-2C95-FF84-4CA6-E6250A0B83E5}"/>
              </a:ext>
            </a:extLst>
          </p:cNvPr>
          <p:cNvSpPr txBox="1"/>
          <p:nvPr/>
        </p:nvSpPr>
        <p:spPr>
          <a:xfrm>
            <a:off x="247650" y="2873375"/>
            <a:ext cx="4038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/>
              <a:t>Since the LHS 3x3 matrix can not be brought to I</a:t>
            </a:r>
            <a:r>
              <a:rPr lang="en-IN" sz="800" baseline="-25000" dirty="0"/>
              <a:t>3 </a:t>
            </a:r>
            <a:r>
              <a:rPr lang="en-IN" sz="800" dirty="0"/>
              <a:t> Inverse of A does not exist.</a:t>
            </a:r>
          </a:p>
        </p:txBody>
      </p:sp>
      <p:sp>
        <p:nvSpPr>
          <p:cNvPr id="6" name="object 2"/>
          <p:cNvSpPr txBox="1">
            <a:spLocks noGrp="1"/>
          </p:cNvSpPr>
          <p:nvPr>
            <p:ph sz="quarter" idx="10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Calculating </a:t>
            </a:r>
            <a:r>
              <a:rPr spc="-55" dirty="0"/>
              <a:t>inverse</a:t>
            </a:r>
          </a:p>
        </p:txBody>
      </p:sp>
    </p:spTree>
    <p:extLst>
      <p:ext uri="{BB962C8B-B14F-4D97-AF65-F5344CB8AC3E}">
        <p14:creationId xmlns:p14="http://schemas.microsoft.com/office/powerpoint/2010/main" val="3918140231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Integral" id="{3577F8C9-A904-41D8-97D2-FD898F53F20E}" vid="{682D6EBE-8D36-4FF2-9DB3-F3D8D7B6715D}"/>
    </a:ext>
  </a:extLst>
</a:theme>
</file>

<file path=ppt/theme/theme3.xml><?xml version="1.0" encoding="utf-8"?>
<a:theme xmlns:a="http://schemas.openxmlformats.org/drawingml/2006/main" name="1_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Integral" id="{3577F8C9-A904-41D8-97D2-FD898F53F20E}" vid="{682D6EBE-8D36-4FF2-9DB3-F3D8D7B6715D}"/>
    </a:ext>
  </a:extLst>
</a:theme>
</file>

<file path=ppt/theme/theme4.xml><?xml version="1.0" encoding="utf-8"?>
<a:theme xmlns:a="http://schemas.openxmlformats.org/drawingml/2006/main" name="2_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Integral" id="{3577F8C9-A904-41D8-97D2-FD898F53F20E}" vid="{682D6EBE-8D36-4FF2-9DB3-F3D8D7B6715D}"/>
    </a:ext>
  </a:extLst>
</a:theme>
</file>

<file path=ppt/theme/theme5.xml><?xml version="1.0" encoding="utf-8"?>
<a:theme xmlns:a="http://schemas.openxmlformats.org/drawingml/2006/main" name="3_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Integral" id="{3577F8C9-A904-41D8-97D2-FD898F53F20E}" vid="{682D6EBE-8D36-4FF2-9DB3-F3D8D7B6715D}"/>
    </a:ext>
  </a:extLst>
</a:theme>
</file>

<file path=ppt/theme/theme6.xml><?xml version="1.0" encoding="utf-8"?>
<a:theme xmlns:a="http://schemas.openxmlformats.org/drawingml/2006/main" name="4_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Integral" id="{3577F8C9-A904-41D8-97D2-FD898F53F20E}" vid="{682D6EBE-8D36-4FF2-9DB3-F3D8D7B6715D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489</TotalTime>
  <Words>1488</Words>
  <Application>Microsoft Macintosh PowerPoint</Application>
  <PresentationFormat>Custom</PresentationFormat>
  <Paragraphs>130</Paragraphs>
  <Slides>41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Office Theme</vt:lpstr>
      <vt:lpstr>Integral</vt:lpstr>
      <vt:lpstr>1_Integral</vt:lpstr>
      <vt:lpstr>2_Integral</vt:lpstr>
      <vt:lpstr>3_Integral</vt:lpstr>
      <vt:lpstr>4_Integral</vt:lpstr>
      <vt:lpstr>PowerPoint Presentation</vt:lpstr>
      <vt:lpstr>Course Over View</vt:lpstr>
      <vt:lpstr>Why do we study Vectors and Matrices</vt:lpstr>
      <vt:lpstr>What is linear algebra?</vt:lpstr>
      <vt:lpstr>Systems of linear equations</vt:lpstr>
      <vt:lpstr>Motivating problem for studying Linear System of Equations</vt:lpstr>
      <vt:lpstr>Formulation</vt:lpstr>
      <vt:lpstr>A System of Linear Equations</vt:lpstr>
      <vt:lpstr>System Of Linear Equations</vt:lpstr>
      <vt:lpstr>Augmented Matrix</vt:lpstr>
      <vt:lpstr>Solving System of Equations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One more Example: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Gaussian elimination and Gauss Jordan</vt:lpstr>
      <vt:lpstr>Gaussian elimination and Gauss Jordan</vt:lpstr>
      <vt:lpstr>Calculating inverse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whiteLecture 1</dc:title>
  <dc:creator>white Math Foundations Team</dc:creator>
  <cp:lastModifiedBy>Anand</cp:lastModifiedBy>
  <cp:revision>15</cp:revision>
  <dcterms:created xsi:type="dcterms:W3CDTF">2025-04-30T06:34:44Z</dcterms:created>
  <dcterms:modified xsi:type="dcterms:W3CDTF">2025-11-07T10:43:21Z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2023-11-25T00:00:00Z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2025-04-30T00:00:00Z</vt:filetime>
  </property>
  <property fmtid="{D5CDD505-2E9C-101B-9397-08002B2CF9AE}" pid="5" name="PTEX.Fullbanner">
    <vt:lpwstr>This is MiKTeX-pdfTeX 4.11.0 (1.40.24)</vt:lpwstr>
  </property>
  <property fmtid="{D5CDD505-2E9C-101B-9397-08002B2CF9AE}" pid="6" name="Producer">
    <vt:lpwstr>MiKTeX pdfTeX-1.40.24</vt:lpwstr>
  </property>
</Properties>
</file>